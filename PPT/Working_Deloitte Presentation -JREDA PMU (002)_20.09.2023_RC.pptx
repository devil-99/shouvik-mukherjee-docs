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handoutMasterIdLst>
    <p:handoutMasterId r:id="rId31"/>
  </p:handoutMasterIdLst>
  <p:sldIdLst>
    <p:sldId id="341" r:id="rId5"/>
    <p:sldId id="6081" r:id="rId6"/>
    <p:sldId id="2147474818" r:id="rId7"/>
    <p:sldId id="2147474760" r:id="rId8"/>
    <p:sldId id="2147474816" r:id="rId9"/>
    <p:sldId id="2147474744" r:id="rId10"/>
    <p:sldId id="2147474817" r:id="rId11"/>
    <p:sldId id="2147376658" r:id="rId12"/>
    <p:sldId id="2147474758" r:id="rId13"/>
    <p:sldId id="12927" r:id="rId14"/>
    <p:sldId id="12972" r:id="rId15"/>
    <p:sldId id="2147474803" r:id="rId16"/>
    <p:sldId id="2147474762" r:id="rId17"/>
    <p:sldId id="12936" r:id="rId18"/>
    <p:sldId id="12971" r:id="rId19"/>
    <p:sldId id="977" r:id="rId20"/>
    <p:sldId id="2147474783" r:id="rId21"/>
    <p:sldId id="2147474804" r:id="rId22"/>
    <p:sldId id="12911" r:id="rId23"/>
    <p:sldId id="2147474789" r:id="rId24"/>
    <p:sldId id="12967" r:id="rId25"/>
    <p:sldId id="2147474750" r:id="rId26"/>
    <p:sldId id="2147474771" r:id="rId27"/>
    <p:sldId id="2147474788" r:id="rId28"/>
    <p:sldId id="1024" r:id="rId29"/>
  </p:sldIdLst>
  <p:sldSz cx="12192000" cy="6858000"/>
  <p:notesSz cx="9866313" cy="6735763"/>
  <p:custDataLst>
    <p:tags r:id="rId32"/>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614F94-64B1-4AF3-B7D0-C60DBF6CF2A3}">
          <p14:sldIdLst>
            <p14:sldId id="341"/>
            <p14:sldId id="6081"/>
            <p14:sldId id="2147474818"/>
            <p14:sldId id="2147474760"/>
            <p14:sldId id="2147474816"/>
            <p14:sldId id="2147474744"/>
            <p14:sldId id="2147474817"/>
            <p14:sldId id="2147376658"/>
            <p14:sldId id="2147474758"/>
            <p14:sldId id="12927"/>
            <p14:sldId id="12972"/>
            <p14:sldId id="2147474803"/>
            <p14:sldId id="2147474762"/>
            <p14:sldId id="12936"/>
            <p14:sldId id="12971"/>
            <p14:sldId id="977"/>
            <p14:sldId id="2147474783"/>
            <p14:sldId id="2147474804"/>
            <p14:sldId id="12911"/>
            <p14:sldId id="2147474789"/>
            <p14:sldId id="12967"/>
            <p14:sldId id="2147474750"/>
            <p14:sldId id="2147474771"/>
            <p14:sldId id="2147474788"/>
            <p14:sldId id="1024"/>
          </p14:sldIdLst>
        </p14:section>
      </p14:sectionLst>
    </p:ex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593" userDrawn="1">
          <p15:clr>
            <a:srgbClr val="A4A3A4"/>
          </p15:clr>
        </p15:guide>
        <p15:guide id="13" orient="horz" pos="2568" userDrawn="1">
          <p15:clr>
            <a:srgbClr val="A4A3A4"/>
          </p15:clr>
        </p15:guide>
        <p15:guide id="14" orient="horz" pos="3090" userDrawn="1">
          <p15:clr>
            <a:srgbClr val="A4A3A4"/>
          </p15:clr>
        </p15:guide>
        <p15:guide id="15" orient="horz" pos="3589" userDrawn="1">
          <p15:clr>
            <a:srgbClr val="A4A3A4"/>
          </p15:clr>
        </p15:guide>
      </p15:sldGuideLst>
    </p:ext>
    <p:ext uri="{2D200454-40CA-4A62-9FC3-DE9A4176ACB9}">
      <p15:notesGuideLst xmlns:p15="http://schemas.microsoft.com/office/powerpoint/2012/main">
        <p15:guide id="1" orient="horz" pos="2122" userDrawn="1">
          <p15:clr>
            <a:srgbClr val="A4A3A4"/>
          </p15:clr>
        </p15:guide>
        <p15:guide id="2" pos="31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BBB0BC-3CB1-9958-51CA-564A03658F33}" name="Deloitte" initials="D" userId="Deloitte" providerId="None"/>
  <p188:author id="{7E5F0BE5-D2CD-DCF5-F734-826135824A80}" name="Chatterjee, Rishi" initials="CR" userId="S::rischatterjee@deloitte.com::79e8a3d6-94b8-45ce-bbf4-d1a68f67ae13" providerId="AD"/>
  <p188:author id="{6B2DB0EB-7D2A-6E57-B345-A347A40D41F2}" name="A, Arun K." initials="AAK" userId="S::arunka@deloitte.com::42582474-2113-4d1c-8ab0-32bf730e99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B5E5"/>
    <a:srgbClr val="002060"/>
    <a:srgbClr val="0097A9"/>
    <a:srgbClr val="046A38"/>
    <a:srgbClr val="D0D0CE"/>
    <a:srgbClr val="3C8A2E"/>
    <a:srgbClr val="43B02A"/>
    <a:srgbClr val="575757"/>
    <a:srgbClr val="50883E"/>
    <a:srgbClr val="ECFA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476" autoAdjust="0"/>
  </p:normalViewPr>
  <p:slideViewPr>
    <p:cSldViewPr snapToGrid="0">
      <p:cViewPr>
        <p:scale>
          <a:sx n="60" d="100"/>
          <a:sy n="60" d="100"/>
        </p:scale>
        <p:origin x="816" y="28"/>
      </p:cViewPr>
      <p:guideLst>
        <p:guide/>
        <p:guide orient="horz" pos="2047"/>
        <p:guide orient="horz" pos="1593"/>
        <p:guide orient="horz" pos="2568"/>
        <p:guide orient="horz" pos="3090"/>
        <p:guide orient="horz" pos="3589"/>
      </p:guideLst>
    </p:cSldViewPr>
  </p:slideViewPr>
  <p:notesTextViewPr>
    <p:cViewPr>
      <p:scale>
        <a:sx n="1" d="1"/>
        <a:sy n="1" d="1"/>
      </p:scale>
      <p:origin x="0" y="0"/>
    </p:cViewPr>
  </p:notesTextViewPr>
  <p:sorterViewPr>
    <p:cViewPr>
      <p:scale>
        <a:sx n="40" d="100"/>
        <a:sy n="40" d="100"/>
      </p:scale>
      <p:origin x="0" y="0"/>
    </p:cViewPr>
  </p:sorterViewPr>
  <p:notesViewPr>
    <p:cSldViewPr snapToGrid="0">
      <p:cViewPr varScale="1">
        <p:scale>
          <a:sx n="55" d="100"/>
          <a:sy n="55" d="100"/>
        </p:scale>
        <p:origin x="3317" y="48"/>
      </p:cViewPr>
      <p:guideLst>
        <p:guide orient="horz" pos="2122"/>
        <p:guide pos="31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Arun K." userId="42582474-2113-4d1c-8ab0-32bf730e999c" providerId="ADAL" clId="{2E6C9C01-2F69-4E7D-8CAF-AAF1676FBAC2}"/>
    <pc:docChg chg="modSld">
      <pc:chgData name="A, Arun K." userId="42582474-2113-4d1c-8ab0-32bf730e999c" providerId="ADAL" clId="{2E6C9C01-2F69-4E7D-8CAF-AAF1676FBAC2}" dt="2023-09-19T08:17:06.335" v="20"/>
      <pc:docMkLst>
        <pc:docMk/>
      </pc:docMkLst>
      <pc:sldChg chg="addCm modCm">
        <pc:chgData name="A, Arun K." userId="42582474-2113-4d1c-8ab0-32bf730e999c" providerId="ADAL" clId="{2E6C9C01-2F69-4E7D-8CAF-AAF1676FBAC2}" dt="2023-09-19T07:59:08.494" v="5"/>
        <pc:sldMkLst>
          <pc:docMk/>
          <pc:sldMk cId="861957290" sldId="341"/>
        </pc:sldMkLst>
      </pc:sldChg>
      <pc:sldChg chg="addCm">
        <pc:chgData name="A, Arun K." userId="42582474-2113-4d1c-8ab0-32bf730e999c" providerId="ADAL" clId="{2E6C9C01-2F69-4E7D-8CAF-AAF1676FBAC2}" dt="2023-09-19T07:56:22.603" v="1"/>
        <pc:sldMkLst>
          <pc:docMk/>
          <pc:sldMk cId="2051391873" sldId="6081"/>
        </pc:sldMkLst>
      </pc:sldChg>
      <pc:sldChg chg="addCm">
        <pc:chgData name="A, Arun K." userId="42582474-2113-4d1c-8ab0-32bf730e999c" providerId="ADAL" clId="{2E6C9C01-2F69-4E7D-8CAF-AAF1676FBAC2}" dt="2023-09-19T08:14:59.716" v="16"/>
        <pc:sldMkLst>
          <pc:docMk/>
          <pc:sldMk cId="1870743168" sldId="12902"/>
        </pc:sldMkLst>
      </pc:sldChg>
      <pc:sldChg chg="addCm">
        <pc:chgData name="A, Arun K." userId="42582474-2113-4d1c-8ab0-32bf730e999c" providerId="ADAL" clId="{2E6C9C01-2F69-4E7D-8CAF-AAF1676FBAC2}" dt="2023-09-19T08:03:23.400" v="7"/>
        <pc:sldMkLst>
          <pc:docMk/>
          <pc:sldMk cId="2659295025" sldId="12936"/>
        </pc:sldMkLst>
      </pc:sldChg>
      <pc:sldChg chg="addCm">
        <pc:chgData name="A, Arun K." userId="42582474-2113-4d1c-8ab0-32bf730e999c" providerId="ADAL" clId="{2E6C9C01-2F69-4E7D-8CAF-AAF1676FBAC2}" dt="2023-09-19T08:05:18.107" v="9"/>
        <pc:sldMkLst>
          <pc:docMk/>
          <pc:sldMk cId="2465577760" sldId="12971"/>
        </pc:sldMkLst>
      </pc:sldChg>
      <pc:sldChg chg="addCm">
        <pc:chgData name="A, Arun K." userId="42582474-2113-4d1c-8ab0-32bf730e999c" providerId="ADAL" clId="{2E6C9C01-2F69-4E7D-8CAF-AAF1676FBAC2}" dt="2023-09-19T08:04:05.850" v="8"/>
        <pc:sldMkLst>
          <pc:docMk/>
          <pc:sldMk cId="3111559737" sldId="2147376650"/>
        </pc:sldMkLst>
      </pc:sldChg>
      <pc:sldChg chg="addCm">
        <pc:chgData name="A, Arun K." userId="42582474-2113-4d1c-8ab0-32bf730e999c" providerId="ADAL" clId="{2E6C9C01-2F69-4E7D-8CAF-AAF1676FBAC2}" dt="2023-09-19T08:14:11.698" v="15"/>
        <pc:sldMkLst>
          <pc:docMk/>
          <pc:sldMk cId="2089918312" sldId="2147474774"/>
        </pc:sldMkLst>
      </pc:sldChg>
      <pc:sldChg chg="addCm">
        <pc:chgData name="A, Arun K." userId="42582474-2113-4d1c-8ab0-32bf730e999c" providerId="ADAL" clId="{2E6C9C01-2F69-4E7D-8CAF-AAF1676FBAC2}" dt="2023-09-19T08:07:55.316" v="11"/>
        <pc:sldMkLst>
          <pc:docMk/>
          <pc:sldMk cId="2021276750" sldId="2147474783"/>
        </pc:sldMkLst>
      </pc:sldChg>
      <pc:sldChg chg="addCm">
        <pc:chgData name="A, Arun K." userId="42582474-2113-4d1c-8ab0-32bf730e999c" providerId="ADAL" clId="{2E6C9C01-2F69-4E7D-8CAF-AAF1676FBAC2}" dt="2023-09-19T08:17:06.335" v="20"/>
        <pc:sldMkLst>
          <pc:docMk/>
          <pc:sldMk cId="3422692738" sldId="2147474788"/>
        </pc:sldMkLst>
      </pc:sldChg>
      <pc:sldChg chg="addCm">
        <pc:chgData name="A, Arun K." userId="42582474-2113-4d1c-8ab0-32bf730e999c" providerId="ADAL" clId="{2E6C9C01-2F69-4E7D-8CAF-AAF1676FBAC2}" dt="2023-09-19T08:13:46.079" v="14"/>
        <pc:sldMkLst>
          <pc:docMk/>
          <pc:sldMk cId="2671750411" sldId="2147474789"/>
        </pc:sldMkLst>
      </pc:sldChg>
      <pc:sldChg chg="modSp mod addCm">
        <pc:chgData name="A, Arun K." userId="42582474-2113-4d1c-8ab0-32bf730e999c" providerId="ADAL" clId="{2E6C9C01-2F69-4E7D-8CAF-AAF1676FBAC2}" dt="2023-09-19T07:58:26.629" v="4" actId="20577"/>
        <pc:sldMkLst>
          <pc:docMk/>
          <pc:sldMk cId="555967569" sldId="2147474803"/>
        </pc:sldMkLst>
        <pc:spChg chg="mod">
          <ac:chgData name="A, Arun K." userId="42582474-2113-4d1c-8ab0-32bf730e999c" providerId="ADAL" clId="{2E6C9C01-2F69-4E7D-8CAF-AAF1676FBAC2}" dt="2023-09-19T07:58:26.629" v="4" actId="20577"/>
          <ac:spMkLst>
            <pc:docMk/>
            <pc:sldMk cId="555967569" sldId="2147474803"/>
            <ac:spMk id="27" creationId="{373CE1BE-5FDC-4FA8-BE89-8A7FD1858B29}"/>
          </ac:spMkLst>
        </pc:spChg>
      </pc:sldChg>
      <pc:sldChg chg="addCm modCm">
        <pc:chgData name="A, Arun K." userId="42582474-2113-4d1c-8ab0-32bf730e999c" providerId="ADAL" clId="{2E6C9C01-2F69-4E7D-8CAF-AAF1676FBAC2}" dt="2023-09-19T08:11:55.513" v="13"/>
        <pc:sldMkLst>
          <pc:docMk/>
          <pc:sldMk cId="2511320965" sldId="214747480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312214308417658E-2"/>
          <c:y val="0"/>
          <c:w val="0.90870980142633684"/>
          <c:h val="0.70395529638401499"/>
        </c:manualLayout>
      </c:layout>
      <c:barChart>
        <c:barDir val="col"/>
        <c:grouping val="clustered"/>
        <c:varyColors val="0"/>
        <c:ser>
          <c:idx val="0"/>
          <c:order val="0"/>
          <c:tx>
            <c:strRef>
              <c:f>Sheet1!$B$1</c:f>
              <c:strCache>
                <c:ptCount val="1"/>
                <c:pt idx="0">
                  <c:v>FY 22</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Thermal</c:v>
                </c:pt>
                <c:pt idx="1">
                  <c:v>Hydro</c:v>
                </c:pt>
                <c:pt idx="2">
                  <c:v>RES</c:v>
                </c:pt>
              </c:strCache>
            </c:strRef>
          </c:cat>
          <c:val>
            <c:numRef>
              <c:f>Sheet1!$B$2:$B$4</c:f>
              <c:numCache>
                <c:formatCode>_ * #,##0_ ;_ * \-#,##0_ ;_ * "-"??_ ;_ @_ </c:formatCode>
                <c:ptCount val="3"/>
                <c:pt idx="0">
                  <c:v>2446.5</c:v>
                </c:pt>
                <c:pt idx="1">
                  <c:v>191</c:v>
                </c:pt>
                <c:pt idx="2">
                  <c:v>97.14</c:v>
                </c:pt>
              </c:numCache>
            </c:numRef>
          </c:val>
          <c:extLst>
            <c:ext xmlns:c16="http://schemas.microsoft.com/office/drawing/2014/chart" uri="{C3380CC4-5D6E-409C-BE32-E72D297353CC}">
              <c16:uniqueId val="{00000000-A652-4F93-A2D6-1D1A84FD2913}"/>
            </c:ext>
          </c:extLst>
        </c:ser>
        <c:ser>
          <c:idx val="1"/>
          <c:order val="1"/>
          <c:tx>
            <c:strRef>
              <c:f>Sheet1!$C$1</c:f>
              <c:strCache>
                <c:ptCount val="1"/>
                <c:pt idx="0">
                  <c:v>FY 23</c:v>
                </c:pt>
              </c:strCache>
            </c:strRef>
          </c:tx>
          <c:spPr>
            <a:solidFill>
              <a:schemeClr val="accent2"/>
            </a:solidFill>
            <a:ln>
              <a:noFill/>
            </a:ln>
            <a:effectLst/>
          </c:spPr>
          <c:invertIfNegative val="0"/>
          <c:dLbls>
            <c:dLbl>
              <c:idx val="0"/>
              <c:layout>
                <c:manualLayout>
                  <c:x val="0.10383629829874852"/>
                  <c:y val="3.1953054132204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652-4F93-A2D6-1D1A84FD2913}"/>
                </c:ext>
              </c:extLst>
            </c:dLbl>
            <c:dLbl>
              <c:idx val="1"/>
              <c:layout>
                <c:manualLayout>
                  <c:x val="2.5518795094925807E-2"/>
                  <c:y val="-2.39648415018218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652-4F93-A2D6-1D1A84FD291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Thermal</c:v>
                </c:pt>
                <c:pt idx="1">
                  <c:v>Hydro</c:v>
                </c:pt>
                <c:pt idx="2">
                  <c:v>RES</c:v>
                </c:pt>
              </c:strCache>
            </c:strRef>
          </c:cat>
          <c:val>
            <c:numRef>
              <c:f>Sheet1!$C$2:$C$4</c:f>
              <c:numCache>
                <c:formatCode>_ * #,##0_ ;_ * \-#,##0_ ;_ * "-"??_ ;_ @_ </c:formatCode>
                <c:ptCount val="3"/>
                <c:pt idx="0">
                  <c:v>2194.6</c:v>
                </c:pt>
                <c:pt idx="1">
                  <c:v>191</c:v>
                </c:pt>
                <c:pt idx="2">
                  <c:v>102.42</c:v>
                </c:pt>
              </c:numCache>
            </c:numRef>
          </c:val>
          <c:extLst>
            <c:ext xmlns:c16="http://schemas.microsoft.com/office/drawing/2014/chart" uri="{C3380CC4-5D6E-409C-BE32-E72D297353CC}">
              <c16:uniqueId val="{00000003-A652-4F93-A2D6-1D1A84FD2913}"/>
            </c:ext>
          </c:extLst>
        </c:ser>
        <c:dLbls>
          <c:showLegendKey val="0"/>
          <c:showVal val="0"/>
          <c:showCatName val="0"/>
          <c:showSerName val="0"/>
          <c:showPercent val="0"/>
          <c:showBubbleSize val="0"/>
        </c:dLbls>
        <c:gapWidth val="219"/>
        <c:overlap val="-27"/>
        <c:axId val="974809567"/>
        <c:axId val="974809983"/>
      </c:barChart>
      <c:catAx>
        <c:axId val="974809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974809983"/>
        <c:crosses val="autoZero"/>
        <c:auto val="1"/>
        <c:lblAlgn val="ctr"/>
        <c:lblOffset val="100"/>
        <c:noMultiLvlLbl val="0"/>
      </c:catAx>
      <c:valAx>
        <c:axId val="974809983"/>
        <c:scaling>
          <c:orientation val="minMax"/>
        </c:scaling>
        <c:delete val="1"/>
        <c:axPos val="l"/>
        <c:numFmt formatCode="_ * #,##0_ ;_ * \-#,##0_ ;_ * &quot;-&quot;??_ ;_ @_ " sourceLinked="1"/>
        <c:majorTickMark val="none"/>
        <c:minorTickMark val="none"/>
        <c:tickLblPos val="nextTo"/>
        <c:crossAx val="974809567"/>
        <c:crosses val="autoZero"/>
        <c:crossBetween val="between"/>
      </c:valAx>
      <c:spPr>
        <a:noFill/>
        <a:ln>
          <a:noFill/>
        </a:ln>
        <a:effectLst/>
      </c:spPr>
    </c:plotArea>
    <c:legend>
      <c:legendPos val="b"/>
      <c:layout>
        <c:manualLayout>
          <c:xMode val="edge"/>
          <c:yMode val="edge"/>
          <c:x val="0.2861316195017648"/>
          <c:y val="0.82257718159983984"/>
          <c:w val="0.42067137860031972"/>
          <c:h val="0.116343550615225"/>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224834766975503E-2"/>
          <c:y val="0.20457303929188686"/>
          <c:w val="0.89592930046859187"/>
          <c:h val="0.50684244421250435"/>
        </c:manualLayout>
      </c:layout>
      <c:barChart>
        <c:barDir val="col"/>
        <c:grouping val="clustered"/>
        <c:varyColors val="0"/>
        <c:ser>
          <c:idx val="0"/>
          <c:order val="0"/>
          <c:tx>
            <c:strRef>
              <c:f>Sheet1!$B$1</c:f>
              <c:strCache>
                <c:ptCount val="1"/>
                <c:pt idx="0">
                  <c:v>RPO Target </c:v>
                </c:pt>
              </c:strCache>
            </c:strRef>
          </c:tx>
          <c:spPr>
            <a:solidFill>
              <a:schemeClr val="accent1"/>
            </a:solidFill>
            <a:ln>
              <a:noFill/>
            </a:ln>
            <a:effectLst/>
          </c:spPr>
          <c:invertIfNegative val="0"/>
          <c:dLbls>
            <c:dLbl>
              <c:idx val="1"/>
              <c:layout>
                <c:manualLayout>
                  <c:x val="7.63497927268862E-3"/>
                  <c:y val="-1.45877189019314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12-40C6-980E-9C08637D6EF8}"/>
                </c:ext>
              </c:extLst>
            </c:dLbl>
            <c:dLbl>
              <c:idx val="2"/>
              <c:layout>
                <c:manualLayout>
                  <c:x val="-9.2965307835949779E-3"/>
                  <c:y val="-6.729143496600723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012-40C6-980E-9C08637D6E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 22</c:v>
                </c:pt>
                <c:pt idx="1">
                  <c:v>FY 23</c:v>
                </c:pt>
              </c:strCache>
            </c:strRef>
          </c:cat>
          <c:val>
            <c:numRef>
              <c:f>Sheet1!$B$2:$B$3</c:f>
              <c:numCache>
                <c:formatCode>#,##0</c:formatCode>
                <c:ptCount val="2"/>
                <c:pt idx="0">
                  <c:v>1407.52</c:v>
                </c:pt>
                <c:pt idx="1">
                  <c:v>2635.65</c:v>
                </c:pt>
              </c:numCache>
            </c:numRef>
          </c:val>
          <c:extLst>
            <c:ext xmlns:c16="http://schemas.microsoft.com/office/drawing/2014/chart" uri="{C3380CC4-5D6E-409C-BE32-E72D297353CC}">
              <c16:uniqueId val="{00000002-2012-40C6-980E-9C08637D6EF8}"/>
            </c:ext>
          </c:extLst>
        </c:ser>
        <c:ser>
          <c:idx val="1"/>
          <c:order val="1"/>
          <c:tx>
            <c:strRef>
              <c:f>Sheet1!$C$1</c:f>
              <c:strCache>
                <c:ptCount val="1"/>
                <c:pt idx="0">
                  <c:v>RE Purchase</c:v>
                </c:pt>
              </c:strCache>
            </c:strRef>
          </c:tx>
          <c:spPr>
            <a:solidFill>
              <a:schemeClr val="accent2"/>
            </a:solidFill>
            <a:ln>
              <a:noFill/>
            </a:ln>
            <a:effectLst/>
          </c:spPr>
          <c:invertIfNegative val="0"/>
          <c:dLbls>
            <c:dLbl>
              <c:idx val="0"/>
              <c:layout>
                <c:manualLayout>
                  <c:x val="9.6154025462052095E-2"/>
                  <c:y val="1.73655115694777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012-40C6-980E-9C08637D6EF8}"/>
                </c:ext>
              </c:extLst>
            </c:dLbl>
            <c:dLbl>
              <c:idx val="1"/>
              <c:layout>
                <c:manualLayout>
                  <c:x val="2.5518795094925807E-2"/>
                  <c:y val="-2.39648415018218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012-40C6-980E-9C08637D6EF8}"/>
                </c:ext>
              </c:extLst>
            </c:dLbl>
            <c:dLbl>
              <c:idx val="2"/>
              <c:layout>
                <c:manualLayout>
                  <c:x val="1.8593061567190126E-2"/>
                  <c:y val="-1.2336620563407852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012-40C6-980E-9C08637D6E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 22</c:v>
                </c:pt>
                <c:pt idx="1">
                  <c:v>FY 23</c:v>
                </c:pt>
              </c:strCache>
            </c:strRef>
          </c:cat>
          <c:val>
            <c:numRef>
              <c:f>Sheet1!$C$2:$C$3</c:f>
              <c:numCache>
                <c:formatCode>#,##0</c:formatCode>
                <c:ptCount val="2"/>
                <c:pt idx="0">
                  <c:v>784.36999999999989</c:v>
                </c:pt>
                <c:pt idx="1">
                  <c:v>945.79</c:v>
                </c:pt>
              </c:numCache>
            </c:numRef>
          </c:val>
          <c:extLst>
            <c:ext xmlns:c16="http://schemas.microsoft.com/office/drawing/2014/chart" uri="{C3380CC4-5D6E-409C-BE32-E72D297353CC}">
              <c16:uniqueId val="{00000006-2012-40C6-980E-9C08637D6EF8}"/>
            </c:ext>
          </c:extLst>
        </c:ser>
        <c:dLbls>
          <c:showLegendKey val="0"/>
          <c:showVal val="0"/>
          <c:showCatName val="0"/>
          <c:showSerName val="0"/>
          <c:showPercent val="0"/>
          <c:showBubbleSize val="0"/>
        </c:dLbls>
        <c:gapWidth val="219"/>
        <c:overlap val="-27"/>
        <c:axId val="974809567"/>
        <c:axId val="974809983"/>
      </c:barChart>
      <c:catAx>
        <c:axId val="974809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974809983"/>
        <c:crosses val="autoZero"/>
        <c:auto val="1"/>
        <c:lblAlgn val="ctr"/>
        <c:lblOffset val="100"/>
        <c:noMultiLvlLbl val="0"/>
      </c:catAx>
      <c:valAx>
        <c:axId val="974809983"/>
        <c:scaling>
          <c:orientation val="minMax"/>
        </c:scaling>
        <c:delete val="1"/>
        <c:axPos val="l"/>
        <c:numFmt formatCode="#,##0" sourceLinked="1"/>
        <c:majorTickMark val="none"/>
        <c:minorTickMark val="none"/>
        <c:tickLblPos val="nextTo"/>
        <c:crossAx val="974809567"/>
        <c:crosses val="autoZero"/>
        <c:crossBetween val="between"/>
      </c:valAx>
      <c:spPr>
        <a:noFill/>
        <a:ln>
          <a:noFill/>
        </a:ln>
        <a:effectLst/>
      </c:spPr>
    </c:plotArea>
    <c:legend>
      <c:legendPos val="b"/>
      <c:layout>
        <c:manualLayout>
          <c:xMode val="edge"/>
          <c:yMode val="edge"/>
          <c:x val="0.14052520377660377"/>
          <c:y val="0.8292325634642348"/>
          <c:w val="0.7340997372489273"/>
          <c:h val="0.12214162001047248"/>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0.32461</cdr:x>
      <cdr:y>5.21216E-7</cdr:y>
    </cdr:from>
    <cdr:to>
      <cdr:x>1</cdr:x>
      <cdr:y>0.08021</cdr:y>
    </cdr:to>
    <cdr:sp macro="" textlink="">
      <cdr:nvSpPr>
        <cdr:cNvPr id="2" name="TextBox 1">
          <a:extLst xmlns:a="http://schemas.openxmlformats.org/drawingml/2006/main">
            <a:ext uri="{FF2B5EF4-FFF2-40B4-BE49-F238E27FC236}">
              <a16:creationId xmlns:a16="http://schemas.microsoft.com/office/drawing/2014/main" id="{B8DF0E91-5379-4C2B-A1AC-3141E0C0E2EF}"/>
            </a:ext>
          </a:extLst>
        </cdr:cNvPr>
        <cdr:cNvSpPr txBox="1"/>
      </cdr:nvSpPr>
      <cdr:spPr>
        <a:xfrm xmlns:a="http://schemas.openxmlformats.org/drawingml/2006/main">
          <a:off x="902376" y="1"/>
          <a:ext cx="1877516" cy="153888"/>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spcBef>
              <a:spcPts val="600"/>
            </a:spcBef>
            <a:buSzPct val="100000"/>
          </a:pPr>
          <a:r>
            <a:rPr lang="en-US" sz="1000" b="1" dirty="0">
              <a:solidFill>
                <a:srgbClr val="313131"/>
              </a:solidFill>
              <a:latin typeface="Verdana" panose="020B0604030504040204" pitchFamily="34" charset="0"/>
              <a:ea typeface="Verdana" panose="020B0604030504040204" pitchFamily="34" charset="0"/>
            </a:rPr>
            <a:t>Installed Capacity (MW)</a:t>
          </a:r>
        </a:p>
      </cdr:txBody>
    </cdr:sp>
  </cdr:relSizeAnchor>
  <cdr:relSizeAnchor xmlns:cdr="http://schemas.openxmlformats.org/drawingml/2006/chartDrawing">
    <cdr:from>
      <cdr:x>0.73241</cdr:x>
      <cdr:y>0.26543</cdr:y>
    </cdr:from>
    <cdr:to>
      <cdr:x>0.99643</cdr:x>
      <cdr:y>0.48199</cdr:y>
    </cdr:to>
    <cdr:sp macro="" textlink="">
      <cdr:nvSpPr>
        <cdr:cNvPr id="3" name="TextBox 2">
          <a:extLst xmlns:a="http://schemas.openxmlformats.org/drawingml/2006/main">
            <a:ext uri="{FF2B5EF4-FFF2-40B4-BE49-F238E27FC236}">
              <a16:creationId xmlns:a16="http://schemas.microsoft.com/office/drawing/2014/main" id="{8B0839D2-3870-416E-B79F-7CD09D242E3F}"/>
            </a:ext>
          </a:extLst>
        </cdr:cNvPr>
        <cdr:cNvSpPr txBox="1"/>
      </cdr:nvSpPr>
      <cdr:spPr>
        <a:xfrm xmlns:a="http://schemas.openxmlformats.org/drawingml/2006/main">
          <a:off x="2036021" y="509252"/>
          <a:ext cx="733947" cy="415498"/>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spcBef>
              <a:spcPts val="600"/>
            </a:spcBef>
            <a:buSzPct val="100000"/>
          </a:pPr>
          <a:r>
            <a:rPr lang="en-US" sz="900" b="1" i="1" dirty="0">
              <a:solidFill>
                <a:srgbClr val="313131"/>
              </a:solidFill>
              <a:latin typeface="Verdana" panose="020B0604030504040204" pitchFamily="34" charset="0"/>
              <a:ea typeface="Verdana" panose="020B0604030504040204" pitchFamily="34" charset="0"/>
            </a:rPr>
            <a:t>~5% of Installed Capacity</a:t>
          </a:r>
        </a:p>
      </cdr:txBody>
    </cdr:sp>
  </cdr:relSizeAnchor>
</c:userShapes>
</file>

<file path=ppt/drawings/drawing2.xml><?xml version="1.0" encoding="utf-8"?>
<c:userShapes xmlns:c="http://schemas.openxmlformats.org/drawingml/2006/chart">
  <cdr:relSizeAnchor xmlns:cdr="http://schemas.openxmlformats.org/drawingml/2006/chartDrawing">
    <cdr:from>
      <cdr:x>0.07072</cdr:x>
      <cdr:y>0.2263</cdr:y>
    </cdr:from>
    <cdr:to>
      <cdr:x>0.56229</cdr:x>
      <cdr:y>0.3818</cdr:y>
    </cdr:to>
    <cdr:sp macro="" textlink="">
      <cdr:nvSpPr>
        <cdr:cNvPr id="3" name="TextBox 2">
          <a:extLst xmlns:a="http://schemas.openxmlformats.org/drawingml/2006/main">
            <a:ext uri="{FF2B5EF4-FFF2-40B4-BE49-F238E27FC236}">
              <a16:creationId xmlns:a16="http://schemas.microsoft.com/office/drawing/2014/main" id="{8B0839D2-3870-416E-B79F-7CD09D242E3F}"/>
            </a:ext>
          </a:extLst>
        </cdr:cNvPr>
        <cdr:cNvSpPr txBox="1"/>
      </cdr:nvSpPr>
      <cdr:spPr>
        <a:xfrm xmlns:a="http://schemas.openxmlformats.org/drawingml/2006/main">
          <a:off x="151703" y="591045"/>
          <a:ext cx="1054397" cy="406138"/>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a:spcBef>
              <a:spcPts val="600"/>
            </a:spcBef>
            <a:buSzPct val="100000"/>
          </a:pPr>
          <a:r>
            <a:rPr lang="en-US" sz="900" b="1" i="1" dirty="0">
              <a:solidFill>
                <a:srgbClr val="313131"/>
              </a:solidFill>
              <a:latin typeface="Verdana" panose="020B0604030504040204" pitchFamily="34" charset="0"/>
              <a:ea typeface="Verdana" panose="020B0604030504040204" pitchFamily="34" charset="0"/>
            </a:rPr>
            <a:t>~46% RPO non-compliant</a:t>
          </a:r>
        </a:p>
      </cdr:txBody>
    </cdr:sp>
  </cdr:relSizeAnchor>
  <cdr:relSizeAnchor xmlns:cdr="http://schemas.openxmlformats.org/drawingml/2006/chartDrawing">
    <cdr:from>
      <cdr:x>0.10047</cdr:x>
      <cdr:y>0.04179</cdr:y>
    </cdr:from>
    <cdr:to>
      <cdr:x>0.82025</cdr:x>
      <cdr:y>0.10071</cdr:y>
    </cdr:to>
    <cdr:sp macro="" textlink="">
      <cdr:nvSpPr>
        <cdr:cNvPr id="5" name="TextBox 1">
          <a:extLst xmlns:a="http://schemas.openxmlformats.org/drawingml/2006/main">
            <a:ext uri="{FF2B5EF4-FFF2-40B4-BE49-F238E27FC236}">
              <a16:creationId xmlns:a16="http://schemas.microsoft.com/office/drawing/2014/main" id="{21114F49-6BE6-A8E0-D518-09B8B2511A4F}"/>
            </a:ext>
          </a:extLst>
        </cdr:cNvPr>
        <cdr:cNvSpPr txBox="1"/>
      </cdr:nvSpPr>
      <cdr:spPr>
        <a:xfrm xmlns:a="http://schemas.openxmlformats.org/drawingml/2006/main">
          <a:off x="215498" y="109154"/>
          <a:ext cx="1543939" cy="153888"/>
        </a:xfrm>
        <a:prstGeom xmlns:a="http://schemas.openxmlformats.org/drawingml/2006/main" prst="rect">
          <a:avLst/>
        </a:prstGeom>
        <a:noFill xmlns:a="http://schemas.openxmlformats.org/drawingml/2006/main"/>
      </cdr:spPr>
      <cdr:txBody>
        <a:bodyPr xmlns:a="http://schemas.openxmlformats.org/drawingml/2006/main" wrap="square" lIns="0" tIns="0" rIns="0" bIns="0"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spcBef>
              <a:spcPts val="600"/>
            </a:spcBef>
            <a:buSzPct val="100000"/>
          </a:pPr>
          <a:r>
            <a:rPr lang="en-US" sz="1000" b="1" dirty="0">
              <a:solidFill>
                <a:srgbClr val="313131"/>
              </a:solidFill>
              <a:latin typeface="Verdana" panose="020B0604030504040204" pitchFamily="34" charset="0"/>
              <a:ea typeface="Verdana" panose="020B0604030504040204" pitchFamily="34" charset="0"/>
            </a:rPr>
            <a:t>Power Purchase MUs</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7F0E995-E6B3-4452-B469-8EBA90564DEB}"/>
              </a:ext>
            </a:extLst>
          </p:cNvPr>
          <p:cNvSpPr>
            <a:spLocks noGrp="1"/>
          </p:cNvSpPr>
          <p:nvPr>
            <p:ph type="sldNum" sz="quarter" idx="3"/>
          </p:nvPr>
        </p:nvSpPr>
        <p:spPr>
          <a:xfrm>
            <a:off x="5588924" y="6398599"/>
            <a:ext cx="4275861" cy="337164"/>
          </a:xfrm>
          <a:prstGeom prst="rect">
            <a:avLst/>
          </a:prstGeom>
        </p:spPr>
        <p:txBody>
          <a:bodyPr vert="horz" lIns="87554" tIns="43777" rIns="87554" bIns="43777" rtlCol="0" anchor="b"/>
          <a:lstStyle>
            <a:lvl1pPr algn="r">
              <a:defRPr sz="1100"/>
            </a:lvl1pPr>
          </a:lstStyle>
          <a:p>
            <a:fld id="{93FC8F2E-5F66-4049-BC28-145B77F69C7C}" type="slidenum">
              <a:rPr lang="en-US" smtClean="0"/>
              <a:t>‹#›</a:t>
            </a:fld>
            <a:endParaRPr lang="en-US"/>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4275401" cy="336788"/>
          </a:xfrm>
          <a:prstGeom prst="rect">
            <a:avLst/>
          </a:prstGeom>
        </p:spPr>
        <p:txBody>
          <a:bodyPr vert="horz" lIns="94293" tIns="47145" rIns="94293" bIns="47145" rtlCol="0"/>
          <a:lstStyle>
            <a:lvl1pPr algn="l">
              <a:defRPr sz="1100">
                <a:latin typeface="Arial" panose="020B0604020202020204" pitchFamily="34" charset="0"/>
              </a:defRPr>
            </a:lvl1pPr>
          </a:lstStyle>
          <a:p>
            <a:endParaRPr lang="en-US"/>
          </a:p>
        </p:txBody>
      </p:sp>
      <p:sp>
        <p:nvSpPr>
          <p:cNvPr id="3" name="Date Placeholder 2"/>
          <p:cNvSpPr>
            <a:spLocks noGrp="1"/>
          </p:cNvSpPr>
          <p:nvPr>
            <p:ph type="dt" idx="1"/>
          </p:nvPr>
        </p:nvSpPr>
        <p:spPr>
          <a:xfrm>
            <a:off x="5588631" y="2"/>
            <a:ext cx="4275401" cy="336788"/>
          </a:xfrm>
          <a:prstGeom prst="rect">
            <a:avLst/>
          </a:prstGeom>
        </p:spPr>
        <p:txBody>
          <a:bodyPr vert="horz" lIns="94293" tIns="47145" rIns="94293" bIns="47145" rtlCol="0"/>
          <a:lstStyle>
            <a:lvl1pPr algn="r">
              <a:defRPr sz="1100">
                <a:latin typeface="Arial" panose="020B0604020202020204" pitchFamily="34" charset="0"/>
              </a:defRPr>
            </a:lvl1pPr>
          </a:lstStyle>
          <a:p>
            <a:fld id="{0BA5BBE4-AEA3-489A-A28E-0C2FAF2506E3}" type="datetimeFigureOut">
              <a:rPr lang="en-US" smtClean="0"/>
              <a:pPr/>
              <a:t>9/20/2023</a:t>
            </a:fld>
            <a:endParaRPr lang="en-US"/>
          </a:p>
        </p:txBody>
      </p:sp>
      <p:sp>
        <p:nvSpPr>
          <p:cNvPr id="4" name="Slide Image Placeholder 3"/>
          <p:cNvSpPr>
            <a:spLocks noGrp="1" noRot="1" noChangeAspect="1"/>
          </p:cNvSpPr>
          <p:nvPr>
            <p:ph type="sldImg" idx="2"/>
          </p:nvPr>
        </p:nvSpPr>
        <p:spPr>
          <a:xfrm>
            <a:off x="2689225" y="506413"/>
            <a:ext cx="4487863" cy="2524125"/>
          </a:xfrm>
          <a:prstGeom prst="rect">
            <a:avLst/>
          </a:prstGeom>
          <a:noFill/>
          <a:ln w="12700">
            <a:solidFill>
              <a:prstClr val="black"/>
            </a:solidFill>
          </a:ln>
        </p:spPr>
        <p:txBody>
          <a:bodyPr vert="horz" lIns="94293" tIns="47145" rIns="94293" bIns="47145" rtlCol="0" anchor="ctr"/>
          <a:lstStyle/>
          <a:p>
            <a:endParaRPr lang="en-GB"/>
          </a:p>
        </p:txBody>
      </p:sp>
      <p:sp>
        <p:nvSpPr>
          <p:cNvPr id="5" name="Notes Placeholder 4"/>
          <p:cNvSpPr>
            <a:spLocks noGrp="1"/>
          </p:cNvSpPr>
          <p:nvPr>
            <p:ph type="body" sz="quarter" idx="3"/>
          </p:nvPr>
        </p:nvSpPr>
        <p:spPr>
          <a:xfrm>
            <a:off x="986632" y="3199488"/>
            <a:ext cx="7893050" cy="3031093"/>
          </a:xfrm>
          <a:prstGeom prst="rect">
            <a:avLst/>
          </a:prstGeom>
        </p:spPr>
        <p:txBody>
          <a:bodyPr vert="horz" lIns="94293" tIns="47145" rIns="94293" bIns="4714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3" y="6397807"/>
            <a:ext cx="4275401" cy="336788"/>
          </a:xfrm>
          <a:prstGeom prst="rect">
            <a:avLst/>
          </a:prstGeom>
        </p:spPr>
        <p:txBody>
          <a:bodyPr vert="horz" lIns="94293" tIns="47145" rIns="94293" bIns="47145" rtlCol="0" anchor="b"/>
          <a:lstStyle>
            <a:lvl1pPr algn="l">
              <a:defRPr sz="11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5588631" y="6397807"/>
            <a:ext cx="4275401" cy="336788"/>
          </a:xfrm>
          <a:prstGeom prst="rect">
            <a:avLst/>
          </a:prstGeom>
        </p:spPr>
        <p:txBody>
          <a:bodyPr vert="horz" lIns="94293" tIns="47145" rIns="94293" bIns="47145" rtlCol="0" anchor="b"/>
          <a:lstStyle>
            <a:lvl1pPr algn="r">
              <a:defRPr sz="11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3</a:t>
            </a:fld>
            <a:endParaRPr lang="en-US"/>
          </a:p>
        </p:txBody>
      </p:sp>
    </p:spTree>
    <p:extLst>
      <p:ext uri="{BB962C8B-B14F-4D97-AF65-F5344CB8AC3E}">
        <p14:creationId xmlns:p14="http://schemas.microsoft.com/office/powerpoint/2010/main" val="2404703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1 - 3.6 (2021-22)</a:t>
            </a:r>
          </a:p>
          <a:p>
            <a:r>
              <a:rPr lang="en-US"/>
              <a:t>2 - 6.1 (2016)</a:t>
            </a:r>
          </a:p>
          <a:p>
            <a:r>
              <a:rPr lang="en-US"/>
              <a:t>5 – 5.7 (2021)</a:t>
            </a:r>
          </a:p>
          <a:p>
            <a:r>
              <a:rPr lang="en-US"/>
              <a:t>Assessment of substation-wise solar power capacity • Review of substation infrastructure through site surveys • Identification of technical approvals, various technical risks (network and site related) and issues • </a:t>
            </a:r>
            <a:r>
              <a:rPr lang="en-US" err="1"/>
              <a:t>Analyse</a:t>
            </a:r>
            <a:r>
              <a:rPr lang="en-US"/>
              <a:t> the load requirement, project size, and identify most suitable locations in the state to set up ground mounted solar plants to feed into the segregated agriculture feeders. •Technical evaluation of the proposals received in the competitive bidding process</a:t>
            </a:r>
          </a:p>
        </p:txBody>
      </p:sp>
      <p:sp>
        <p:nvSpPr>
          <p:cNvPr id="4" name="Slide Number Placeholder 3"/>
          <p:cNvSpPr>
            <a:spLocks noGrp="1"/>
          </p:cNvSpPr>
          <p:nvPr>
            <p:ph type="sldNum" sz="quarter" idx="5"/>
          </p:nvPr>
        </p:nvSpPr>
        <p:spPr/>
        <p:txBody>
          <a:bodyPr/>
          <a:lstStyle/>
          <a:p>
            <a:pPr defTabSz="875538">
              <a:defRPr/>
            </a:pPr>
            <a:fld id="{4B98A53A-E128-4C66-981A-B2270E5D6717}" type="slidenum">
              <a:rPr lang="en-US">
                <a:solidFill>
                  <a:prstClr val="black"/>
                </a:solidFill>
                <a:latin typeface="Calibri" panose="020F0502020204030204"/>
              </a:rPr>
              <a:pPr defTabSz="875538">
                <a:defRPr/>
              </a:pPr>
              <a:t>4</a:t>
            </a:fld>
            <a:endParaRPr lang="en-US">
              <a:solidFill>
                <a:prstClr val="black"/>
              </a:solidFill>
              <a:latin typeface="Calibri" panose="020F0502020204030204"/>
            </a:endParaRPr>
          </a:p>
        </p:txBody>
      </p:sp>
    </p:spTree>
    <p:extLst>
      <p:ext uri="{BB962C8B-B14F-4D97-AF65-F5344CB8AC3E}">
        <p14:creationId xmlns:p14="http://schemas.microsoft.com/office/powerpoint/2010/main" val="191706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a:p>
        </p:txBody>
      </p:sp>
    </p:spTree>
    <p:extLst>
      <p:ext uri="{BB962C8B-B14F-4D97-AF65-F5344CB8AC3E}">
        <p14:creationId xmlns:p14="http://schemas.microsoft.com/office/powerpoint/2010/main" val="1983709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875538">
              <a:defRPr/>
            </a:pPr>
            <a:fld id="{E69486C9-93B2-4860-A45D-97098B465334}" type="slidenum">
              <a:rPr lang="en-US">
                <a:solidFill>
                  <a:prstClr val="black"/>
                </a:solidFill>
                <a:latin typeface="Calibri" panose="020F0502020204030204"/>
              </a:rPr>
              <a:pPr defTabSz="875538">
                <a:defRPr/>
              </a:pPr>
              <a:t>6</a:t>
            </a:fld>
            <a:endParaRPr lang="en-US">
              <a:solidFill>
                <a:prstClr val="black"/>
              </a:solidFill>
              <a:latin typeface="Calibri" panose="020F0502020204030204"/>
            </a:endParaRPr>
          </a:p>
        </p:txBody>
      </p:sp>
    </p:spTree>
    <p:extLst>
      <p:ext uri="{BB962C8B-B14F-4D97-AF65-F5344CB8AC3E}">
        <p14:creationId xmlns:p14="http://schemas.microsoft.com/office/powerpoint/2010/main" val="1847849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875538">
              <a:defRPr/>
            </a:pPr>
            <a:fld id="{E69486C9-93B2-4860-A45D-97098B465334}" type="slidenum">
              <a:rPr lang="en-US">
                <a:solidFill>
                  <a:prstClr val="black"/>
                </a:solidFill>
                <a:latin typeface="Calibri" panose="020F0502020204030204"/>
              </a:rPr>
              <a:pPr defTabSz="875538">
                <a:defRPr/>
              </a:pPr>
              <a:t>7</a:t>
            </a:fld>
            <a:endParaRPr lang="en-US">
              <a:solidFill>
                <a:prstClr val="black"/>
              </a:solidFill>
              <a:latin typeface="Calibri" panose="020F0502020204030204"/>
            </a:endParaRPr>
          </a:p>
        </p:txBody>
      </p:sp>
    </p:spTree>
    <p:extLst>
      <p:ext uri="{BB962C8B-B14F-4D97-AF65-F5344CB8AC3E}">
        <p14:creationId xmlns:p14="http://schemas.microsoft.com/office/powerpoint/2010/main" val="3917784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Supported draft green hydrogen policy of Uttar Pradesh, facilitated investments in OSH and green hydrogen in UP</a:t>
            </a:r>
            <a:endParaRPr lang="en-GB"/>
          </a:p>
        </p:txBody>
      </p:sp>
      <p:sp>
        <p:nvSpPr>
          <p:cNvPr id="4" name="Slide Number Placeholder 3"/>
          <p:cNvSpPr>
            <a:spLocks noGrp="1"/>
          </p:cNvSpPr>
          <p:nvPr>
            <p:ph type="sldNum" sz="quarter" idx="5"/>
          </p:nvPr>
        </p:nvSpPr>
        <p:spPr/>
        <p:txBody>
          <a:bodyPr/>
          <a:lstStyle/>
          <a:p>
            <a:pPr defTabSz="1167355">
              <a:defRPr/>
            </a:pPr>
            <a:fld id="{C0F4A2C8-6C88-4E71-83EE-698B9D4FE22F}" type="slidenum">
              <a:rPr lang="en-US">
                <a:solidFill>
                  <a:prstClr val="black"/>
                </a:solidFill>
              </a:rPr>
              <a:pPr defTabSz="1167355">
                <a:defRPr/>
              </a:pPr>
              <a:t>8</a:t>
            </a:fld>
            <a:endParaRPr lang="en-US">
              <a:solidFill>
                <a:prstClr val="black"/>
              </a:solidFill>
            </a:endParaRPr>
          </a:p>
        </p:txBody>
      </p:sp>
    </p:spTree>
    <p:extLst>
      <p:ext uri="{BB962C8B-B14F-4D97-AF65-F5344CB8AC3E}">
        <p14:creationId xmlns:p14="http://schemas.microsoft.com/office/powerpoint/2010/main" val="2939892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9</a:t>
            </a:fld>
            <a:endParaRPr lang="en-US"/>
          </a:p>
        </p:txBody>
      </p:sp>
    </p:spTree>
    <p:extLst>
      <p:ext uri="{BB962C8B-B14F-4D97-AF65-F5344CB8AC3E}">
        <p14:creationId xmlns:p14="http://schemas.microsoft.com/office/powerpoint/2010/main" val="2369373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13</a:t>
            </a:fld>
            <a:endParaRPr lang="en-US"/>
          </a:p>
        </p:txBody>
      </p:sp>
    </p:spTree>
    <p:extLst>
      <p:ext uri="{BB962C8B-B14F-4D97-AF65-F5344CB8AC3E}">
        <p14:creationId xmlns:p14="http://schemas.microsoft.com/office/powerpoint/2010/main" val="177746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a:p>
        </p:txBody>
      </p:sp>
    </p:spTree>
    <p:extLst>
      <p:ext uri="{BB962C8B-B14F-4D97-AF65-F5344CB8AC3E}">
        <p14:creationId xmlns:p14="http://schemas.microsoft.com/office/powerpoint/2010/main" val="327978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19</a:t>
            </a:fld>
            <a:endParaRPr lang="en-US"/>
          </a:p>
        </p:txBody>
      </p:sp>
    </p:spTree>
    <p:extLst>
      <p:ext uri="{BB962C8B-B14F-4D97-AF65-F5344CB8AC3E}">
        <p14:creationId xmlns:p14="http://schemas.microsoft.com/office/powerpoint/2010/main" val="1541714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defTabSz="875538">
              <a:defRPr/>
            </a:pPr>
            <a:fld id="{F3BC9701-51FC-4D47-A23E-85D24729F9C1}" type="slidenum">
              <a:rPr lang="en-IN">
                <a:solidFill>
                  <a:prstClr val="black"/>
                </a:solidFill>
                <a:latin typeface="Calibri" panose="020F0502020204030204"/>
              </a:rPr>
              <a:pPr defTabSz="875538">
                <a:defRPr/>
              </a:pPr>
              <a:t>20</a:t>
            </a:fld>
            <a:endParaRPr lang="en-IN">
              <a:solidFill>
                <a:prstClr val="black"/>
              </a:solidFill>
              <a:latin typeface="Calibri" panose="020F0502020204030204"/>
            </a:endParaRPr>
          </a:p>
        </p:txBody>
      </p:sp>
    </p:spTree>
    <p:extLst>
      <p:ext uri="{BB962C8B-B14F-4D97-AF65-F5344CB8AC3E}">
        <p14:creationId xmlns:p14="http://schemas.microsoft.com/office/powerpoint/2010/main" val="1663190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F4A2C8-6C88-4E71-83EE-698B9D4FE22F}" type="slidenum">
              <a:rPr lang="en-US" smtClean="0"/>
              <a:pPr/>
              <a:t>21</a:t>
            </a:fld>
            <a:endParaRPr lang="en-US"/>
          </a:p>
        </p:txBody>
      </p:sp>
    </p:spTree>
    <p:extLst>
      <p:ext uri="{BB962C8B-B14F-4D97-AF65-F5344CB8AC3E}">
        <p14:creationId xmlns:p14="http://schemas.microsoft.com/office/powerpoint/2010/main" val="3848564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defTabSz="1167355">
              <a:defRPr/>
            </a:pPr>
            <a:fld id="{C0F4A2C8-6C88-4E71-83EE-698B9D4FE22F}" type="slidenum">
              <a:rPr lang="en-US">
                <a:solidFill>
                  <a:prstClr val="black"/>
                </a:solidFill>
              </a:rPr>
              <a:pPr defTabSz="1167355">
                <a:defRPr/>
              </a:pPr>
              <a:t>23</a:t>
            </a:fld>
            <a:endParaRPr lang="en-US">
              <a:solidFill>
                <a:prstClr val="black"/>
              </a:solidFill>
            </a:endParaRPr>
          </a:p>
        </p:txBody>
      </p:sp>
    </p:spTree>
    <p:extLst>
      <p:ext uri="{BB962C8B-B14F-4D97-AF65-F5344CB8AC3E}">
        <p14:creationId xmlns:p14="http://schemas.microsoft.com/office/powerpoint/2010/main" val="3054586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89225" y="506413"/>
            <a:ext cx="4487863" cy="25241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0F4A2C8-6C88-4E71-83EE-698B9D4FE22F}" type="slidenum">
              <a:rPr lang="en-US" smtClean="0"/>
              <a:pPr/>
              <a:t>25</a:t>
            </a:fld>
            <a:endParaRPr lang="en-US"/>
          </a:p>
        </p:txBody>
      </p:sp>
    </p:spTree>
    <p:extLst>
      <p:ext uri="{BB962C8B-B14F-4D97-AF65-F5344CB8AC3E}">
        <p14:creationId xmlns:p14="http://schemas.microsoft.com/office/powerpoint/2010/main" val="2825960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75325" y="553039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rm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0"/>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Technical Proposal | JREDA</a:t>
            </a:r>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a:solidFill>
                  <a:schemeClr val="bg1"/>
                </a:solidFill>
              </a:rPr>
              <a:t>@Deloitte Touche </a:t>
            </a:r>
            <a:r>
              <a:rPr lang="fr-FR" sz="650" noProof="0" err="1">
                <a:solidFill>
                  <a:schemeClr val="bg1"/>
                </a:solidFill>
              </a:rPr>
              <a:t>Tohmatsu</a:t>
            </a:r>
            <a:r>
              <a:rPr lang="fr-FR" sz="650" noProof="0">
                <a:solidFill>
                  <a:schemeClr val="bg1"/>
                </a:solidFill>
              </a:rPr>
              <a:t> </a:t>
            </a:r>
            <a:r>
              <a:rPr lang="fr-FR" sz="650" noProof="0" err="1">
                <a:solidFill>
                  <a:schemeClr val="bg1"/>
                </a:solidFill>
              </a:rPr>
              <a:t>India</a:t>
            </a:r>
            <a:r>
              <a:rPr lang="fr-FR" sz="650" noProof="0">
                <a:solidFill>
                  <a:schemeClr val="bg1"/>
                </a:solidFill>
              </a:rPr>
              <a:t> LLP</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0"/>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Technical Proposal | JREDA</a:t>
            </a:r>
          </a:p>
        </p:txBody>
      </p:sp>
      <p:sp>
        <p:nvSpPr>
          <p:cNvPr id="8" name="TextBox 7"/>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a:solidFill>
                  <a:schemeClr val="bg1"/>
                </a:solidFill>
              </a:rPr>
              <a:t>@Deloitte Touche </a:t>
            </a:r>
            <a:r>
              <a:rPr lang="fr-FR" sz="650" noProof="0" err="1">
                <a:solidFill>
                  <a:schemeClr val="bg1"/>
                </a:solidFill>
              </a:rPr>
              <a:t>Tohmatsu</a:t>
            </a:r>
            <a:r>
              <a:rPr lang="fr-FR" sz="650" noProof="0">
                <a:solidFill>
                  <a:schemeClr val="bg1"/>
                </a:solidFill>
              </a:rPr>
              <a:t> </a:t>
            </a:r>
            <a:r>
              <a:rPr lang="fr-FR" sz="650" noProof="0" err="1">
                <a:solidFill>
                  <a:schemeClr val="bg1"/>
                </a:solidFill>
              </a:rPr>
              <a:t>India</a:t>
            </a:r>
            <a:r>
              <a:rPr lang="fr-FR" sz="650" noProof="0">
                <a:solidFill>
                  <a:schemeClr val="bg1"/>
                </a:solidFill>
              </a:rPr>
              <a:t> LLP</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Technical Proposal | JREDA</a:t>
            </a:r>
          </a:p>
          <a:p>
            <a:pPr marL="0" indent="0" algn="r">
              <a:spcBef>
                <a:spcPts val="0"/>
              </a:spcBef>
              <a:buSzPct val="100000"/>
              <a:buFont typeface="Arial"/>
              <a:buNone/>
            </a:pPr>
            <a:r>
              <a:rPr lang="en-US" sz="650" noProof="0" dirty="0">
                <a:solidFill>
                  <a:schemeClr val="bg1"/>
                </a:solidFill>
              </a:rPr>
              <a:t>]</a:t>
            </a:r>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a:solidFill>
                  <a:schemeClr val="bg1"/>
                </a:solidFill>
              </a:rPr>
              <a:t>@Deloitte Touche </a:t>
            </a:r>
            <a:r>
              <a:rPr lang="fr-FR" sz="650" noProof="0" err="1">
                <a:solidFill>
                  <a:schemeClr val="bg1"/>
                </a:solidFill>
              </a:rPr>
              <a:t>Tohmatsu</a:t>
            </a:r>
            <a:r>
              <a:rPr lang="fr-FR" sz="650" noProof="0">
                <a:solidFill>
                  <a:schemeClr val="bg1"/>
                </a:solidFill>
              </a:rPr>
              <a:t> </a:t>
            </a:r>
            <a:r>
              <a:rPr lang="fr-FR" sz="650" noProof="0" err="1">
                <a:solidFill>
                  <a:schemeClr val="bg1"/>
                </a:solidFill>
              </a:rPr>
              <a:t>India</a:t>
            </a:r>
            <a:r>
              <a:rPr lang="fr-FR" sz="650" noProof="0">
                <a:solidFill>
                  <a:schemeClr val="bg1"/>
                </a:solidFill>
              </a:rPr>
              <a:t> LLP</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362269"/>
            <a:ext cx="11252200" cy="4936932"/>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5" name="TextBox 4">
            <a:extLst>
              <a:ext uri="{FF2B5EF4-FFF2-40B4-BE49-F238E27FC236}">
                <a16:creationId xmlns:a16="http://schemas.microsoft.com/office/drawing/2014/main" id="{42F75107-C8A1-46AB-8F74-597D300EF0A4}"/>
              </a:ext>
            </a:extLst>
          </p:cNvPr>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542782"/>
            <a:ext cx="11252200" cy="4756420"/>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8"/>
          <p:cNvSpPr>
            <a:spLocks noGrp="1"/>
          </p:cNvSpPr>
          <p:nvPr>
            <p:ph type="body" sz="quarter" idx="13" hasCustomPrompt="1"/>
          </p:nvPr>
        </p:nvSpPr>
        <p:spPr>
          <a:xfrm>
            <a:off x="469900" y="844280"/>
            <a:ext cx="11252200" cy="513614"/>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TextBox 5">
            <a:extLst>
              <a:ext uri="{FF2B5EF4-FFF2-40B4-BE49-F238E27FC236}">
                <a16:creationId xmlns:a16="http://schemas.microsoft.com/office/drawing/2014/main" id="{D591C0CC-7054-4BA1-8AA2-CAF79D408054}"/>
              </a:ext>
            </a:extLst>
          </p:cNvPr>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Box 4">
            <a:extLst>
              <a:ext uri="{FF2B5EF4-FFF2-40B4-BE49-F238E27FC236}">
                <a16:creationId xmlns:a16="http://schemas.microsoft.com/office/drawing/2014/main" id="{BF206949-7645-4EFD-8113-A6CC21F0AE00}"/>
              </a:ext>
            </a:extLst>
          </p:cNvPr>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84868"/>
            <a:ext cx="11252200"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468000" y="5982790"/>
            <a:ext cx="11252201" cy="316411"/>
          </a:xfrm>
        </p:spPr>
        <p:txBody>
          <a:bodyPr>
            <a:normAutofit/>
          </a:bodyPr>
          <a:lstStyle>
            <a:lvl1pPr>
              <a:spcAft>
                <a:spcPts val="0"/>
              </a:spcAft>
              <a:defRPr sz="900"/>
            </a:lvl1p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9" name="TextBox 8">
            <a:extLst>
              <a:ext uri="{FF2B5EF4-FFF2-40B4-BE49-F238E27FC236}">
                <a16:creationId xmlns:a16="http://schemas.microsoft.com/office/drawing/2014/main" id="{5CE3D9B6-75F6-493F-830A-0FFA32832558}"/>
              </a:ext>
            </a:extLst>
          </p:cNvPr>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7" name="TextBox 6">
            <a:extLst>
              <a:ext uri="{FF2B5EF4-FFF2-40B4-BE49-F238E27FC236}">
                <a16:creationId xmlns:a16="http://schemas.microsoft.com/office/drawing/2014/main" id="{B6A303E7-182C-4604-AE8C-1CA92C333490}"/>
              </a:ext>
            </a:extLst>
          </p:cNvPr>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905069"/>
            <a:ext cx="11252200" cy="466531"/>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2" name="TextBox 1">
            <a:extLst>
              <a:ext uri="{FF2B5EF4-FFF2-40B4-BE49-F238E27FC236}">
                <a16:creationId xmlns:a16="http://schemas.microsoft.com/office/drawing/2014/main" id="{AC28464B-3DF5-CF0D-ABC7-F90708330D72}"/>
              </a:ext>
            </a:extLst>
          </p:cNvPr>
          <p:cNvSpPr txBox="1"/>
          <p:nvPr userDrawn="1"/>
        </p:nvSpPr>
        <p:spPr>
          <a:xfrm>
            <a:off x="11568112" y="6535428"/>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49066778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ivider blac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293377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7"/>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4" name="Object 3" hidden="1"/>
                      <p:cNvPicPr/>
                      <p:nvPr/>
                    </p:nvPicPr>
                    <p:blipFill>
                      <a:blip r:embed="rId19"/>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extBox 11"/>
          <p:cNvSpPr txBox="1"/>
          <p:nvPr userDrawn="1"/>
        </p:nvSpPr>
        <p:spPr>
          <a:xfrm>
            <a:off x="11410953" y="656296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cSld>
  <p:clrMap bg1="lt1" tx1="dk1" bg2="lt2" tx2="dk2" accent1="accent1" accent2="accent2" accent3="accent3" accent4="accent4" accent5="accent5" accent6="accent6" hlink="hlink" folHlink="folHlink"/>
  <p:sldLayoutIdLst>
    <p:sldLayoutId id="2147483702" r:id="rId1"/>
    <p:sldLayoutId id="2147483755" r:id="rId2"/>
    <p:sldLayoutId id="2147483704" r:id="rId3"/>
    <p:sldLayoutId id="2147483705" r:id="rId4"/>
    <p:sldLayoutId id="2147483707" r:id="rId5"/>
    <p:sldLayoutId id="2147483679" r:id="rId6"/>
    <p:sldLayoutId id="2147483678" r:id="rId7"/>
    <p:sldLayoutId id="2147483681" r:id="rId8"/>
    <p:sldLayoutId id="2147483699" r:id="rId9"/>
    <p:sldLayoutId id="2147483728" r:id="rId10"/>
    <p:sldLayoutId id="2147483695" r:id="rId11"/>
    <p:sldLayoutId id="2147483752" r:id="rId12"/>
    <p:sldLayoutId id="2147483696" r:id="rId13"/>
    <p:sldLayoutId id="2147483834" r:id="rId14"/>
    <p:sldLayoutId id="2147483835" r:id="rId15"/>
  </p:sldLayoutIdLst>
  <p:transition>
    <p:fade/>
  </p:transition>
  <p:hf hdr="0" ftr="0" dt="0"/>
  <p:txStyles>
    <p:titleStyle>
      <a:lvl1pPr algn="l" defTabSz="1219170" rtl="0" eaLnBrk="1" latinLnBrk="0" hangingPunct="1">
        <a:spcBef>
          <a:spcPct val="0"/>
        </a:spcBef>
        <a:buNone/>
        <a:defRPr sz="2000" b="1" kern="1200">
          <a:solidFill>
            <a:schemeClr val="tx1"/>
          </a:solidFill>
          <a:latin typeface="+mj-lt"/>
          <a:ea typeface="+mj-ea"/>
          <a:cs typeface="+mj-cs"/>
        </a:defRPr>
      </a:lvl1pPr>
    </p:titleStyle>
    <p:bodyStyle>
      <a:lvl1pPr marL="0" indent="0" algn="l" defTabSz="1219170" rtl="0" eaLnBrk="1" latinLnBrk="0" hangingPunct="1">
        <a:spcBef>
          <a:spcPts val="0"/>
        </a:spcBef>
        <a:spcAft>
          <a:spcPts val="6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600"/>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6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chart" Target="../charts/chart2.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svg"/><Relationship Id="rId2" Type="http://schemas.openxmlformats.org/officeDocument/2006/relationships/notesSlide" Target="../notesSlides/notesSlide5.xml"/><Relationship Id="rId16" Type="http://schemas.openxmlformats.org/officeDocument/2006/relationships/image" Target="../media/image20.png"/><Relationship Id="rId1" Type="http://schemas.openxmlformats.org/officeDocument/2006/relationships/slideLayout" Target="../slideLayouts/slideLayout11.xml"/><Relationship Id="rId6" Type="http://schemas.microsoft.com/office/2007/relationships/hdphoto" Target="../media/hdphoto1.wdp"/><Relationship Id="rId11" Type="http://schemas.openxmlformats.org/officeDocument/2006/relationships/image" Target="../media/image15.svg"/><Relationship Id="rId5" Type="http://schemas.openxmlformats.org/officeDocument/2006/relationships/image" Target="../media/image10.pn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3.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9.svg"/><Relationship Id="rId10" Type="http://schemas.openxmlformats.org/officeDocument/2006/relationships/image" Target="../media/image26.png"/><Relationship Id="rId4" Type="http://schemas.openxmlformats.org/officeDocument/2006/relationships/image" Target="../media/image18.png"/><Relationship Id="rId9" Type="http://schemas.openxmlformats.org/officeDocument/2006/relationships/image" Target="../media/image25.pn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slideLayout" Target="../slideLayouts/slideLayout7.xml"/><Relationship Id="rId1" Type="http://schemas.openxmlformats.org/officeDocument/2006/relationships/tags" Target="../tags/tag4.xml"/><Relationship Id="rId6" Type="http://schemas.microsoft.com/office/2007/relationships/hdphoto" Target="../media/hdphoto2.wdp"/><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43.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tags" Target="../tags/tag7.xml"/><Relationship Id="rId7" Type="http://schemas.openxmlformats.org/officeDocument/2006/relationships/image" Target="../media/image45.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1.xml"/><Relationship Id="rId11" Type="http://schemas.openxmlformats.org/officeDocument/2006/relationships/image" Target="../media/image49.jpeg"/><Relationship Id="rId5" Type="http://schemas.openxmlformats.org/officeDocument/2006/relationships/slideLayout" Target="../slideLayouts/slideLayout7.xml"/><Relationship Id="rId10" Type="http://schemas.openxmlformats.org/officeDocument/2006/relationships/image" Target="../media/image48.png"/><Relationship Id="rId4" Type="http://schemas.openxmlformats.org/officeDocument/2006/relationships/tags" Target="../tags/tag8.xml"/><Relationship Id="rId9" Type="http://schemas.openxmlformats.org/officeDocument/2006/relationships/image" Target="../media/image47.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1.xml"/><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464439" y="5896876"/>
            <a:ext cx="11449974" cy="570236"/>
          </a:xfrm>
        </p:spPr>
        <p:txBody>
          <a:bodyPr/>
          <a:lstStyle/>
          <a:p>
            <a:r>
              <a:rPr lang="en-US" dirty="0"/>
              <a:t>Strategic Assistance to JREDA in meeting its ambitious RE targets of 4,000 MW by 2027</a:t>
            </a:r>
          </a:p>
          <a:p>
            <a:r>
              <a:rPr lang="en-US" i="1" dirty="0">
                <a:solidFill>
                  <a:schemeClr val="bg2">
                    <a:lumMod val="75000"/>
                  </a:schemeClr>
                </a:solidFill>
              </a:rPr>
              <a:t>Proposal for setting-up of Strategic Program Management Cell for JREDA for initial period of Two Years</a:t>
            </a:r>
          </a:p>
          <a:p>
            <a:endParaRPr lang="en-US" dirty="0"/>
          </a:p>
        </p:txBody>
      </p:sp>
      <p:sp>
        <p:nvSpPr>
          <p:cNvPr id="3" name="Title 2"/>
          <p:cNvSpPr>
            <a:spLocks noGrp="1"/>
          </p:cNvSpPr>
          <p:nvPr>
            <p:ph type="ctrTitle"/>
          </p:nvPr>
        </p:nvSpPr>
        <p:spPr>
          <a:xfrm>
            <a:off x="464439" y="5541276"/>
            <a:ext cx="5594349" cy="324000"/>
          </a:xfrm>
        </p:spPr>
        <p:txBody>
          <a:bodyPr/>
          <a:lstStyle/>
          <a:p>
            <a:r>
              <a:rPr lang="en-US" dirty="0"/>
              <a:t>Technical Presentation | JREDA</a:t>
            </a:r>
            <a:endParaRPr lang="en-US" noProof="0" dirty="0"/>
          </a:p>
        </p:txBody>
      </p:sp>
      <p:sp>
        <p:nvSpPr>
          <p:cNvPr id="6" name="Text Placeholder 5"/>
          <p:cNvSpPr>
            <a:spLocks noGrp="1"/>
          </p:cNvSpPr>
          <p:nvPr>
            <p:ph type="body" sz="quarter" idx="10"/>
          </p:nvPr>
        </p:nvSpPr>
        <p:spPr>
          <a:xfrm>
            <a:off x="475325" y="6415416"/>
            <a:ext cx="5594349" cy="298451"/>
          </a:xfrm>
        </p:spPr>
        <p:txBody>
          <a:bodyPr>
            <a:normAutofit/>
          </a:bodyPr>
          <a:lstStyle/>
          <a:p>
            <a:r>
              <a:rPr lang="en-US" sz="1100" dirty="0"/>
              <a:t>September 2023</a:t>
            </a:r>
            <a:endParaRPr lang="en-IN" sz="1100" dirty="0"/>
          </a:p>
        </p:txBody>
      </p:sp>
      <p:pic>
        <p:nvPicPr>
          <p:cNvPr id="8" name="Picture Placeholder 7">
            <a:extLst>
              <a:ext uri="{FF2B5EF4-FFF2-40B4-BE49-F238E27FC236}">
                <a16:creationId xmlns:a16="http://schemas.microsoft.com/office/drawing/2014/main" id="{DA67989F-FECF-4ECC-9294-916981F74AC6}"/>
              </a:ext>
            </a:extLst>
          </p:cNvPr>
          <p:cNvPicPr>
            <a:picLocks noGrp="1"/>
          </p:cNvPicPr>
          <p:nvPr>
            <p:ph type="pic" sz="quarter" idx="11"/>
          </p:nvPr>
        </p:nvPicPr>
        <p:blipFill>
          <a:blip r:embed="rId3" cstate="email">
            <a:extLst>
              <a:ext uri="{28A0092B-C50C-407E-A947-70E740481C1C}">
                <a14:useLocalDpi xmlns:a14="http://schemas.microsoft.com/office/drawing/2010/main"/>
              </a:ext>
            </a:extLst>
          </a:blip>
          <a:srcRect l="15" r="15"/>
          <a:stretch>
            <a:fillRect/>
          </a:stretch>
        </p:blipFill>
        <p:spPr>
          <a:xfrm>
            <a:off x="3393716" y="101600"/>
            <a:ext cx="5901204" cy="5930745"/>
          </a:xfrm>
          <a:prstGeom prst="rect">
            <a:avLst/>
          </a:prstGeom>
        </p:spPr>
      </p:pic>
      <p:pic>
        <p:nvPicPr>
          <p:cNvPr id="10" name="Picture 9">
            <a:extLst>
              <a:ext uri="{FF2B5EF4-FFF2-40B4-BE49-F238E27FC236}">
                <a16:creationId xmlns:a16="http://schemas.microsoft.com/office/drawing/2014/main" id="{B7CF7652-59C6-41DF-A708-D6DF0EA1B394}"/>
              </a:ext>
            </a:extLst>
          </p:cNvPr>
          <p:cNvPicPr>
            <a:picLocks noChangeAspect="1"/>
          </p:cNvPicPr>
          <p:nvPr/>
        </p:nvPicPr>
        <p:blipFill rotWithShape="1">
          <a:blip r:embed="rId4"/>
          <a:srcRect t="52559"/>
          <a:stretch/>
        </p:blipFill>
        <p:spPr>
          <a:xfrm>
            <a:off x="4259246" y="3539613"/>
            <a:ext cx="4322439" cy="2050606"/>
          </a:xfrm>
          <a:prstGeom prst="rect">
            <a:avLst/>
          </a:prstGeom>
        </p:spPr>
      </p:pic>
    </p:spTree>
    <p:extLst>
      <p:ext uri="{BB962C8B-B14F-4D97-AF65-F5344CB8AC3E}">
        <p14:creationId xmlns:p14="http://schemas.microsoft.com/office/powerpoint/2010/main" val="8619572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sky, outdoor&#10;&#10;Description automatically generated">
            <a:extLst>
              <a:ext uri="{FF2B5EF4-FFF2-40B4-BE49-F238E27FC236}">
                <a16:creationId xmlns:a16="http://schemas.microsoft.com/office/drawing/2014/main" id="{EFC12456-A940-C582-DEFE-7C73AFA28458}"/>
              </a:ext>
            </a:extLst>
          </p:cNvPr>
          <p:cNvPicPr>
            <a:picLocks noChangeAspect="1"/>
          </p:cNvPicPr>
          <p:nvPr/>
        </p:nvPicPr>
        <p:blipFill rotWithShape="1">
          <a:blip r:embed="rId2">
            <a:extLst>
              <a:ext uri="{28A0092B-C50C-407E-A947-70E740481C1C}">
                <a14:useLocalDpi xmlns:a14="http://schemas.microsoft.com/office/drawing/2010/main" val="0"/>
              </a:ext>
            </a:extLst>
          </a:blip>
          <a:srcRect t="25000"/>
          <a:stretch/>
        </p:blipFill>
        <p:spPr>
          <a:xfrm>
            <a:off x="-9832" y="-12135"/>
            <a:ext cx="12192000" cy="6858000"/>
          </a:xfrm>
          <a:prstGeom prst="rect">
            <a:avLst/>
          </a:prstGeom>
        </p:spPr>
      </p:pic>
      <p:sp>
        <p:nvSpPr>
          <p:cNvPr id="4" name="Rectangle 3">
            <a:extLst>
              <a:ext uri="{FF2B5EF4-FFF2-40B4-BE49-F238E27FC236}">
                <a16:creationId xmlns:a16="http://schemas.microsoft.com/office/drawing/2014/main" id="{6EF2BC32-647F-4AAC-AB43-9058BEB8FAEA}"/>
              </a:ext>
            </a:extLst>
          </p:cNvPr>
          <p:cNvSpPr/>
          <p:nvPr/>
        </p:nvSpPr>
        <p:spPr bwMode="gray">
          <a:xfrm>
            <a:off x="-9833" y="-2"/>
            <a:ext cx="5993537" cy="6858000"/>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Rectangle 13">
            <a:extLst>
              <a:ext uri="{FF2B5EF4-FFF2-40B4-BE49-F238E27FC236}">
                <a16:creationId xmlns:a16="http://schemas.microsoft.com/office/drawing/2014/main" id="{B21D0B7B-D156-4E00-A1E3-0BF091C20387}"/>
              </a:ext>
            </a:extLst>
          </p:cNvPr>
          <p:cNvSpPr/>
          <p:nvPr/>
        </p:nvSpPr>
        <p:spPr bwMode="gray">
          <a:xfrm>
            <a:off x="501740" y="0"/>
            <a:ext cx="315084" cy="6858000"/>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Rectangle 4">
            <a:extLst>
              <a:ext uri="{FF2B5EF4-FFF2-40B4-BE49-F238E27FC236}">
                <a16:creationId xmlns:a16="http://schemas.microsoft.com/office/drawing/2014/main" id="{15340809-7DCA-440B-A82C-A00B8A86F642}"/>
              </a:ext>
            </a:extLst>
          </p:cNvPr>
          <p:cNvSpPr/>
          <p:nvPr/>
        </p:nvSpPr>
        <p:spPr>
          <a:xfrm>
            <a:off x="956614" y="1015425"/>
            <a:ext cx="2654894" cy="461665"/>
          </a:xfrm>
          <a:prstGeom prst="rect">
            <a:avLst/>
          </a:prstGeom>
        </p:spPr>
        <p:txBody>
          <a:bodyPr wrap="none">
            <a:spAutoFit/>
          </a:bodyPr>
          <a:lstStyle/>
          <a:p>
            <a:pPr defTabSz="914378"/>
            <a:r>
              <a:rPr lang="en-US" b="1" spc="600" dirty="0">
                <a:solidFill>
                  <a:schemeClr val="bg1"/>
                </a:solidFill>
              </a:rPr>
              <a:t>CONTENTS</a:t>
            </a:r>
          </a:p>
        </p:txBody>
      </p:sp>
      <p:graphicFrame>
        <p:nvGraphicFramePr>
          <p:cNvPr id="51" name="Table 17">
            <a:extLst>
              <a:ext uri="{FF2B5EF4-FFF2-40B4-BE49-F238E27FC236}">
                <a16:creationId xmlns:a16="http://schemas.microsoft.com/office/drawing/2014/main" id="{B6A89B36-7A34-442D-AFC0-F3F40B1F087C}"/>
              </a:ext>
            </a:extLst>
          </p:cNvPr>
          <p:cNvGraphicFramePr>
            <a:graphicFrameLocks noGrp="1"/>
          </p:cNvGraphicFramePr>
          <p:nvPr>
            <p:extLst>
              <p:ext uri="{D42A27DB-BD31-4B8C-83A1-F6EECF244321}">
                <p14:modId xmlns:p14="http://schemas.microsoft.com/office/powerpoint/2010/main" val="294497425"/>
              </p:ext>
            </p:extLst>
          </p:nvPr>
        </p:nvGraphicFramePr>
        <p:xfrm>
          <a:off x="1621615" y="2192182"/>
          <a:ext cx="4081829" cy="2667000"/>
        </p:xfrm>
        <a:graphic>
          <a:graphicData uri="http://schemas.openxmlformats.org/drawingml/2006/table">
            <a:tbl>
              <a:tblPr firstRow="1" bandRow="1">
                <a:tableStyleId>{5C22544A-7EE6-4342-B048-85BDC9FD1C3A}</a:tableStyleId>
              </a:tblPr>
              <a:tblGrid>
                <a:gridCol w="4081829">
                  <a:extLst>
                    <a:ext uri="{9D8B030D-6E8A-4147-A177-3AD203B41FA5}">
                      <a16:colId xmlns:a16="http://schemas.microsoft.com/office/drawing/2014/main" val="689362503"/>
                    </a:ext>
                  </a:extLst>
                </a:gridCol>
              </a:tblGrid>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spc="-4" dirty="0">
                          <a:solidFill>
                            <a:schemeClr val="bg1"/>
                          </a:solidFill>
                          <a:cs typeface="Calibri" panose="020F0502020204030204" pitchFamily="34" charset="0"/>
                        </a:rPr>
                        <a:t>Jharkhand Scenario </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4107078"/>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spc="-4" dirty="0">
                          <a:solidFill>
                            <a:schemeClr val="bg1"/>
                          </a:solidFill>
                          <a:latin typeface="+mn-lt"/>
                          <a:ea typeface="+mn-ea"/>
                          <a:cs typeface="Calibri" panose="020F0502020204030204" pitchFamily="34" charset="0"/>
                        </a:rPr>
                        <a:t>Project Implementation Framework </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0028832"/>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spc="-4" dirty="0">
                          <a:solidFill>
                            <a:schemeClr val="bg1"/>
                          </a:solidFill>
                          <a:cs typeface="Calibri" panose="020F0502020204030204" pitchFamily="34" charset="0"/>
                        </a:rPr>
                        <a:t>Deloitte Experience in RE Sector</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347534"/>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spc="-4" dirty="0">
                          <a:solidFill>
                            <a:schemeClr val="bg1"/>
                          </a:solidFill>
                          <a:latin typeface="+mn-lt"/>
                          <a:ea typeface="+mn-ea"/>
                          <a:cs typeface="Calibri" panose="020F0502020204030204" pitchFamily="34" charset="0"/>
                        </a:rPr>
                        <a:t>Approach &amp; Methodology</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31914"/>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spc="-4" dirty="0">
                          <a:solidFill>
                            <a:schemeClr val="bg1"/>
                          </a:solidFill>
                          <a:cs typeface="Calibri" panose="020F0502020204030204" pitchFamily="34" charset="0"/>
                        </a:rPr>
                        <a:t>Meet The Team</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0485255"/>
                  </a:ext>
                </a:extLst>
              </a:tr>
            </a:tbl>
          </a:graphicData>
        </a:graphic>
      </p:graphicFrame>
      <p:grpSp>
        <p:nvGrpSpPr>
          <p:cNvPr id="71" name="Group 749">
            <a:extLst>
              <a:ext uri="{FF2B5EF4-FFF2-40B4-BE49-F238E27FC236}">
                <a16:creationId xmlns:a16="http://schemas.microsoft.com/office/drawing/2014/main" id="{A334ED2B-3214-4B0F-BECA-749CF9071B25}"/>
              </a:ext>
            </a:extLst>
          </p:cNvPr>
          <p:cNvGrpSpPr>
            <a:grpSpLocks noChangeAspect="1"/>
          </p:cNvGrpSpPr>
          <p:nvPr/>
        </p:nvGrpSpPr>
        <p:grpSpPr bwMode="auto">
          <a:xfrm>
            <a:off x="1041530" y="4417131"/>
            <a:ext cx="415638" cy="415636"/>
            <a:chOff x="3520" y="2686"/>
            <a:chExt cx="340" cy="340"/>
          </a:xfrm>
          <a:solidFill>
            <a:schemeClr val="bg1"/>
          </a:solidFill>
        </p:grpSpPr>
        <p:sp>
          <p:nvSpPr>
            <p:cNvPr id="72" name="Freeform 750">
              <a:extLst>
                <a:ext uri="{FF2B5EF4-FFF2-40B4-BE49-F238E27FC236}">
                  <a16:creationId xmlns:a16="http://schemas.microsoft.com/office/drawing/2014/main" id="{B97C5FA4-CB16-43B9-BA14-75C97326CD3F}"/>
                </a:ext>
              </a:extLst>
            </p:cNvPr>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751">
              <a:extLst>
                <a:ext uri="{FF2B5EF4-FFF2-40B4-BE49-F238E27FC236}">
                  <a16:creationId xmlns:a16="http://schemas.microsoft.com/office/drawing/2014/main" id="{DF272718-88D4-47C8-A4C6-4C3EA24BB8F0}"/>
                </a:ext>
              </a:extLst>
            </p:cNvPr>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752">
              <a:extLst>
                <a:ext uri="{FF2B5EF4-FFF2-40B4-BE49-F238E27FC236}">
                  <a16:creationId xmlns:a16="http://schemas.microsoft.com/office/drawing/2014/main" id="{C55B4E99-28B1-4010-A57A-808B85041EC5}"/>
                </a:ext>
              </a:extLst>
            </p:cNvPr>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78" name="Group 675">
            <a:extLst>
              <a:ext uri="{FF2B5EF4-FFF2-40B4-BE49-F238E27FC236}">
                <a16:creationId xmlns:a16="http://schemas.microsoft.com/office/drawing/2014/main" id="{A8F121B3-2D06-419B-830C-2C9340633A97}"/>
              </a:ext>
            </a:extLst>
          </p:cNvPr>
          <p:cNvGrpSpPr>
            <a:grpSpLocks/>
          </p:cNvGrpSpPr>
          <p:nvPr/>
        </p:nvGrpSpPr>
        <p:grpSpPr bwMode="auto">
          <a:xfrm>
            <a:off x="1035298" y="3347293"/>
            <a:ext cx="420624" cy="420623"/>
            <a:chOff x="6583" y="2681"/>
            <a:chExt cx="340" cy="340"/>
          </a:xfrm>
          <a:solidFill>
            <a:schemeClr val="bg1"/>
          </a:solidFill>
        </p:grpSpPr>
        <p:sp>
          <p:nvSpPr>
            <p:cNvPr id="79" name="Freeform 676">
              <a:extLst>
                <a:ext uri="{FF2B5EF4-FFF2-40B4-BE49-F238E27FC236}">
                  <a16:creationId xmlns:a16="http://schemas.microsoft.com/office/drawing/2014/main" id="{33B1DC75-3A5E-43A3-8F8D-0A0C4A93E0E6}"/>
                </a:ext>
              </a:extLst>
            </p:cNvPr>
            <p:cNvSpPr>
              <a:spLocks noEditPoints="1"/>
            </p:cNvSpPr>
            <p:nvPr/>
          </p:nvSpPr>
          <p:spPr bwMode="auto">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677">
              <a:extLst>
                <a:ext uri="{FF2B5EF4-FFF2-40B4-BE49-F238E27FC236}">
                  <a16:creationId xmlns:a16="http://schemas.microsoft.com/office/drawing/2014/main" id="{B91D4872-8794-40A7-81BA-44B82F726A16}"/>
                </a:ext>
              </a:extLst>
            </p:cNvPr>
            <p:cNvSpPr>
              <a:spLocks noEditPoints="1"/>
            </p:cNvSpPr>
            <p:nvPr/>
          </p:nvSpPr>
          <p:spPr bwMode="auto">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678">
              <a:extLst>
                <a:ext uri="{FF2B5EF4-FFF2-40B4-BE49-F238E27FC236}">
                  <a16:creationId xmlns:a16="http://schemas.microsoft.com/office/drawing/2014/main" id="{3BA6AEF4-7C9B-4252-B88C-CD7BDBF5606E}"/>
                </a:ext>
              </a:extLst>
            </p:cNvPr>
            <p:cNvSpPr>
              <a:spLocks noEditPoints="1"/>
            </p:cNvSpPr>
            <p:nvPr/>
          </p:nvSpPr>
          <p:spPr bwMode="auto">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9" name="Group 336">
            <a:extLst>
              <a:ext uri="{FF2B5EF4-FFF2-40B4-BE49-F238E27FC236}">
                <a16:creationId xmlns:a16="http://schemas.microsoft.com/office/drawing/2014/main" id="{9D3D65E3-DE33-43AE-9429-4E573D4DD426}"/>
              </a:ext>
            </a:extLst>
          </p:cNvPr>
          <p:cNvGrpSpPr>
            <a:grpSpLocks noChangeAspect="1"/>
          </p:cNvGrpSpPr>
          <p:nvPr/>
        </p:nvGrpSpPr>
        <p:grpSpPr bwMode="auto">
          <a:xfrm>
            <a:off x="1029379" y="2746607"/>
            <a:ext cx="415635" cy="415624"/>
            <a:chOff x="4220" y="1197"/>
            <a:chExt cx="340" cy="340"/>
          </a:xfrm>
          <a:solidFill>
            <a:schemeClr val="bg1"/>
          </a:solidFill>
        </p:grpSpPr>
        <p:sp>
          <p:nvSpPr>
            <p:cNvPr id="40" name="Freeform 337">
              <a:extLst>
                <a:ext uri="{FF2B5EF4-FFF2-40B4-BE49-F238E27FC236}">
                  <a16:creationId xmlns:a16="http://schemas.microsoft.com/office/drawing/2014/main" id="{F847E214-8950-4233-9117-698ECA4DFF80}"/>
                </a:ext>
              </a:extLst>
            </p:cNvPr>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2" name="Freeform 338">
              <a:extLst>
                <a:ext uri="{FF2B5EF4-FFF2-40B4-BE49-F238E27FC236}">
                  <a16:creationId xmlns:a16="http://schemas.microsoft.com/office/drawing/2014/main" id="{2BCA1ECD-7FE8-48A0-AAF0-3A46FB054D2A}"/>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3" name="Freeform 339">
              <a:extLst>
                <a:ext uri="{FF2B5EF4-FFF2-40B4-BE49-F238E27FC236}">
                  <a16:creationId xmlns:a16="http://schemas.microsoft.com/office/drawing/2014/main" id="{A46A51C7-2EE5-4190-8EB1-362C6C224403}"/>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 name="Freeform 340">
              <a:extLst>
                <a:ext uri="{FF2B5EF4-FFF2-40B4-BE49-F238E27FC236}">
                  <a16:creationId xmlns:a16="http://schemas.microsoft.com/office/drawing/2014/main" id="{63AC7CD3-B20B-409F-8DA5-6255B351FF9E}"/>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5" name="Freeform 341">
              <a:extLst>
                <a:ext uri="{FF2B5EF4-FFF2-40B4-BE49-F238E27FC236}">
                  <a16:creationId xmlns:a16="http://schemas.microsoft.com/office/drawing/2014/main" id="{B54E2A50-02C4-4763-B5AB-C6752A44E760}"/>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6" name="Freeform 342">
              <a:extLst>
                <a:ext uri="{FF2B5EF4-FFF2-40B4-BE49-F238E27FC236}">
                  <a16:creationId xmlns:a16="http://schemas.microsoft.com/office/drawing/2014/main" id="{CD273CE2-5373-41DF-ACD1-45C00C963F85}"/>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47" name="Group 777">
            <a:extLst>
              <a:ext uri="{FF2B5EF4-FFF2-40B4-BE49-F238E27FC236}">
                <a16:creationId xmlns:a16="http://schemas.microsoft.com/office/drawing/2014/main" id="{78048B26-1532-4D42-A4AE-FFD902ABD231}"/>
              </a:ext>
            </a:extLst>
          </p:cNvPr>
          <p:cNvGrpSpPr>
            <a:grpSpLocks noChangeAspect="1"/>
          </p:cNvGrpSpPr>
          <p:nvPr/>
        </p:nvGrpSpPr>
        <p:grpSpPr bwMode="auto">
          <a:xfrm>
            <a:off x="1039063" y="3867430"/>
            <a:ext cx="416859" cy="415636"/>
            <a:chOff x="5818" y="3070"/>
            <a:chExt cx="341" cy="340"/>
          </a:xfrm>
          <a:solidFill>
            <a:schemeClr val="bg1"/>
          </a:solidFill>
        </p:grpSpPr>
        <p:sp>
          <p:nvSpPr>
            <p:cNvPr id="48" name="Freeform 778">
              <a:extLst>
                <a:ext uri="{FF2B5EF4-FFF2-40B4-BE49-F238E27FC236}">
                  <a16:creationId xmlns:a16="http://schemas.microsoft.com/office/drawing/2014/main" id="{C12B186F-798B-47F9-878A-5C889DB01A6C}"/>
                </a:ext>
              </a:extLst>
            </p:cNvPr>
            <p:cNvSpPr>
              <a:spLocks noEditPoints="1"/>
            </p:cNvSpPr>
            <p:nvPr/>
          </p:nvSpPr>
          <p:spPr bwMode="auto">
            <a:xfrm>
              <a:off x="5882" y="3140"/>
              <a:ext cx="213" cy="185"/>
            </a:xfrm>
            <a:custGeom>
              <a:avLst/>
              <a:gdLst>
                <a:gd name="T0" fmla="*/ 309 w 320"/>
                <a:gd name="T1" fmla="*/ 43 h 278"/>
                <a:gd name="T2" fmla="*/ 213 w 320"/>
                <a:gd name="T3" fmla="*/ 43 h 278"/>
                <a:gd name="T4" fmla="*/ 213 w 320"/>
                <a:gd name="T5" fmla="*/ 11 h 278"/>
                <a:gd name="T6" fmla="*/ 202 w 320"/>
                <a:gd name="T7" fmla="*/ 0 h 278"/>
                <a:gd name="T8" fmla="*/ 117 w 320"/>
                <a:gd name="T9" fmla="*/ 0 h 278"/>
                <a:gd name="T10" fmla="*/ 106 w 320"/>
                <a:gd name="T11" fmla="*/ 11 h 278"/>
                <a:gd name="T12" fmla="*/ 106 w 320"/>
                <a:gd name="T13" fmla="*/ 43 h 278"/>
                <a:gd name="T14" fmla="*/ 10 w 320"/>
                <a:gd name="T15" fmla="*/ 43 h 278"/>
                <a:gd name="T16" fmla="*/ 0 w 320"/>
                <a:gd name="T17" fmla="*/ 54 h 278"/>
                <a:gd name="T18" fmla="*/ 0 w 320"/>
                <a:gd name="T19" fmla="*/ 160 h 278"/>
                <a:gd name="T20" fmla="*/ 10 w 320"/>
                <a:gd name="T21" fmla="*/ 171 h 278"/>
                <a:gd name="T22" fmla="*/ 21 w 320"/>
                <a:gd name="T23" fmla="*/ 171 h 278"/>
                <a:gd name="T24" fmla="*/ 21 w 320"/>
                <a:gd name="T25" fmla="*/ 267 h 278"/>
                <a:gd name="T26" fmla="*/ 32 w 320"/>
                <a:gd name="T27" fmla="*/ 278 h 278"/>
                <a:gd name="T28" fmla="*/ 288 w 320"/>
                <a:gd name="T29" fmla="*/ 278 h 278"/>
                <a:gd name="T30" fmla="*/ 298 w 320"/>
                <a:gd name="T31" fmla="*/ 267 h 278"/>
                <a:gd name="T32" fmla="*/ 298 w 320"/>
                <a:gd name="T33" fmla="*/ 171 h 278"/>
                <a:gd name="T34" fmla="*/ 309 w 320"/>
                <a:gd name="T35" fmla="*/ 171 h 278"/>
                <a:gd name="T36" fmla="*/ 320 w 320"/>
                <a:gd name="T37" fmla="*/ 160 h 278"/>
                <a:gd name="T38" fmla="*/ 320 w 320"/>
                <a:gd name="T39" fmla="*/ 54 h 278"/>
                <a:gd name="T40" fmla="*/ 309 w 320"/>
                <a:gd name="T41" fmla="*/ 43 h 278"/>
                <a:gd name="T42" fmla="*/ 128 w 320"/>
                <a:gd name="T43" fmla="*/ 22 h 278"/>
                <a:gd name="T44" fmla="*/ 192 w 320"/>
                <a:gd name="T45" fmla="*/ 22 h 278"/>
                <a:gd name="T46" fmla="*/ 192 w 320"/>
                <a:gd name="T47" fmla="*/ 43 h 278"/>
                <a:gd name="T48" fmla="*/ 128 w 320"/>
                <a:gd name="T49" fmla="*/ 43 h 278"/>
                <a:gd name="T50" fmla="*/ 128 w 320"/>
                <a:gd name="T51" fmla="*/ 22 h 278"/>
                <a:gd name="T52" fmla="*/ 277 w 320"/>
                <a:gd name="T53" fmla="*/ 256 h 278"/>
                <a:gd name="T54" fmla="*/ 42 w 320"/>
                <a:gd name="T55" fmla="*/ 256 h 278"/>
                <a:gd name="T56" fmla="*/ 42 w 320"/>
                <a:gd name="T57" fmla="*/ 171 h 278"/>
                <a:gd name="T58" fmla="*/ 85 w 320"/>
                <a:gd name="T59" fmla="*/ 171 h 278"/>
                <a:gd name="T60" fmla="*/ 85 w 320"/>
                <a:gd name="T61" fmla="*/ 182 h 278"/>
                <a:gd name="T62" fmla="*/ 96 w 320"/>
                <a:gd name="T63" fmla="*/ 192 h 278"/>
                <a:gd name="T64" fmla="*/ 106 w 320"/>
                <a:gd name="T65" fmla="*/ 182 h 278"/>
                <a:gd name="T66" fmla="*/ 106 w 320"/>
                <a:gd name="T67" fmla="*/ 171 h 278"/>
                <a:gd name="T68" fmla="*/ 213 w 320"/>
                <a:gd name="T69" fmla="*/ 171 h 278"/>
                <a:gd name="T70" fmla="*/ 213 w 320"/>
                <a:gd name="T71" fmla="*/ 182 h 278"/>
                <a:gd name="T72" fmla="*/ 224 w 320"/>
                <a:gd name="T73" fmla="*/ 192 h 278"/>
                <a:gd name="T74" fmla="*/ 234 w 320"/>
                <a:gd name="T75" fmla="*/ 182 h 278"/>
                <a:gd name="T76" fmla="*/ 234 w 320"/>
                <a:gd name="T77" fmla="*/ 171 h 278"/>
                <a:gd name="T78" fmla="*/ 277 w 320"/>
                <a:gd name="T79" fmla="*/ 171 h 278"/>
                <a:gd name="T80" fmla="*/ 277 w 320"/>
                <a:gd name="T81" fmla="*/ 256 h 278"/>
                <a:gd name="T82" fmla="*/ 298 w 320"/>
                <a:gd name="T83" fmla="*/ 150 h 278"/>
                <a:gd name="T84" fmla="*/ 234 w 320"/>
                <a:gd name="T85" fmla="*/ 150 h 278"/>
                <a:gd name="T86" fmla="*/ 234 w 320"/>
                <a:gd name="T87" fmla="*/ 139 h 278"/>
                <a:gd name="T88" fmla="*/ 224 w 320"/>
                <a:gd name="T89" fmla="*/ 128 h 278"/>
                <a:gd name="T90" fmla="*/ 213 w 320"/>
                <a:gd name="T91" fmla="*/ 139 h 278"/>
                <a:gd name="T92" fmla="*/ 213 w 320"/>
                <a:gd name="T93" fmla="*/ 150 h 278"/>
                <a:gd name="T94" fmla="*/ 106 w 320"/>
                <a:gd name="T95" fmla="*/ 150 h 278"/>
                <a:gd name="T96" fmla="*/ 106 w 320"/>
                <a:gd name="T97" fmla="*/ 139 h 278"/>
                <a:gd name="T98" fmla="*/ 96 w 320"/>
                <a:gd name="T99" fmla="*/ 128 h 278"/>
                <a:gd name="T100" fmla="*/ 85 w 320"/>
                <a:gd name="T101" fmla="*/ 139 h 278"/>
                <a:gd name="T102" fmla="*/ 85 w 320"/>
                <a:gd name="T103" fmla="*/ 150 h 278"/>
                <a:gd name="T104" fmla="*/ 21 w 320"/>
                <a:gd name="T105" fmla="*/ 150 h 278"/>
                <a:gd name="T106" fmla="*/ 21 w 320"/>
                <a:gd name="T107" fmla="*/ 64 h 278"/>
                <a:gd name="T108" fmla="*/ 298 w 320"/>
                <a:gd name="T109" fmla="*/ 64 h 278"/>
                <a:gd name="T110" fmla="*/ 298 w 320"/>
                <a:gd name="T111" fmla="*/ 15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78">
                  <a:moveTo>
                    <a:pt x="309" y="43"/>
                  </a:moveTo>
                  <a:cubicBezTo>
                    <a:pt x="213" y="43"/>
                    <a:pt x="213" y="43"/>
                    <a:pt x="213" y="43"/>
                  </a:cubicBezTo>
                  <a:cubicBezTo>
                    <a:pt x="213" y="11"/>
                    <a:pt x="213" y="11"/>
                    <a:pt x="213" y="11"/>
                  </a:cubicBezTo>
                  <a:cubicBezTo>
                    <a:pt x="213" y="5"/>
                    <a:pt x="208" y="0"/>
                    <a:pt x="202" y="0"/>
                  </a:cubicBezTo>
                  <a:cubicBezTo>
                    <a:pt x="117" y="0"/>
                    <a:pt x="117" y="0"/>
                    <a:pt x="117" y="0"/>
                  </a:cubicBezTo>
                  <a:cubicBezTo>
                    <a:pt x="111" y="0"/>
                    <a:pt x="106" y="5"/>
                    <a:pt x="106" y="11"/>
                  </a:cubicBezTo>
                  <a:cubicBezTo>
                    <a:pt x="106" y="43"/>
                    <a:pt x="106" y="43"/>
                    <a:pt x="106" y="43"/>
                  </a:cubicBezTo>
                  <a:cubicBezTo>
                    <a:pt x="10" y="43"/>
                    <a:pt x="10" y="43"/>
                    <a:pt x="10" y="43"/>
                  </a:cubicBezTo>
                  <a:cubicBezTo>
                    <a:pt x="4" y="43"/>
                    <a:pt x="0" y="48"/>
                    <a:pt x="0" y="54"/>
                  </a:cubicBezTo>
                  <a:cubicBezTo>
                    <a:pt x="0" y="160"/>
                    <a:pt x="0" y="160"/>
                    <a:pt x="0" y="160"/>
                  </a:cubicBezTo>
                  <a:cubicBezTo>
                    <a:pt x="0" y="166"/>
                    <a:pt x="4" y="171"/>
                    <a:pt x="10" y="171"/>
                  </a:cubicBezTo>
                  <a:cubicBezTo>
                    <a:pt x="21" y="171"/>
                    <a:pt x="21" y="171"/>
                    <a:pt x="21" y="171"/>
                  </a:cubicBezTo>
                  <a:cubicBezTo>
                    <a:pt x="21" y="267"/>
                    <a:pt x="21" y="267"/>
                    <a:pt x="21" y="267"/>
                  </a:cubicBezTo>
                  <a:cubicBezTo>
                    <a:pt x="21" y="273"/>
                    <a:pt x="26" y="278"/>
                    <a:pt x="32" y="278"/>
                  </a:cubicBezTo>
                  <a:cubicBezTo>
                    <a:pt x="288" y="278"/>
                    <a:pt x="288" y="278"/>
                    <a:pt x="288" y="278"/>
                  </a:cubicBezTo>
                  <a:cubicBezTo>
                    <a:pt x="294" y="278"/>
                    <a:pt x="298" y="273"/>
                    <a:pt x="298" y="267"/>
                  </a:cubicBezTo>
                  <a:cubicBezTo>
                    <a:pt x="298" y="171"/>
                    <a:pt x="298" y="171"/>
                    <a:pt x="298" y="171"/>
                  </a:cubicBezTo>
                  <a:cubicBezTo>
                    <a:pt x="309" y="171"/>
                    <a:pt x="309" y="171"/>
                    <a:pt x="309" y="171"/>
                  </a:cubicBezTo>
                  <a:cubicBezTo>
                    <a:pt x="315" y="171"/>
                    <a:pt x="320" y="166"/>
                    <a:pt x="320" y="160"/>
                  </a:cubicBezTo>
                  <a:cubicBezTo>
                    <a:pt x="320" y="54"/>
                    <a:pt x="320" y="54"/>
                    <a:pt x="320" y="54"/>
                  </a:cubicBezTo>
                  <a:cubicBezTo>
                    <a:pt x="320" y="48"/>
                    <a:pt x="315" y="43"/>
                    <a:pt x="309" y="43"/>
                  </a:cubicBezTo>
                  <a:close/>
                  <a:moveTo>
                    <a:pt x="128" y="22"/>
                  </a:moveTo>
                  <a:cubicBezTo>
                    <a:pt x="192" y="22"/>
                    <a:pt x="192" y="22"/>
                    <a:pt x="192" y="22"/>
                  </a:cubicBezTo>
                  <a:cubicBezTo>
                    <a:pt x="192" y="43"/>
                    <a:pt x="192" y="43"/>
                    <a:pt x="192" y="43"/>
                  </a:cubicBezTo>
                  <a:cubicBezTo>
                    <a:pt x="128" y="43"/>
                    <a:pt x="128" y="43"/>
                    <a:pt x="128" y="43"/>
                  </a:cubicBezTo>
                  <a:lnTo>
                    <a:pt x="128" y="22"/>
                  </a:lnTo>
                  <a:close/>
                  <a:moveTo>
                    <a:pt x="277" y="256"/>
                  </a:moveTo>
                  <a:cubicBezTo>
                    <a:pt x="42" y="256"/>
                    <a:pt x="42" y="256"/>
                    <a:pt x="42" y="256"/>
                  </a:cubicBezTo>
                  <a:cubicBezTo>
                    <a:pt x="42" y="171"/>
                    <a:pt x="42" y="171"/>
                    <a:pt x="42" y="171"/>
                  </a:cubicBezTo>
                  <a:cubicBezTo>
                    <a:pt x="85" y="171"/>
                    <a:pt x="85" y="171"/>
                    <a:pt x="85" y="171"/>
                  </a:cubicBezTo>
                  <a:cubicBezTo>
                    <a:pt x="85" y="182"/>
                    <a:pt x="85" y="182"/>
                    <a:pt x="85" y="182"/>
                  </a:cubicBezTo>
                  <a:cubicBezTo>
                    <a:pt x="85" y="188"/>
                    <a:pt x="90" y="192"/>
                    <a:pt x="96" y="192"/>
                  </a:cubicBezTo>
                  <a:cubicBezTo>
                    <a:pt x="102" y="192"/>
                    <a:pt x="106" y="188"/>
                    <a:pt x="106" y="182"/>
                  </a:cubicBezTo>
                  <a:cubicBezTo>
                    <a:pt x="106" y="171"/>
                    <a:pt x="106" y="171"/>
                    <a:pt x="106" y="171"/>
                  </a:cubicBezTo>
                  <a:cubicBezTo>
                    <a:pt x="213" y="171"/>
                    <a:pt x="213" y="171"/>
                    <a:pt x="213" y="171"/>
                  </a:cubicBezTo>
                  <a:cubicBezTo>
                    <a:pt x="213" y="182"/>
                    <a:pt x="213" y="182"/>
                    <a:pt x="213" y="182"/>
                  </a:cubicBezTo>
                  <a:cubicBezTo>
                    <a:pt x="213" y="188"/>
                    <a:pt x="218" y="192"/>
                    <a:pt x="224" y="192"/>
                  </a:cubicBezTo>
                  <a:cubicBezTo>
                    <a:pt x="230" y="192"/>
                    <a:pt x="234" y="188"/>
                    <a:pt x="234" y="182"/>
                  </a:cubicBezTo>
                  <a:cubicBezTo>
                    <a:pt x="234" y="171"/>
                    <a:pt x="234" y="171"/>
                    <a:pt x="234" y="171"/>
                  </a:cubicBezTo>
                  <a:cubicBezTo>
                    <a:pt x="277" y="171"/>
                    <a:pt x="277" y="171"/>
                    <a:pt x="277" y="171"/>
                  </a:cubicBezTo>
                  <a:lnTo>
                    <a:pt x="277" y="256"/>
                  </a:lnTo>
                  <a:close/>
                  <a:moveTo>
                    <a:pt x="298" y="150"/>
                  </a:moveTo>
                  <a:cubicBezTo>
                    <a:pt x="234" y="150"/>
                    <a:pt x="234" y="150"/>
                    <a:pt x="234" y="150"/>
                  </a:cubicBezTo>
                  <a:cubicBezTo>
                    <a:pt x="234" y="139"/>
                    <a:pt x="234" y="139"/>
                    <a:pt x="234" y="139"/>
                  </a:cubicBezTo>
                  <a:cubicBezTo>
                    <a:pt x="234" y="133"/>
                    <a:pt x="230" y="128"/>
                    <a:pt x="224" y="128"/>
                  </a:cubicBezTo>
                  <a:cubicBezTo>
                    <a:pt x="218" y="128"/>
                    <a:pt x="213" y="133"/>
                    <a:pt x="213" y="139"/>
                  </a:cubicBezTo>
                  <a:cubicBezTo>
                    <a:pt x="213" y="150"/>
                    <a:pt x="213" y="150"/>
                    <a:pt x="213" y="150"/>
                  </a:cubicBezTo>
                  <a:cubicBezTo>
                    <a:pt x="106" y="150"/>
                    <a:pt x="106" y="150"/>
                    <a:pt x="106" y="150"/>
                  </a:cubicBezTo>
                  <a:cubicBezTo>
                    <a:pt x="106" y="139"/>
                    <a:pt x="106" y="139"/>
                    <a:pt x="106" y="139"/>
                  </a:cubicBezTo>
                  <a:cubicBezTo>
                    <a:pt x="106" y="133"/>
                    <a:pt x="102" y="128"/>
                    <a:pt x="96" y="128"/>
                  </a:cubicBezTo>
                  <a:cubicBezTo>
                    <a:pt x="90" y="128"/>
                    <a:pt x="85" y="133"/>
                    <a:pt x="85" y="139"/>
                  </a:cubicBezTo>
                  <a:cubicBezTo>
                    <a:pt x="85" y="150"/>
                    <a:pt x="85" y="150"/>
                    <a:pt x="85" y="150"/>
                  </a:cubicBezTo>
                  <a:cubicBezTo>
                    <a:pt x="21" y="150"/>
                    <a:pt x="21" y="150"/>
                    <a:pt x="21" y="150"/>
                  </a:cubicBezTo>
                  <a:cubicBezTo>
                    <a:pt x="21" y="64"/>
                    <a:pt x="21" y="64"/>
                    <a:pt x="21" y="64"/>
                  </a:cubicBezTo>
                  <a:cubicBezTo>
                    <a:pt x="298" y="64"/>
                    <a:pt x="298" y="64"/>
                    <a:pt x="298" y="64"/>
                  </a:cubicBezTo>
                  <a:lnTo>
                    <a:pt x="298" y="15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79">
              <a:extLst>
                <a:ext uri="{FF2B5EF4-FFF2-40B4-BE49-F238E27FC236}">
                  <a16:creationId xmlns:a16="http://schemas.microsoft.com/office/drawing/2014/main" id="{BD2CEC56-BB86-460F-878B-510B333FB815}"/>
                </a:ext>
              </a:extLst>
            </p:cNvPr>
            <p:cNvSpPr>
              <a:spLocks noEditPoints="1"/>
            </p:cNvSpPr>
            <p:nvPr/>
          </p:nvSpPr>
          <p:spPr bwMode="auto">
            <a:xfrm>
              <a:off x="5818" y="3070"/>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50" name="Group 892">
            <a:extLst>
              <a:ext uri="{FF2B5EF4-FFF2-40B4-BE49-F238E27FC236}">
                <a16:creationId xmlns:a16="http://schemas.microsoft.com/office/drawing/2014/main" id="{DC3D5900-9921-466B-9985-89DC1DE5D48A}"/>
              </a:ext>
            </a:extLst>
          </p:cNvPr>
          <p:cNvGrpSpPr>
            <a:grpSpLocks noChangeAspect="1"/>
          </p:cNvGrpSpPr>
          <p:nvPr/>
        </p:nvGrpSpPr>
        <p:grpSpPr bwMode="auto">
          <a:xfrm>
            <a:off x="1022679" y="2225874"/>
            <a:ext cx="419391" cy="420624"/>
            <a:chOff x="4270" y="3457"/>
            <a:chExt cx="340" cy="341"/>
          </a:xfrm>
          <a:solidFill>
            <a:schemeClr val="bg1"/>
          </a:solidFill>
        </p:grpSpPr>
        <p:sp>
          <p:nvSpPr>
            <p:cNvPr id="52" name="Freeform 893">
              <a:extLst>
                <a:ext uri="{FF2B5EF4-FFF2-40B4-BE49-F238E27FC236}">
                  <a16:creationId xmlns:a16="http://schemas.microsoft.com/office/drawing/2014/main" id="{498F0279-A8EF-4946-804B-414355417069}"/>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894">
              <a:extLst>
                <a:ext uri="{FF2B5EF4-FFF2-40B4-BE49-F238E27FC236}">
                  <a16:creationId xmlns:a16="http://schemas.microsoft.com/office/drawing/2014/main" id="{EB4E23EB-445A-4D5E-A363-6A766F3A5A62}"/>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0513918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3200" noProof="0" dirty="0"/>
              <a:t>Jharkhand Scenario</a:t>
            </a:r>
          </a:p>
        </p:txBody>
      </p:sp>
      <p:grpSp>
        <p:nvGrpSpPr>
          <p:cNvPr id="3" name="Group 2">
            <a:extLst>
              <a:ext uri="{FF2B5EF4-FFF2-40B4-BE49-F238E27FC236}">
                <a16:creationId xmlns:a16="http://schemas.microsoft.com/office/drawing/2014/main" id="{69CF4FD5-B79A-3388-AD04-1FCE369F3792}"/>
              </a:ext>
            </a:extLst>
          </p:cNvPr>
          <p:cNvGrpSpPr/>
          <p:nvPr/>
        </p:nvGrpSpPr>
        <p:grpSpPr>
          <a:xfrm>
            <a:off x="10404488" y="431939"/>
            <a:ext cx="1443600" cy="1422000"/>
            <a:chOff x="10404488" y="431939"/>
            <a:chExt cx="1443600" cy="1422000"/>
          </a:xfrm>
        </p:grpSpPr>
        <p:sp>
          <p:nvSpPr>
            <p:cNvPr id="4" name="Freeform 331">
              <a:extLst>
                <a:ext uri="{FF2B5EF4-FFF2-40B4-BE49-F238E27FC236}">
                  <a16:creationId xmlns:a16="http://schemas.microsoft.com/office/drawing/2014/main" id="{FE8CC34F-40C3-CDB3-C80E-460064E82A4E}"/>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5" name="Graphic 4" descr="Renewable Energy with solid fill">
              <a:extLst>
                <a:ext uri="{FF2B5EF4-FFF2-40B4-BE49-F238E27FC236}">
                  <a16:creationId xmlns:a16="http://schemas.microsoft.com/office/drawing/2014/main" id="{DCF81967-FB94-5F5A-91A2-19CE89E24D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
        <p:nvSpPr>
          <p:cNvPr id="7" name="Text Placeholder 6">
            <a:extLst>
              <a:ext uri="{FF2B5EF4-FFF2-40B4-BE49-F238E27FC236}">
                <a16:creationId xmlns:a16="http://schemas.microsoft.com/office/drawing/2014/main" id="{E262EB79-0CE2-1968-E58C-66A378FA3D2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96235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7497" y="341984"/>
            <a:ext cx="11252200" cy="334102"/>
          </a:xfrm>
        </p:spPr>
        <p:txBody>
          <a:bodyPr/>
          <a:lstStyle/>
          <a:p>
            <a:r>
              <a:rPr lang="en-US" dirty="0"/>
              <a:t>Changing Trends in Jharkhand RE Sector</a:t>
            </a:r>
          </a:p>
        </p:txBody>
      </p:sp>
      <p:cxnSp>
        <p:nvCxnSpPr>
          <p:cNvPr id="4097" name="Straight Connector 4096">
            <a:extLst>
              <a:ext uri="{FF2B5EF4-FFF2-40B4-BE49-F238E27FC236}">
                <a16:creationId xmlns:a16="http://schemas.microsoft.com/office/drawing/2014/main" id="{76F4F9D6-FD0A-3FAF-0794-838FB2FB6878}"/>
              </a:ext>
            </a:extLst>
          </p:cNvPr>
          <p:cNvCxnSpPr>
            <a:cxnSpLocks/>
          </p:cNvCxnSpPr>
          <p:nvPr/>
        </p:nvCxnSpPr>
        <p:spPr>
          <a:xfrm>
            <a:off x="5148945" y="824026"/>
            <a:ext cx="0" cy="5307366"/>
          </a:xfrm>
          <a:prstGeom prst="line">
            <a:avLst/>
          </a:prstGeom>
          <a:ln w="28575">
            <a:solidFill>
              <a:schemeClr val="accent6"/>
            </a:solidFill>
            <a:prstDash val="lgDashDotDot"/>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24B4302-E665-FE24-EF08-FDD675914EF9}"/>
              </a:ext>
            </a:extLst>
          </p:cNvPr>
          <p:cNvGrpSpPr/>
          <p:nvPr/>
        </p:nvGrpSpPr>
        <p:grpSpPr>
          <a:xfrm>
            <a:off x="5280974" y="771617"/>
            <a:ext cx="6741154" cy="2532953"/>
            <a:chOff x="469900" y="860153"/>
            <a:chExt cx="6741154" cy="2532953"/>
          </a:xfrm>
        </p:grpSpPr>
        <p:sp>
          <p:nvSpPr>
            <p:cNvPr id="18" name="Rectangle 17">
              <a:extLst>
                <a:ext uri="{FF2B5EF4-FFF2-40B4-BE49-F238E27FC236}">
                  <a16:creationId xmlns:a16="http://schemas.microsoft.com/office/drawing/2014/main" id="{60E1119F-15D3-49E4-C367-5812B0BEE62F}"/>
                </a:ext>
              </a:extLst>
            </p:cNvPr>
            <p:cNvSpPr/>
            <p:nvPr/>
          </p:nvSpPr>
          <p:spPr bwMode="gray">
            <a:xfrm>
              <a:off x="469900" y="860153"/>
              <a:ext cx="6741154" cy="291150"/>
            </a:xfrm>
            <a:prstGeom prst="rect">
              <a:avLst/>
            </a:prstGeom>
            <a:solidFill>
              <a:srgbClr val="0D8390"/>
            </a:solidFill>
            <a:ln w="57150" algn="ctr">
              <a:solidFill>
                <a:sysClr val="window" lastClr="FFFFFF"/>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r>
                <a:rPr lang="en-US" sz="1200" b="1" kern="0" dirty="0">
                  <a:solidFill>
                    <a:prstClr val="white"/>
                  </a:solidFill>
                </a:rPr>
                <a:t>Energy transition</a:t>
              </a:r>
              <a:r>
                <a:rPr kumimoji="0" lang="en-US" sz="1200" b="1" i="0" u="none" strike="noStrike" kern="0" cap="none" spc="0" normalizeH="0" baseline="0" noProof="0" dirty="0">
                  <a:ln>
                    <a:noFill/>
                  </a:ln>
                  <a:solidFill>
                    <a:prstClr val="white"/>
                  </a:solidFill>
                  <a:effectLst/>
                  <a:uLnTx/>
                  <a:uFillTx/>
                </a:rPr>
                <a:t> and reforms to support such transition</a:t>
              </a:r>
            </a:p>
          </p:txBody>
        </p:sp>
        <p:grpSp>
          <p:nvGrpSpPr>
            <p:cNvPr id="7" name="Group 6">
              <a:extLst>
                <a:ext uri="{FF2B5EF4-FFF2-40B4-BE49-F238E27FC236}">
                  <a16:creationId xmlns:a16="http://schemas.microsoft.com/office/drawing/2014/main" id="{136E6F88-976B-4A3D-BADB-9758D51CF88F}"/>
                </a:ext>
              </a:extLst>
            </p:cNvPr>
            <p:cNvGrpSpPr/>
            <p:nvPr/>
          </p:nvGrpSpPr>
          <p:grpSpPr>
            <a:xfrm>
              <a:off x="506604" y="1194255"/>
              <a:ext cx="6671791" cy="2198851"/>
              <a:chOff x="506604" y="1194255"/>
              <a:chExt cx="6671791" cy="2198851"/>
            </a:xfrm>
          </p:grpSpPr>
          <p:sp>
            <p:nvSpPr>
              <p:cNvPr id="20" name="Rectangle 19">
                <a:extLst>
                  <a:ext uri="{FF2B5EF4-FFF2-40B4-BE49-F238E27FC236}">
                    <a16:creationId xmlns:a16="http://schemas.microsoft.com/office/drawing/2014/main" id="{2CC73E53-37DD-A49F-3BCB-CCF3E93FDC85}"/>
                  </a:ext>
                </a:extLst>
              </p:cNvPr>
              <p:cNvSpPr/>
              <p:nvPr/>
            </p:nvSpPr>
            <p:spPr bwMode="gray">
              <a:xfrm>
                <a:off x="506604" y="1194255"/>
                <a:ext cx="1992637" cy="2198851"/>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grpSp>
            <p:nvGrpSpPr>
              <p:cNvPr id="6" name="Group 5">
                <a:extLst>
                  <a:ext uri="{FF2B5EF4-FFF2-40B4-BE49-F238E27FC236}">
                    <a16:creationId xmlns:a16="http://schemas.microsoft.com/office/drawing/2014/main" id="{2D5DB460-8402-C783-9194-DC4C1BD2D5F6}"/>
                  </a:ext>
                </a:extLst>
              </p:cNvPr>
              <p:cNvGrpSpPr/>
              <p:nvPr/>
            </p:nvGrpSpPr>
            <p:grpSpPr>
              <a:xfrm>
                <a:off x="607094" y="1635575"/>
                <a:ext cx="441235" cy="506994"/>
                <a:chOff x="607094" y="1635575"/>
                <a:chExt cx="441235" cy="506994"/>
              </a:xfrm>
            </p:grpSpPr>
            <p:sp>
              <p:nvSpPr>
                <p:cNvPr id="26" name="object 134">
                  <a:extLst>
                    <a:ext uri="{FF2B5EF4-FFF2-40B4-BE49-F238E27FC236}">
                      <a16:creationId xmlns:a16="http://schemas.microsoft.com/office/drawing/2014/main" id="{B2C3CDB5-76A3-9B47-0190-08ADCB6B0343}"/>
                    </a:ext>
                  </a:extLst>
                </p:cNvPr>
                <p:cNvSpPr/>
                <p:nvPr/>
              </p:nvSpPr>
              <p:spPr>
                <a:xfrm rot="161775">
                  <a:off x="607094" y="1811052"/>
                  <a:ext cx="441235" cy="258296"/>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27" name="object 135">
                  <a:extLst>
                    <a:ext uri="{FF2B5EF4-FFF2-40B4-BE49-F238E27FC236}">
                      <a16:creationId xmlns:a16="http://schemas.microsoft.com/office/drawing/2014/main" id="{10CBD310-1345-4E56-86DC-51D9E6B84EF3}"/>
                    </a:ext>
                  </a:extLst>
                </p:cNvPr>
                <p:cNvSpPr/>
                <p:nvPr/>
              </p:nvSpPr>
              <p:spPr>
                <a:xfrm rot="161775">
                  <a:off x="733337" y="2087220"/>
                  <a:ext cx="169706" cy="55349"/>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28" name="object 136">
                  <a:extLst>
                    <a:ext uri="{FF2B5EF4-FFF2-40B4-BE49-F238E27FC236}">
                      <a16:creationId xmlns:a16="http://schemas.microsoft.com/office/drawing/2014/main" id="{2B2C451B-62FB-FCB6-2D8C-9577504FD7C9}"/>
                    </a:ext>
                  </a:extLst>
                </p:cNvPr>
                <p:cNvSpPr>
                  <a:spLocks noChangeAspect="1"/>
                </p:cNvSpPr>
                <p:nvPr/>
              </p:nvSpPr>
              <p:spPr>
                <a:xfrm rot="161775">
                  <a:off x="681759" y="1635575"/>
                  <a:ext cx="275770" cy="179886"/>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29" name="object 137">
                  <a:extLst>
                    <a:ext uri="{FF2B5EF4-FFF2-40B4-BE49-F238E27FC236}">
                      <a16:creationId xmlns:a16="http://schemas.microsoft.com/office/drawing/2014/main" id="{2393BAE5-39F2-BC5D-463F-0B2FDC91DF67}"/>
                    </a:ext>
                  </a:extLst>
                </p:cNvPr>
                <p:cNvSpPr/>
                <p:nvPr/>
              </p:nvSpPr>
              <p:spPr>
                <a:xfrm rot="161775">
                  <a:off x="686933" y="1939652"/>
                  <a:ext cx="72511" cy="55349"/>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30" name="object 138">
                  <a:extLst>
                    <a:ext uri="{FF2B5EF4-FFF2-40B4-BE49-F238E27FC236}">
                      <a16:creationId xmlns:a16="http://schemas.microsoft.com/office/drawing/2014/main" id="{2879F4FE-C656-2A91-1A2E-717ACAAA93F9}"/>
                    </a:ext>
                  </a:extLst>
                </p:cNvPr>
                <p:cNvSpPr/>
                <p:nvPr/>
              </p:nvSpPr>
              <p:spPr>
                <a:xfrm rot="161775">
                  <a:off x="891460" y="1944053"/>
                  <a:ext cx="78680" cy="57026"/>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31" name="object 139">
                  <a:extLst>
                    <a:ext uri="{FF2B5EF4-FFF2-40B4-BE49-F238E27FC236}">
                      <a16:creationId xmlns:a16="http://schemas.microsoft.com/office/drawing/2014/main" id="{BE775CAF-AB7D-3876-5F1C-4CFE5BD722BA}"/>
                    </a:ext>
                  </a:extLst>
                </p:cNvPr>
                <p:cNvSpPr/>
                <p:nvPr/>
              </p:nvSpPr>
              <p:spPr>
                <a:xfrm rot="161775">
                  <a:off x="681764" y="1935121"/>
                  <a:ext cx="78680" cy="55349"/>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32" name="object 140">
                  <a:extLst>
                    <a:ext uri="{FF2B5EF4-FFF2-40B4-BE49-F238E27FC236}">
                      <a16:creationId xmlns:a16="http://schemas.microsoft.com/office/drawing/2014/main" id="{F072DA2D-548A-136F-9619-CB249E32F4B2}"/>
                    </a:ext>
                  </a:extLst>
                </p:cNvPr>
                <p:cNvSpPr/>
                <p:nvPr/>
              </p:nvSpPr>
              <p:spPr>
                <a:xfrm rot="161775">
                  <a:off x="886933" y="1870417"/>
                  <a:ext cx="67882" cy="45285"/>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33" name="object 142">
                  <a:extLst>
                    <a:ext uri="{FF2B5EF4-FFF2-40B4-BE49-F238E27FC236}">
                      <a16:creationId xmlns:a16="http://schemas.microsoft.com/office/drawing/2014/main" id="{9A7EFF7A-AC62-3BAA-9354-232D048B092E}"/>
                    </a:ext>
                  </a:extLst>
                </p:cNvPr>
                <p:cNvSpPr/>
                <p:nvPr/>
              </p:nvSpPr>
              <p:spPr>
                <a:xfrm rot="161775">
                  <a:off x="705488" y="1862639"/>
                  <a:ext cx="67882" cy="45285"/>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42" name="object 137">
                  <a:extLst>
                    <a:ext uri="{FF2B5EF4-FFF2-40B4-BE49-F238E27FC236}">
                      <a16:creationId xmlns:a16="http://schemas.microsoft.com/office/drawing/2014/main" id="{DA909323-AF59-9D5B-A4CA-C4561013B812}"/>
                    </a:ext>
                  </a:extLst>
                </p:cNvPr>
                <p:cNvSpPr/>
                <p:nvPr/>
              </p:nvSpPr>
              <p:spPr>
                <a:xfrm rot="161775">
                  <a:off x="793708" y="1864438"/>
                  <a:ext cx="72511" cy="4637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grpSp>
          <p:sp>
            <p:nvSpPr>
              <p:cNvPr id="22" name="TextBox 21">
                <a:extLst>
                  <a:ext uri="{FF2B5EF4-FFF2-40B4-BE49-F238E27FC236}">
                    <a16:creationId xmlns:a16="http://schemas.microsoft.com/office/drawing/2014/main" id="{68FAC196-C157-AEBB-F01E-BA99AFDFA156}"/>
                  </a:ext>
                </a:extLst>
              </p:cNvPr>
              <p:cNvSpPr txBox="1"/>
              <p:nvPr/>
            </p:nvSpPr>
            <p:spPr>
              <a:xfrm>
                <a:off x="1094576" y="1653538"/>
                <a:ext cx="1422923" cy="769441"/>
              </a:xfrm>
              <a:prstGeom prst="rect">
                <a:avLst/>
              </a:prstGeom>
              <a:noFill/>
            </p:spPr>
            <p:txBody>
              <a:bodyPr wrap="square" lIns="0" tIns="0" rIns="0" bIns="0" rtlCol="0">
                <a:spAutoFit/>
              </a:bodyPr>
              <a:lstStyle/>
              <a:p>
                <a:pPr defTabSz="885893">
                  <a:buSzPct val="100000"/>
                  <a:defRPr/>
                </a:pPr>
                <a:r>
                  <a:rPr lang="en-US" sz="1000" b="1" kern="0" dirty="0">
                    <a:solidFill>
                      <a:srgbClr val="007680"/>
                    </a:solidFill>
                  </a:rPr>
                  <a:t>4,000 MW by 2027</a:t>
                </a:r>
                <a:endParaRPr lang="en-US" sz="1200" b="1" kern="0" dirty="0">
                  <a:solidFill>
                    <a:srgbClr val="007680"/>
                  </a:solidFill>
                  <a:latin typeface="Calibri"/>
                </a:endParaRPr>
              </a:p>
              <a:p>
                <a:pPr defTabSz="885893">
                  <a:buSzPct val="100000"/>
                  <a:defRPr/>
                </a:pPr>
                <a:r>
                  <a:rPr lang="en-US" sz="1000" b="1" i="1" kern="0" dirty="0">
                    <a:solidFill>
                      <a:srgbClr val="007680"/>
                    </a:solidFill>
                  </a:rPr>
                  <a:t>Utility Scale: 3,000 MW</a:t>
                </a:r>
              </a:p>
              <a:p>
                <a:pPr defTabSz="885893">
                  <a:buSzPct val="100000"/>
                  <a:defRPr/>
                </a:pPr>
                <a:r>
                  <a:rPr lang="en-US" sz="1000" b="1" i="1" kern="0" dirty="0">
                    <a:solidFill>
                      <a:srgbClr val="007680"/>
                    </a:solidFill>
                  </a:rPr>
                  <a:t>DRE: 720 MW</a:t>
                </a:r>
              </a:p>
              <a:p>
                <a:pPr defTabSz="885893">
                  <a:buSzPct val="100000"/>
                  <a:defRPr/>
                </a:pPr>
                <a:r>
                  <a:rPr lang="en-US" sz="1000" b="1" i="1" kern="0" dirty="0">
                    <a:solidFill>
                      <a:srgbClr val="007680"/>
                    </a:solidFill>
                  </a:rPr>
                  <a:t>Off Grid: 280 MW</a:t>
                </a:r>
              </a:p>
            </p:txBody>
          </p:sp>
          <p:sp>
            <p:nvSpPr>
              <p:cNvPr id="23" name="TextBox 22">
                <a:extLst>
                  <a:ext uri="{FF2B5EF4-FFF2-40B4-BE49-F238E27FC236}">
                    <a16:creationId xmlns:a16="http://schemas.microsoft.com/office/drawing/2014/main" id="{1C9C5294-6C93-7454-661A-EADF0CD7DE71}"/>
                  </a:ext>
                </a:extLst>
              </p:cNvPr>
              <p:cNvSpPr txBox="1"/>
              <p:nvPr/>
            </p:nvSpPr>
            <p:spPr>
              <a:xfrm>
                <a:off x="570463" y="1241254"/>
                <a:ext cx="1932855" cy="369332"/>
              </a:xfrm>
              <a:prstGeom prst="rect">
                <a:avLst/>
              </a:prstGeom>
              <a:noFill/>
            </p:spPr>
            <p:txBody>
              <a:bodyPr wrap="square" lIns="0" tIns="0" rIns="0" bIns="0" rtlCol="0">
                <a:spAutoFit/>
              </a:bodyPr>
              <a:lstStyle/>
              <a:p>
                <a:pPr defTabSz="885893">
                  <a:spcBef>
                    <a:spcPts val="600"/>
                  </a:spcBef>
                  <a:buSzPct val="100000"/>
                  <a:defRPr/>
                </a:pPr>
                <a:r>
                  <a:rPr lang="en-US" sz="1200" b="1" kern="0" dirty="0">
                    <a:solidFill>
                      <a:prstClr val="black"/>
                    </a:solidFill>
                  </a:rPr>
                  <a:t>Jharkhand Solar Policy 2022</a:t>
                </a:r>
                <a:endParaRPr lang="en-IN" sz="1200" b="1" kern="0" baseline="30000" dirty="0">
                  <a:solidFill>
                    <a:prstClr val="black"/>
                  </a:solidFill>
                </a:endParaRPr>
              </a:p>
            </p:txBody>
          </p:sp>
          <p:sp>
            <p:nvSpPr>
              <p:cNvPr id="24" name="TextBox 23">
                <a:extLst>
                  <a:ext uri="{FF2B5EF4-FFF2-40B4-BE49-F238E27FC236}">
                    <a16:creationId xmlns:a16="http://schemas.microsoft.com/office/drawing/2014/main" id="{2DD60705-73B2-C7DD-27F0-7678C241702E}"/>
                  </a:ext>
                </a:extLst>
              </p:cNvPr>
              <p:cNvSpPr txBox="1"/>
              <p:nvPr/>
            </p:nvSpPr>
            <p:spPr>
              <a:xfrm>
                <a:off x="570463" y="2508765"/>
                <a:ext cx="1854539" cy="615553"/>
              </a:xfrm>
              <a:prstGeom prst="rect">
                <a:avLst/>
              </a:prstGeom>
              <a:noFill/>
            </p:spPr>
            <p:txBody>
              <a:bodyPr wrap="square" lIns="0" tIns="0" rIns="0" bIns="0" rtlCol="0">
                <a:spAutoFit/>
              </a:bodyPr>
              <a:lstStyle/>
              <a:p>
                <a:pPr defTabSz="885893">
                  <a:spcBef>
                    <a:spcPts val="600"/>
                  </a:spcBef>
                  <a:buSzPct val="100000"/>
                  <a:defRPr/>
                </a:pPr>
                <a:r>
                  <a:rPr lang="en-US" sz="1000" b="1" kern="0" dirty="0">
                    <a:solidFill>
                      <a:prstClr val="black"/>
                    </a:solidFill>
                  </a:rPr>
                  <a:t>Promote &amp; create enabling environment for RE development within the State</a:t>
                </a:r>
                <a:endParaRPr lang="en-IN" sz="1000" b="1" kern="0" dirty="0">
                  <a:solidFill>
                    <a:prstClr val="black"/>
                  </a:solidFill>
                </a:endParaRPr>
              </a:p>
            </p:txBody>
          </p:sp>
          <p:sp>
            <p:nvSpPr>
              <p:cNvPr id="63" name="Rectangle 62">
                <a:extLst>
                  <a:ext uri="{FF2B5EF4-FFF2-40B4-BE49-F238E27FC236}">
                    <a16:creationId xmlns:a16="http://schemas.microsoft.com/office/drawing/2014/main" id="{C1A5F416-72DE-CE07-C87D-68584A715AB5}"/>
                  </a:ext>
                </a:extLst>
              </p:cNvPr>
              <p:cNvSpPr/>
              <p:nvPr/>
            </p:nvSpPr>
            <p:spPr bwMode="gray">
              <a:xfrm>
                <a:off x="2604255" y="1194256"/>
                <a:ext cx="2190522" cy="2198850"/>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64" name="TextBox 63">
                <a:extLst>
                  <a:ext uri="{FF2B5EF4-FFF2-40B4-BE49-F238E27FC236}">
                    <a16:creationId xmlns:a16="http://schemas.microsoft.com/office/drawing/2014/main" id="{0237677E-8252-CB41-24C4-8B8ECCA55162}"/>
                  </a:ext>
                </a:extLst>
              </p:cNvPr>
              <p:cNvSpPr txBox="1"/>
              <p:nvPr/>
            </p:nvSpPr>
            <p:spPr>
              <a:xfrm>
                <a:off x="2661533" y="1241254"/>
                <a:ext cx="1932855" cy="369332"/>
              </a:xfrm>
              <a:prstGeom prst="rect">
                <a:avLst/>
              </a:prstGeom>
              <a:noFill/>
            </p:spPr>
            <p:txBody>
              <a:bodyPr wrap="square" lIns="0" tIns="0" rIns="0" bIns="0" rtlCol="0">
                <a:spAutoFit/>
              </a:bodyPr>
              <a:lstStyle/>
              <a:p>
                <a:pPr defTabSz="885893">
                  <a:spcBef>
                    <a:spcPts val="600"/>
                  </a:spcBef>
                  <a:buSzPct val="100000"/>
                  <a:defRPr/>
                </a:pPr>
                <a:r>
                  <a:rPr lang="en-US" sz="1200" b="1" kern="0" dirty="0">
                    <a:solidFill>
                      <a:prstClr val="black"/>
                    </a:solidFill>
                  </a:rPr>
                  <a:t>Jharkhand EV Policy 2022</a:t>
                </a:r>
                <a:endParaRPr lang="en-IN" sz="1200" b="1" kern="0" baseline="30000" dirty="0">
                  <a:solidFill>
                    <a:prstClr val="black"/>
                  </a:solidFill>
                </a:endParaRPr>
              </a:p>
            </p:txBody>
          </p:sp>
          <p:sp>
            <p:nvSpPr>
              <p:cNvPr id="65" name="Freeform 841">
                <a:extLst>
                  <a:ext uri="{FF2B5EF4-FFF2-40B4-BE49-F238E27FC236}">
                    <a16:creationId xmlns:a16="http://schemas.microsoft.com/office/drawing/2014/main" id="{8E92375D-C41B-1F87-5CAF-8D92C0D52458}"/>
                  </a:ext>
                </a:extLst>
              </p:cNvPr>
              <p:cNvSpPr>
                <a:spLocks noChangeAspect="1" noEditPoints="1"/>
              </p:cNvSpPr>
              <p:nvPr/>
            </p:nvSpPr>
            <p:spPr bwMode="auto">
              <a:xfrm>
                <a:off x="2689567" y="1672717"/>
                <a:ext cx="484569" cy="473558"/>
              </a:xfrm>
              <a:custGeom>
                <a:avLst/>
                <a:gdLst>
                  <a:gd name="T0" fmla="*/ 160 w 512"/>
                  <a:gd name="T1" fmla="*/ 334 h 512"/>
                  <a:gd name="T2" fmla="*/ 128 w 512"/>
                  <a:gd name="T3" fmla="*/ 352 h 512"/>
                  <a:gd name="T4" fmla="*/ 352 w 512"/>
                  <a:gd name="T5" fmla="*/ 352 h 512"/>
                  <a:gd name="T6" fmla="*/ 384 w 512"/>
                  <a:gd name="T7" fmla="*/ 329 h 512"/>
                  <a:gd name="T8" fmla="*/ 352 w 512"/>
                  <a:gd name="T9" fmla="*/ 352 h 512"/>
                  <a:gd name="T10" fmla="*/ 394 w 512"/>
                  <a:gd name="T11" fmla="*/ 300 h 512"/>
                  <a:gd name="T12" fmla="*/ 117 w 512"/>
                  <a:gd name="T13" fmla="*/ 297 h 512"/>
                  <a:gd name="T14" fmla="*/ 158 w 512"/>
                  <a:gd name="T15" fmla="*/ 224 h 512"/>
                  <a:gd name="T16" fmla="*/ 394 w 512"/>
                  <a:gd name="T17" fmla="*/ 266 h 512"/>
                  <a:gd name="T18" fmla="*/ 181 w 512"/>
                  <a:gd name="T19" fmla="*/ 266 h 512"/>
                  <a:gd name="T20" fmla="*/ 138 w 512"/>
                  <a:gd name="T21" fmla="*/ 266 h 512"/>
                  <a:gd name="T22" fmla="*/ 181 w 512"/>
                  <a:gd name="T23" fmla="*/ 266 h 512"/>
                  <a:gd name="T24" fmla="*/ 288 w 512"/>
                  <a:gd name="T25" fmla="*/ 256 h 512"/>
                  <a:gd name="T26" fmla="*/ 213 w 512"/>
                  <a:gd name="T27" fmla="*/ 266 h 512"/>
                  <a:gd name="T28" fmla="*/ 288 w 512"/>
                  <a:gd name="T29" fmla="*/ 277 h 512"/>
                  <a:gd name="T30" fmla="*/ 373 w 512"/>
                  <a:gd name="T31" fmla="*/ 266 h 512"/>
                  <a:gd name="T32" fmla="*/ 330 w 512"/>
                  <a:gd name="T33" fmla="*/ 266 h 512"/>
                  <a:gd name="T34" fmla="*/ 373 w 512"/>
                  <a:gd name="T35" fmla="*/ 266 h 512"/>
                  <a:gd name="T36" fmla="*/ 256 w 512"/>
                  <a:gd name="T37" fmla="*/ 512 h 512"/>
                  <a:gd name="T38" fmla="*/ 256 w 512"/>
                  <a:gd name="T39" fmla="*/ 0 h 512"/>
                  <a:gd name="T40" fmla="*/ 416 w 512"/>
                  <a:gd name="T41" fmla="*/ 266 h 512"/>
                  <a:gd name="T42" fmla="*/ 370 w 512"/>
                  <a:gd name="T43" fmla="*/ 202 h 512"/>
                  <a:gd name="T44" fmla="*/ 394 w 512"/>
                  <a:gd name="T45" fmla="*/ 192 h 512"/>
                  <a:gd name="T46" fmla="*/ 363 w 512"/>
                  <a:gd name="T47" fmla="*/ 181 h 512"/>
                  <a:gd name="T48" fmla="*/ 350 w 512"/>
                  <a:gd name="T49" fmla="*/ 144 h 512"/>
                  <a:gd name="T50" fmla="*/ 202 w 512"/>
                  <a:gd name="T51" fmla="*/ 117 h 512"/>
                  <a:gd name="T52" fmla="*/ 160 w 512"/>
                  <a:gd name="T53" fmla="*/ 146 h 512"/>
                  <a:gd name="T54" fmla="*/ 128 w 512"/>
                  <a:gd name="T55" fmla="*/ 181 h 512"/>
                  <a:gd name="T56" fmla="*/ 128 w 512"/>
                  <a:gd name="T57" fmla="*/ 202 h 512"/>
                  <a:gd name="T58" fmla="*/ 140 w 512"/>
                  <a:gd name="T59" fmla="*/ 205 h 512"/>
                  <a:gd name="T60" fmla="*/ 96 w 512"/>
                  <a:gd name="T61" fmla="*/ 298 h 512"/>
                  <a:gd name="T62" fmla="*/ 106 w 512"/>
                  <a:gd name="T63" fmla="*/ 316 h 512"/>
                  <a:gd name="T64" fmla="*/ 106 w 512"/>
                  <a:gd name="T65" fmla="*/ 320 h 512"/>
                  <a:gd name="T66" fmla="*/ 106 w 512"/>
                  <a:gd name="T67" fmla="*/ 320 h 512"/>
                  <a:gd name="T68" fmla="*/ 117 w 512"/>
                  <a:gd name="T69" fmla="*/ 373 h 512"/>
                  <a:gd name="T70" fmla="*/ 181 w 512"/>
                  <a:gd name="T71" fmla="*/ 362 h 512"/>
                  <a:gd name="T72" fmla="*/ 261 w 512"/>
                  <a:gd name="T73" fmla="*/ 341 h 512"/>
                  <a:gd name="T74" fmla="*/ 330 w 512"/>
                  <a:gd name="T75" fmla="*/ 362 h 512"/>
                  <a:gd name="T76" fmla="*/ 394 w 512"/>
                  <a:gd name="T77" fmla="*/ 373 h 512"/>
                  <a:gd name="T78" fmla="*/ 405 w 512"/>
                  <a:gd name="T79" fmla="*/ 319 h 512"/>
                  <a:gd name="T80" fmla="*/ 416 w 512"/>
                  <a:gd name="T81" fmla="*/ 297 h 512"/>
                  <a:gd name="T82" fmla="*/ 331 w 512"/>
                  <a:gd name="T83" fmla="*/ 153 h 512"/>
                  <a:gd name="T84" fmla="*/ 202 w 512"/>
                  <a:gd name="T85" fmla="*/ 138 h 512"/>
                  <a:gd name="T86" fmla="*/ 164 w 512"/>
                  <a:gd name="T87" fmla="*/ 202 h 512"/>
                  <a:gd name="T88" fmla="*/ 331 w 512"/>
                  <a:gd name="T89" fmla="*/ 15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128" y="327"/>
                    </a:moveTo>
                    <a:cubicBezTo>
                      <a:pt x="137" y="330"/>
                      <a:pt x="147" y="332"/>
                      <a:pt x="160" y="334"/>
                    </a:cubicBezTo>
                    <a:cubicBezTo>
                      <a:pt x="160" y="352"/>
                      <a:pt x="160" y="352"/>
                      <a:pt x="160" y="352"/>
                    </a:cubicBezTo>
                    <a:cubicBezTo>
                      <a:pt x="128" y="352"/>
                      <a:pt x="128" y="352"/>
                      <a:pt x="128" y="352"/>
                    </a:cubicBezTo>
                    <a:lnTo>
                      <a:pt x="128" y="327"/>
                    </a:lnTo>
                    <a:close/>
                    <a:moveTo>
                      <a:pt x="352" y="352"/>
                    </a:moveTo>
                    <a:cubicBezTo>
                      <a:pt x="384" y="352"/>
                      <a:pt x="384" y="352"/>
                      <a:pt x="384" y="352"/>
                    </a:cubicBezTo>
                    <a:cubicBezTo>
                      <a:pt x="384" y="329"/>
                      <a:pt x="384" y="329"/>
                      <a:pt x="384" y="329"/>
                    </a:cubicBezTo>
                    <a:cubicBezTo>
                      <a:pt x="375" y="332"/>
                      <a:pt x="364" y="334"/>
                      <a:pt x="352" y="336"/>
                    </a:cubicBezTo>
                    <a:lnTo>
                      <a:pt x="352" y="352"/>
                    </a:lnTo>
                    <a:close/>
                    <a:moveTo>
                      <a:pt x="394" y="298"/>
                    </a:moveTo>
                    <a:cubicBezTo>
                      <a:pt x="394" y="299"/>
                      <a:pt x="394" y="299"/>
                      <a:pt x="394" y="300"/>
                    </a:cubicBezTo>
                    <a:cubicBezTo>
                      <a:pt x="392" y="302"/>
                      <a:pt x="374" y="320"/>
                      <a:pt x="261" y="320"/>
                    </a:cubicBezTo>
                    <a:cubicBezTo>
                      <a:pt x="139" y="320"/>
                      <a:pt x="119" y="300"/>
                      <a:pt x="117" y="297"/>
                    </a:cubicBezTo>
                    <a:cubicBezTo>
                      <a:pt x="117" y="266"/>
                      <a:pt x="117" y="266"/>
                      <a:pt x="117" y="266"/>
                    </a:cubicBezTo>
                    <a:cubicBezTo>
                      <a:pt x="117" y="243"/>
                      <a:pt x="135" y="224"/>
                      <a:pt x="158" y="224"/>
                    </a:cubicBezTo>
                    <a:cubicBezTo>
                      <a:pt x="354" y="224"/>
                      <a:pt x="354" y="224"/>
                      <a:pt x="354" y="224"/>
                    </a:cubicBezTo>
                    <a:cubicBezTo>
                      <a:pt x="376" y="224"/>
                      <a:pt x="394" y="243"/>
                      <a:pt x="394" y="266"/>
                    </a:cubicBezTo>
                    <a:lnTo>
                      <a:pt x="394" y="298"/>
                    </a:lnTo>
                    <a:close/>
                    <a:moveTo>
                      <a:pt x="181" y="266"/>
                    </a:moveTo>
                    <a:cubicBezTo>
                      <a:pt x="181" y="255"/>
                      <a:pt x="171" y="245"/>
                      <a:pt x="160" y="245"/>
                    </a:cubicBezTo>
                    <a:cubicBezTo>
                      <a:pt x="148" y="245"/>
                      <a:pt x="138" y="255"/>
                      <a:pt x="138" y="266"/>
                    </a:cubicBezTo>
                    <a:cubicBezTo>
                      <a:pt x="138" y="278"/>
                      <a:pt x="148" y="288"/>
                      <a:pt x="160" y="288"/>
                    </a:cubicBezTo>
                    <a:cubicBezTo>
                      <a:pt x="171" y="288"/>
                      <a:pt x="181" y="278"/>
                      <a:pt x="181" y="266"/>
                    </a:cubicBezTo>
                    <a:close/>
                    <a:moveTo>
                      <a:pt x="298" y="266"/>
                    </a:moveTo>
                    <a:cubicBezTo>
                      <a:pt x="298" y="260"/>
                      <a:pt x="294" y="256"/>
                      <a:pt x="288" y="256"/>
                    </a:cubicBezTo>
                    <a:cubicBezTo>
                      <a:pt x="224" y="256"/>
                      <a:pt x="224" y="256"/>
                      <a:pt x="224" y="256"/>
                    </a:cubicBezTo>
                    <a:cubicBezTo>
                      <a:pt x="218" y="256"/>
                      <a:pt x="213" y="260"/>
                      <a:pt x="213" y="266"/>
                    </a:cubicBezTo>
                    <a:cubicBezTo>
                      <a:pt x="213" y="272"/>
                      <a:pt x="218" y="277"/>
                      <a:pt x="224" y="277"/>
                    </a:cubicBezTo>
                    <a:cubicBezTo>
                      <a:pt x="288" y="277"/>
                      <a:pt x="288" y="277"/>
                      <a:pt x="288" y="277"/>
                    </a:cubicBezTo>
                    <a:cubicBezTo>
                      <a:pt x="294" y="277"/>
                      <a:pt x="298" y="272"/>
                      <a:pt x="298" y="266"/>
                    </a:cubicBezTo>
                    <a:close/>
                    <a:moveTo>
                      <a:pt x="373" y="266"/>
                    </a:moveTo>
                    <a:cubicBezTo>
                      <a:pt x="373" y="255"/>
                      <a:pt x="363" y="245"/>
                      <a:pt x="352" y="245"/>
                    </a:cubicBezTo>
                    <a:cubicBezTo>
                      <a:pt x="340" y="245"/>
                      <a:pt x="330" y="255"/>
                      <a:pt x="330" y="266"/>
                    </a:cubicBezTo>
                    <a:cubicBezTo>
                      <a:pt x="330" y="278"/>
                      <a:pt x="340" y="288"/>
                      <a:pt x="352" y="288"/>
                    </a:cubicBezTo>
                    <a:cubicBezTo>
                      <a:pt x="363" y="288"/>
                      <a:pt x="373" y="278"/>
                      <a:pt x="373" y="26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66"/>
                    </a:moveTo>
                    <a:cubicBezTo>
                      <a:pt x="416" y="237"/>
                      <a:pt x="397" y="213"/>
                      <a:pt x="371" y="205"/>
                    </a:cubicBezTo>
                    <a:cubicBezTo>
                      <a:pt x="370" y="202"/>
                      <a:pt x="370" y="202"/>
                      <a:pt x="370" y="202"/>
                    </a:cubicBezTo>
                    <a:cubicBezTo>
                      <a:pt x="384" y="202"/>
                      <a:pt x="384" y="202"/>
                      <a:pt x="384" y="202"/>
                    </a:cubicBezTo>
                    <a:cubicBezTo>
                      <a:pt x="390" y="202"/>
                      <a:pt x="394" y="198"/>
                      <a:pt x="394" y="192"/>
                    </a:cubicBezTo>
                    <a:cubicBezTo>
                      <a:pt x="394" y="186"/>
                      <a:pt x="390" y="181"/>
                      <a:pt x="384" y="181"/>
                    </a:cubicBezTo>
                    <a:cubicBezTo>
                      <a:pt x="363" y="181"/>
                      <a:pt x="363" y="181"/>
                      <a:pt x="363" y="181"/>
                    </a:cubicBezTo>
                    <a:cubicBezTo>
                      <a:pt x="351" y="146"/>
                      <a:pt x="351" y="146"/>
                      <a:pt x="351" y="146"/>
                    </a:cubicBezTo>
                    <a:cubicBezTo>
                      <a:pt x="351" y="145"/>
                      <a:pt x="351" y="145"/>
                      <a:pt x="350" y="144"/>
                    </a:cubicBezTo>
                    <a:cubicBezTo>
                      <a:pt x="350" y="143"/>
                      <a:pt x="336" y="117"/>
                      <a:pt x="309" y="117"/>
                    </a:cubicBezTo>
                    <a:cubicBezTo>
                      <a:pt x="202" y="117"/>
                      <a:pt x="202" y="117"/>
                      <a:pt x="202" y="117"/>
                    </a:cubicBezTo>
                    <a:cubicBezTo>
                      <a:pt x="176" y="117"/>
                      <a:pt x="161" y="143"/>
                      <a:pt x="161" y="144"/>
                    </a:cubicBezTo>
                    <a:cubicBezTo>
                      <a:pt x="161" y="145"/>
                      <a:pt x="160" y="145"/>
                      <a:pt x="160" y="146"/>
                    </a:cubicBezTo>
                    <a:cubicBezTo>
                      <a:pt x="148" y="181"/>
                      <a:pt x="148" y="181"/>
                      <a:pt x="148" y="181"/>
                    </a:cubicBezTo>
                    <a:cubicBezTo>
                      <a:pt x="128" y="181"/>
                      <a:pt x="128" y="181"/>
                      <a:pt x="128" y="181"/>
                    </a:cubicBezTo>
                    <a:cubicBezTo>
                      <a:pt x="122" y="181"/>
                      <a:pt x="117" y="186"/>
                      <a:pt x="117" y="192"/>
                    </a:cubicBezTo>
                    <a:cubicBezTo>
                      <a:pt x="117" y="198"/>
                      <a:pt x="122" y="202"/>
                      <a:pt x="128" y="202"/>
                    </a:cubicBezTo>
                    <a:cubicBezTo>
                      <a:pt x="141" y="202"/>
                      <a:pt x="141" y="202"/>
                      <a:pt x="141" y="202"/>
                    </a:cubicBezTo>
                    <a:cubicBezTo>
                      <a:pt x="140" y="205"/>
                      <a:pt x="140" y="205"/>
                      <a:pt x="140" y="205"/>
                    </a:cubicBezTo>
                    <a:cubicBezTo>
                      <a:pt x="115" y="213"/>
                      <a:pt x="96" y="237"/>
                      <a:pt x="96" y="266"/>
                    </a:cubicBezTo>
                    <a:cubicBezTo>
                      <a:pt x="96" y="298"/>
                      <a:pt x="96" y="298"/>
                      <a:pt x="96" y="298"/>
                    </a:cubicBezTo>
                    <a:cubicBezTo>
                      <a:pt x="96" y="300"/>
                      <a:pt x="96" y="306"/>
                      <a:pt x="102" y="312"/>
                    </a:cubicBezTo>
                    <a:cubicBezTo>
                      <a:pt x="103" y="314"/>
                      <a:pt x="106" y="316"/>
                      <a:pt x="106" y="316"/>
                    </a:cubicBezTo>
                    <a:cubicBezTo>
                      <a:pt x="106" y="320"/>
                      <a:pt x="106" y="320"/>
                      <a:pt x="106" y="320"/>
                    </a:cubicBezTo>
                    <a:cubicBezTo>
                      <a:pt x="106" y="320"/>
                      <a:pt x="106" y="320"/>
                      <a:pt x="106" y="320"/>
                    </a:cubicBezTo>
                    <a:cubicBezTo>
                      <a:pt x="106" y="320"/>
                      <a:pt x="106" y="320"/>
                      <a:pt x="106" y="320"/>
                    </a:cubicBezTo>
                    <a:cubicBezTo>
                      <a:pt x="106" y="320"/>
                      <a:pt x="106" y="320"/>
                      <a:pt x="106" y="320"/>
                    </a:cubicBezTo>
                    <a:cubicBezTo>
                      <a:pt x="106" y="362"/>
                      <a:pt x="106" y="362"/>
                      <a:pt x="106" y="362"/>
                    </a:cubicBezTo>
                    <a:cubicBezTo>
                      <a:pt x="106" y="368"/>
                      <a:pt x="111" y="373"/>
                      <a:pt x="117" y="373"/>
                    </a:cubicBezTo>
                    <a:cubicBezTo>
                      <a:pt x="170" y="373"/>
                      <a:pt x="170" y="373"/>
                      <a:pt x="170" y="373"/>
                    </a:cubicBezTo>
                    <a:cubicBezTo>
                      <a:pt x="176" y="373"/>
                      <a:pt x="181" y="368"/>
                      <a:pt x="181" y="362"/>
                    </a:cubicBezTo>
                    <a:cubicBezTo>
                      <a:pt x="181" y="337"/>
                      <a:pt x="181" y="337"/>
                      <a:pt x="181" y="337"/>
                    </a:cubicBezTo>
                    <a:cubicBezTo>
                      <a:pt x="203" y="340"/>
                      <a:pt x="230" y="341"/>
                      <a:pt x="261" y="341"/>
                    </a:cubicBezTo>
                    <a:cubicBezTo>
                      <a:pt x="288" y="341"/>
                      <a:pt x="311" y="340"/>
                      <a:pt x="330" y="338"/>
                    </a:cubicBezTo>
                    <a:cubicBezTo>
                      <a:pt x="330" y="362"/>
                      <a:pt x="330" y="362"/>
                      <a:pt x="330" y="362"/>
                    </a:cubicBezTo>
                    <a:cubicBezTo>
                      <a:pt x="330" y="368"/>
                      <a:pt x="335" y="373"/>
                      <a:pt x="341" y="373"/>
                    </a:cubicBezTo>
                    <a:cubicBezTo>
                      <a:pt x="394" y="373"/>
                      <a:pt x="394" y="373"/>
                      <a:pt x="394" y="373"/>
                    </a:cubicBezTo>
                    <a:cubicBezTo>
                      <a:pt x="400" y="373"/>
                      <a:pt x="405" y="368"/>
                      <a:pt x="405" y="362"/>
                    </a:cubicBezTo>
                    <a:cubicBezTo>
                      <a:pt x="405" y="362"/>
                      <a:pt x="405" y="319"/>
                      <a:pt x="405" y="319"/>
                    </a:cubicBezTo>
                    <a:cubicBezTo>
                      <a:pt x="408" y="316"/>
                      <a:pt x="410" y="314"/>
                      <a:pt x="412" y="311"/>
                    </a:cubicBezTo>
                    <a:cubicBezTo>
                      <a:pt x="416" y="306"/>
                      <a:pt x="416" y="301"/>
                      <a:pt x="416" y="297"/>
                    </a:cubicBezTo>
                    <a:lnTo>
                      <a:pt x="416" y="266"/>
                    </a:lnTo>
                    <a:close/>
                    <a:moveTo>
                      <a:pt x="331" y="153"/>
                    </a:moveTo>
                    <a:cubicBezTo>
                      <a:pt x="329" y="151"/>
                      <a:pt x="321" y="138"/>
                      <a:pt x="309" y="138"/>
                    </a:cubicBezTo>
                    <a:cubicBezTo>
                      <a:pt x="202" y="138"/>
                      <a:pt x="202" y="138"/>
                      <a:pt x="202" y="138"/>
                    </a:cubicBezTo>
                    <a:cubicBezTo>
                      <a:pt x="190" y="138"/>
                      <a:pt x="182" y="150"/>
                      <a:pt x="180" y="153"/>
                    </a:cubicBezTo>
                    <a:cubicBezTo>
                      <a:pt x="164" y="202"/>
                      <a:pt x="164" y="202"/>
                      <a:pt x="164" y="202"/>
                    </a:cubicBezTo>
                    <a:cubicBezTo>
                      <a:pt x="348" y="202"/>
                      <a:pt x="348" y="202"/>
                      <a:pt x="348" y="202"/>
                    </a:cubicBezTo>
                    <a:lnTo>
                      <a:pt x="331" y="153"/>
                    </a:ln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sp>
            <p:nvSpPr>
              <p:cNvPr id="66" name="TextBox 65">
                <a:extLst>
                  <a:ext uri="{FF2B5EF4-FFF2-40B4-BE49-F238E27FC236}">
                    <a16:creationId xmlns:a16="http://schemas.microsoft.com/office/drawing/2014/main" id="{97CDB87C-FC86-83AB-F624-2523A384F856}"/>
                  </a:ext>
                </a:extLst>
              </p:cNvPr>
              <p:cNvSpPr txBox="1"/>
              <p:nvPr/>
            </p:nvSpPr>
            <p:spPr>
              <a:xfrm>
                <a:off x="5658690" y="1610586"/>
                <a:ext cx="1519705" cy="738664"/>
              </a:xfrm>
              <a:prstGeom prst="rect">
                <a:avLst/>
              </a:prstGeom>
              <a:noFill/>
            </p:spPr>
            <p:txBody>
              <a:bodyPr wrap="square" lIns="0" tIns="0" rIns="0" bIns="0" rtlCol="0">
                <a:spAutoFit/>
              </a:bodyPr>
              <a:lstStyle/>
              <a:p>
                <a:pPr defTabSz="885893">
                  <a:buSzPct val="100000"/>
                  <a:defRPr/>
                </a:pPr>
                <a:r>
                  <a:rPr lang="en-US" sz="1000" b="1" i="1" kern="0" dirty="0">
                    <a:solidFill>
                      <a:srgbClr val="007680"/>
                    </a:solidFill>
                  </a:rPr>
                  <a:t>Power generation hub of India with surplus power by 2026</a:t>
                </a:r>
              </a:p>
              <a:p>
                <a:pPr defTabSz="885893">
                  <a:buSzPct val="100000"/>
                  <a:defRPr/>
                </a:pPr>
                <a:endParaRPr lang="en-US" sz="800" b="1" i="1" kern="0" dirty="0">
                  <a:solidFill>
                    <a:srgbClr val="007680"/>
                  </a:solidFill>
                </a:endParaRPr>
              </a:p>
            </p:txBody>
          </p:sp>
          <p:sp>
            <p:nvSpPr>
              <p:cNvPr id="67" name="TextBox 66">
                <a:extLst>
                  <a:ext uri="{FF2B5EF4-FFF2-40B4-BE49-F238E27FC236}">
                    <a16:creationId xmlns:a16="http://schemas.microsoft.com/office/drawing/2014/main" id="{36731C40-6668-2DCD-CCA8-E27DA8559864}"/>
                  </a:ext>
                </a:extLst>
              </p:cNvPr>
              <p:cNvSpPr txBox="1"/>
              <p:nvPr/>
            </p:nvSpPr>
            <p:spPr>
              <a:xfrm>
                <a:off x="2644308" y="2508765"/>
                <a:ext cx="2117811" cy="769441"/>
              </a:xfrm>
              <a:prstGeom prst="rect">
                <a:avLst/>
              </a:prstGeom>
              <a:noFill/>
            </p:spPr>
            <p:txBody>
              <a:bodyPr wrap="square" lIns="0" tIns="0" rIns="0" bIns="0" rtlCol="0">
                <a:spAutoFit/>
              </a:bodyPr>
              <a:lstStyle/>
              <a:p>
                <a:r>
                  <a:rPr lang="en-US" sz="1000" b="1" dirty="0"/>
                  <a:t>Economic development of the state by favoring EV manufacturing sector &amp; establishing Jharkhand as an EV hub in India</a:t>
                </a:r>
              </a:p>
            </p:txBody>
          </p:sp>
          <p:sp>
            <p:nvSpPr>
              <p:cNvPr id="75" name="Rectangle 74">
                <a:extLst>
                  <a:ext uri="{FF2B5EF4-FFF2-40B4-BE49-F238E27FC236}">
                    <a16:creationId xmlns:a16="http://schemas.microsoft.com/office/drawing/2014/main" id="{C1A29F03-0B67-F5B6-5FD5-BC3EEFB1168A}"/>
                  </a:ext>
                </a:extLst>
              </p:cNvPr>
              <p:cNvSpPr/>
              <p:nvPr/>
            </p:nvSpPr>
            <p:spPr bwMode="gray">
              <a:xfrm>
                <a:off x="4880089" y="1194255"/>
                <a:ext cx="2298306" cy="2198850"/>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76" name="TextBox 75">
                <a:extLst>
                  <a:ext uri="{FF2B5EF4-FFF2-40B4-BE49-F238E27FC236}">
                    <a16:creationId xmlns:a16="http://schemas.microsoft.com/office/drawing/2014/main" id="{A4DC772A-6FEF-965E-BF65-02BD7136A1CF}"/>
                  </a:ext>
                </a:extLst>
              </p:cNvPr>
              <p:cNvSpPr txBox="1"/>
              <p:nvPr/>
            </p:nvSpPr>
            <p:spPr>
              <a:xfrm>
                <a:off x="5012053" y="1242043"/>
                <a:ext cx="1932855" cy="369332"/>
              </a:xfrm>
              <a:prstGeom prst="rect">
                <a:avLst/>
              </a:prstGeom>
              <a:noFill/>
            </p:spPr>
            <p:txBody>
              <a:bodyPr wrap="square" lIns="0" tIns="0" rIns="0" bIns="0" rtlCol="0">
                <a:spAutoFit/>
              </a:bodyPr>
              <a:lstStyle/>
              <a:p>
                <a:pPr defTabSz="885893">
                  <a:spcBef>
                    <a:spcPts val="600"/>
                  </a:spcBef>
                  <a:buSzPct val="100000"/>
                  <a:defRPr/>
                </a:pPr>
                <a:r>
                  <a:rPr lang="en-US" sz="1200" b="1" kern="0" dirty="0">
                    <a:solidFill>
                      <a:prstClr val="black"/>
                    </a:solidFill>
                  </a:rPr>
                  <a:t>Jharkhand Power Policy 2023 </a:t>
                </a:r>
                <a:r>
                  <a:rPr lang="en-US" sz="1200" b="1" i="1" kern="0" dirty="0">
                    <a:solidFill>
                      <a:prstClr val="black"/>
                    </a:solidFill>
                  </a:rPr>
                  <a:t>(Draft)</a:t>
                </a:r>
                <a:endParaRPr lang="en-IN" sz="1200" b="1" i="1" kern="0" baseline="30000" dirty="0">
                  <a:solidFill>
                    <a:prstClr val="black"/>
                  </a:solidFill>
                </a:endParaRPr>
              </a:p>
            </p:txBody>
          </p:sp>
          <p:grpSp>
            <p:nvGrpSpPr>
              <p:cNvPr id="5" name="Group 4">
                <a:extLst>
                  <a:ext uri="{FF2B5EF4-FFF2-40B4-BE49-F238E27FC236}">
                    <a16:creationId xmlns:a16="http://schemas.microsoft.com/office/drawing/2014/main" id="{6CB16049-6824-E5C0-2695-404D32C596F5}"/>
                  </a:ext>
                </a:extLst>
              </p:cNvPr>
              <p:cNvGrpSpPr/>
              <p:nvPr/>
            </p:nvGrpSpPr>
            <p:grpSpPr>
              <a:xfrm>
                <a:off x="5036031" y="1656807"/>
                <a:ext cx="556855" cy="552987"/>
                <a:chOff x="5036031" y="1656807"/>
                <a:chExt cx="556855" cy="552987"/>
              </a:xfrm>
            </p:grpSpPr>
            <p:sp>
              <p:nvSpPr>
                <p:cNvPr id="78" name="Freeform 15">
                  <a:extLst>
                    <a:ext uri="{FF2B5EF4-FFF2-40B4-BE49-F238E27FC236}">
                      <a16:creationId xmlns:a16="http://schemas.microsoft.com/office/drawing/2014/main" id="{BCAD63D1-CDC5-8949-45CC-163C4E231023}"/>
                    </a:ext>
                  </a:extLst>
                </p:cNvPr>
                <p:cNvSpPr>
                  <a:spLocks/>
                </p:cNvSpPr>
                <p:nvPr/>
              </p:nvSpPr>
              <p:spPr bwMode="auto">
                <a:xfrm>
                  <a:off x="5266211" y="1881830"/>
                  <a:ext cx="71366" cy="119047"/>
                </a:xfrm>
                <a:custGeom>
                  <a:avLst/>
                  <a:gdLst>
                    <a:gd name="T0" fmla="*/ 30 w 82"/>
                    <a:gd name="T1" fmla="*/ 0 h 147"/>
                    <a:gd name="T2" fmla="*/ 29 w 82"/>
                    <a:gd name="T3" fmla="*/ 7 h 147"/>
                    <a:gd name="T4" fmla="*/ 54 w 82"/>
                    <a:gd name="T5" fmla="*/ 24 h 147"/>
                    <a:gd name="T6" fmla="*/ 74 w 82"/>
                    <a:gd name="T7" fmla="*/ 71 h 147"/>
                    <a:gd name="T8" fmla="*/ 54 w 82"/>
                    <a:gd name="T9" fmla="*/ 119 h 147"/>
                    <a:gd name="T10" fmla="*/ 7 w 82"/>
                    <a:gd name="T11" fmla="*/ 139 h 147"/>
                    <a:gd name="T12" fmla="*/ 4 w 82"/>
                    <a:gd name="T13" fmla="*/ 139 h 147"/>
                    <a:gd name="T14" fmla="*/ 0 w 82"/>
                    <a:gd name="T15" fmla="*/ 146 h 147"/>
                    <a:gd name="T16" fmla="*/ 7 w 82"/>
                    <a:gd name="T17" fmla="*/ 147 h 147"/>
                    <a:gd name="T18" fmla="*/ 82 w 82"/>
                    <a:gd name="T19" fmla="*/ 71 h 147"/>
                    <a:gd name="T20" fmla="*/ 30 w 82"/>
                    <a:gd name="T21"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 h="147">
                      <a:moveTo>
                        <a:pt x="30" y="0"/>
                      </a:moveTo>
                      <a:cubicBezTo>
                        <a:pt x="29" y="7"/>
                        <a:pt x="29" y="7"/>
                        <a:pt x="29" y="7"/>
                      </a:cubicBezTo>
                      <a:cubicBezTo>
                        <a:pt x="39" y="11"/>
                        <a:pt x="47" y="16"/>
                        <a:pt x="54" y="24"/>
                      </a:cubicBezTo>
                      <a:cubicBezTo>
                        <a:pt x="67" y="36"/>
                        <a:pt x="74" y="53"/>
                        <a:pt x="74" y="71"/>
                      </a:cubicBezTo>
                      <a:cubicBezTo>
                        <a:pt x="74" y="90"/>
                        <a:pt x="67" y="107"/>
                        <a:pt x="54" y="119"/>
                      </a:cubicBezTo>
                      <a:cubicBezTo>
                        <a:pt x="42" y="131"/>
                        <a:pt x="25" y="139"/>
                        <a:pt x="7" y="139"/>
                      </a:cubicBezTo>
                      <a:cubicBezTo>
                        <a:pt x="6" y="139"/>
                        <a:pt x="5" y="139"/>
                        <a:pt x="4" y="139"/>
                      </a:cubicBezTo>
                      <a:cubicBezTo>
                        <a:pt x="0" y="146"/>
                        <a:pt x="0" y="146"/>
                        <a:pt x="0" y="146"/>
                      </a:cubicBezTo>
                      <a:cubicBezTo>
                        <a:pt x="2" y="147"/>
                        <a:pt x="4" y="147"/>
                        <a:pt x="7" y="147"/>
                      </a:cubicBezTo>
                      <a:cubicBezTo>
                        <a:pt x="48" y="147"/>
                        <a:pt x="82" y="113"/>
                        <a:pt x="82" y="71"/>
                      </a:cubicBezTo>
                      <a:cubicBezTo>
                        <a:pt x="82" y="38"/>
                        <a:pt x="60" y="10"/>
                        <a:pt x="30" y="0"/>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79" name="Freeform 16">
                  <a:extLst>
                    <a:ext uri="{FF2B5EF4-FFF2-40B4-BE49-F238E27FC236}">
                      <a16:creationId xmlns:a16="http://schemas.microsoft.com/office/drawing/2014/main" id="{CCF92C86-24E7-D6B0-9501-9D3A167D0AB6}"/>
                    </a:ext>
                  </a:extLst>
                </p:cNvPr>
                <p:cNvSpPr>
                  <a:spLocks/>
                </p:cNvSpPr>
                <p:nvPr/>
              </p:nvSpPr>
              <p:spPr bwMode="auto">
                <a:xfrm>
                  <a:off x="5238318" y="1869692"/>
                  <a:ext cx="67094" cy="139355"/>
                </a:xfrm>
                <a:custGeom>
                  <a:avLst/>
                  <a:gdLst>
                    <a:gd name="T0" fmla="*/ 190 w 267"/>
                    <a:gd name="T1" fmla="*/ 76 h 597"/>
                    <a:gd name="T2" fmla="*/ 204 w 267"/>
                    <a:gd name="T3" fmla="*/ 0 h 597"/>
                    <a:gd name="T4" fmla="*/ 173 w 267"/>
                    <a:gd name="T5" fmla="*/ 49 h 597"/>
                    <a:gd name="T6" fmla="*/ 159 w 267"/>
                    <a:gd name="T7" fmla="*/ 76 h 597"/>
                    <a:gd name="T8" fmla="*/ 0 w 267"/>
                    <a:gd name="T9" fmla="*/ 333 h 597"/>
                    <a:gd name="T10" fmla="*/ 107 w 267"/>
                    <a:gd name="T11" fmla="*/ 333 h 597"/>
                    <a:gd name="T12" fmla="*/ 69 w 267"/>
                    <a:gd name="T13" fmla="*/ 552 h 597"/>
                    <a:gd name="T14" fmla="*/ 62 w 267"/>
                    <a:gd name="T15" fmla="*/ 597 h 597"/>
                    <a:gd name="T16" fmla="*/ 93 w 267"/>
                    <a:gd name="T17" fmla="*/ 548 h 597"/>
                    <a:gd name="T18" fmla="*/ 107 w 267"/>
                    <a:gd name="T19" fmla="*/ 524 h 597"/>
                    <a:gd name="T20" fmla="*/ 267 w 267"/>
                    <a:gd name="T21" fmla="*/ 267 h 597"/>
                    <a:gd name="T22" fmla="*/ 159 w 267"/>
                    <a:gd name="T23" fmla="*/ 267 h 597"/>
                    <a:gd name="T24" fmla="*/ 190 w 267"/>
                    <a:gd name="T25" fmla="*/ 76 h 597"/>
                    <a:gd name="T26" fmla="*/ 190 w 267"/>
                    <a:gd name="T27" fmla="*/ 76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7" h="597">
                      <a:moveTo>
                        <a:pt x="190" y="76"/>
                      </a:moveTo>
                      <a:lnTo>
                        <a:pt x="204" y="0"/>
                      </a:lnTo>
                      <a:lnTo>
                        <a:pt x="173" y="49"/>
                      </a:lnTo>
                      <a:lnTo>
                        <a:pt x="159" y="76"/>
                      </a:lnTo>
                      <a:lnTo>
                        <a:pt x="0" y="333"/>
                      </a:lnTo>
                      <a:lnTo>
                        <a:pt x="107" y="333"/>
                      </a:lnTo>
                      <a:lnTo>
                        <a:pt x="69" y="552"/>
                      </a:lnTo>
                      <a:lnTo>
                        <a:pt x="62" y="597"/>
                      </a:lnTo>
                      <a:lnTo>
                        <a:pt x="93" y="548"/>
                      </a:lnTo>
                      <a:lnTo>
                        <a:pt x="107" y="524"/>
                      </a:lnTo>
                      <a:lnTo>
                        <a:pt x="267" y="267"/>
                      </a:lnTo>
                      <a:lnTo>
                        <a:pt x="159" y="267"/>
                      </a:lnTo>
                      <a:lnTo>
                        <a:pt x="190" y="76"/>
                      </a:lnTo>
                      <a:lnTo>
                        <a:pt x="190" y="76"/>
                      </a:ln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0" name="Freeform 17">
                  <a:extLst>
                    <a:ext uri="{FF2B5EF4-FFF2-40B4-BE49-F238E27FC236}">
                      <a16:creationId xmlns:a16="http://schemas.microsoft.com/office/drawing/2014/main" id="{E9CA9155-DCDF-0F5B-1689-2750A0B78F97}"/>
                    </a:ext>
                  </a:extLst>
                </p:cNvPr>
                <p:cNvSpPr>
                  <a:spLocks/>
                </p:cNvSpPr>
                <p:nvPr/>
              </p:nvSpPr>
              <p:spPr bwMode="auto">
                <a:xfrm>
                  <a:off x="5205902" y="1878562"/>
                  <a:ext cx="72371" cy="119047"/>
                </a:xfrm>
                <a:custGeom>
                  <a:avLst/>
                  <a:gdLst>
                    <a:gd name="T0" fmla="*/ 0 w 83"/>
                    <a:gd name="T1" fmla="*/ 75 h 147"/>
                    <a:gd name="T2" fmla="*/ 52 w 83"/>
                    <a:gd name="T3" fmla="*/ 147 h 147"/>
                    <a:gd name="T4" fmla="*/ 53 w 83"/>
                    <a:gd name="T5" fmla="*/ 139 h 147"/>
                    <a:gd name="T6" fmla="*/ 28 w 83"/>
                    <a:gd name="T7" fmla="*/ 123 h 147"/>
                    <a:gd name="T8" fmla="*/ 8 w 83"/>
                    <a:gd name="T9" fmla="*/ 75 h 147"/>
                    <a:gd name="T10" fmla="*/ 28 w 83"/>
                    <a:gd name="T11" fmla="*/ 28 h 147"/>
                    <a:gd name="T12" fmla="*/ 76 w 83"/>
                    <a:gd name="T13" fmla="*/ 8 h 147"/>
                    <a:gd name="T14" fmla="*/ 78 w 83"/>
                    <a:gd name="T15" fmla="*/ 8 h 147"/>
                    <a:gd name="T16" fmla="*/ 83 w 83"/>
                    <a:gd name="T17" fmla="*/ 0 h 147"/>
                    <a:gd name="T18" fmla="*/ 76 w 83"/>
                    <a:gd name="T19" fmla="*/ 0 h 147"/>
                    <a:gd name="T20" fmla="*/ 0 w 83"/>
                    <a:gd name="T21" fmla="*/ 7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47">
                      <a:moveTo>
                        <a:pt x="0" y="75"/>
                      </a:moveTo>
                      <a:cubicBezTo>
                        <a:pt x="0" y="109"/>
                        <a:pt x="22" y="137"/>
                        <a:pt x="52" y="147"/>
                      </a:cubicBezTo>
                      <a:cubicBezTo>
                        <a:pt x="53" y="139"/>
                        <a:pt x="53" y="139"/>
                        <a:pt x="53" y="139"/>
                      </a:cubicBezTo>
                      <a:cubicBezTo>
                        <a:pt x="44" y="136"/>
                        <a:pt x="35" y="130"/>
                        <a:pt x="28" y="123"/>
                      </a:cubicBezTo>
                      <a:cubicBezTo>
                        <a:pt x="16" y="111"/>
                        <a:pt x="8" y="94"/>
                        <a:pt x="8" y="75"/>
                      </a:cubicBezTo>
                      <a:cubicBezTo>
                        <a:pt x="8" y="57"/>
                        <a:pt x="16" y="40"/>
                        <a:pt x="28" y="28"/>
                      </a:cubicBezTo>
                      <a:cubicBezTo>
                        <a:pt x="40" y="15"/>
                        <a:pt x="57" y="8"/>
                        <a:pt x="76" y="8"/>
                      </a:cubicBezTo>
                      <a:cubicBezTo>
                        <a:pt x="76" y="8"/>
                        <a:pt x="77" y="8"/>
                        <a:pt x="78" y="8"/>
                      </a:cubicBezTo>
                      <a:cubicBezTo>
                        <a:pt x="83" y="0"/>
                        <a:pt x="83" y="0"/>
                        <a:pt x="83" y="0"/>
                      </a:cubicBezTo>
                      <a:cubicBezTo>
                        <a:pt x="80" y="0"/>
                        <a:pt x="78" y="0"/>
                        <a:pt x="76" y="0"/>
                      </a:cubicBezTo>
                      <a:cubicBezTo>
                        <a:pt x="34" y="0"/>
                        <a:pt x="0" y="34"/>
                        <a:pt x="0" y="75"/>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1" name="Freeform 18">
                  <a:extLst>
                    <a:ext uri="{FF2B5EF4-FFF2-40B4-BE49-F238E27FC236}">
                      <a16:creationId xmlns:a16="http://schemas.microsoft.com/office/drawing/2014/main" id="{D6133D9A-58D9-F67D-6F9B-3EA7C6B91491}"/>
                    </a:ext>
                  </a:extLst>
                </p:cNvPr>
                <p:cNvSpPr>
                  <a:spLocks/>
                </p:cNvSpPr>
                <p:nvPr/>
              </p:nvSpPr>
              <p:spPr bwMode="auto">
                <a:xfrm>
                  <a:off x="5345367" y="1763716"/>
                  <a:ext cx="59304" cy="38749"/>
                </a:xfrm>
                <a:custGeom>
                  <a:avLst/>
                  <a:gdLst>
                    <a:gd name="T0" fmla="*/ 27 w 68"/>
                    <a:gd name="T1" fmla="*/ 24 h 48"/>
                    <a:gd name="T2" fmla="*/ 48 w 68"/>
                    <a:gd name="T3" fmla="*/ 46 h 48"/>
                    <a:gd name="T4" fmla="*/ 68 w 68"/>
                    <a:gd name="T5" fmla="*/ 48 h 48"/>
                    <a:gd name="T6" fmla="*/ 36 w 68"/>
                    <a:gd name="T7" fmla="*/ 9 h 48"/>
                    <a:gd name="T8" fmla="*/ 0 w 68"/>
                    <a:gd name="T9" fmla="*/ 0 h 48"/>
                    <a:gd name="T10" fmla="*/ 0 w 68"/>
                    <a:gd name="T11" fmla="*/ 17 h 48"/>
                    <a:gd name="T12" fmla="*/ 27 w 68"/>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68" h="48">
                      <a:moveTo>
                        <a:pt x="27" y="24"/>
                      </a:moveTo>
                      <a:cubicBezTo>
                        <a:pt x="36" y="29"/>
                        <a:pt x="43" y="36"/>
                        <a:pt x="48" y="46"/>
                      </a:cubicBezTo>
                      <a:cubicBezTo>
                        <a:pt x="55" y="47"/>
                        <a:pt x="61" y="47"/>
                        <a:pt x="68" y="48"/>
                      </a:cubicBezTo>
                      <a:cubicBezTo>
                        <a:pt x="61" y="30"/>
                        <a:pt x="50" y="17"/>
                        <a:pt x="36" y="9"/>
                      </a:cubicBezTo>
                      <a:cubicBezTo>
                        <a:pt x="25" y="3"/>
                        <a:pt x="13" y="0"/>
                        <a:pt x="0" y="0"/>
                      </a:cubicBezTo>
                      <a:cubicBezTo>
                        <a:pt x="0" y="17"/>
                        <a:pt x="0" y="17"/>
                        <a:pt x="0" y="17"/>
                      </a:cubicBezTo>
                      <a:cubicBezTo>
                        <a:pt x="10" y="17"/>
                        <a:pt x="20" y="19"/>
                        <a:pt x="27" y="24"/>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82" name="Freeform 19">
                  <a:extLst>
                    <a:ext uri="{FF2B5EF4-FFF2-40B4-BE49-F238E27FC236}">
                      <a16:creationId xmlns:a16="http://schemas.microsoft.com/office/drawing/2014/main" id="{05555028-EF30-F9CA-9F6A-1A843D68CA23}"/>
                    </a:ext>
                  </a:extLst>
                </p:cNvPr>
                <p:cNvSpPr>
                  <a:spLocks/>
                </p:cNvSpPr>
                <p:nvPr/>
              </p:nvSpPr>
              <p:spPr bwMode="auto">
                <a:xfrm>
                  <a:off x="5223492" y="2060868"/>
                  <a:ext cx="83679" cy="44585"/>
                </a:xfrm>
                <a:custGeom>
                  <a:avLst/>
                  <a:gdLst>
                    <a:gd name="T0" fmla="*/ 85 w 96"/>
                    <a:gd name="T1" fmla="*/ 55 h 55"/>
                    <a:gd name="T2" fmla="*/ 96 w 96"/>
                    <a:gd name="T3" fmla="*/ 41 h 55"/>
                    <a:gd name="T4" fmla="*/ 40 w 96"/>
                    <a:gd name="T5" fmla="*/ 10 h 55"/>
                    <a:gd name="T6" fmla="*/ 0 w 96"/>
                    <a:gd name="T7" fmla="*/ 0 h 55"/>
                    <a:gd name="T8" fmla="*/ 85 w 96"/>
                    <a:gd name="T9" fmla="*/ 55 h 55"/>
                  </a:gdLst>
                  <a:ahLst/>
                  <a:cxnLst>
                    <a:cxn ang="0">
                      <a:pos x="T0" y="T1"/>
                    </a:cxn>
                    <a:cxn ang="0">
                      <a:pos x="T2" y="T3"/>
                    </a:cxn>
                    <a:cxn ang="0">
                      <a:pos x="T4" y="T5"/>
                    </a:cxn>
                    <a:cxn ang="0">
                      <a:pos x="T6" y="T7"/>
                    </a:cxn>
                    <a:cxn ang="0">
                      <a:pos x="T8" y="T9"/>
                    </a:cxn>
                  </a:cxnLst>
                  <a:rect l="0" t="0" r="r" b="b"/>
                  <a:pathLst>
                    <a:path w="96" h="55">
                      <a:moveTo>
                        <a:pt x="85" y="55"/>
                      </a:moveTo>
                      <a:cubicBezTo>
                        <a:pt x="89" y="50"/>
                        <a:pt x="92" y="46"/>
                        <a:pt x="96" y="41"/>
                      </a:cubicBezTo>
                      <a:cubicBezTo>
                        <a:pt x="78" y="34"/>
                        <a:pt x="60" y="23"/>
                        <a:pt x="40" y="10"/>
                      </a:cubicBezTo>
                      <a:cubicBezTo>
                        <a:pt x="27" y="7"/>
                        <a:pt x="13" y="4"/>
                        <a:pt x="0" y="0"/>
                      </a:cubicBezTo>
                      <a:cubicBezTo>
                        <a:pt x="28" y="24"/>
                        <a:pt x="58" y="43"/>
                        <a:pt x="85" y="55"/>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7" name="Freeform 20">
                  <a:extLst>
                    <a:ext uri="{FF2B5EF4-FFF2-40B4-BE49-F238E27FC236}">
                      <a16:creationId xmlns:a16="http://schemas.microsoft.com/office/drawing/2014/main" id="{EC5ADF41-A148-FC02-2AC6-BF6A731FF257}"/>
                    </a:ext>
                  </a:extLst>
                </p:cNvPr>
                <p:cNvSpPr>
                  <a:spLocks/>
                </p:cNvSpPr>
                <p:nvPr/>
              </p:nvSpPr>
              <p:spPr bwMode="auto">
                <a:xfrm>
                  <a:off x="5062165" y="1901204"/>
                  <a:ext cx="323408" cy="168534"/>
                </a:xfrm>
                <a:custGeom>
                  <a:avLst/>
                  <a:gdLst>
                    <a:gd name="T0" fmla="*/ 43 w 371"/>
                    <a:gd name="T1" fmla="*/ 97 h 208"/>
                    <a:gd name="T2" fmla="*/ 17 w 371"/>
                    <a:gd name="T3" fmla="*/ 47 h 208"/>
                    <a:gd name="T4" fmla="*/ 26 w 371"/>
                    <a:gd name="T5" fmla="*/ 18 h 208"/>
                    <a:gd name="T6" fmla="*/ 18 w 371"/>
                    <a:gd name="T7" fmla="*/ 0 h 208"/>
                    <a:gd name="T8" fmla="*/ 0 w 371"/>
                    <a:gd name="T9" fmla="*/ 47 h 208"/>
                    <a:gd name="T10" fmla="*/ 345 w 371"/>
                    <a:gd name="T11" fmla="*/ 208 h 208"/>
                    <a:gd name="T12" fmla="*/ 366 w 371"/>
                    <a:gd name="T13" fmla="*/ 207 h 208"/>
                    <a:gd name="T14" fmla="*/ 371 w 371"/>
                    <a:gd name="T15" fmla="*/ 190 h 208"/>
                    <a:gd name="T16" fmla="*/ 371 w 371"/>
                    <a:gd name="T17" fmla="*/ 190 h 208"/>
                    <a:gd name="T18" fmla="*/ 345 w 371"/>
                    <a:gd name="T19" fmla="*/ 190 h 208"/>
                    <a:gd name="T20" fmla="*/ 120 w 371"/>
                    <a:gd name="T21" fmla="*/ 145 h 208"/>
                    <a:gd name="T22" fmla="*/ 43 w 371"/>
                    <a:gd name="T23" fmla="*/ 9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1" h="208">
                      <a:moveTo>
                        <a:pt x="43" y="97"/>
                      </a:moveTo>
                      <a:cubicBezTo>
                        <a:pt x="26" y="80"/>
                        <a:pt x="17" y="64"/>
                        <a:pt x="17" y="47"/>
                      </a:cubicBezTo>
                      <a:cubicBezTo>
                        <a:pt x="17" y="38"/>
                        <a:pt x="20" y="28"/>
                        <a:pt x="26" y="18"/>
                      </a:cubicBezTo>
                      <a:cubicBezTo>
                        <a:pt x="23" y="12"/>
                        <a:pt x="20" y="6"/>
                        <a:pt x="18" y="0"/>
                      </a:cubicBezTo>
                      <a:cubicBezTo>
                        <a:pt x="6" y="15"/>
                        <a:pt x="0" y="31"/>
                        <a:pt x="0" y="47"/>
                      </a:cubicBezTo>
                      <a:cubicBezTo>
                        <a:pt x="0" y="136"/>
                        <a:pt x="187" y="208"/>
                        <a:pt x="345" y="208"/>
                      </a:cubicBezTo>
                      <a:cubicBezTo>
                        <a:pt x="352" y="208"/>
                        <a:pt x="359" y="207"/>
                        <a:pt x="366" y="207"/>
                      </a:cubicBezTo>
                      <a:cubicBezTo>
                        <a:pt x="368" y="202"/>
                        <a:pt x="370" y="197"/>
                        <a:pt x="371" y="190"/>
                      </a:cubicBezTo>
                      <a:cubicBezTo>
                        <a:pt x="371" y="190"/>
                        <a:pt x="371" y="190"/>
                        <a:pt x="371" y="190"/>
                      </a:cubicBezTo>
                      <a:cubicBezTo>
                        <a:pt x="363" y="190"/>
                        <a:pt x="354" y="190"/>
                        <a:pt x="345" y="190"/>
                      </a:cubicBezTo>
                      <a:cubicBezTo>
                        <a:pt x="269" y="190"/>
                        <a:pt x="185" y="173"/>
                        <a:pt x="120" y="145"/>
                      </a:cubicBezTo>
                      <a:cubicBezTo>
                        <a:pt x="88" y="131"/>
                        <a:pt x="61" y="114"/>
                        <a:pt x="43" y="97"/>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8" name="Freeform 21">
                  <a:extLst>
                    <a:ext uri="{FF2B5EF4-FFF2-40B4-BE49-F238E27FC236}">
                      <a16:creationId xmlns:a16="http://schemas.microsoft.com/office/drawing/2014/main" id="{618E8579-75DC-E3D5-ED8B-6ADBF0CAA3D6}"/>
                    </a:ext>
                  </a:extLst>
                </p:cNvPr>
                <p:cNvSpPr>
                  <a:spLocks/>
                </p:cNvSpPr>
                <p:nvPr/>
              </p:nvSpPr>
              <p:spPr bwMode="auto">
                <a:xfrm>
                  <a:off x="5397635" y="1833977"/>
                  <a:ext cx="19349" cy="84267"/>
                </a:xfrm>
                <a:custGeom>
                  <a:avLst/>
                  <a:gdLst>
                    <a:gd name="T0" fmla="*/ 14 w 22"/>
                    <a:gd name="T1" fmla="*/ 104 h 104"/>
                    <a:gd name="T2" fmla="*/ 18 w 22"/>
                    <a:gd name="T3" fmla="*/ 2 h 104"/>
                    <a:gd name="T4" fmla="*/ 0 w 22"/>
                    <a:gd name="T5" fmla="*/ 0 h 104"/>
                    <a:gd name="T6" fmla="*/ 1 w 22"/>
                    <a:gd name="T7" fmla="*/ 64 h 104"/>
                    <a:gd name="T8" fmla="*/ 14 w 22"/>
                    <a:gd name="T9" fmla="*/ 104 h 104"/>
                  </a:gdLst>
                  <a:ahLst/>
                  <a:cxnLst>
                    <a:cxn ang="0">
                      <a:pos x="T0" y="T1"/>
                    </a:cxn>
                    <a:cxn ang="0">
                      <a:pos x="T2" y="T3"/>
                    </a:cxn>
                    <a:cxn ang="0">
                      <a:pos x="T4" y="T5"/>
                    </a:cxn>
                    <a:cxn ang="0">
                      <a:pos x="T6" y="T7"/>
                    </a:cxn>
                    <a:cxn ang="0">
                      <a:pos x="T8" y="T9"/>
                    </a:cxn>
                  </a:cxnLst>
                  <a:rect l="0" t="0" r="r" b="b"/>
                  <a:pathLst>
                    <a:path w="22" h="104">
                      <a:moveTo>
                        <a:pt x="14" y="104"/>
                      </a:moveTo>
                      <a:cubicBezTo>
                        <a:pt x="20" y="67"/>
                        <a:pt x="22" y="32"/>
                        <a:pt x="18" y="2"/>
                      </a:cubicBezTo>
                      <a:cubicBezTo>
                        <a:pt x="12" y="2"/>
                        <a:pt x="6" y="1"/>
                        <a:pt x="0" y="0"/>
                      </a:cubicBezTo>
                      <a:cubicBezTo>
                        <a:pt x="3" y="19"/>
                        <a:pt x="3" y="40"/>
                        <a:pt x="1" y="64"/>
                      </a:cubicBezTo>
                      <a:cubicBezTo>
                        <a:pt x="6" y="77"/>
                        <a:pt x="10" y="90"/>
                        <a:pt x="14" y="104"/>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 name="Freeform 22">
                  <a:extLst>
                    <a:ext uri="{FF2B5EF4-FFF2-40B4-BE49-F238E27FC236}">
                      <a16:creationId xmlns:a16="http://schemas.microsoft.com/office/drawing/2014/main" id="{71C045DA-1DF0-E06A-CB5E-76810AC4A678}"/>
                    </a:ext>
                  </a:extLst>
                </p:cNvPr>
                <p:cNvSpPr>
                  <a:spLocks/>
                </p:cNvSpPr>
                <p:nvPr/>
              </p:nvSpPr>
              <p:spPr bwMode="auto">
                <a:xfrm>
                  <a:off x="5333305" y="1763716"/>
                  <a:ext cx="12062" cy="13772"/>
                </a:xfrm>
                <a:custGeom>
                  <a:avLst/>
                  <a:gdLst>
                    <a:gd name="T0" fmla="*/ 14 w 14"/>
                    <a:gd name="T1" fmla="*/ 17 h 17"/>
                    <a:gd name="T2" fmla="*/ 14 w 14"/>
                    <a:gd name="T3" fmla="*/ 0 h 17"/>
                    <a:gd name="T4" fmla="*/ 14 w 14"/>
                    <a:gd name="T5" fmla="*/ 0 h 17"/>
                    <a:gd name="T6" fmla="*/ 0 w 14"/>
                    <a:gd name="T7" fmla="*/ 1 h 17"/>
                    <a:gd name="T8" fmla="*/ 12 w 14"/>
                    <a:gd name="T9" fmla="*/ 17 h 17"/>
                    <a:gd name="T10" fmla="*/ 14 w 14"/>
                    <a:gd name="T11" fmla="*/ 17 h 17"/>
                  </a:gdLst>
                  <a:ahLst/>
                  <a:cxnLst>
                    <a:cxn ang="0">
                      <a:pos x="T0" y="T1"/>
                    </a:cxn>
                    <a:cxn ang="0">
                      <a:pos x="T2" y="T3"/>
                    </a:cxn>
                    <a:cxn ang="0">
                      <a:pos x="T4" y="T5"/>
                    </a:cxn>
                    <a:cxn ang="0">
                      <a:pos x="T6" y="T7"/>
                    </a:cxn>
                    <a:cxn ang="0">
                      <a:pos x="T8" y="T9"/>
                    </a:cxn>
                    <a:cxn ang="0">
                      <a:pos x="T10" y="T11"/>
                    </a:cxn>
                  </a:cxnLst>
                  <a:rect l="0" t="0" r="r" b="b"/>
                  <a:pathLst>
                    <a:path w="14" h="17">
                      <a:moveTo>
                        <a:pt x="14" y="17"/>
                      </a:moveTo>
                      <a:cubicBezTo>
                        <a:pt x="14" y="0"/>
                        <a:pt x="14" y="0"/>
                        <a:pt x="14" y="0"/>
                      </a:cubicBezTo>
                      <a:cubicBezTo>
                        <a:pt x="14" y="0"/>
                        <a:pt x="14" y="0"/>
                        <a:pt x="14" y="0"/>
                      </a:cubicBezTo>
                      <a:cubicBezTo>
                        <a:pt x="9" y="0"/>
                        <a:pt x="5" y="0"/>
                        <a:pt x="0" y="1"/>
                      </a:cubicBezTo>
                      <a:cubicBezTo>
                        <a:pt x="4" y="6"/>
                        <a:pt x="8" y="12"/>
                        <a:pt x="12" y="17"/>
                      </a:cubicBezTo>
                      <a:cubicBezTo>
                        <a:pt x="12" y="17"/>
                        <a:pt x="13" y="17"/>
                        <a:pt x="14" y="17"/>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1" name="Freeform 23">
                  <a:extLst>
                    <a:ext uri="{FF2B5EF4-FFF2-40B4-BE49-F238E27FC236}">
                      <a16:creationId xmlns:a16="http://schemas.microsoft.com/office/drawing/2014/main" id="{B80A6A27-68E7-64B0-7E1E-A1FB50D3015B}"/>
                    </a:ext>
                  </a:extLst>
                </p:cNvPr>
                <p:cNvSpPr>
                  <a:spLocks/>
                </p:cNvSpPr>
                <p:nvPr/>
              </p:nvSpPr>
              <p:spPr bwMode="auto">
                <a:xfrm>
                  <a:off x="5348885" y="1960494"/>
                  <a:ext cx="40206" cy="85668"/>
                </a:xfrm>
                <a:custGeom>
                  <a:avLst/>
                  <a:gdLst>
                    <a:gd name="T0" fmla="*/ 19 w 46"/>
                    <a:gd name="T1" fmla="*/ 106 h 106"/>
                    <a:gd name="T2" fmla="*/ 46 w 46"/>
                    <a:gd name="T3" fmla="*/ 40 h 106"/>
                    <a:gd name="T4" fmla="*/ 45 w 46"/>
                    <a:gd name="T5" fmla="*/ 31 h 106"/>
                    <a:gd name="T6" fmla="*/ 40 w 46"/>
                    <a:gd name="T7" fmla="*/ 0 h 106"/>
                    <a:gd name="T8" fmla="*/ 0 w 46"/>
                    <a:gd name="T9" fmla="*/ 106 h 106"/>
                    <a:gd name="T10" fmla="*/ 16 w 46"/>
                    <a:gd name="T11" fmla="*/ 106 h 106"/>
                    <a:gd name="T12" fmla="*/ 19 w 46"/>
                    <a:gd name="T13" fmla="*/ 106 h 106"/>
                  </a:gdLst>
                  <a:ahLst/>
                  <a:cxnLst>
                    <a:cxn ang="0">
                      <a:pos x="T0" y="T1"/>
                    </a:cxn>
                    <a:cxn ang="0">
                      <a:pos x="T2" y="T3"/>
                    </a:cxn>
                    <a:cxn ang="0">
                      <a:pos x="T4" y="T5"/>
                    </a:cxn>
                    <a:cxn ang="0">
                      <a:pos x="T6" y="T7"/>
                    </a:cxn>
                    <a:cxn ang="0">
                      <a:pos x="T8" y="T9"/>
                    </a:cxn>
                    <a:cxn ang="0">
                      <a:pos x="T10" y="T11"/>
                    </a:cxn>
                    <a:cxn ang="0">
                      <a:pos x="T12" y="T13"/>
                    </a:cxn>
                  </a:cxnLst>
                  <a:rect l="0" t="0" r="r" b="b"/>
                  <a:pathLst>
                    <a:path w="46" h="106">
                      <a:moveTo>
                        <a:pt x="19" y="106"/>
                      </a:moveTo>
                      <a:cubicBezTo>
                        <a:pt x="29" y="84"/>
                        <a:pt x="38" y="62"/>
                        <a:pt x="46" y="40"/>
                      </a:cubicBezTo>
                      <a:cubicBezTo>
                        <a:pt x="46" y="37"/>
                        <a:pt x="45" y="34"/>
                        <a:pt x="45" y="31"/>
                      </a:cubicBezTo>
                      <a:cubicBezTo>
                        <a:pt x="44" y="21"/>
                        <a:pt x="42" y="10"/>
                        <a:pt x="40" y="0"/>
                      </a:cubicBezTo>
                      <a:cubicBezTo>
                        <a:pt x="30" y="36"/>
                        <a:pt x="16" y="72"/>
                        <a:pt x="0" y="106"/>
                      </a:cubicBezTo>
                      <a:cubicBezTo>
                        <a:pt x="5" y="106"/>
                        <a:pt x="11" y="106"/>
                        <a:pt x="16" y="106"/>
                      </a:cubicBezTo>
                      <a:cubicBezTo>
                        <a:pt x="17" y="106"/>
                        <a:pt x="18" y="106"/>
                        <a:pt x="19" y="106"/>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2" name="Freeform 24">
                  <a:extLst>
                    <a:ext uri="{FF2B5EF4-FFF2-40B4-BE49-F238E27FC236}">
                      <a16:creationId xmlns:a16="http://schemas.microsoft.com/office/drawing/2014/main" id="{E759B6A8-AA91-4F2E-C93F-0A13B947F689}"/>
                    </a:ext>
                  </a:extLst>
                </p:cNvPr>
                <p:cNvSpPr>
                  <a:spLocks/>
                </p:cNvSpPr>
                <p:nvPr/>
              </p:nvSpPr>
              <p:spPr bwMode="auto">
                <a:xfrm>
                  <a:off x="5234800" y="1811336"/>
                  <a:ext cx="97500" cy="27545"/>
                </a:xfrm>
                <a:custGeom>
                  <a:avLst/>
                  <a:gdLst>
                    <a:gd name="T0" fmla="*/ 103 w 112"/>
                    <a:gd name="T1" fmla="*/ 0 h 34"/>
                    <a:gd name="T2" fmla="*/ 32 w 112"/>
                    <a:gd name="T3" fmla="*/ 9 h 34"/>
                    <a:gd name="T4" fmla="*/ 2 w 112"/>
                    <a:gd name="T5" fmla="*/ 32 h 34"/>
                    <a:gd name="T6" fmla="*/ 0 w 112"/>
                    <a:gd name="T7" fmla="*/ 34 h 34"/>
                    <a:gd name="T8" fmla="*/ 112 w 112"/>
                    <a:gd name="T9" fmla="*/ 16 h 34"/>
                    <a:gd name="T10" fmla="*/ 104 w 112"/>
                    <a:gd name="T11" fmla="*/ 2 h 34"/>
                    <a:gd name="T12" fmla="*/ 103 w 112"/>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112" h="34">
                      <a:moveTo>
                        <a:pt x="103" y="0"/>
                      </a:moveTo>
                      <a:cubicBezTo>
                        <a:pt x="79" y="2"/>
                        <a:pt x="55" y="5"/>
                        <a:pt x="32" y="9"/>
                      </a:cubicBezTo>
                      <a:cubicBezTo>
                        <a:pt x="22" y="16"/>
                        <a:pt x="12" y="24"/>
                        <a:pt x="2" y="32"/>
                      </a:cubicBezTo>
                      <a:cubicBezTo>
                        <a:pt x="2" y="33"/>
                        <a:pt x="1" y="34"/>
                        <a:pt x="0" y="34"/>
                      </a:cubicBezTo>
                      <a:cubicBezTo>
                        <a:pt x="37" y="25"/>
                        <a:pt x="75" y="19"/>
                        <a:pt x="112" y="16"/>
                      </a:cubicBezTo>
                      <a:cubicBezTo>
                        <a:pt x="110" y="12"/>
                        <a:pt x="107" y="7"/>
                        <a:pt x="104" y="2"/>
                      </a:cubicBezTo>
                      <a:cubicBezTo>
                        <a:pt x="104" y="1"/>
                        <a:pt x="103" y="1"/>
                        <a:pt x="103" y="0"/>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3" name="Freeform 25">
                  <a:extLst>
                    <a:ext uri="{FF2B5EF4-FFF2-40B4-BE49-F238E27FC236}">
                      <a16:creationId xmlns:a16="http://schemas.microsoft.com/office/drawing/2014/main" id="{A2489F6E-5878-CB13-D94B-539C4D606DA8}"/>
                    </a:ext>
                  </a:extLst>
                </p:cNvPr>
                <p:cNvSpPr>
                  <a:spLocks/>
                </p:cNvSpPr>
                <p:nvPr/>
              </p:nvSpPr>
              <p:spPr bwMode="auto">
                <a:xfrm>
                  <a:off x="5104884" y="1839814"/>
                  <a:ext cx="78402" cy="50887"/>
                </a:xfrm>
                <a:custGeom>
                  <a:avLst/>
                  <a:gdLst>
                    <a:gd name="T0" fmla="*/ 7 w 90"/>
                    <a:gd name="T1" fmla="*/ 63 h 63"/>
                    <a:gd name="T2" fmla="*/ 61 w 90"/>
                    <a:gd name="T3" fmla="*/ 30 h 63"/>
                    <a:gd name="T4" fmla="*/ 90 w 90"/>
                    <a:gd name="T5" fmla="*/ 0 h 63"/>
                    <a:gd name="T6" fmla="*/ 0 w 90"/>
                    <a:gd name="T7" fmla="*/ 46 h 63"/>
                    <a:gd name="T8" fmla="*/ 7 w 90"/>
                    <a:gd name="T9" fmla="*/ 63 h 63"/>
                  </a:gdLst>
                  <a:ahLst/>
                  <a:cxnLst>
                    <a:cxn ang="0">
                      <a:pos x="T0" y="T1"/>
                    </a:cxn>
                    <a:cxn ang="0">
                      <a:pos x="T2" y="T3"/>
                    </a:cxn>
                    <a:cxn ang="0">
                      <a:pos x="T4" y="T5"/>
                    </a:cxn>
                    <a:cxn ang="0">
                      <a:pos x="T6" y="T7"/>
                    </a:cxn>
                    <a:cxn ang="0">
                      <a:pos x="T8" y="T9"/>
                    </a:cxn>
                  </a:cxnLst>
                  <a:rect l="0" t="0" r="r" b="b"/>
                  <a:pathLst>
                    <a:path w="90" h="63">
                      <a:moveTo>
                        <a:pt x="7" y="63"/>
                      </a:moveTo>
                      <a:cubicBezTo>
                        <a:pt x="21" y="51"/>
                        <a:pt x="40" y="40"/>
                        <a:pt x="61" y="30"/>
                      </a:cubicBezTo>
                      <a:cubicBezTo>
                        <a:pt x="70" y="20"/>
                        <a:pt x="80" y="9"/>
                        <a:pt x="90" y="0"/>
                      </a:cubicBezTo>
                      <a:cubicBezTo>
                        <a:pt x="54" y="13"/>
                        <a:pt x="23" y="29"/>
                        <a:pt x="0" y="46"/>
                      </a:cubicBezTo>
                      <a:cubicBezTo>
                        <a:pt x="2" y="52"/>
                        <a:pt x="4" y="57"/>
                        <a:pt x="7" y="63"/>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4" name="Freeform 26">
                  <a:extLst>
                    <a:ext uri="{FF2B5EF4-FFF2-40B4-BE49-F238E27FC236}">
                      <a16:creationId xmlns:a16="http://schemas.microsoft.com/office/drawing/2014/main" id="{51AF208E-C45F-9CA6-08AE-1C016223E93C}"/>
                    </a:ext>
                  </a:extLst>
                </p:cNvPr>
                <p:cNvSpPr>
                  <a:spLocks/>
                </p:cNvSpPr>
                <p:nvPr/>
              </p:nvSpPr>
              <p:spPr bwMode="auto">
                <a:xfrm>
                  <a:off x="5125741" y="1948357"/>
                  <a:ext cx="70612" cy="71195"/>
                </a:xfrm>
                <a:custGeom>
                  <a:avLst/>
                  <a:gdLst>
                    <a:gd name="T0" fmla="*/ 81 w 81"/>
                    <a:gd name="T1" fmla="*/ 88 h 88"/>
                    <a:gd name="T2" fmla="*/ 10 w 81"/>
                    <a:gd name="T3" fmla="*/ 0 h 88"/>
                    <a:gd name="T4" fmla="*/ 1 w 81"/>
                    <a:gd name="T5" fmla="*/ 14 h 88"/>
                    <a:gd name="T6" fmla="*/ 0 w 81"/>
                    <a:gd name="T7" fmla="*/ 16 h 88"/>
                    <a:gd name="T8" fmla="*/ 44 w 81"/>
                    <a:gd name="T9" fmla="*/ 73 h 88"/>
                    <a:gd name="T10" fmla="*/ 52 w 81"/>
                    <a:gd name="T11" fmla="*/ 76 h 88"/>
                    <a:gd name="T12" fmla="*/ 81 w 81"/>
                    <a:gd name="T13" fmla="*/ 88 h 88"/>
                  </a:gdLst>
                  <a:ahLst/>
                  <a:cxnLst>
                    <a:cxn ang="0">
                      <a:pos x="T0" y="T1"/>
                    </a:cxn>
                    <a:cxn ang="0">
                      <a:pos x="T2" y="T3"/>
                    </a:cxn>
                    <a:cxn ang="0">
                      <a:pos x="T4" y="T5"/>
                    </a:cxn>
                    <a:cxn ang="0">
                      <a:pos x="T6" y="T7"/>
                    </a:cxn>
                    <a:cxn ang="0">
                      <a:pos x="T8" y="T9"/>
                    </a:cxn>
                    <a:cxn ang="0">
                      <a:pos x="T10" y="T11"/>
                    </a:cxn>
                    <a:cxn ang="0">
                      <a:pos x="T12" y="T13"/>
                    </a:cxn>
                  </a:cxnLst>
                  <a:rect l="0" t="0" r="r" b="b"/>
                  <a:pathLst>
                    <a:path w="81" h="88">
                      <a:moveTo>
                        <a:pt x="81" y="88"/>
                      </a:moveTo>
                      <a:cubicBezTo>
                        <a:pt x="55" y="61"/>
                        <a:pt x="31" y="31"/>
                        <a:pt x="10" y="0"/>
                      </a:cubicBezTo>
                      <a:cubicBezTo>
                        <a:pt x="7" y="5"/>
                        <a:pt x="4" y="9"/>
                        <a:pt x="1" y="14"/>
                      </a:cubicBezTo>
                      <a:cubicBezTo>
                        <a:pt x="1" y="15"/>
                        <a:pt x="1" y="16"/>
                        <a:pt x="0" y="16"/>
                      </a:cubicBezTo>
                      <a:cubicBezTo>
                        <a:pt x="14" y="36"/>
                        <a:pt x="28" y="55"/>
                        <a:pt x="44" y="73"/>
                      </a:cubicBezTo>
                      <a:cubicBezTo>
                        <a:pt x="46" y="74"/>
                        <a:pt x="49" y="75"/>
                        <a:pt x="52" y="76"/>
                      </a:cubicBezTo>
                      <a:cubicBezTo>
                        <a:pt x="61" y="80"/>
                        <a:pt x="71" y="84"/>
                        <a:pt x="81" y="88"/>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5" name="Freeform 27">
                  <a:extLst>
                    <a:ext uri="{FF2B5EF4-FFF2-40B4-BE49-F238E27FC236}">
                      <a16:creationId xmlns:a16="http://schemas.microsoft.com/office/drawing/2014/main" id="{E9FD8770-12A8-8CCD-5288-B130AC5D0CBC}"/>
                    </a:ext>
                  </a:extLst>
                </p:cNvPr>
                <p:cNvSpPr>
                  <a:spLocks/>
                </p:cNvSpPr>
                <p:nvPr/>
              </p:nvSpPr>
              <p:spPr bwMode="auto">
                <a:xfrm>
                  <a:off x="5097094" y="1774220"/>
                  <a:ext cx="210077" cy="199112"/>
                </a:xfrm>
                <a:custGeom>
                  <a:avLst/>
                  <a:gdLst>
                    <a:gd name="T0" fmla="*/ 10 w 241"/>
                    <a:gd name="T1" fmla="*/ 215 h 246"/>
                    <a:gd name="T2" fmla="*/ 0 w 241"/>
                    <a:gd name="T3" fmla="*/ 233 h 246"/>
                    <a:gd name="T4" fmla="*/ 11 w 241"/>
                    <a:gd name="T5" fmla="*/ 246 h 246"/>
                    <a:gd name="T6" fmla="*/ 12 w 241"/>
                    <a:gd name="T7" fmla="*/ 246 h 246"/>
                    <a:gd name="T8" fmla="*/ 24 w 241"/>
                    <a:gd name="T9" fmla="*/ 223 h 246"/>
                    <a:gd name="T10" fmla="*/ 153 w 241"/>
                    <a:gd name="T11" fmla="*/ 70 h 246"/>
                    <a:gd name="T12" fmla="*/ 241 w 241"/>
                    <a:gd name="T13" fmla="*/ 14 h 246"/>
                    <a:gd name="T14" fmla="*/ 230 w 241"/>
                    <a:gd name="T15" fmla="*/ 0 h 246"/>
                    <a:gd name="T16" fmla="*/ 10 w 241"/>
                    <a:gd name="T17" fmla="*/ 215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246">
                      <a:moveTo>
                        <a:pt x="10" y="215"/>
                      </a:moveTo>
                      <a:cubicBezTo>
                        <a:pt x="6" y="221"/>
                        <a:pt x="3" y="227"/>
                        <a:pt x="0" y="233"/>
                      </a:cubicBezTo>
                      <a:cubicBezTo>
                        <a:pt x="3" y="237"/>
                        <a:pt x="7" y="241"/>
                        <a:pt x="11" y="246"/>
                      </a:cubicBezTo>
                      <a:cubicBezTo>
                        <a:pt x="12" y="246"/>
                        <a:pt x="12" y="246"/>
                        <a:pt x="12" y="246"/>
                      </a:cubicBezTo>
                      <a:cubicBezTo>
                        <a:pt x="16" y="239"/>
                        <a:pt x="20" y="231"/>
                        <a:pt x="24" y="223"/>
                      </a:cubicBezTo>
                      <a:cubicBezTo>
                        <a:pt x="57" y="167"/>
                        <a:pt x="104" y="111"/>
                        <a:pt x="153" y="70"/>
                      </a:cubicBezTo>
                      <a:cubicBezTo>
                        <a:pt x="184" y="44"/>
                        <a:pt x="214" y="25"/>
                        <a:pt x="241" y="14"/>
                      </a:cubicBezTo>
                      <a:cubicBezTo>
                        <a:pt x="237" y="9"/>
                        <a:pt x="234" y="4"/>
                        <a:pt x="230" y="0"/>
                      </a:cubicBezTo>
                      <a:cubicBezTo>
                        <a:pt x="154" y="32"/>
                        <a:pt x="64" y="120"/>
                        <a:pt x="10" y="215"/>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6" name="Freeform 28">
                  <a:extLst>
                    <a:ext uri="{FF2B5EF4-FFF2-40B4-BE49-F238E27FC236}">
                      <a16:creationId xmlns:a16="http://schemas.microsoft.com/office/drawing/2014/main" id="{4224B865-B1D3-E905-5CB3-48DC13F48384}"/>
                    </a:ext>
                  </a:extLst>
                </p:cNvPr>
                <p:cNvSpPr>
                  <a:spLocks/>
                </p:cNvSpPr>
                <p:nvPr/>
              </p:nvSpPr>
              <p:spPr bwMode="auto">
                <a:xfrm>
                  <a:off x="5418744" y="1843782"/>
                  <a:ext cx="174142" cy="221989"/>
                </a:xfrm>
                <a:custGeom>
                  <a:avLst/>
                  <a:gdLst>
                    <a:gd name="T0" fmla="*/ 119 w 200"/>
                    <a:gd name="T1" fmla="*/ 0 h 274"/>
                    <a:gd name="T2" fmla="*/ 112 w 200"/>
                    <a:gd name="T3" fmla="*/ 16 h 274"/>
                    <a:gd name="T4" fmla="*/ 118 w 200"/>
                    <a:gd name="T5" fmla="*/ 20 h 274"/>
                    <a:gd name="T6" fmla="*/ 183 w 200"/>
                    <a:gd name="T7" fmla="*/ 118 h 274"/>
                    <a:gd name="T8" fmla="*/ 118 w 200"/>
                    <a:gd name="T9" fmla="*/ 217 h 274"/>
                    <a:gd name="T10" fmla="*/ 40 w 200"/>
                    <a:gd name="T11" fmla="*/ 249 h 274"/>
                    <a:gd name="T12" fmla="*/ 4 w 200"/>
                    <a:gd name="T13" fmla="*/ 256 h 274"/>
                    <a:gd name="T14" fmla="*/ 0 w 200"/>
                    <a:gd name="T15" fmla="*/ 274 h 274"/>
                    <a:gd name="T16" fmla="*/ 200 w 200"/>
                    <a:gd name="T17" fmla="*/ 118 h 274"/>
                    <a:gd name="T18" fmla="*/ 119 w 200"/>
                    <a:gd name="T19" fmla="*/ 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274">
                      <a:moveTo>
                        <a:pt x="119" y="0"/>
                      </a:moveTo>
                      <a:cubicBezTo>
                        <a:pt x="118" y="6"/>
                        <a:pt x="115" y="11"/>
                        <a:pt x="112" y="16"/>
                      </a:cubicBezTo>
                      <a:cubicBezTo>
                        <a:pt x="114" y="17"/>
                        <a:pt x="116" y="18"/>
                        <a:pt x="118" y="20"/>
                      </a:cubicBezTo>
                      <a:cubicBezTo>
                        <a:pt x="160" y="46"/>
                        <a:pt x="183" y="81"/>
                        <a:pt x="183" y="118"/>
                      </a:cubicBezTo>
                      <a:cubicBezTo>
                        <a:pt x="183" y="156"/>
                        <a:pt x="160" y="191"/>
                        <a:pt x="118" y="217"/>
                      </a:cubicBezTo>
                      <a:cubicBezTo>
                        <a:pt x="96" y="231"/>
                        <a:pt x="70" y="242"/>
                        <a:pt x="40" y="249"/>
                      </a:cubicBezTo>
                      <a:cubicBezTo>
                        <a:pt x="28" y="252"/>
                        <a:pt x="17" y="255"/>
                        <a:pt x="4" y="256"/>
                      </a:cubicBezTo>
                      <a:cubicBezTo>
                        <a:pt x="3" y="263"/>
                        <a:pt x="2" y="269"/>
                        <a:pt x="0" y="274"/>
                      </a:cubicBezTo>
                      <a:cubicBezTo>
                        <a:pt x="122" y="258"/>
                        <a:pt x="200" y="194"/>
                        <a:pt x="200" y="118"/>
                      </a:cubicBezTo>
                      <a:cubicBezTo>
                        <a:pt x="200" y="71"/>
                        <a:pt x="170" y="29"/>
                        <a:pt x="119" y="0"/>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7" name="Freeform 29">
                  <a:extLst>
                    <a:ext uri="{FF2B5EF4-FFF2-40B4-BE49-F238E27FC236}">
                      <a16:creationId xmlns:a16="http://schemas.microsoft.com/office/drawing/2014/main" id="{95E189E1-797B-61E8-8F00-A2FD4F2301AD}"/>
                    </a:ext>
                  </a:extLst>
                </p:cNvPr>
                <p:cNvSpPr>
                  <a:spLocks/>
                </p:cNvSpPr>
                <p:nvPr/>
              </p:nvSpPr>
              <p:spPr bwMode="auto">
                <a:xfrm>
                  <a:off x="5363711" y="1809701"/>
                  <a:ext cx="102023" cy="25210"/>
                </a:xfrm>
                <a:custGeom>
                  <a:avLst/>
                  <a:gdLst>
                    <a:gd name="T0" fmla="*/ 111 w 117"/>
                    <a:gd name="T1" fmla="*/ 31 h 31"/>
                    <a:gd name="T2" fmla="*/ 117 w 117"/>
                    <a:gd name="T3" fmla="*/ 15 h 31"/>
                    <a:gd name="T4" fmla="*/ 0 w 117"/>
                    <a:gd name="T5" fmla="*/ 0 h 31"/>
                    <a:gd name="T6" fmla="*/ 9 w 117"/>
                    <a:gd name="T7" fmla="*/ 17 h 31"/>
                    <a:gd name="T8" fmla="*/ 103 w 117"/>
                    <a:gd name="T9" fmla="*/ 29 h 31"/>
                    <a:gd name="T10" fmla="*/ 111 w 117"/>
                    <a:gd name="T11" fmla="*/ 31 h 31"/>
                  </a:gdLst>
                  <a:ahLst/>
                  <a:cxnLst>
                    <a:cxn ang="0">
                      <a:pos x="T0" y="T1"/>
                    </a:cxn>
                    <a:cxn ang="0">
                      <a:pos x="T2" y="T3"/>
                    </a:cxn>
                    <a:cxn ang="0">
                      <a:pos x="T4" y="T5"/>
                    </a:cxn>
                    <a:cxn ang="0">
                      <a:pos x="T6" y="T7"/>
                    </a:cxn>
                    <a:cxn ang="0">
                      <a:pos x="T8" y="T9"/>
                    </a:cxn>
                    <a:cxn ang="0">
                      <a:pos x="T10" y="T11"/>
                    </a:cxn>
                  </a:cxnLst>
                  <a:rect l="0" t="0" r="r" b="b"/>
                  <a:pathLst>
                    <a:path w="117" h="31">
                      <a:moveTo>
                        <a:pt x="111" y="31"/>
                      </a:moveTo>
                      <a:cubicBezTo>
                        <a:pt x="112" y="25"/>
                        <a:pt x="114" y="20"/>
                        <a:pt x="117" y="15"/>
                      </a:cubicBezTo>
                      <a:cubicBezTo>
                        <a:pt x="83" y="6"/>
                        <a:pt x="44" y="0"/>
                        <a:pt x="0" y="0"/>
                      </a:cubicBezTo>
                      <a:cubicBezTo>
                        <a:pt x="3" y="6"/>
                        <a:pt x="6" y="11"/>
                        <a:pt x="9" y="17"/>
                      </a:cubicBezTo>
                      <a:cubicBezTo>
                        <a:pt x="42" y="18"/>
                        <a:pt x="74" y="22"/>
                        <a:pt x="103" y="29"/>
                      </a:cubicBezTo>
                      <a:cubicBezTo>
                        <a:pt x="106" y="30"/>
                        <a:pt x="108" y="31"/>
                        <a:pt x="111" y="31"/>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8" name="Freeform 30">
                  <a:extLst>
                    <a:ext uri="{FF2B5EF4-FFF2-40B4-BE49-F238E27FC236}">
                      <a16:creationId xmlns:a16="http://schemas.microsoft.com/office/drawing/2014/main" id="{34DFC7D9-03C4-F613-9537-137D01F131B0}"/>
                    </a:ext>
                  </a:extLst>
                </p:cNvPr>
                <p:cNvSpPr>
                  <a:spLocks/>
                </p:cNvSpPr>
                <p:nvPr/>
              </p:nvSpPr>
              <p:spPr bwMode="auto">
                <a:xfrm>
                  <a:off x="5190322" y="1672913"/>
                  <a:ext cx="253550" cy="443043"/>
                </a:xfrm>
                <a:custGeom>
                  <a:avLst/>
                  <a:gdLst>
                    <a:gd name="T0" fmla="*/ 3 w 291"/>
                    <a:gd name="T1" fmla="*/ 0 h 547"/>
                    <a:gd name="T2" fmla="*/ 3 w 291"/>
                    <a:gd name="T3" fmla="*/ 4 h 547"/>
                    <a:gd name="T4" fmla="*/ 0 w 291"/>
                    <a:gd name="T5" fmla="*/ 17 h 547"/>
                    <a:gd name="T6" fmla="*/ 66 w 291"/>
                    <a:gd name="T7" fmla="*/ 51 h 547"/>
                    <a:gd name="T8" fmla="*/ 127 w 291"/>
                    <a:gd name="T9" fmla="*/ 111 h 547"/>
                    <a:gd name="T10" fmla="*/ 127 w 291"/>
                    <a:gd name="T11" fmla="*/ 111 h 547"/>
                    <a:gd name="T12" fmla="*/ 131 w 291"/>
                    <a:gd name="T13" fmla="*/ 116 h 547"/>
                    <a:gd name="T14" fmla="*/ 143 w 291"/>
                    <a:gd name="T15" fmla="*/ 133 h 547"/>
                    <a:gd name="T16" fmla="*/ 151 w 291"/>
                    <a:gd name="T17" fmla="*/ 144 h 547"/>
                    <a:gd name="T18" fmla="*/ 151 w 291"/>
                    <a:gd name="T19" fmla="*/ 144 h 547"/>
                    <a:gd name="T20" fmla="*/ 165 w 291"/>
                    <a:gd name="T21" fmla="*/ 167 h 547"/>
                    <a:gd name="T22" fmla="*/ 238 w 291"/>
                    <a:gd name="T23" fmla="*/ 385 h 547"/>
                    <a:gd name="T24" fmla="*/ 235 w 291"/>
                    <a:gd name="T25" fmla="*/ 475 h 547"/>
                    <a:gd name="T26" fmla="*/ 205 w 291"/>
                    <a:gd name="T27" fmla="*/ 523 h 547"/>
                    <a:gd name="T28" fmla="*/ 178 w 291"/>
                    <a:gd name="T29" fmla="*/ 530 h 547"/>
                    <a:gd name="T30" fmla="*/ 176 w 291"/>
                    <a:gd name="T31" fmla="*/ 529 h 547"/>
                    <a:gd name="T32" fmla="*/ 164 w 291"/>
                    <a:gd name="T33" fmla="*/ 546 h 547"/>
                    <a:gd name="T34" fmla="*/ 178 w 291"/>
                    <a:gd name="T35" fmla="*/ 547 h 547"/>
                    <a:gd name="T36" fmla="*/ 214 w 291"/>
                    <a:gd name="T37" fmla="*/ 538 h 547"/>
                    <a:gd name="T38" fmla="*/ 180 w 291"/>
                    <a:gd name="T39" fmla="*/ 159 h 547"/>
                    <a:gd name="T40" fmla="*/ 3 w 291"/>
                    <a:gd name="T41" fmla="*/ 0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1" h="547">
                      <a:moveTo>
                        <a:pt x="3" y="0"/>
                      </a:moveTo>
                      <a:cubicBezTo>
                        <a:pt x="3" y="2"/>
                        <a:pt x="3" y="3"/>
                        <a:pt x="3" y="4"/>
                      </a:cubicBezTo>
                      <a:cubicBezTo>
                        <a:pt x="3" y="9"/>
                        <a:pt x="2" y="13"/>
                        <a:pt x="0" y="17"/>
                      </a:cubicBezTo>
                      <a:cubicBezTo>
                        <a:pt x="22" y="23"/>
                        <a:pt x="44" y="35"/>
                        <a:pt x="66" y="51"/>
                      </a:cubicBezTo>
                      <a:cubicBezTo>
                        <a:pt x="87" y="67"/>
                        <a:pt x="108" y="87"/>
                        <a:pt x="127" y="111"/>
                      </a:cubicBezTo>
                      <a:cubicBezTo>
                        <a:pt x="127" y="111"/>
                        <a:pt x="127" y="111"/>
                        <a:pt x="127" y="111"/>
                      </a:cubicBezTo>
                      <a:cubicBezTo>
                        <a:pt x="131" y="116"/>
                        <a:pt x="131" y="116"/>
                        <a:pt x="131" y="116"/>
                      </a:cubicBezTo>
                      <a:cubicBezTo>
                        <a:pt x="135" y="121"/>
                        <a:pt x="139" y="127"/>
                        <a:pt x="143" y="133"/>
                      </a:cubicBezTo>
                      <a:cubicBezTo>
                        <a:pt x="151" y="144"/>
                        <a:pt x="151" y="144"/>
                        <a:pt x="151" y="144"/>
                      </a:cubicBezTo>
                      <a:cubicBezTo>
                        <a:pt x="151" y="144"/>
                        <a:pt x="151" y="144"/>
                        <a:pt x="151" y="144"/>
                      </a:cubicBezTo>
                      <a:cubicBezTo>
                        <a:pt x="156" y="152"/>
                        <a:pt x="161" y="159"/>
                        <a:pt x="165" y="167"/>
                      </a:cubicBezTo>
                      <a:cubicBezTo>
                        <a:pt x="203" y="233"/>
                        <a:pt x="230" y="314"/>
                        <a:pt x="238" y="385"/>
                      </a:cubicBezTo>
                      <a:cubicBezTo>
                        <a:pt x="242" y="420"/>
                        <a:pt x="241" y="451"/>
                        <a:pt x="235" y="475"/>
                      </a:cubicBezTo>
                      <a:cubicBezTo>
                        <a:pt x="230" y="499"/>
                        <a:pt x="219" y="515"/>
                        <a:pt x="205" y="523"/>
                      </a:cubicBezTo>
                      <a:cubicBezTo>
                        <a:pt x="198" y="527"/>
                        <a:pt x="188" y="530"/>
                        <a:pt x="178" y="530"/>
                      </a:cubicBezTo>
                      <a:cubicBezTo>
                        <a:pt x="177" y="530"/>
                        <a:pt x="176" y="529"/>
                        <a:pt x="176" y="529"/>
                      </a:cubicBezTo>
                      <a:cubicBezTo>
                        <a:pt x="172" y="535"/>
                        <a:pt x="168" y="541"/>
                        <a:pt x="164" y="546"/>
                      </a:cubicBezTo>
                      <a:cubicBezTo>
                        <a:pt x="169" y="546"/>
                        <a:pt x="173" y="547"/>
                        <a:pt x="178" y="547"/>
                      </a:cubicBezTo>
                      <a:cubicBezTo>
                        <a:pt x="191" y="547"/>
                        <a:pt x="203" y="544"/>
                        <a:pt x="214" y="538"/>
                      </a:cubicBezTo>
                      <a:cubicBezTo>
                        <a:pt x="291" y="493"/>
                        <a:pt x="259" y="296"/>
                        <a:pt x="180" y="159"/>
                      </a:cubicBezTo>
                      <a:cubicBezTo>
                        <a:pt x="129" y="70"/>
                        <a:pt x="64" y="16"/>
                        <a:pt x="3" y="0"/>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9" name="Freeform 31">
                  <a:extLst>
                    <a:ext uri="{FF2B5EF4-FFF2-40B4-BE49-F238E27FC236}">
                      <a16:creationId xmlns:a16="http://schemas.microsoft.com/office/drawing/2014/main" id="{4725FA5A-72BB-9E9A-9C27-11382C25E38F}"/>
                    </a:ext>
                  </a:extLst>
                </p:cNvPr>
                <p:cNvSpPr>
                  <a:spLocks/>
                </p:cNvSpPr>
                <p:nvPr/>
              </p:nvSpPr>
              <p:spPr bwMode="auto">
                <a:xfrm>
                  <a:off x="5036031" y="1673614"/>
                  <a:ext cx="96746" cy="256769"/>
                </a:xfrm>
                <a:custGeom>
                  <a:avLst/>
                  <a:gdLst>
                    <a:gd name="T0" fmla="*/ 90 w 111"/>
                    <a:gd name="T1" fmla="*/ 301 h 317"/>
                    <a:gd name="T2" fmla="*/ 53 w 111"/>
                    <a:gd name="T3" fmla="*/ 213 h 317"/>
                    <a:gd name="T4" fmla="*/ 42 w 111"/>
                    <a:gd name="T5" fmla="*/ 130 h 317"/>
                    <a:gd name="T6" fmla="*/ 95 w 111"/>
                    <a:gd name="T7" fmla="*/ 24 h 317"/>
                    <a:gd name="T8" fmla="*/ 111 w 111"/>
                    <a:gd name="T9" fmla="*/ 17 h 317"/>
                    <a:gd name="T10" fmla="*/ 108 w 111"/>
                    <a:gd name="T11" fmla="*/ 3 h 317"/>
                    <a:gd name="T12" fmla="*/ 109 w 111"/>
                    <a:gd name="T13" fmla="*/ 0 h 317"/>
                    <a:gd name="T14" fmla="*/ 87 w 111"/>
                    <a:gd name="T15" fmla="*/ 9 h 317"/>
                    <a:gd name="T16" fmla="*/ 79 w 111"/>
                    <a:gd name="T17" fmla="*/ 317 h 317"/>
                    <a:gd name="T18" fmla="*/ 90 w 111"/>
                    <a:gd name="T19" fmla="*/ 30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317">
                      <a:moveTo>
                        <a:pt x="90" y="301"/>
                      </a:moveTo>
                      <a:cubicBezTo>
                        <a:pt x="73" y="271"/>
                        <a:pt x="61" y="242"/>
                        <a:pt x="53" y="213"/>
                      </a:cubicBezTo>
                      <a:cubicBezTo>
                        <a:pt x="45" y="184"/>
                        <a:pt x="41" y="155"/>
                        <a:pt x="42" y="130"/>
                      </a:cubicBezTo>
                      <a:cubicBezTo>
                        <a:pt x="44" y="81"/>
                        <a:pt x="63" y="43"/>
                        <a:pt x="95" y="24"/>
                      </a:cubicBezTo>
                      <a:cubicBezTo>
                        <a:pt x="100" y="21"/>
                        <a:pt x="106" y="19"/>
                        <a:pt x="111" y="17"/>
                      </a:cubicBezTo>
                      <a:cubicBezTo>
                        <a:pt x="109" y="13"/>
                        <a:pt x="108" y="8"/>
                        <a:pt x="108" y="3"/>
                      </a:cubicBezTo>
                      <a:cubicBezTo>
                        <a:pt x="108" y="2"/>
                        <a:pt x="108" y="1"/>
                        <a:pt x="109" y="0"/>
                      </a:cubicBezTo>
                      <a:cubicBezTo>
                        <a:pt x="101" y="2"/>
                        <a:pt x="94" y="5"/>
                        <a:pt x="87" y="9"/>
                      </a:cubicBezTo>
                      <a:cubicBezTo>
                        <a:pt x="10" y="54"/>
                        <a:pt x="0" y="180"/>
                        <a:pt x="79" y="317"/>
                      </a:cubicBezTo>
                      <a:cubicBezTo>
                        <a:pt x="82" y="312"/>
                        <a:pt x="86" y="306"/>
                        <a:pt x="90" y="301"/>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0" name="Freeform 32">
                  <a:extLst>
                    <a:ext uri="{FF2B5EF4-FFF2-40B4-BE49-F238E27FC236}">
                      <a16:creationId xmlns:a16="http://schemas.microsoft.com/office/drawing/2014/main" id="{87627F39-640F-E0C7-9ADC-3EF390EE7B68}"/>
                    </a:ext>
                  </a:extLst>
                </p:cNvPr>
                <p:cNvSpPr>
                  <a:spLocks/>
                </p:cNvSpPr>
                <p:nvPr/>
              </p:nvSpPr>
              <p:spPr bwMode="auto">
                <a:xfrm>
                  <a:off x="5065683" y="1994341"/>
                  <a:ext cx="26888" cy="45518"/>
                </a:xfrm>
                <a:custGeom>
                  <a:avLst/>
                  <a:gdLst>
                    <a:gd name="T0" fmla="*/ 0 w 31"/>
                    <a:gd name="T1" fmla="*/ 53 h 56"/>
                    <a:gd name="T2" fmla="*/ 2 w 31"/>
                    <a:gd name="T3" fmla="*/ 53 h 56"/>
                    <a:gd name="T4" fmla="*/ 17 w 31"/>
                    <a:gd name="T5" fmla="*/ 56 h 56"/>
                    <a:gd name="T6" fmla="*/ 19 w 31"/>
                    <a:gd name="T7" fmla="*/ 47 h 56"/>
                    <a:gd name="T8" fmla="*/ 31 w 31"/>
                    <a:gd name="T9" fmla="*/ 13 h 56"/>
                    <a:gd name="T10" fmla="*/ 17 w 31"/>
                    <a:gd name="T11" fmla="*/ 0 h 56"/>
                    <a:gd name="T12" fmla="*/ 0 w 31"/>
                    <a:gd name="T13" fmla="*/ 53 h 56"/>
                  </a:gdLst>
                  <a:ahLst/>
                  <a:cxnLst>
                    <a:cxn ang="0">
                      <a:pos x="T0" y="T1"/>
                    </a:cxn>
                    <a:cxn ang="0">
                      <a:pos x="T2" y="T3"/>
                    </a:cxn>
                    <a:cxn ang="0">
                      <a:pos x="T4" y="T5"/>
                    </a:cxn>
                    <a:cxn ang="0">
                      <a:pos x="T6" y="T7"/>
                    </a:cxn>
                    <a:cxn ang="0">
                      <a:pos x="T8" y="T9"/>
                    </a:cxn>
                    <a:cxn ang="0">
                      <a:pos x="T10" y="T11"/>
                    </a:cxn>
                    <a:cxn ang="0">
                      <a:pos x="T12" y="T13"/>
                    </a:cxn>
                  </a:cxnLst>
                  <a:rect l="0" t="0" r="r" b="b"/>
                  <a:pathLst>
                    <a:path w="31" h="56">
                      <a:moveTo>
                        <a:pt x="0" y="53"/>
                      </a:moveTo>
                      <a:cubicBezTo>
                        <a:pt x="0" y="53"/>
                        <a:pt x="1" y="53"/>
                        <a:pt x="2" y="53"/>
                      </a:cubicBezTo>
                      <a:cubicBezTo>
                        <a:pt x="7" y="53"/>
                        <a:pt x="12" y="54"/>
                        <a:pt x="17" y="56"/>
                      </a:cubicBezTo>
                      <a:cubicBezTo>
                        <a:pt x="17" y="53"/>
                        <a:pt x="18" y="50"/>
                        <a:pt x="19" y="47"/>
                      </a:cubicBezTo>
                      <a:cubicBezTo>
                        <a:pt x="22" y="36"/>
                        <a:pt x="26" y="24"/>
                        <a:pt x="31" y="13"/>
                      </a:cubicBezTo>
                      <a:cubicBezTo>
                        <a:pt x="26" y="9"/>
                        <a:pt x="21" y="5"/>
                        <a:pt x="17" y="0"/>
                      </a:cubicBezTo>
                      <a:cubicBezTo>
                        <a:pt x="10" y="18"/>
                        <a:pt x="4" y="36"/>
                        <a:pt x="0" y="53"/>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2" name="Freeform 33">
                  <a:extLst>
                    <a:ext uri="{FF2B5EF4-FFF2-40B4-BE49-F238E27FC236}">
                      <a16:creationId xmlns:a16="http://schemas.microsoft.com/office/drawing/2014/main" id="{956E7524-C584-5181-72D1-99B8FF65647F}"/>
                    </a:ext>
                  </a:extLst>
                </p:cNvPr>
                <p:cNvSpPr>
                  <a:spLocks/>
                </p:cNvSpPr>
                <p:nvPr/>
              </p:nvSpPr>
              <p:spPr bwMode="auto">
                <a:xfrm>
                  <a:off x="5056888" y="2077908"/>
                  <a:ext cx="290238" cy="131886"/>
                </a:xfrm>
                <a:custGeom>
                  <a:avLst/>
                  <a:gdLst>
                    <a:gd name="T0" fmla="*/ 313 w 333"/>
                    <a:gd name="T1" fmla="*/ 0 h 163"/>
                    <a:gd name="T2" fmla="*/ 219 w 333"/>
                    <a:gd name="T3" fmla="*/ 107 h 163"/>
                    <a:gd name="T4" fmla="*/ 120 w 333"/>
                    <a:gd name="T5" fmla="*/ 146 h 163"/>
                    <a:gd name="T6" fmla="*/ 71 w 333"/>
                    <a:gd name="T7" fmla="*/ 133 h 163"/>
                    <a:gd name="T8" fmla="*/ 18 w 333"/>
                    <a:gd name="T9" fmla="*/ 28 h 163"/>
                    <a:gd name="T10" fmla="*/ 18 w 333"/>
                    <a:gd name="T11" fmla="*/ 21 h 163"/>
                    <a:gd name="T12" fmla="*/ 12 w 333"/>
                    <a:gd name="T13" fmla="*/ 21 h 163"/>
                    <a:gd name="T14" fmla="*/ 0 w 333"/>
                    <a:gd name="T15" fmla="*/ 19 h 163"/>
                    <a:gd name="T16" fmla="*/ 63 w 333"/>
                    <a:gd name="T17" fmla="*/ 148 h 163"/>
                    <a:gd name="T18" fmla="*/ 120 w 333"/>
                    <a:gd name="T19" fmla="*/ 163 h 163"/>
                    <a:gd name="T20" fmla="*/ 333 w 333"/>
                    <a:gd name="T21" fmla="*/ 1 h 163"/>
                    <a:gd name="T22" fmla="*/ 313 w 333"/>
                    <a:gd name="T2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3" h="163">
                      <a:moveTo>
                        <a:pt x="313" y="0"/>
                      </a:moveTo>
                      <a:cubicBezTo>
                        <a:pt x="286" y="45"/>
                        <a:pt x="254" y="82"/>
                        <a:pt x="219" y="107"/>
                      </a:cubicBezTo>
                      <a:cubicBezTo>
                        <a:pt x="186" y="133"/>
                        <a:pt x="151" y="146"/>
                        <a:pt x="120" y="146"/>
                      </a:cubicBezTo>
                      <a:cubicBezTo>
                        <a:pt x="102" y="146"/>
                        <a:pt x="86" y="142"/>
                        <a:pt x="71" y="133"/>
                      </a:cubicBezTo>
                      <a:cubicBezTo>
                        <a:pt x="39" y="114"/>
                        <a:pt x="20" y="77"/>
                        <a:pt x="18" y="28"/>
                      </a:cubicBezTo>
                      <a:cubicBezTo>
                        <a:pt x="18" y="26"/>
                        <a:pt x="18" y="23"/>
                        <a:pt x="18" y="21"/>
                      </a:cubicBezTo>
                      <a:cubicBezTo>
                        <a:pt x="16" y="21"/>
                        <a:pt x="14" y="21"/>
                        <a:pt x="12" y="21"/>
                      </a:cubicBezTo>
                      <a:cubicBezTo>
                        <a:pt x="8" y="21"/>
                        <a:pt x="4" y="21"/>
                        <a:pt x="0" y="19"/>
                      </a:cubicBezTo>
                      <a:cubicBezTo>
                        <a:pt x="0" y="78"/>
                        <a:pt x="22" y="125"/>
                        <a:pt x="63" y="148"/>
                      </a:cubicBezTo>
                      <a:cubicBezTo>
                        <a:pt x="80" y="158"/>
                        <a:pt x="99" y="163"/>
                        <a:pt x="120" y="163"/>
                      </a:cubicBezTo>
                      <a:cubicBezTo>
                        <a:pt x="189" y="163"/>
                        <a:pt x="271" y="106"/>
                        <a:pt x="333" y="1"/>
                      </a:cubicBezTo>
                      <a:cubicBezTo>
                        <a:pt x="326" y="1"/>
                        <a:pt x="320" y="0"/>
                        <a:pt x="313" y="0"/>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3" name="Freeform 34">
                  <a:extLst>
                    <a:ext uri="{FF2B5EF4-FFF2-40B4-BE49-F238E27FC236}">
                      <a16:creationId xmlns:a16="http://schemas.microsoft.com/office/drawing/2014/main" id="{9E7C5545-11E0-746D-EA68-3C973FB03FBD}"/>
                    </a:ext>
                  </a:extLst>
                </p:cNvPr>
                <p:cNvSpPr>
                  <a:spLocks noEditPoints="1"/>
                </p:cNvSpPr>
                <p:nvPr/>
              </p:nvSpPr>
              <p:spPr bwMode="auto">
                <a:xfrm>
                  <a:off x="5140567" y="1656807"/>
                  <a:ext cx="42719" cy="39682"/>
                </a:xfrm>
                <a:custGeom>
                  <a:avLst/>
                  <a:gdLst>
                    <a:gd name="T0" fmla="*/ 24 w 49"/>
                    <a:gd name="T1" fmla="*/ 49 h 49"/>
                    <a:gd name="T2" fmla="*/ 49 w 49"/>
                    <a:gd name="T3" fmla="*/ 24 h 49"/>
                    <a:gd name="T4" fmla="*/ 24 w 49"/>
                    <a:gd name="T5" fmla="*/ 0 h 49"/>
                    <a:gd name="T6" fmla="*/ 0 w 49"/>
                    <a:gd name="T7" fmla="*/ 24 h 49"/>
                    <a:gd name="T8" fmla="*/ 24 w 49"/>
                    <a:gd name="T9" fmla="*/ 49 h 49"/>
                    <a:gd name="T10" fmla="*/ 30 w 49"/>
                    <a:gd name="T11" fmla="*/ 8 h 49"/>
                    <a:gd name="T12" fmla="*/ 37 w 49"/>
                    <a:gd name="T13" fmla="*/ 8 h 49"/>
                    <a:gd name="T14" fmla="*/ 40 w 49"/>
                    <a:gd name="T15" fmla="*/ 15 h 49"/>
                    <a:gd name="T16" fmla="*/ 32 w 49"/>
                    <a:gd name="T17" fmla="*/ 15 h 49"/>
                    <a:gd name="T18" fmla="*/ 30 w 49"/>
                    <a:gd name="T19"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4" y="49"/>
                      </a:moveTo>
                      <a:cubicBezTo>
                        <a:pt x="38" y="49"/>
                        <a:pt x="49" y="38"/>
                        <a:pt x="49" y="24"/>
                      </a:cubicBezTo>
                      <a:cubicBezTo>
                        <a:pt x="49" y="11"/>
                        <a:pt x="38" y="0"/>
                        <a:pt x="24" y="0"/>
                      </a:cubicBezTo>
                      <a:cubicBezTo>
                        <a:pt x="11" y="0"/>
                        <a:pt x="0" y="11"/>
                        <a:pt x="0" y="24"/>
                      </a:cubicBezTo>
                      <a:cubicBezTo>
                        <a:pt x="0" y="38"/>
                        <a:pt x="11" y="49"/>
                        <a:pt x="24" y="49"/>
                      </a:cubicBezTo>
                      <a:close/>
                      <a:moveTo>
                        <a:pt x="30" y="8"/>
                      </a:moveTo>
                      <a:cubicBezTo>
                        <a:pt x="31" y="6"/>
                        <a:pt x="35" y="6"/>
                        <a:pt x="37" y="8"/>
                      </a:cubicBezTo>
                      <a:cubicBezTo>
                        <a:pt x="40" y="10"/>
                        <a:pt x="41" y="14"/>
                        <a:pt x="40" y="15"/>
                      </a:cubicBezTo>
                      <a:cubicBezTo>
                        <a:pt x="39" y="17"/>
                        <a:pt x="35" y="17"/>
                        <a:pt x="32" y="15"/>
                      </a:cubicBezTo>
                      <a:cubicBezTo>
                        <a:pt x="30" y="12"/>
                        <a:pt x="29" y="9"/>
                        <a:pt x="30" y="8"/>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4" name="Freeform 35">
                  <a:extLst>
                    <a:ext uri="{FF2B5EF4-FFF2-40B4-BE49-F238E27FC236}">
                      <a16:creationId xmlns:a16="http://schemas.microsoft.com/office/drawing/2014/main" id="{E3B8222C-116F-C884-C4FB-C7CFA8F2B015}"/>
                    </a:ext>
                  </a:extLst>
                </p:cNvPr>
                <p:cNvSpPr>
                  <a:spLocks noEditPoints="1"/>
                </p:cNvSpPr>
                <p:nvPr/>
              </p:nvSpPr>
              <p:spPr bwMode="auto">
                <a:xfrm>
                  <a:off x="5046334" y="2046162"/>
                  <a:ext cx="41965" cy="39682"/>
                </a:xfrm>
                <a:custGeom>
                  <a:avLst/>
                  <a:gdLst>
                    <a:gd name="T0" fmla="*/ 48 w 48"/>
                    <a:gd name="T1" fmla="*/ 24 h 49"/>
                    <a:gd name="T2" fmla="*/ 24 w 48"/>
                    <a:gd name="T3" fmla="*/ 0 h 49"/>
                    <a:gd name="T4" fmla="*/ 0 w 48"/>
                    <a:gd name="T5" fmla="*/ 24 h 49"/>
                    <a:gd name="T6" fmla="*/ 24 w 48"/>
                    <a:gd name="T7" fmla="*/ 49 h 49"/>
                    <a:gd name="T8" fmla="*/ 48 w 48"/>
                    <a:gd name="T9" fmla="*/ 24 h 49"/>
                    <a:gd name="T10" fmla="*/ 13 w 48"/>
                    <a:gd name="T11" fmla="*/ 33 h 49"/>
                    <a:gd name="T12" fmla="*/ 6 w 48"/>
                    <a:gd name="T13" fmla="*/ 29 h 49"/>
                    <a:gd name="T14" fmla="*/ 7 w 48"/>
                    <a:gd name="T15" fmla="*/ 21 h 49"/>
                    <a:gd name="T16" fmla="*/ 14 w 48"/>
                    <a:gd name="T17" fmla="*/ 25 h 49"/>
                    <a:gd name="T18" fmla="*/ 13 w 48"/>
                    <a:gd name="T19" fmla="*/ 3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9">
                      <a:moveTo>
                        <a:pt x="48" y="24"/>
                      </a:moveTo>
                      <a:cubicBezTo>
                        <a:pt x="48" y="11"/>
                        <a:pt x="37" y="0"/>
                        <a:pt x="24" y="0"/>
                      </a:cubicBezTo>
                      <a:cubicBezTo>
                        <a:pt x="10" y="0"/>
                        <a:pt x="0" y="11"/>
                        <a:pt x="0" y="24"/>
                      </a:cubicBezTo>
                      <a:cubicBezTo>
                        <a:pt x="0" y="38"/>
                        <a:pt x="10" y="49"/>
                        <a:pt x="24" y="49"/>
                      </a:cubicBezTo>
                      <a:cubicBezTo>
                        <a:pt x="37" y="49"/>
                        <a:pt x="48" y="38"/>
                        <a:pt x="48" y="24"/>
                      </a:cubicBezTo>
                      <a:close/>
                      <a:moveTo>
                        <a:pt x="13" y="33"/>
                      </a:moveTo>
                      <a:cubicBezTo>
                        <a:pt x="11" y="34"/>
                        <a:pt x="8" y="32"/>
                        <a:pt x="6" y="29"/>
                      </a:cubicBezTo>
                      <a:cubicBezTo>
                        <a:pt x="5" y="26"/>
                        <a:pt x="5" y="22"/>
                        <a:pt x="7" y="21"/>
                      </a:cubicBezTo>
                      <a:cubicBezTo>
                        <a:pt x="9" y="20"/>
                        <a:pt x="12" y="22"/>
                        <a:pt x="14" y="25"/>
                      </a:cubicBezTo>
                      <a:cubicBezTo>
                        <a:pt x="15" y="28"/>
                        <a:pt x="15" y="32"/>
                        <a:pt x="13" y="33"/>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5" name="Freeform 36">
                  <a:extLst>
                    <a:ext uri="{FF2B5EF4-FFF2-40B4-BE49-F238E27FC236}">
                      <a16:creationId xmlns:a16="http://schemas.microsoft.com/office/drawing/2014/main" id="{D8D17548-A634-F82D-7136-AC9D6B91F97F}"/>
                    </a:ext>
                  </a:extLst>
                </p:cNvPr>
                <p:cNvSpPr>
                  <a:spLocks noEditPoints="1"/>
                </p:cNvSpPr>
                <p:nvPr/>
              </p:nvSpPr>
              <p:spPr bwMode="auto">
                <a:xfrm>
                  <a:off x="5470006" y="1819505"/>
                  <a:ext cx="42719" cy="39682"/>
                </a:xfrm>
                <a:custGeom>
                  <a:avLst/>
                  <a:gdLst>
                    <a:gd name="T0" fmla="*/ 24 w 49"/>
                    <a:gd name="T1" fmla="*/ 49 h 49"/>
                    <a:gd name="T2" fmla="*/ 49 w 49"/>
                    <a:gd name="T3" fmla="*/ 24 h 49"/>
                    <a:gd name="T4" fmla="*/ 24 w 49"/>
                    <a:gd name="T5" fmla="*/ 0 h 49"/>
                    <a:gd name="T6" fmla="*/ 0 w 49"/>
                    <a:gd name="T7" fmla="*/ 24 h 49"/>
                    <a:gd name="T8" fmla="*/ 24 w 49"/>
                    <a:gd name="T9" fmla="*/ 49 h 49"/>
                    <a:gd name="T10" fmla="*/ 38 w 49"/>
                    <a:gd name="T11" fmla="*/ 13 h 49"/>
                    <a:gd name="T12" fmla="*/ 45 w 49"/>
                    <a:gd name="T13" fmla="*/ 17 h 49"/>
                    <a:gd name="T14" fmla="*/ 44 w 49"/>
                    <a:gd name="T15" fmla="*/ 24 h 49"/>
                    <a:gd name="T16" fmla="*/ 38 w 49"/>
                    <a:gd name="T17" fmla="*/ 20 h 49"/>
                    <a:gd name="T18" fmla="*/ 38 w 49"/>
                    <a:gd name="T19"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4" y="49"/>
                      </a:moveTo>
                      <a:cubicBezTo>
                        <a:pt x="38" y="49"/>
                        <a:pt x="49" y="38"/>
                        <a:pt x="49" y="24"/>
                      </a:cubicBezTo>
                      <a:cubicBezTo>
                        <a:pt x="49" y="11"/>
                        <a:pt x="38" y="0"/>
                        <a:pt x="24" y="0"/>
                      </a:cubicBezTo>
                      <a:cubicBezTo>
                        <a:pt x="11" y="0"/>
                        <a:pt x="0" y="11"/>
                        <a:pt x="0" y="24"/>
                      </a:cubicBezTo>
                      <a:cubicBezTo>
                        <a:pt x="0" y="38"/>
                        <a:pt x="11" y="49"/>
                        <a:pt x="24" y="49"/>
                      </a:cubicBezTo>
                      <a:close/>
                      <a:moveTo>
                        <a:pt x="38" y="13"/>
                      </a:moveTo>
                      <a:cubicBezTo>
                        <a:pt x="40" y="12"/>
                        <a:pt x="43" y="14"/>
                        <a:pt x="45" y="17"/>
                      </a:cubicBezTo>
                      <a:cubicBezTo>
                        <a:pt x="46" y="20"/>
                        <a:pt x="46" y="23"/>
                        <a:pt x="44" y="24"/>
                      </a:cubicBezTo>
                      <a:cubicBezTo>
                        <a:pt x="42" y="25"/>
                        <a:pt x="39" y="23"/>
                        <a:pt x="38" y="20"/>
                      </a:cubicBezTo>
                      <a:cubicBezTo>
                        <a:pt x="36" y="17"/>
                        <a:pt x="36" y="14"/>
                        <a:pt x="38" y="13"/>
                      </a:cubicBezTo>
                      <a:close/>
                    </a:path>
                  </a:pathLst>
                </a:custGeom>
                <a:solidFill>
                  <a:srgbClr val="0D83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4096" name="TextBox 4095">
                <a:extLst>
                  <a:ext uri="{FF2B5EF4-FFF2-40B4-BE49-F238E27FC236}">
                    <a16:creationId xmlns:a16="http://schemas.microsoft.com/office/drawing/2014/main" id="{EA830B11-281C-32B1-78DE-74FF320EBDCC}"/>
                  </a:ext>
                </a:extLst>
              </p:cNvPr>
              <p:cNvSpPr txBox="1"/>
              <p:nvPr/>
            </p:nvSpPr>
            <p:spPr>
              <a:xfrm>
                <a:off x="4972273" y="2541741"/>
                <a:ext cx="2117811" cy="615553"/>
              </a:xfrm>
              <a:prstGeom prst="rect">
                <a:avLst/>
              </a:prstGeom>
              <a:noFill/>
            </p:spPr>
            <p:txBody>
              <a:bodyPr wrap="square" lIns="0" tIns="0" rIns="0" bIns="0" rtlCol="0">
                <a:spAutoFit/>
              </a:bodyPr>
              <a:lstStyle/>
              <a:p>
                <a:r>
                  <a:rPr lang="en-IN" sz="1000" b="1" dirty="0"/>
                  <a:t>E</a:t>
                </a:r>
                <a:r>
                  <a:rPr lang="en-US" sz="1000" b="1" dirty="0"/>
                  <a:t>ncourage Energy transition, Promote RE generation, DRE, pumped Hydro storage &amp; Energy Conservation</a:t>
                </a:r>
              </a:p>
            </p:txBody>
          </p:sp>
          <p:sp>
            <p:nvSpPr>
              <p:cNvPr id="106" name="TextBox 105">
                <a:extLst>
                  <a:ext uri="{FF2B5EF4-FFF2-40B4-BE49-F238E27FC236}">
                    <a16:creationId xmlns:a16="http://schemas.microsoft.com/office/drawing/2014/main" id="{77238D92-0181-C64E-5A43-DB4E68D29902}"/>
                  </a:ext>
                </a:extLst>
              </p:cNvPr>
              <p:cNvSpPr txBox="1"/>
              <p:nvPr/>
            </p:nvSpPr>
            <p:spPr>
              <a:xfrm>
                <a:off x="3239061" y="1653538"/>
                <a:ext cx="1422923" cy="769441"/>
              </a:xfrm>
              <a:prstGeom prst="rect">
                <a:avLst/>
              </a:prstGeom>
              <a:noFill/>
            </p:spPr>
            <p:txBody>
              <a:bodyPr wrap="square" lIns="0" tIns="0" rIns="0" bIns="0" rtlCol="0">
                <a:spAutoFit/>
              </a:bodyPr>
              <a:lstStyle/>
              <a:p>
                <a:pPr defTabSz="885893">
                  <a:buSzPct val="100000"/>
                  <a:defRPr/>
                </a:pPr>
                <a:r>
                  <a:rPr lang="en-US" sz="1000" b="1" kern="0" dirty="0">
                    <a:solidFill>
                      <a:srgbClr val="007680"/>
                    </a:solidFill>
                  </a:rPr>
                  <a:t>10% share of EV in the State by 2027</a:t>
                </a:r>
              </a:p>
              <a:p>
                <a:pPr defTabSz="885893">
                  <a:buSzPct val="100000"/>
                  <a:defRPr/>
                </a:pPr>
                <a:r>
                  <a:rPr lang="en-US" sz="1000" b="1" i="1" kern="0" dirty="0">
                    <a:solidFill>
                      <a:srgbClr val="007680"/>
                    </a:solidFill>
                  </a:rPr>
                  <a:t>50 charging stations per million population</a:t>
                </a:r>
              </a:p>
            </p:txBody>
          </p:sp>
        </p:grpSp>
      </p:grpSp>
      <p:grpSp>
        <p:nvGrpSpPr>
          <p:cNvPr id="10" name="Group 9">
            <a:extLst>
              <a:ext uri="{FF2B5EF4-FFF2-40B4-BE49-F238E27FC236}">
                <a16:creationId xmlns:a16="http://schemas.microsoft.com/office/drawing/2014/main" id="{23F21E0F-FA4B-3DA5-850F-AFB19F013A0A}"/>
              </a:ext>
            </a:extLst>
          </p:cNvPr>
          <p:cNvGrpSpPr/>
          <p:nvPr/>
        </p:nvGrpSpPr>
        <p:grpSpPr>
          <a:xfrm>
            <a:off x="5280974" y="3664209"/>
            <a:ext cx="6762163" cy="2467183"/>
            <a:chOff x="6404151" y="1443280"/>
            <a:chExt cx="6762163" cy="2467183"/>
          </a:xfrm>
        </p:grpSpPr>
        <p:graphicFrame>
          <p:nvGraphicFramePr>
            <p:cNvPr id="105" name="Group 3">
              <a:extLst>
                <a:ext uri="{FF2B5EF4-FFF2-40B4-BE49-F238E27FC236}">
                  <a16:creationId xmlns:a16="http://schemas.microsoft.com/office/drawing/2014/main" id="{F6179C34-3648-74DF-FDD2-D501A9107A56}"/>
                </a:ext>
              </a:extLst>
            </p:cNvPr>
            <p:cNvGraphicFramePr>
              <a:graphicFrameLocks/>
            </p:cNvGraphicFramePr>
            <p:nvPr>
              <p:custDataLst>
                <p:tags r:id="rId1"/>
              </p:custDataLst>
              <p:extLst>
                <p:ext uri="{D42A27DB-BD31-4B8C-83A1-F6EECF244321}">
                  <p14:modId xmlns:p14="http://schemas.microsoft.com/office/powerpoint/2010/main" val="3704318404"/>
                </p:ext>
              </p:extLst>
            </p:nvPr>
          </p:nvGraphicFramePr>
          <p:xfrm>
            <a:off x="6425165" y="1767389"/>
            <a:ext cx="6741149" cy="2143074"/>
          </p:xfrm>
          <a:graphic>
            <a:graphicData uri="http://schemas.openxmlformats.org/drawingml/2006/table">
              <a:tbl>
                <a:tblPr/>
                <a:tblGrid>
                  <a:gridCol w="3401951">
                    <a:extLst>
                      <a:ext uri="{9D8B030D-6E8A-4147-A177-3AD203B41FA5}">
                        <a16:colId xmlns:a16="http://schemas.microsoft.com/office/drawing/2014/main" val="20000"/>
                      </a:ext>
                    </a:extLst>
                  </a:gridCol>
                  <a:gridCol w="3339198">
                    <a:extLst>
                      <a:ext uri="{9D8B030D-6E8A-4147-A177-3AD203B41FA5}">
                        <a16:colId xmlns:a16="http://schemas.microsoft.com/office/drawing/2014/main" val="20001"/>
                      </a:ext>
                    </a:extLst>
                  </a:gridCol>
                </a:tblGrid>
                <a:tr h="294776">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rgbClr val="009A44"/>
                            </a:solidFill>
                            <a:effectLst/>
                            <a:latin typeface="Verdana" panose="020B0604030504040204" pitchFamily="34" charset="0"/>
                            <a:ea typeface="Verdana" panose="020B0604030504040204" pitchFamily="34" charset="0"/>
                            <a:cs typeface="+mn-cs"/>
                          </a:rPr>
                          <a:t>Implemented Projects</a:t>
                        </a:r>
                      </a:p>
                    </a:txBody>
                    <a:tcPr marT="0" marB="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u="none" strike="noStrike" cap="none" normalizeH="0" baseline="0" dirty="0">
                            <a:ln>
                              <a:noFill/>
                            </a:ln>
                            <a:solidFill>
                              <a:srgbClr val="009A44"/>
                            </a:solidFill>
                            <a:effectLst/>
                            <a:latin typeface="Verdana" panose="020B0604030504040204" pitchFamily="34" charset="0"/>
                            <a:ea typeface="Verdana" panose="020B0604030504040204" pitchFamily="34" charset="0"/>
                          </a:rPr>
                          <a:t>Identified Priority Areas</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17544">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Rooftop (Government Building)</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Park 80 MW</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94776">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Water Pumping System </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Solarization of Airports, 5 Nos. of Airport</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94776">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PM-KUSUM Scheme Component-B </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City Giridih</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94776">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Village electrification program </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Floating Solar 600 MW</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1218509"/>
                    </a:ext>
                  </a:extLst>
                </a:tr>
                <a:tr h="294776">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Home &amp; Street Lighting System</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13 small hydro electric potential site of 125 MW</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80666">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High Mast Solar Light </a:t>
                        </a: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Canal Top Solar</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0786708"/>
                    </a:ext>
                  </a:extLst>
                </a:tr>
              </a:tbl>
            </a:graphicData>
          </a:graphic>
        </p:graphicFrame>
        <p:sp>
          <p:nvSpPr>
            <p:cNvPr id="9" name="Rectangle 8">
              <a:extLst>
                <a:ext uri="{FF2B5EF4-FFF2-40B4-BE49-F238E27FC236}">
                  <a16:creationId xmlns:a16="http://schemas.microsoft.com/office/drawing/2014/main" id="{E77F03AB-CE7B-B24C-89C2-4EE96452DB48}"/>
                </a:ext>
              </a:extLst>
            </p:cNvPr>
            <p:cNvSpPr/>
            <p:nvPr/>
          </p:nvSpPr>
          <p:spPr bwMode="gray">
            <a:xfrm>
              <a:off x="6404151" y="1443280"/>
              <a:ext cx="6762163" cy="300215"/>
            </a:xfrm>
            <a:prstGeom prst="rect">
              <a:avLst/>
            </a:prstGeom>
            <a:solidFill>
              <a:srgbClr val="0D8390"/>
            </a:solidFill>
            <a:ln w="57150" algn="ctr">
              <a:solidFill>
                <a:sysClr val="window" lastClr="FFFFFF"/>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r>
                <a:rPr lang="en-US" sz="1200" b="1" kern="0" dirty="0">
                  <a:solidFill>
                    <a:prstClr val="white"/>
                  </a:solidFill>
                </a:rPr>
                <a:t>JREDA’s Presence in RE Sector</a:t>
              </a:r>
              <a:endParaRPr kumimoji="0" lang="en-US" sz="1200" b="1" i="0" u="none" strike="noStrike" kern="0" cap="none" spc="0" normalizeH="0" baseline="0" noProof="0" dirty="0">
                <a:ln>
                  <a:noFill/>
                </a:ln>
                <a:solidFill>
                  <a:prstClr val="white"/>
                </a:solidFill>
                <a:effectLst/>
                <a:uLnTx/>
                <a:uFillTx/>
              </a:endParaRPr>
            </a:p>
          </p:txBody>
        </p:sp>
      </p:grpSp>
      <p:graphicFrame>
        <p:nvGraphicFramePr>
          <p:cNvPr id="14" name="Chart 13">
            <a:extLst>
              <a:ext uri="{FF2B5EF4-FFF2-40B4-BE49-F238E27FC236}">
                <a16:creationId xmlns:a16="http://schemas.microsoft.com/office/drawing/2014/main" id="{37F407F7-0E15-CCB7-11BD-6CEF55CCBFCA}"/>
              </a:ext>
            </a:extLst>
          </p:cNvPr>
          <p:cNvGraphicFramePr/>
          <p:nvPr>
            <p:extLst>
              <p:ext uri="{D42A27DB-BD31-4B8C-83A1-F6EECF244321}">
                <p14:modId xmlns:p14="http://schemas.microsoft.com/office/powerpoint/2010/main" val="101969971"/>
              </p:ext>
            </p:extLst>
          </p:nvPr>
        </p:nvGraphicFramePr>
        <p:xfrm>
          <a:off x="164975" y="3664209"/>
          <a:ext cx="2796941" cy="246718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F860BFB8-E685-5AA6-52D2-80B60EC173E4}"/>
              </a:ext>
            </a:extLst>
          </p:cNvPr>
          <p:cNvGraphicFramePr/>
          <p:nvPr>
            <p:extLst>
              <p:ext uri="{D42A27DB-BD31-4B8C-83A1-F6EECF244321}">
                <p14:modId xmlns:p14="http://schemas.microsoft.com/office/powerpoint/2010/main" val="3189270780"/>
              </p:ext>
            </p:extLst>
          </p:nvPr>
        </p:nvGraphicFramePr>
        <p:xfrm>
          <a:off x="3003949" y="3551274"/>
          <a:ext cx="2144996" cy="2611786"/>
        </p:xfrm>
        <a:graphic>
          <a:graphicData uri="http://schemas.openxmlformats.org/drawingml/2006/chart">
            <c:chart xmlns:c="http://schemas.openxmlformats.org/drawingml/2006/chart" xmlns:r="http://schemas.openxmlformats.org/officeDocument/2006/relationships" r:id="rId5"/>
          </a:graphicData>
        </a:graphic>
      </p:graphicFrame>
      <p:grpSp>
        <p:nvGrpSpPr>
          <p:cNvPr id="17" name="Group 16">
            <a:extLst>
              <a:ext uri="{FF2B5EF4-FFF2-40B4-BE49-F238E27FC236}">
                <a16:creationId xmlns:a16="http://schemas.microsoft.com/office/drawing/2014/main" id="{E28BA8C2-370D-39EA-9CB2-1E7FDB49201B}"/>
              </a:ext>
            </a:extLst>
          </p:cNvPr>
          <p:cNvGrpSpPr/>
          <p:nvPr/>
        </p:nvGrpSpPr>
        <p:grpSpPr>
          <a:xfrm>
            <a:off x="362064" y="820776"/>
            <a:ext cx="4593145" cy="2464686"/>
            <a:chOff x="470090" y="2877061"/>
            <a:chExt cx="3687240" cy="2044584"/>
          </a:xfrm>
        </p:grpSpPr>
        <p:sp>
          <p:nvSpPr>
            <p:cNvPr id="19" name="Text Box 10">
              <a:extLst>
                <a:ext uri="{FF2B5EF4-FFF2-40B4-BE49-F238E27FC236}">
                  <a16:creationId xmlns:a16="http://schemas.microsoft.com/office/drawing/2014/main" id="{5D3B4D7F-0BB6-B7CC-4910-8CF26FC96ACC}"/>
                </a:ext>
              </a:extLst>
            </p:cNvPr>
            <p:cNvSpPr txBox="1">
              <a:spLocks noChangeArrowheads="1"/>
            </p:cNvSpPr>
            <p:nvPr/>
          </p:nvSpPr>
          <p:spPr bwMode="auto">
            <a:xfrm>
              <a:off x="470090" y="2877061"/>
              <a:ext cx="3687240" cy="200748"/>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0"/>
                </a:spcBef>
                <a:spcAft>
                  <a:spcPts val="0"/>
                </a:spcAft>
                <a:buClrTx/>
                <a:buSzTx/>
                <a:buFontTx/>
                <a:buNone/>
                <a:tabLst/>
                <a:defRPr/>
              </a:pPr>
              <a:r>
                <a:rPr lang="en-US" sz="1200" b="1" dirty="0">
                  <a:solidFill>
                    <a:prstClr val="white"/>
                  </a:solidFill>
                  <a:latin typeface="Verdana" panose="020B0604030504040204" pitchFamily="34" charset="0"/>
                  <a:ea typeface="Verdana" panose="020B0604030504040204" pitchFamily="34" charset="0"/>
                  <a:cs typeface="Arial" pitchFamily="34" charset="0"/>
                </a:rPr>
                <a:t>Vision of the State Govt of Jharkhand</a:t>
              </a:r>
              <a:endPar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itchFamily="34" charset="0"/>
              </a:endParaRPr>
            </a:p>
          </p:txBody>
        </p:sp>
        <p:sp>
          <p:nvSpPr>
            <p:cNvPr id="25" name="Rectangle 11">
              <a:extLst>
                <a:ext uri="{FF2B5EF4-FFF2-40B4-BE49-F238E27FC236}">
                  <a16:creationId xmlns:a16="http://schemas.microsoft.com/office/drawing/2014/main" id="{F3B8CF67-23EC-97DF-5310-B5375035F14A}"/>
                </a:ext>
              </a:extLst>
            </p:cNvPr>
            <p:cNvSpPr>
              <a:spLocks noChangeArrowheads="1"/>
            </p:cNvSpPr>
            <p:nvPr/>
          </p:nvSpPr>
          <p:spPr bwMode="auto">
            <a:xfrm>
              <a:off x="470090" y="3104079"/>
              <a:ext cx="3687240" cy="1817566"/>
            </a:xfrm>
            <a:prstGeom prst="rect">
              <a:avLst/>
            </a:prstGeom>
            <a:noFill/>
            <a:ln w="12700" algn="ctr">
              <a:solidFill>
                <a:srgbClr val="009A44"/>
              </a:solidFill>
              <a:miter lim="800000"/>
              <a:headEnd/>
              <a:tailEnd/>
            </a:ln>
          </p:spPr>
          <p:txBody>
            <a:bodyPr lIns="88900" tIns="88900" rIns="88900" bIns="88900" anchor="t" anchorCtr="0"/>
            <a:lstStyle/>
            <a:p>
              <a:pPr marL="285750" indent="-285750">
                <a:spcBef>
                  <a:spcPts val="300"/>
                </a:spcBef>
                <a:spcAft>
                  <a:spcPts val="300"/>
                </a:spcAft>
                <a:buFont typeface="Arial" panose="020B0604020202020204" pitchFamily="34" charset="0"/>
                <a:buChar char="•"/>
                <a:defRPr/>
              </a:pPr>
              <a:r>
                <a:rPr lang="en-US" sz="1000" b="1" i="1" dirty="0">
                  <a:solidFill>
                    <a:prstClr val="black"/>
                  </a:solidFill>
                  <a:latin typeface="Verdana" panose="020B0604030504040204" pitchFamily="34" charset="0"/>
                  <a:ea typeface="Verdana" panose="020B0604030504040204" pitchFamily="34" charset="0"/>
                </a:rPr>
                <a:t>Contribute to India’s clean energy ambitions</a:t>
              </a:r>
            </a:p>
            <a:p>
              <a:pPr marL="285750" indent="-285750">
                <a:spcBef>
                  <a:spcPts val="300"/>
                </a:spcBef>
                <a:spcAft>
                  <a:spcPts val="300"/>
                </a:spcAft>
                <a:buFont typeface="Arial" panose="020B0604020202020204" pitchFamily="34" charset="0"/>
                <a:buChar char="•"/>
                <a:defRPr/>
              </a:pPr>
              <a:r>
                <a:rPr lang="en-US" sz="1000" b="1" i="1" dirty="0">
                  <a:solidFill>
                    <a:prstClr val="black"/>
                  </a:solidFill>
                  <a:latin typeface="Verdana" panose="020B0604030504040204" pitchFamily="34" charset="0"/>
                  <a:ea typeface="Verdana" panose="020B0604030504040204" pitchFamily="34" charset="0"/>
                </a:rPr>
                <a:t>Reduction </a:t>
              </a:r>
              <a:r>
                <a:rPr lang="en-US" sz="1000" i="1" dirty="0">
                  <a:solidFill>
                    <a:prstClr val="black"/>
                  </a:solidFill>
                  <a:latin typeface="Verdana" panose="020B0604030504040204" pitchFamily="34" charset="0"/>
                  <a:ea typeface="Verdana" panose="020B0604030504040204" pitchFamily="34" charset="0"/>
                </a:rPr>
                <a:t>of total projected </a:t>
              </a:r>
              <a:r>
                <a:rPr lang="en-US" sz="1000" b="1" i="1" dirty="0">
                  <a:solidFill>
                    <a:prstClr val="black"/>
                  </a:solidFill>
                  <a:latin typeface="Verdana" panose="020B0604030504040204" pitchFamily="34" charset="0"/>
                  <a:ea typeface="Verdana" panose="020B0604030504040204" pitchFamily="34" charset="0"/>
                </a:rPr>
                <a:t>carbon emissions</a:t>
              </a:r>
            </a:p>
            <a:p>
              <a:pPr marL="285750" indent="-285750">
                <a:spcBef>
                  <a:spcPts val="300"/>
                </a:spcBef>
                <a:spcAft>
                  <a:spcPts val="300"/>
                </a:spcAft>
                <a:buFont typeface="Arial" panose="020B0604020202020204" pitchFamily="34" charset="0"/>
                <a:buChar char="•"/>
                <a:defRPr/>
              </a:pPr>
              <a:r>
                <a:rPr lang="en-US" sz="1000" b="1" i="1" dirty="0">
                  <a:solidFill>
                    <a:prstClr val="black"/>
                  </a:solidFill>
                  <a:latin typeface="Verdana" panose="020B0604030504040204" pitchFamily="34" charset="0"/>
                  <a:ea typeface="Verdana" panose="020B0604030504040204" pitchFamily="34" charset="0"/>
                </a:rPr>
                <a:t>Increase</a:t>
              </a:r>
              <a:r>
                <a:rPr lang="en-US" sz="1000" i="1" dirty="0">
                  <a:solidFill>
                    <a:prstClr val="black"/>
                  </a:solidFill>
                  <a:latin typeface="Verdana" panose="020B0604030504040204" pitchFamily="34" charset="0"/>
                  <a:ea typeface="Verdana" panose="020B0604030504040204" pitchFamily="34" charset="0"/>
                </a:rPr>
                <a:t> the </a:t>
              </a:r>
              <a:r>
                <a:rPr lang="en-US" sz="1000" b="1" i="1" dirty="0">
                  <a:solidFill>
                    <a:prstClr val="black"/>
                  </a:solidFill>
                  <a:latin typeface="Verdana" panose="020B0604030504040204" pitchFamily="34" charset="0"/>
                  <a:ea typeface="Verdana" panose="020B0604030504040204" pitchFamily="34" charset="0"/>
                </a:rPr>
                <a:t>share </a:t>
              </a:r>
              <a:r>
                <a:rPr lang="en-US" sz="1000" i="1" dirty="0">
                  <a:solidFill>
                    <a:prstClr val="black"/>
                  </a:solidFill>
                  <a:latin typeface="Verdana" panose="020B0604030504040204" pitchFamily="34" charset="0"/>
                  <a:ea typeface="Verdana" panose="020B0604030504040204" pitchFamily="34" charset="0"/>
                </a:rPr>
                <a:t>of </a:t>
              </a:r>
              <a:r>
                <a:rPr lang="en-US" sz="1000" b="1" i="1" dirty="0">
                  <a:solidFill>
                    <a:prstClr val="black"/>
                  </a:solidFill>
                  <a:latin typeface="Verdana" panose="020B0604030504040204" pitchFamily="34" charset="0"/>
                  <a:ea typeface="Verdana" panose="020B0604030504040204" pitchFamily="34" charset="0"/>
                </a:rPr>
                <a:t>solar electricity </a:t>
              </a:r>
              <a:r>
                <a:rPr lang="en-US" sz="1000" i="1" dirty="0">
                  <a:solidFill>
                    <a:prstClr val="black"/>
                  </a:solidFill>
                  <a:latin typeface="Verdana" panose="020B0604030504040204" pitchFamily="34" charset="0"/>
                  <a:ea typeface="Verdana" panose="020B0604030504040204" pitchFamily="34" charset="0"/>
                </a:rPr>
                <a:t>in State’s </a:t>
              </a:r>
              <a:r>
                <a:rPr lang="en-US" sz="1000" b="1" i="1" dirty="0">
                  <a:solidFill>
                    <a:prstClr val="black"/>
                  </a:solidFill>
                  <a:latin typeface="Verdana" panose="020B0604030504040204" pitchFamily="34" charset="0"/>
                  <a:ea typeface="Verdana" panose="020B0604030504040204" pitchFamily="34" charset="0"/>
                </a:rPr>
                <a:t>power purchase portfolio </a:t>
              </a:r>
            </a:p>
            <a:p>
              <a:pPr marL="285750" indent="-285750">
                <a:spcBef>
                  <a:spcPts val="300"/>
                </a:spcBef>
                <a:spcAft>
                  <a:spcPts val="300"/>
                </a:spcAft>
                <a:buFont typeface="Arial" panose="020B0604020202020204" pitchFamily="34" charset="0"/>
                <a:buChar char="•"/>
                <a:defRPr/>
              </a:pPr>
              <a:r>
                <a:rPr lang="en-US" sz="1000" i="1" dirty="0">
                  <a:solidFill>
                    <a:prstClr val="black"/>
                  </a:solidFill>
                  <a:latin typeface="Verdana" panose="020B0604030504040204" pitchFamily="34" charset="0"/>
                  <a:ea typeface="Verdana" panose="020B0604030504040204" pitchFamily="34" charset="0"/>
                </a:rPr>
                <a:t>Help DISCOMs </a:t>
              </a:r>
              <a:r>
                <a:rPr lang="en-US" sz="1000" b="1" i="1" dirty="0">
                  <a:solidFill>
                    <a:prstClr val="black"/>
                  </a:solidFill>
                  <a:latin typeface="Verdana" panose="020B0604030504040204" pitchFamily="34" charset="0"/>
                  <a:ea typeface="Verdana" panose="020B0604030504040204" pitchFamily="34" charset="0"/>
                </a:rPr>
                <a:t>meet its RPO trajectory</a:t>
              </a:r>
              <a:endParaRPr lang="en-US" sz="1000" i="1" dirty="0">
                <a:solidFill>
                  <a:prstClr val="black"/>
                </a:solidFill>
                <a:latin typeface="Verdana" panose="020B0604030504040204" pitchFamily="34" charset="0"/>
                <a:ea typeface="Verdana" panose="020B0604030504040204" pitchFamily="34" charset="0"/>
              </a:endParaRPr>
            </a:p>
            <a:p>
              <a:pPr marL="285750" indent="-285750">
                <a:spcBef>
                  <a:spcPts val="300"/>
                </a:spcBef>
                <a:spcAft>
                  <a:spcPts val="300"/>
                </a:spcAft>
                <a:buFont typeface="Arial" panose="020B0604020202020204" pitchFamily="34" charset="0"/>
                <a:buChar char="•"/>
                <a:defRPr/>
              </a:pPr>
              <a:r>
                <a:rPr lang="en-US" sz="1000" i="1" dirty="0">
                  <a:solidFill>
                    <a:prstClr val="black"/>
                  </a:solidFill>
                  <a:latin typeface="Verdana" panose="020B0604030504040204" pitchFamily="34" charset="0"/>
                  <a:ea typeface="Verdana" panose="020B0604030504040204" pitchFamily="34" charset="0"/>
                </a:rPr>
                <a:t>Provide </a:t>
              </a:r>
              <a:r>
                <a:rPr lang="en-US" sz="1000" b="1" i="1" dirty="0">
                  <a:solidFill>
                    <a:prstClr val="black"/>
                  </a:solidFill>
                  <a:latin typeface="Verdana" panose="020B0604030504040204" pitchFamily="34" charset="0"/>
                  <a:ea typeface="Verdana" panose="020B0604030504040204" pitchFamily="34" charset="0"/>
                </a:rPr>
                <a:t>investment avenues for private players </a:t>
              </a:r>
            </a:p>
            <a:p>
              <a:pPr marL="285750" indent="-285750">
                <a:spcBef>
                  <a:spcPts val="300"/>
                </a:spcBef>
                <a:spcAft>
                  <a:spcPts val="300"/>
                </a:spcAft>
                <a:buFont typeface="Arial" panose="020B0604020202020204" pitchFamily="34" charset="0"/>
                <a:buChar char="•"/>
                <a:defRPr/>
              </a:pPr>
              <a:r>
                <a:rPr lang="en-US" sz="1000" b="1" i="1" dirty="0">
                  <a:solidFill>
                    <a:prstClr val="black"/>
                  </a:solidFill>
                  <a:latin typeface="Verdana" panose="020B0604030504040204" pitchFamily="34" charset="0"/>
                  <a:ea typeface="Verdana" panose="020B0604030504040204" pitchFamily="34" charset="0"/>
                </a:rPr>
                <a:t>Collaboration </a:t>
              </a:r>
              <a:r>
                <a:rPr lang="en-US" sz="1000" i="1" dirty="0">
                  <a:solidFill>
                    <a:prstClr val="black"/>
                  </a:solidFill>
                  <a:latin typeface="Verdana" panose="020B0604030504040204" pitchFamily="34" charset="0"/>
                  <a:ea typeface="Verdana" panose="020B0604030504040204" pitchFamily="34" charset="0"/>
                </a:rPr>
                <a:t> with the </a:t>
              </a:r>
              <a:r>
                <a:rPr lang="en-US" sz="1000" b="1" i="1" dirty="0">
                  <a:solidFill>
                    <a:prstClr val="black"/>
                  </a:solidFill>
                  <a:latin typeface="Verdana" panose="020B0604030504040204" pitchFamily="34" charset="0"/>
                  <a:ea typeface="Verdana" panose="020B0604030504040204" pitchFamily="34" charset="0"/>
                </a:rPr>
                <a:t>Government </a:t>
              </a:r>
              <a:r>
                <a:rPr lang="en-US" sz="1000" i="1" dirty="0">
                  <a:solidFill>
                    <a:prstClr val="black"/>
                  </a:solidFill>
                  <a:latin typeface="Verdana" panose="020B0604030504040204" pitchFamily="34" charset="0"/>
                  <a:ea typeface="Verdana" panose="020B0604030504040204" pitchFamily="34" charset="0"/>
                </a:rPr>
                <a:t>to </a:t>
              </a:r>
              <a:r>
                <a:rPr lang="en-US" sz="1000" b="1" i="1" dirty="0">
                  <a:solidFill>
                    <a:prstClr val="black"/>
                  </a:solidFill>
                  <a:latin typeface="Verdana" panose="020B0604030504040204" pitchFamily="34" charset="0"/>
                  <a:ea typeface="Verdana" panose="020B0604030504040204" pitchFamily="34" charset="0"/>
                </a:rPr>
                <a:t>invest in RE projects</a:t>
              </a:r>
            </a:p>
            <a:p>
              <a:pPr marL="285750" indent="-285750">
                <a:spcBef>
                  <a:spcPts val="300"/>
                </a:spcBef>
                <a:spcAft>
                  <a:spcPts val="300"/>
                </a:spcAft>
                <a:buFont typeface="Arial" panose="020B0604020202020204" pitchFamily="34" charset="0"/>
                <a:buChar char="•"/>
                <a:defRPr/>
              </a:pPr>
              <a:r>
                <a:rPr lang="en-US" sz="1000" b="1" i="1" dirty="0">
                  <a:solidFill>
                    <a:prstClr val="black"/>
                  </a:solidFill>
                  <a:latin typeface="Verdana" panose="020B0604030504040204" pitchFamily="34" charset="0"/>
                  <a:ea typeface="Verdana" panose="020B0604030504040204" pitchFamily="34" charset="0"/>
                </a:rPr>
                <a:t>Empowering rural population by providing</a:t>
              </a:r>
              <a:r>
                <a:rPr lang="en-US" sz="1000" i="1" dirty="0">
                  <a:solidFill>
                    <a:prstClr val="black"/>
                  </a:solidFill>
                  <a:latin typeface="Verdana" panose="020B0604030504040204" pitchFamily="34" charset="0"/>
                  <a:ea typeface="Verdana" panose="020B0604030504040204" pitchFamily="34" charset="0"/>
                </a:rPr>
                <a:t> access to clean and affordable </a:t>
              </a:r>
              <a:r>
                <a:rPr lang="en-US" sz="1000" b="1" i="1" dirty="0">
                  <a:solidFill>
                    <a:prstClr val="black"/>
                  </a:solidFill>
                  <a:latin typeface="Verdana" panose="020B0604030504040204" pitchFamily="34" charset="0"/>
                  <a:ea typeface="Verdana" panose="020B0604030504040204" pitchFamily="34" charset="0"/>
                </a:rPr>
                <a:t>energy</a:t>
              </a:r>
            </a:p>
            <a:p>
              <a:pPr marL="285750" indent="-285750">
                <a:spcBef>
                  <a:spcPts val="300"/>
                </a:spcBef>
                <a:spcAft>
                  <a:spcPts val="300"/>
                </a:spcAft>
                <a:buFont typeface="Arial" panose="020B0604020202020204" pitchFamily="34" charset="0"/>
                <a:buChar char="•"/>
                <a:defRPr/>
              </a:pPr>
              <a:endParaRPr lang="en-US" sz="1200" b="1" i="1" dirty="0">
                <a:solidFill>
                  <a:prstClr val="black"/>
                </a:solidFill>
                <a:latin typeface="Verdana" panose="020B0604030504040204" pitchFamily="34" charset="0"/>
                <a:ea typeface="Verdana" panose="020B0604030504040204" pitchFamily="34" charset="0"/>
              </a:endParaRPr>
            </a:p>
            <a:p>
              <a:pPr marL="285750" indent="-285750">
                <a:spcBef>
                  <a:spcPts val="300"/>
                </a:spcBef>
                <a:spcAft>
                  <a:spcPts val="300"/>
                </a:spcAft>
                <a:buFont typeface="Arial" panose="020B0604020202020204" pitchFamily="34" charset="0"/>
                <a:buChar char="•"/>
                <a:defRPr/>
              </a:pPr>
              <a:endParaRPr lang="en-US" sz="1200" b="1" i="1" dirty="0">
                <a:solidFill>
                  <a:prstClr val="black"/>
                </a:solidFill>
                <a:latin typeface="Verdana" panose="020B0604030504040204" pitchFamily="34" charset="0"/>
                <a:ea typeface="Verdana" panose="020B0604030504040204" pitchFamily="34" charset="0"/>
              </a:endParaRPr>
            </a:p>
            <a:p>
              <a:pPr marR="0" lvl="0" algn="l" defTabSz="914400" rtl="0" eaLnBrk="1" fontAlgn="auto" latinLnBrk="0" hangingPunct="1">
                <a:lnSpc>
                  <a:spcPct val="100000"/>
                </a:lnSpc>
                <a:spcBef>
                  <a:spcPts val="0"/>
                </a:spcBef>
                <a:spcAft>
                  <a:spcPts val="1200"/>
                </a:spcAft>
                <a:buClrTx/>
                <a:buSzTx/>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sp>
        <p:nvSpPr>
          <p:cNvPr id="36" name="TextBox 35">
            <a:extLst>
              <a:ext uri="{FF2B5EF4-FFF2-40B4-BE49-F238E27FC236}">
                <a16:creationId xmlns:a16="http://schemas.microsoft.com/office/drawing/2014/main" id="{F1DD643C-CCF5-2AAC-72C3-95BDCA47C7E0}"/>
              </a:ext>
            </a:extLst>
          </p:cNvPr>
          <p:cNvSpPr txBox="1"/>
          <p:nvPr/>
        </p:nvSpPr>
        <p:spPr>
          <a:xfrm>
            <a:off x="317497" y="6131391"/>
            <a:ext cx="2252070" cy="218906"/>
          </a:xfrm>
          <a:prstGeom prst="rect">
            <a:avLst/>
          </a:prstGeom>
          <a:noFill/>
        </p:spPr>
        <p:txBody>
          <a:bodyPr wrap="square" rtlCol="0">
            <a:spAutoFit/>
          </a:bodyPr>
          <a:lstStyle/>
          <a:p>
            <a:pPr marL="0" marR="0" lvl="0" indent="0" algn="just" defTabSz="914400" rtl="0" eaLnBrk="1" fontAlgn="auto" latinLnBrk="0" hangingPunct="1">
              <a:lnSpc>
                <a:spcPct val="114000"/>
              </a:lnSpc>
              <a:spcBef>
                <a:spcPts val="0"/>
              </a:spcBef>
              <a:spcAft>
                <a:spcPts val="600"/>
              </a:spcAft>
              <a:buClrTx/>
              <a:buSzTx/>
              <a:buFontTx/>
              <a:buNone/>
              <a:tabLst/>
              <a:defRPr/>
            </a:pPr>
            <a:r>
              <a:rPr kumimoji="0" lang="en-US" sz="8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Source: CEA Installed capacity report</a:t>
            </a:r>
          </a:p>
        </p:txBody>
      </p:sp>
    </p:spTree>
    <p:extLst>
      <p:ext uri="{BB962C8B-B14F-4D97-AF65-F5344CB8AC3E}">
        <p14:creationId xmlns:p14="http://schemas.microsoft.com/office/powerpoint/2010/main" val="147248766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3200" noProof="0" dirty="0"/>
              <a:t>Project Implementation Framework</a:t>
            </a:r>
          </a:p>
        </p:txBody>
      </p:sp>
      <p:sp>
        <p:nvSpPr>
          <p:cNvPr id="2" name="Text Placeholder 1"/>
          <p:cNvSpPr>
            <a:spLocks noGrp="1"/>
          </p:cNvSpPr>
          <p:nvPr>
            <p:ph type="body" idx="1"/>
          </p:nvPr>
        </p:nvSpPr>
        <p:spPr>
          <a:xfrm>
            <a:off x="469900" y="3585800"/>
            <a:ext cx="10418233" cy="1566532"/>
          </a:xfrm>
        </p:spPr>
        <p:txBody>
          <a:bodyPr/>
          <a:lstStyle/>
          <a:p>
            <a:pPr marL="285750" indent="-285750">
              <a:spcAft>
                <a:spcPts val="1200"/>
              </a:spcAft>
              <a:buClr>
                <a:schemeClr val="bg1"/>
              </a:buClr>
              <a:buFont typeface="Verdana" panose="020B0604030504040204" pitchFamily="34" charset="0"/>
              <a:buChar char="◊"/>
            </a:pPr>
            <a:r>
              <a:rPr lang="en-US" sz="1600" i="1" dirty="0"/>
              <a:t>Utility Scale Solar</a:t>
            </a:r>
          </a:p>
          <a:p>
            <a:pPr marL="285750" indent="-285750">
              <a:spcAft>
                <a:spcPts val="1200"/>
              </a:spcAft>
              <a:buClr>
                <a:schemeClr val="bg1"/>
              </a:buClr>
              <a:buFont typeface="Verdana" panose="020B0604030504040204" pitchFamily="34" charset="0"/>
              <a:buChar char="◊"/>
            </a:pPr>
            <a:r>
              <a:rPr lang="en-US" sz="1600" i="1" noProof="0" dirty="0"/>
              <a:t>Rooftop Solar</a:t>
            </a:r>
          </a:p>
          <a:p>
            <a:pPr marL="285750" indent="-285750">
              <a:spcAft>
                <a:spcPts val="1200"/>
              </a:spcAft>
              <a:buClr>
                <a:schemeClr val="bg1"/>
              </a:buClr>
              <a:buFont typeface="Verdana" panose="020B0604030504040204" pitchFamily="34" charset="0"/>
              <a:buChar char="◊"/>
            </a:pPr>
            <a:r>
              <a:rPr lang="en-US" sz="1600" i="1" noProof="0" dirty="0"/>
              <a:t>Solar Agri Pumps</a:t>
            </a:r>
          </a:p>
        </p:txBody>
      </p:sp>
      <p:grpSp>
        <p:nvGrpSpPr>
          <p:cNvPr id="3" name="Group 2">
            <a:extLst>
              <a:ext uri="{FF2B5EF4-FFF2-40B4-BE49-F238E27FC236}">
                <a16:creationId xmlns:a16="http://schemas.microsoft.com/office/drawing/2014/main" id="{69CF4FD5-B79A-3388-AD04-1FCE369F3792}"/>
              </a:ext>
            </a:extLst>
          </p:cNvPr>
          <p:cNvGrpSpPr/>
          <p:nvPr/>
        </p:nvGrpSpPr>
        <p:grpSpPr>
          <a:xfrm>
            <a:off x="10404488" y="431939"/>
            <a:ext cx="1443600" cy="1422000"/>
            <a:chOff x="10404488" y="431939"/>
            <a:chExt cx="1443600" cy="1422000"/>
          </a:xfrm>
        </p:grpSpPr>
        <p:sp>
          <p:nvSpPr>
            <p:cNvPr id="4" name="Freeform 331">
              <a:extLst>
                <a:ext uri="{FF2B5EF4-FFF2-40B4-BE49-F238E27FC236}">
                  <a16:creationId xmlns:a16="http://schemas.microsoft.com/office/drawing/2014/main" id="{FE8CC34F-40C3-CDB3-C80E-460064E82A4E}"/>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5" name="Graphic 4" descr="Renewable Energy with solid fill">
              <a:extLst>
                <a:ext uri="{FF2B5EF4-FFF2-40B4-BE49-F238E27FC236}">
                  <a16:creationId xmlns:a16="http://schemas.microsoft.com/office/drawing/2014/main" id="{DCF81967-FB94-5F5A-91A2-19CE89E24D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Tree>
    <p:extLst>
      <p:ext uri="{BB962C8B-B14F-4D97-AF65-F5344CB8AC3E}">
        <p14:creationId xmlns:p14="http://schemas.microsoft.com/office/powerpoint/2010/main" val="24471625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B2ECBB-8348-42BA-88C4-707B42A7691D}"/>
              </a:ext>
            </a:extLst>
          </p:cNvPr>
          <p:cNvSpPr>
            <a:spLocks noGrp="1"/>
          </p:cNvSpPr>
          <p:nvPr>
            <p:ph type="body" sz="quarter" idx="13"/>
          </p:nvPr>
        </p:nvSpPr>
        <p:spPr>
          <a:xfrm>
            <a:off x="469900" y="777249"/>
            <a:ext cx="11252200" cy="189952"/>
          </a:xfrm>
        </p:spPr>
        <p:txBody>
          <a:bodyPr/>
          <a:lstStyle/>
          <a:p>
            <a:r>
              <a:rPr lang="en-US" sz="1400" i="1" noProof="0" dirty="0"/>
              <a:t>Development of Utility scale solar projects</a:t>
            </a:r>
            <a:endParaRPr lang="en-US" sz="1400" i="1" dirty="0"/>
          </a:p>
        </p:txBody>
      </p:sp>
      <p:sp>
        <p:nvSpPr>
          <p:cNvPr id="2" name="Title 1">
            <a:extLst>
              <a:ext uri="{FF2B5EF4-FFF2-40B4-BE49-F238E27FC236}">
                <a16:creationId xmlns:a16="http://schemas.microsoft.com/office/drawing/2014/main" id="{7FBCEBC5-7DCC-4164-8287-7E476A43ADED}"/>
              </a:ext>
            </a:extLst>
          </p:cNvPr>
          <p:cNvSpPr>
            <a:spLocks noGrp="1"/>
          </p:cNvSpPr>
          <p:nvPr>
            <p:ph type="title"/>
          </p:nvPr>
        </p:nvSpPr>
        <p:spPr/>
        <p:txBody>
          <a:bodyPr/>
          <a:lstStyle/>
          <a:p>
            <a:r>
              <a:rPr lang="en-US" dirty="0"/>
              <a:t>RE Project Implementation Framework – Solar Park, Floating Solar Park</a:t>
            </a:r>
          </a:p>
        </p:txBody>
      </p:sp>
      <p:sp>
        <p:nvSpPr>
          <p:cNvPr id="19" name="Rectangle: Rounded Corners 18">
            <a:extLst>
              <a:ext uri="{FF2B5EF4-FFF2-40B4-BE49-F238E27FC236}">
                <a16:creationId xmlns:a16="http://schemas.microsoft.com/office/drawing/2014/main" id="{52577278-26A1-EFCA-146E-188D3B34EC90}"/>
              </a:ext>
            </a:extLst>
          </p:cNvPr>
          <p:cNvSpPr/>
          <p:nvPr/>
        </p:nvSpPr>
        <p:spPr bwMode="gray">
          <a:xfrm>
            <a:off x="661057" y="1521910"/>
            <a:ext cx="4873771" cy="2649260"/>
          </a:xfrm>
          <a:prstGeom prst="roundRect">
            <a:avLst>
              <a:gd name="adj" fmla="val 1189"/>
            </a:avLst>
          </a:prstGeom>
          <a:gradFill flip="none" rotWithShape="1">
            <a:gsLst>
              <a:gs pos="60000">
                <a:schemeClr val="accent3">
                  <a:lumMod val="5000"/>
                  <a:lumOff val="95000"/>
                </a:schemeClr>
              </a:gs>
              <a:gs pos="100000">
                <a:srgbClr val="D1E9F7"/>
              </a:gs>
            </a:gsLst>
            <a:lin ang="10800000" scaled="1"/>
            <a:tileRect/>
          </a:gra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228" name="Group 227">
            <a:extLst>
              <a:ext uri="{FF2B5EF4-FFF2-40B4-BE49-F238E27FC236}">
                <a16:creationId xmlns:a16="http://schemas.microsoft.com/office/drawing/2014/main" id="{5CEF9F9D-B25F-5113-B442-FB5DCD492795}"/>
              </a:ext>
            </a:extLst>
          </p:cNvPr>
          <p:cNvGrpSpPr/>
          <p:nvPr/>
        </p:nvGrpSpPr>
        <p:grpSpPr>
          <a:xfrm>
            <a:off x="425467" y="1653822"/>
            <a:ext cx="5249883" cy="2408570"/>
            <a:chOff x="467999" y="1739994"/>
            <a:chExt cx="5249883" cy="2408570"/>
          </a:xfrm>
        </p:grpSpPr>
        <p:sp>
          <p:nvSpPr>
            <p:cNvPr id="54" name="TextBox 53">
              <a:extLst>
                <a:ext uri="{FF2B5EF4-FFF2-40B4-BE49-F238E27FC236}">
                  <a16:creationId xmlns:a16="http://schemas.microsoft.com/office/drawing/2014/main" id="{698F9E4D-F951-82C4-66E4-B9818DA924D8}"/>
                </a:ext>
              </a:extLst>
            </p:cNvPr>
            <p:cNvSpPr txBox="1"/>
            <p:nvPr/>
          </p:nvSpPr>
          <p:spPr>
            <a:xfrm>
              <a:off x="2157518" y="1771893"/>
              <a:ext cx="3384494" cy="461665"/>
            </a:xfrm>
            <a:prstGeom prst="rect">
              <a:avLst/>
            </a:prstGeom>
            <a:noFill/>
          </p:spPr>
          <p:txBody>
            <a:bodyPr wrap="square">
              <a:spAutoFit/>
            </a:bodyPr>
            <a:lstStyle/>
            <a:p>
              <a:pPr defTabSz="914400">
                <a:defRPr/>
              </a:pPr>
              <a:r>
                <a:rPr lang="en-US" sz="1300" kern="0" dirty="0">
                  <a:solidFill>
                    <a:srgbClr val="000000"/>
                  </a:solidFill>
                  <a:latin typeface="Verdana" panose="020B0604030504040204" pitchFamily="34" charset="0"/>
                  <a:ea typeface="Verdana" panose="020B0604030504040204" pitchFamily="34" charset="0"/>
                </a:rPr>
                <a:t>Upcoming </a:t>
              </a:r>
              <a:r>
                <a:rPr lang="en-US" sz="1300" b="1" kern="0" dirty="0">
                  <a:solidFill>
                    <a:srgbClr val="000000"/>
                  </a:solidFill>
                  <a:latin typeface="Verdana" panose="020B0604030504040204" pitchFamily="34" charset="0"/>
                  <a:ea typeface="Verdana" panose="020B0604030504040204" pitchFamily="34" charset="0"/>
                </a:rPr>
                <a:t>04</a:t>
              </a:r>
              <a:r>
                <a:rPr lang="en-US" sz="1300" kern="0" dirty="0">
                  <a:solidFill>
                    <a:srgbClr val="000000"/>
                  </a:solidFill>
                  <a:latin typeface="Verdana" panose="020B0604030504040204" pitchFamily="34" charset="0"/>
                  <a:ea typeface="Verdana" panose="020B0604030504040204" pitchFamily="34" charset="0"/>
                </a:rPr>
                <a:t> Solar Parks of </a:t>
              </a:r>
              <a:r>
                <a:rPr lang="en-US" sz="1300" b="1" kern="0" dirty="0">
                  <a:solidFill>
                    <a:srgbClr val="000000"/>
                  </a:solidFill>
                  <a:latin typeface="Verdana" panose="020B0604030504040204" pitchFamily="34" charset="0"/>
                  <a:ea typeface="Verdana" panose="020B0604030504040204" pitchFamily="34" charset="0"/>
                </a:rPr>
                <a:t>20 MW</a:t>
              </a:r>
            </a:p>
            <a:p>
              <a:pPr defTabSz="914400">
                <a:defRPr/>
              </a:pPr>
              <a:r>
                <a:rPr lang="en-US" sz="1100" kern="0" dirty="0">
                  <a:solidFill>
                    <a:srgbClr val="000000"/>
                  </a:solidFill>
                  <a:latin typeface="Verdana" panose="020B0604030504040204" pitchFamily="34" charset="0"/>
                  <a:ea typeface="Verdana" panose="020B0604030504040204" pitchFamily="34" charset="0"/>
                </a:rPr>
                <a:t>(</a:t>
              </a:r>
              <a:r>
                <a:rPr lang="en-US" sz="1100" kern="0" dirty="0" err="1">
                  <a:solidFill>
                    <a:srgbClr val="000000"/>
                  </a:solidFill>
                  <a:latin typeface="Verdana" panose="020B0604030504040204" pitchFamily="34" charset="0"/>
                  <a:ea typeface="Verdana" panose="020B0604030504040204" pitchFamily="34" charset="0"/>
                </a:rPr>
                <a:t>Palamu</a:t>
              </a:r>
              <a:r>
                <a:rPr lang="en-US" sz="1100" kern="0" dirty="0">
                  <a:solidFill>
                    <a:srgbClr val="000000"/>
                  </a:solidFill>
                  <a:latin typeface="Verdana" panose="020B0604030504040204" pitchFamily="34" charset="0"/>
                  <a:ea typeface="Verdana" panose="020B0604030504040204" pitchFamily="34" charset="0"/>
                </a:rPr>
                <a:t>, </a:t>
              </a:r>
              <a:r>
                <a:rPr lang="en-US" sz="1100" kern="0" dirty="0" err="1">
                  <a:solidFill>
                    <a:srgbClr val="000000"/>
                  </a:solidFill>
                  <a:latin typeface="Verdana" panose="020B0604030504040204" pitchFamily="34" charset="0"/>
                  <a:ea typeface="Verdana" panose="020B0604030504040204" pitchFamily="34" charset="0"/>
                </a:rPr>
                <a:t>Simdega</a:t>
              </a:r>
              <a:r>
                <a:rPr lang="en-US" sz="1100" kern="0" dirty="0">
                  <a:solidFill>
                    <a:srgbClr val="000000"/>
                  </a:solidFill>
                  <a:latin typeface="Verdana" panose="020B0604030504040204" pitchFamily="34" charset="0"/>
                  <a:ea typeface="Verdana" panose="020B0604030504040204" pitchFamily="34" charset="0"/>
                </a:rPr>
                <a:t>, </a:t>
              </a:r>
              <a:r>
                <a:rPr lang="en-US" sz="1100" kern="0" dirty="0" err="1">
                  <a:solidFill>
                    <a:srgbClr val="000000"/>
                  </a:solidFill>
                  <a:latin typeface="Verdana" panose="020B0604030504040204" pitchFamily="34" charset="0"/>
                  <a:ea typeface="Verdana" panose="020B0604030504040204" pitchFamily="34" charset="0"/>
                </a:rPr>
                <a:t>Garhwa</a:t>
              </a:r>
              <a:r>
                <a:rPr lang="en-US" sz="1100" kern="0" dirty="0">
                  <a:solidFill>
                    <a:srgbClr val="000000"/>
                  </a:solidFill>
                  <a:latin typeface="Verdana" panose="020B0604030504040204" pitchFamily="34" charset="0"/>
                  <a:ea typeface="Verdana" panose="020B0604030504040204" pitchFamily="34" charset="0"/>
                </a:rPr>
                <a:t>, </a:t>
              </a:r>
              <a:r>
                <a:rPr lang="en-US" sz="1100" kern="0" dirty="0" err="1">
                  <a:solidFill>
                    <a:srgbClr val="000000"/>
                  </a:solidFill>
                  <a:latin typeface="Verdana" panose="020B0604030504040204" pitchFamily="34" charset="0"/>
                  <a:ea typeface="Verdana" panose="020B0604030504040204" pitchFamily="34" charset="0"/>
                </a:rPr>
                <a:t>Deoghar</a:t>
              </a:r>
              <a:r>
                <a:rPr lang="en-US" sz="1100" kern="0" dirty="0">
                  <a:solidFill>
                    <a:srgbClr val="000000"/>
                  </a:solidFill>
                  <a:latin typeface="Verdana" panose="020B0604030504040204" pitchFamily="34" charset="0"/>
                  <a:ea typeface="Verdana" panose="020B0604030504040204" pitchFamily="34" charset="0"/>
                </a:rPr>
                <a:t>)</a:t>
              </a:r>
            </a:p>
          </p:txBody>
        </p:sp>
        <p:sp>
          <p:nvSpPr>
            <p:cNvPr id="56" name="TextBox 55">
              <a:extLst>
                <a:ext uri="{FF2B5EF4-FFF2-40B4-BE49-F238E27FC236}">
                  <a16:creationId xmlns:a16="http://schemas.microsoft.com/office/drawing/2014/main" id="{675EBDCF-1385-BDE3-1BDD-64999FFFC3FA}"/>
                </a:ext>
              </a:extLst>
            </p:cNvPr>
            <p:cNvSpPr txBox="1"/>
            <p:nvPr/>
          </p:nvSpPr>
          <p:spPr>
            <a:xfrm>
              <a:off x="978764" y="1760851"/>
              <a:ext cx="857641"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Solar Park</a:t>
              </a:r>
              <a:endParaRPr lang="en-US" sz="1300" b="1" i="1" kern="0" dirty="0">
                <a:solidFill>
                  <a:srgbClr val="000000"/>
                </a:solidFill>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2DFFAC80-A591-1FE1-7983-8B8FE68F8C34}"/>
                </a:ext>
              </a:extLst>
            </p:cNvPr>
            <p:cNvSpPr txBox="1"/>
            <p:nvPr/>
          </p:nvSpPr>
          <p:spPr>
            <a:xfrm>
              <a:off x="978764" y="2402833"/>
              <a:ext cx="1137621"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Floating Solar</a:t>
              </a:r>
              <a:endParaRPr lang="en-US" sz="1300" b="1" i="1" kern="0" dirty="0">
                <a:solidFill>
                  <a:srgbClr val="000000"/>
                </a:solidFill>
                <a:latin typeface="Verdana" panose="020B0604030504040204" pitchFamily="34" charset="0"/>
                <a:ea typeface="Verdana" panose="020B0604030504040204" pitchFamily="34" charset="0"/>
              </a:endParaRPr>
            </a:p>
          </p:txBody>
        </p:sp>
        <p:sp>
          <p:nvSpPr>
            <p:cNvPr id="58" name="TextBox 57">
              <a:extLst>
                <a:ext uri="{FF2B5EF4-FFF2-40B4-BE49-F238E27FC236}">
                  <a16:creationId xmlns:a16="http://schemas.microsoft.com/office/drawing/2014/main" id="{312B6936-04B0-A1F5-571F-2575C510B0B6}"/>
                </a:ext>
              </a:extLst>
            </p:cNvPr>
            <p:cNvSpPr txBox="1"/>
            <p:nvPr/>
          </p:nvSpPr>
          <p:spPr>
            <a:xfrm>
              <a:off x="978764" y="3066081"/>
              <a:ext cx="1282943" cy="292388"/>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Canal Top</a:t>
              </a:r>
              <a:endParaRPr lang="en-US" sz="1300" b="1" i="1" kern="0" dirty="0">
                <a:solidFill>
                  <a:srgbClr val="000000"/>
                </a:solidFill>
                <a:latin typeface="Verdana" panose="020B0604030504040204" pitchFamily="34" charset="0"/>
                <a:ea typeface="Verdana" panose="020B0604030504040204" pitchFamily="34" charset="0"/>
              </a:endParaRPr>
            </a:p>
          </p:txBody>
        </p:sp>
        <p:sp>
          <p:nvSpPr>
            <p:cNvPr id="62" name="TextBox 61">
              <a:extLst>
                <a:ext uri="{FF2B5EF4-FFF2-40B4-BE49-F238E27FC236}">
                  <a16:creationId xmlns:a16="http://schemas.microsoft.com/office/drawing/2014/main" id="{B5AADE06-EC3C-76FF-3B1F-8F3D894419AB}"/>
                </a:ext>
              </a:extLst>
            </p:cNvPr>
            <p:cNvSpPr txBox="1"/>
            <p:nvPr/>
          </p:nvSpPr>
          <p:spPr>
            <a:xfrm>
              <a:off x="2157517" y="2406657"/>
              <a:ext cx="3560365"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600 MW </a:t>
              </a:r>
              <a:r>
                <a:rPr lang="en-US" sz="1100" kern="0" dirty="0">
                  <a:solidFill>
                    <a:srgbClr val="000000"/>
                  </a:solidFill>
                  <a:latin typeface="Verdana" panose="020B0604030504040204" pitchFamily="34" charset="0"/>
                  <a:ea typeface="Verdana" panose="020B0604030504040204" pitchFamily="34" charset="0"/>
                </a:rPr>
                <a:t>(Chandil) </a:t>
              </a:r>
              <a:r>
                <a:rPr lang="en-US" sz="1300" kern="0" dirty="0">
                  <a:solidFill>
                    <a:srgbClr val="000000"/>
                  </a:solidFill>
                  <a:latin typeface="Verdana" panose="020B0604030504040204" pitchFamily="34" charset="0"/>
                  <a:ea typeface="Verdana" panose="020B0604030504040204" pitchFamily="34" charset="0"/>
                </a:rPr>
                <a:t>&amp; </a:t>
              </a:r>
              <a:r>
                <a:rPr lang="en-US" sz="1300" b="1" kern="0" dirty="0">
                  <a:solidFill>
                    <a:srgbClr val="000000"/>
                  </a:solidFill>
                  <a:latin typeface="Verdana" panose="020B0604030504040204" pitchFamily="34" charset="0"/>
                  <a:ea typeface="Verdana" panose="020B0604030504040204" pitchFamily="34" charset="0"/>
                </a:rPr>
                <a:t>400 MW</a:t>
              </a:r>
              <a:r>
                <a:rPr lang="en-US" sz="1300" kern="0" dirty="0">
                  <a:solidFill>
                    <a:srgbClr val="000000"/>
                  </a:solidFill>
                  <a:latin typeface="Verdana" panose="020B0604030504040204" pitchFamily="34" charset="0"/>
                  <a:ea typeface="Verdana" panose="020B0604030504040204" pitchFamily="34" charset="0"/>
                </a:rPr>
                <a:t> </a:t>
              </a:r>
              <a:r>
                <a:rPr lang="en-US" sz="1100" kern="0" dirty="0">
                  <a:solidFill>
                    <a:srgbClr val="000000"/>
                  </a:solidFill>
                  <a:latin typeface="Verdana" panose="020B0604030504040204" pitchFamily="34" charset="0"/>
                  <a:ea typeface="Verdana" panose="020B0604030504040204" pitchFamily="34" charset="0"/>
                </a:rPr>
                <a:t>(</a:t>
              </a:r>
              <a:r>
                <a:rPr lang="en-US" sz="1100" kern="0" dirty="0" err="1">
                  <a:solidFill>
                    <a:srgbClr val="000000"/>
                  </a:solidFill>
                  <a:latin typeface="Verdana" panose="020B0604030504040204" pitchFamily="34" charset="0"/>
                  <a:ea typeface="Verdana" panose="020B0604030504040204" pitchFamily="34" charset="0"/>
                </a:rPr>
                <a:t>Tenughat</a:t>
              </a:r>
              <a:r>
                <a:rPr lang="en-US" sz="1100" kern="0" dirty="0">
                  <a:solidFill>
                    <a:srgbClr val="000000"/>
                  </a:solidFill>
                  <a:latin typeface="Verdana" panose="020B0604030504040204" pitchFamily="34" charset="0"/>
                  <a:ea typeface="Verdana" panose="020B0604030504040204" pitchFamily="34" charset="0"/>
                </a:rPr>
                <a:t>) </a:t>
              </a:r>
              <a:r>
                <a:rPr lang="en-US" sz="1300" kern="0" dirty="0">
                  <a:solidFill>
                    <a:srgbClr val="000000"/>
                  </a:solidFill>
                  <a:latin typeface="Verdana" panose="020B0604030504040204" pitchFamily="34" charset="0"/>
                  <a:ea typeface="Verdana" panose="020B0604030504040204" pitchFamily="34" charset="0"/>
                </a:rPr>
                <a:t>Floating solar plants in pipeline</a:t>
              </a:r>
            </a:p>
          </p:txBody>
        </p:sp>
        <p:sp>
          <p:nvSpPr>
            <p:cNvPr id="63" name="TextBox 62">
              <a:extLst>
                <a:ext uri="{FF2B5EF4-FFF2-40B4-BE49-F238E27FC236}">
                  <a16:creationId xmlns:a16="http://schemas.microsoft.com/office/drawing/2014/main" id="{13A8A2C0-3898-669B-5B87-BFE26B855E67}"/>
                </a:ext>
              </a:extLst>
            </p:cNvPr>
            <p:cNvSpPr txBox="1"/>
            <p:nvPr/>
          </p:nvSpPr>
          <p:spPr>
            <a:xfrm>
              <a:off x="2157518" y="3069377"/>
              <a:ext cx="3384494" cy="292388"/>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400 MW </a:t>
              </a:r>
              <a:r>
                <a:rPr lang="en-US" sz="1300" kern="0" dirty="0">
                  <a:solidFill>
                    <a:srgbClr val="000000"/>
                  </a:solidFill>
                  <a:latin typeface="Verdana" panose="020B0604030504040204" pitchFamily="34" charset="0"/>
                  <a:ea typeface="Verdana" panose="020B0604030504040204" pitchFamily="34" charset="0"/>
                </a:rPr>
                <a:t>Canal Top Solar underway</a:t>
              </a:r>
            </a:p>
          </p:txBody>
        </p:sp>
        <p:sp>
          <p:nvSpPr>
            <p:cNvPr id="65" name="TextBox 64">
              <a:extLst>
                <a:ext uri="{FF2B5EF4-FFF2-40B4-BE49-F238E27FC236}">
                  <a16:creationId xmlns:a16="http://schemas.microsoft.com/office/drawing/2014/main" id="{5FD9B6DC-0829-8A6F-7938-4719A1FD37EE}"/>
                </a:ext>
              </a:extLst>
            </p:cNvPr>
            <p:cNvSpPr txBox="1"/>
            <p:nvPr/>
          </p:nvSpPr>
          <p:spPr>
            <a:xfrm>
              <a:off x="978764" y="3656121"/>
              <a:ext cx="1431799"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Solarizing</a:t>
              </a:r>
            </a:p>
            <a:p>
              <a:pPr defTabSz="914400">
                <a:defRPr/>
              </a:pPr>
              <a:r>
                <a:rPr lang="en-US" sz="1300" b="1" kern="0" dirty="0">
                  <a:solidFill>
                    <a:srgbClr val="000000"/>
                  </a:solidFill>
                  <a:latin typeface="Verdana" panose="020B0604030504040204" pitchFamily="34" charset="0"/>
                  <a:ea typeface="Verdana" panose="020B0604030504040204" pitchFamily="34" charset="0"/>
                </a:rPr>
                <a:t>the Airport</a:t>
              </a:r>
              <a:endParaRPr lang="en-US" sz="1300" b="1" i="1" kern="0" dirty="0">
                <a:solidFill>
                  <a:srgbClr val="000000"/>
                </a:solidFill>
                <a:latin typeface="Verdana" panose="020B0604030504040204" pitchFamily="34" charset="0"/>
                <a:ea typeface="Verdana" panose="020B0604030504040204" pitchFamily="34" charset="0"/>
              </a:endParaRPr>
            </a:p>
          </p:txBody>
        </p:sp>
        <p:sp>
          <p:nvSpPr>
            <p:cNvPr id="67" name="TextBox 66">
              <a:extLst>
                <a:ext uri="{FF2B5EF4-FFF2-40B4-BE49-F238E27FC236}">
                  <a16:creationId xmlns:a16="http://schemas.microsoft.com/office/drawing/2014/main" id="{C0FBED14-B1B1-028B-3728-342FA8455770}"/>
                </a:ext>
              </a:extLst>
            </p:cNvPr>
            <p:cNvSpPr txBox="1"/>
            <p:nvPr/>
          </p:nvSpPr>
          <p:spPr>
            <a:xfrm>
              <a:off x="2157518" y="3670050"/>
              <a:ext cx="3560364" cy="474489"/>
            </a:xfrm>
            <a:prstGeom prst="rect">
              <a:avLst/>
            </a:prstGeom>
            <a:noFill/>
          </p:spPr>
          <p:txBody>
            <a:bodyPr wrap="square">
              <a:spAutoFit/>
            </a:bodyPr>
            <a:lstStyle/>
            <a:p>
              <a:pPr defTabSz="914400">
                <a:spcAft>
                  <a:spcPts val="100"/>
                </a:spcAft>
                <a:defRPr/>
              </a:pPr>
              <a:r>
                <a:rPr lang="en-US" sz="1300" b="1" kern="0" dirty="0">
                  <a:solidFill>
                    <a:srgbClr val="000000"/>
                  </a:solidFill>
                  <a:latin typeface="Verdana" panose="020B0604030504040204" pitchFamily="34" charset="0"/>
                  <a:ea typeface="Verdana" panose="020B0604030504040204" pitchFamily="34" charset="0"/>
                </a:rPr>
                <a:t>05</a:t>
              </a:r>
              <a:r>
                <a:rPr lang="en-US" sz="1300" kern="0" dirty="0">
                  <a:solidFill>
                    <a:srgbClr val="000000"/>
                  </a:solidFill>
                  <a:latin typeface="Verdana" panose="020B0604030504040204" pitchFamily="34" charset="0"/>
                  <a:ea typeface="Verdana" panose="020B0604030504040204" pitchFamily="34" charset="0"/>
                </a:rPr>
                <a:t> Airport solarization projects </a:t>
              </a:r>
            </a:p>
            <a:p>
              <a:pPr defTabSz="914400">
                <a:defRPr/>
              </a:pPr>
              <a:r>
                <a:rPr lang="en-US" sz="1100" kern="0" dirty="0">
                  <a:solidFill>
                    <a:srgbClr val="000000"/>
                  </a:solidFill>
                  <a:latin typeface="Verdana" panose="020B0604030504040204" pitchFamily="34" charset="0"/>
                  <a:ea typeface="Verdana" panose="020B0604030504040204" pitchFamily="34" charset="0"/>
                </a:rPr>
                <a:t>(Dhanbad, Dumka, </a:t>
              </a:r>
              <a:r>
                <a:rPr lang="en-US" sz="1100" kern="0" dirty="0" err="1">
                  <a:solidFill>
                    <a:srgbClr val="000000"/>
                  </a:solidFill>
                  <a:latin typeface="Verdana" panose="020B0604030504040204" pitchFamily="34" charset="0"/>
                  <a:ea typeface="Verdana" panose="020B0604030504040204" pitchFamily="34" charset="0"/>
                </a:rPr>
                <a:t>Deoghar</a:t>
              </a:r>
              <a:r>
                <a:rPr lang="en-US" sz="1100" kern="0" dirty="0">
                  <a:solidFill>
                    <a:srgbClr val="000000"/>
                  </a:solidFill>
                  <a:latin typeface="Verdana" panose="020B0604030504040204" pitchFamily="34" charset="0"/>
                  <a:ea typeface="Verdana" panose="020B0604030504040204" pitchFamily="34" charset="0"/>
                </a:rPr>
                <a:t>, </a:t>
              </a:r>
              <a:r>
                <a:rPr lang="en-US" sz="1100" kern="0" dirty="0" err="1">
                  <a:solidFill>
                    <a:srgbClr val="000000"/>
                  </a:solidFill>
                  <a:latin typeface="Verdana" panose="020B0604030504040204" pitchFamily="34" charset="0"/>
                  <a:ea typeface="Verdana" panose="020B0604030504040204" pitchFamily="34" charset="0"/>
                </a:rPr>
                <a:t>Giridih</a:t>
              </a:r>
              <a:r>
                <a:rPr lang="en-US" sz="1100" kern="0" dirty="0">
                  <a:solidFill>
                    <a:srgbClr val="000000"/>
                  </a:solidFill>
                  <a:latin typeface="Verdana" panose="020B0604030504040204" pitchFamily="34" charset="0"/>
                  <a:ea typeface="Verdana" panose="020B0604030504040204" pitchFamily="34" charset="0"/>
                </a:rPr>
                <a:t>, Bokaro)</a:t>
              </a:r>
              <a:endParaRPr lang="en-US" sz="1200" kern="0" dirty="0">
                <a:solidFill>
                  <a:srgbClr val="000000"/>
                </a:solidFill>
                <a:latin typeface="Verdana" panose="020B0604030504040204" pitchFamily="34" charset="0"/>
                <a:ea typeface="Verdana" panose="020B0604030504040204" pitchFamily="34" charset="0"/>
              </a:endParaRPr>
            </a:p>
          </p:txBody>
        </p:sp>
        <p:sp>
          <p:nvSpPr>
            <p:cNvPr id="70" name="Oval 69">
              <a:extLst>
                <a:ext uri="{FF2B5EF4-FFF2-40B4-BE49-F238E27FC236}">
                  <a16:creationId xmlns:a16="http://schemas.microsoft.com/office/drawing/2014/main" id="{4214CE8C-76D8-C666-327B-82E26A53BDD5}"/>
                </a:ext>
              </a:extLst>
            </p:cNvPr>
            <p:cNvSpPr/>
            <p:nvPr/>
          </p:nvSpPr>
          <p:spPr bwMode="gray">
            <a:xfrm>
              <a:off x="467999" y="1739994"/>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2" name="Oval 71">
              <a:extLst>
                <a:ext uri="{FF2B5EF4-FFF2-40B4-BE49-F238E27FC236}">
                  <a16:creationId xmlns:a16="http://schemas.microsoft.com/office/drawing/2014/main" id="{2A01166F-60F6-6696-6EEA-00351335CB7E}"/>
                </a:ext>
              </a:extLst>
            </p:cNvPr>
            <p:cNvSpPr/>
            <p:nvPr/>
          </p:nvSpPr>
          <p:spPr bwMode="gray">
            <a:xfrm>
              <a:off x="467999" y="2391605"/>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3" name="Oval 72">
              <a:extLst>
                <a:ext uri="{FF2B5EF4-FFF2-40B4-BE49-F238E27FC236}">
                  <a16:creationId xmlns:a16="http://schemas.microsoft.com/office/drawing/2014/main" id="{5AB0E9E2-C590-BA9D-BBCD-BD1C4C56977F}"/>
                </a:ext>
              </a:extLst>
            </p:cNvPr>
            <p:cNvSpPr/>
            <p:nvPr/>
          </p:nvSpPr>
          <p:spPr bwMode="gray">
            <a:xfrm>
              <a:off x="467999" y="3018117"/>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4" name="Oval 73">
              <a:extLst>
                <a:ext uri="{FF2B5EF4-FFF2-40B4-BE49-F238E27FC236}">
                  <a16:creationId xmlns:a16="http://schemas.microsoft.com/office/drawing/2014/main" id="{14AB65C2-E295-B3AF-F643-64E74AAFA1BC}"/>
                </a:ext>
              </a:extLst>
            </p:cNvPr>
            <p:cNvSpPr/>
            <p:nvPr/>
          </p:nvSpPr>
          <p:spPr bwMode="gray">
            <a:xfrm>
              <a:off x="467999" y="3654933"/>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78" name="Picture 77" descr="A black background with a black square&#10;&#10;Description automatically generated with medium confidence">
              <a:extLst>
                <a:ext uri="{FF2B5EF4-FFF2-40B4-BE49-F238E27FC236}">
                  <a16:creationId xmlns:a16="http://schemas.microsoft.com/office/drawing/2014/main" id="{8ADF03FC-134D-5BC4-C612-54FE1756C053}"/>
                </a:ext>
              </a:extLst>
            </p:cNvPr>
            <p:cNvPicPr>
              <a:picLocks noChangeAspect="1"/>
            </p:cNvPicPr>
            <p:nvPr/>
          </p:nvPicPr>
          <p:blipFill>
            <a:blip r:embed="rId3"/>
            <a:stretch>
              <a:fillRect/>
            </a:stretch>
          </p:blipFill>
          <p:spPr>
            <a:xfrm flipH="1">
              <a:off x="563704" y="1820737"/>
              <a:ext cx="310109" cy="310109"/>
            </a:xfrm>
            <a:prstGeom prst="rect">
              <a:avLst/>
            </a:prstGeom>
          </p:spPr>
        </p:pic>
        <p:pic>
          <p:nvPicPr>
            <p:cNvPr id="81" name="Picture 80" descr="A black background with a black square&#10;&#10;Description automatically generated with medium confidence">
              <a:extLst>
                <a:ext uri="{FF2B5EF4-FFF2-40B4-BE49-F238E27FC236}">
                  <a16:creationId xmlns:a16="http://schemas.microsoft.com/office/drawing/2014/main" id="{DF09F258-1D19-A817-3E19-957E90F368E1}"/>
                </a:ext>
              </a:extLst>
            </p:cNvPr>
            <p:cNvPicPr>
              <a:picLocks noChangeAspect="1"/>
            </p:cNvPicPr>
            <p:nvPr/>
          </p:nvPicPr>
          <p:blipFill>
            <a:blip r:embed="rId4"/>
            <a:stretch>
              <a:fillRect/>
            </a:stretch>
          </p:blipFill>
          <p:spPr>
            <a:xfrm>
              <a:off x="553910" y="2470856"/>
              <a:ext cx="329696" cy="329696"/>
            </a:xfrm>
            <a:prstGeom prst="rect">
              <a:avLst/>
            </a:prstGeom>
          </p:spPr>
        </p:pic>
        <p:pic>
          <p:nvPicPr>
            <p:cNvPr id="83" name="Picture 82" descr="A black background with a black square&#10;&#10;Description automatically generated with medium confidence">
              <a:extLst>
                <a:ext uri="{FF2B5EF4-FFF2-40B4-BE49-F238E27FC236}">
                  <a16:creationId xmlns:a16="http://schemas.microsoft.com/office/drawing/2014/main" id="{5FE6FEFD-C158-BABC-4DDF-D010E9F1CCF8}"/>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577566" y="3126365"/>
              <a:ext cx="282384" cy="282384"/>
            </a:xfrm>
            <a:prstGeom prst="rect">
              <a:avLst/>
            </a:prstGeom>
          </p:spPr>
        </p:pic>
        <p:pic>
          <p:nvPicPr>
            <p:cNvPr id="100" name="Picture 99" descr="A black background with a black square&#10;&#10;Description automatically generated with medium confidence">
              <a:extLst>
                <a:ext uri="{FF2B5EF4-FFF2-40B4-BE49-F238E27FC236}">
                  <a16:creationId xmlns:a16="http://schemas.microsoft.com/office/drawing/2014/main" id="{7028BFBA-1C15-947D-E001-E01AE68530A7}"/>
                </a:ext>
              </a:extLst>
            </p:cNvPr>
            <p:cNvPicPr>
              <a:picLocks noChangeAspect="1"/>
            </p:cNvPicPr>
            <p:nvPr/>
          </p:nvPicPr>
          <p:blipFill>
            <a:blip r:embed="rId7"/>
            <a:stretch>
              <a:fillRect/>
            </a:stretch>
          </p:blipFill>
          <p:spPr>
            <a:xfrm>
              <a:off x="551879" y="3738813"/>
              <a:ext cx="324681" cy="324681"/>
            </a:xfrm>
            <a:prstGeom prst="rect">
              <a:avLst/>
            </a:prstGeom>
          </p:spPr>
        </p:pic>
        <p:pic>
          <p:nvPicPr>
            <p:cNvPr id="101" name="Picture 100" descr="A black background with a black square&#10;&#10;Description automatically generated with medium confidence">
              <a:extLst>
                <a:ext uri="{FF2B5EF4-FFF2-40B4-BE49-F238E27FC236}">
                  <a16:creationId xmlns:a16="http://schemas.microsoft.com/office/drawing/2014/main" id="{D2A59C8A-8BE7-EF18-40EF-5DC457836BC5}"/>
                </a:ext>
              </a:extLst>
            </p:cNvPr>
            <p:cNvPicPr>
              <a:picLocks noChangeAspect="1"/>
            </p:cNvPicPr>
            <p:nvPr/>
          </p:nvPicPr>
          <p:blipFill>
            <a:blip r:embed="rId8"/>
            <a:stretch>
              <a:fillRect/>
            </a:stretch>
          </p:blipFill>
          <p:spPr>
            <a:xfrm>
              <a:off x="750447" y="3886056"/>
              <a:ext cx="131284" cy="131284"/>
            </a:xfrm>
            <a:prstGeom prst="rect">
              <a:avLst/>
            </a:prstGeom>
          </p:spPr>
        </p:pic>
      </p:grpSp>
      <p:sp>
        <p:nvSpPr>
          <p:cNvPr id="103" name="Rectangle: Rounded Corners 102">
            <a:extLst>
              <a:ext uri="{FF2B5EF4-FFF2-40B4-BE49-F238E27FC236}">
                <a16:creationId xmlns:a16="http://schemas.microsoft.com/office/drawing/2014/main" id="{193CD428-3129-7BE5-8F26-94335991334B}"/>
              </a:ext>
            </a:extLst>
          </p:cNvPr>
          <p:cNvSpPr/>
          <p:nvPr/>
        </p:nvSpPr>
        <p:spPr bwMode="gray">
          <a:xfrm>
            <a:off x="8844633" y="1521910"/>
            <a:ext cx="2937515" cy="5123495"/>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1" name="Rectangle: Rounded Corners 130">
            <a:extLst>
              <a:ext uri="{FF2B5EF4-FFF2-40B4-BE49-F238E27FC236}">
                <a16:creationId xmlns:a16="http://schemas.microsoft.com/office/drawing/2014/main" id="{6F4AC197-BACA-88A2-12FA-7C721135259E}"/>
              </a:ext>
            </a:extLst>
          </p:cNvPr>
          <p:cNvSpPr/>
          <p:nvPr/>
        </p:nvSpPr>
        <p:spPr bwMode="gray">
          <a:xfrm>
            <a:off x="5706203" y="1521911"/>
            <a:ext cx="2947766" cy="2293704"/>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2" name="Rectangle: Rounded Corners 131">
            <a:extLst>
              <a:ext uri="{FF2B5EF4-FFF2-40B4-BE49-F238E27FC236}">
                <a16:creationId xmlns:a16="http://schemas.microsoft.com/office/drawing/2014/main" id="{6D379DFD-80EE-B1D5-B26A-299B24195263}"/>
              </a:ext>
            </a:extLst>
          </p:cNvPr>
          <p:cNvSpPr/>
          <p:nvPr/>
        </p:nvSpPr>
        <p:spPr bwMode="gray">
          <a:xfrm>
            <a:off x="661059" y="1180072"/>
            <a:ext cx="4878558"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3" name="Rectangle: Rounded Corners 132">
            <a:extLst>
              <a:ext uri="{FF2B5EF4-FFF2-40B4-BE49-F238E27FC236}">
                <a16:creationId xmlns:a16="http://schemas.microsoft.com/office/drawing/2014/main" id="{4CC43BAA-0AA4-BF35-6833-60C42C7B899E}"/>
              </a:ext>
            </a:extLst>
          </p:cNvPr>
          <p:cNvSpPr/>
          <p:nvPr/>
        </p:nvSpPr>
        <p:spPr bwMode="gray">
          <a:xfrm>
            <a:off x="5706202" y="1179026"/>
            <a:ext cx="2953037"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4" name="Rectangle: Rounded Corners 133">
            <a:extLst>
              <a:ext uri="{FF2B5EF4-FFF2-40B4-BE49-F238E27FC236}">
                <a16:creationId xmlns:a16="http://schemas.microsoft.com/office/drawing/2014/main" id="{D4C08744-1A82-8F67-0963-924EF1BA7120}"/>
              </a:ext>
            </a:extLst>
          </p:cNvPr>
          <p:cNvSpPr/>
          <p:nvPr/>
        </p:nvSpPr>
        <p:spPr bwMode="gray">
          <a:xfrm>
            <a:off x="5716453" y="4399099"/>
            <a:ext cx="2937515" cy="2232091"/>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6" name="Rectangle: Rounded Corners 165">
            <a:extLst>
              <a:ext uri="{FF2B5EF4-FFF2-40B4-BE49-F238E27FC236}">
                <a16:creationId xmlns:a16="http://schemas.microsoft.com/office/drawing/2014/main" id="{74192ED1-5C00-D5CB-84D7-FE9C881727AF}"/>
              </a:ext>
            </a:extLst>
          </p:cNvPr>
          <p:cNvSpPr/>
          <p:nvPr/>
        </p:nvSpPr>
        <p:spPr bwMode="gray">
          <a:xfrm>
            <a:off x="653666" y="4335599"/>
            <a:ext cx="4874424" cy="783616"/>
          </a:xfrm>
          <a:prstGeom prst="roundRect">
            <a:avLst>
              <a:gd name="adj" fmla="val 3132"/>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8" name="Rectangle 167">
            <a:extLst>
              <a:ext uri="{FF2B5EF4-FFF2-40B4-BE49-F238E27FC236}">
                <a16:creationId xmlns:a16="http://schemas.microsoft.com/office/drawing/2014/main" id="{F814BFD0-2B1F-B476-F21C-72787B2C937A}"/>
              </a:ext>
            </a:extLst>
          </p:cNvPr>
          <p:cNvSpPr/>
          <p:nvPr/>
        </p:nvSpPr>
        <p:spPr>
          <a:xfrm>
            <a:off x="717461" y="4462692"/>
            <a:ext cx="1992652" cy="184666"/>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Installed RE Capacity</a:t>
            </a:r>
          </a:p>
        </p:txBody>
      </p:sp>
      <p:sp>
        <p:nvSpPr>
          <p:cNvPr id="169" name="Rectangle 168">
            <a:extLst>
              <a:ext uri="{FF2B5EF4-FFF2-40B4-BE49-F238E27FC236}">
                <a16:creationId xmlns:a16="http://schemas.microsoft.com/office/drawing/2014/main" id="{D00D99EC-83FC-F38F-0EE3-3B7B90EB11D6}"/>
              </a:ext>
            </a:extLst>
          </p:cNvPr>
          <p:cNvSpPr/>
          <p:nvPr/>
        </p:nvSpPr>
        <p:spPr>
          <a:xfrm>
            <a:off x="717461" y="4792243"/>
            <a:ext cx="1992653" cy="184666"/>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Target RE Capacity</a:t>
            </a:r>
            <a:endParaRPr kumimoji="0" lang="en-US" sz="1200" b="1"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84" name="TextBox 183">
            <a:extLst>
              <a:ext uri="{FF2B5EF4-FFF2-40B4-BE49-F238E27FC236}">
                <a16:creationId xmlns:a16="http://schemas.microsoft.com/office/drawing/2014/main" id="{B455C48F-C3F9-D220-ABE2-C4788E02E221}"/>
              </a:ext>
            </a:extLst>
          </p:cNvPr>
          <p:cNvSpPr txBox="1"/>
          <p:nvPr/>
        </p:nvSpPr>
        <p:spPr>
          <a:xfrm>
            <a:off x="2856756" y="4777746"/>
            <a:ext cx="1161032" cy="271100"/>
          </a:xfrm>
          <a:prstGeom prst="rect">
            <a:avLst/>
          </a:prstGeom>
          <a:solidFill>
            <a:schemeClr val="bg1"/>
          </a:solidFill>
          <a:ln>
            <a:solidFill>
              <a:srgbClr val="47AAE1"/>
            </a:solidFill>
          </a:ln>
        </p:spPr>
        <p:txBody>
          <a:bodyPr wrap="square">
            <a:spAutoFit/>
          </a:bodyP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5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3,000 MW</a:t>
            </a:r>
          </a:p>
        </p:txBody>
      </p:sp>
      <p:sp>
        <p:nvSpPr>
          <p:cNvPr id="175" name="TextBox 174">
            <a:extLst>
              <a:ext uri="{FF2B5EF4-FFF2-40B4-BE49-F238E27FC236}">
                <a16:creationId xmlns:a16="http://schemas.microsoft.com/office/drawing/2014/main" id="{169E9450-8F76-3A13-FDDA-53AAD3659D6D}"/>
              </a:ext>
            </a:extLst>
          </p:cNvPr>
          <p:cNvSpPr txBox="1"/>
          <p:nvPr/>
        </p:nvSpPr>
        <p:spPr>
          <a:xfrm>
            <a:off x="2856756" y="4416651"/>
            <a:ext cx="1161032" cy="271100"/>
          </a:xfrm>
          <a:prstGeom prst="rect">
            <a:avLst/>
          </a:prstGeom>
          <a:solidFill>
            <a:schemeClr val="bg1"/>
          </a:solidFill>
          <a:ln>
            <a:solidFill>
              <a:srgbClr val="47AAE1"/>
            </a:solidFill>
          </a:ln>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139.90 MW</a:t>
            </a:r>
          </a:p>
        </p:txBody>
      </p:sp>
      <p:sp>
        <p:nvSpPr>
          <p:cNvPr id="172" name="Rectangle 171">
            <a:extLst>
              <a:ext uri="{FF2B5EF4-FFF2-40B4-BE49-F238E27FC236}">
                <a16:creationId xmlns:a16="http://schemas.microsoft.com/office/drawing/2014/main" id="{10FFDA58-8824-2396-7B03-119E1F6A05F1}"/>
              </a:ext>
            </a:extLst>
          </p:cNvPr>
          <p:cNvSpPr/>
          <p:nvPr/>
        </p:nvSpPr>
        <p:spPr>
          <a:xfrm>
            <a:off x="4166169" y="4537180"/>
            <a:ext cx="1455752" cy="1384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(CEA, August 2023)</a:t>
            </a:r>
          </a:p>
        </p:txBody>
      </p:sp>
      <p:sp>
        <p:nvSpPr>
          <p:cNvPr id="173" name="Rectangle 172">
            <a:extLst>
              <a:ext uri="{FF2B5EF4-FFF2-40B4-BE49-F238E27FC236}">
                <a16:creationId xmlns:a16="http://schemas.microsoft.com/office/drawing/2014/main" id="{5F579B16-82EE-4F48-5150-65BEEA65FB85}"/>
              </a:ext>
            </a:extLst>
          </p:cNvPr>
          <p:cNvSpPr/>
          <p:nvPr/>
        </p:nvSpPr>
        <p:spPr>
          <a:xfrm>
            <a:off x="4153331" y="4884189"/>
            <a:ext cx="1455752" cy="1384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(Solar Policy 2022)</a:t>
            </a:r>
          </a:p>
        </p:txBody>
      </p:sp>
      <p:grpSp>
        <p:nvGrpSpPr>
          <p:cNvPr id="192" name="Group 191">
            <a:extLst>
              <a:ext uri="{FF2B5EF4-FFF2-40B4-BE49-F238E27FC236}">
                <a16:creationId xmlns:a16="http://schemas.microsoft.com/office/drawing/2014/main" id="{1188D1E4-C39B-3F9A-B159-F93A29913E18}"/>
              </a:ext>
            </a:extLst>
          </p:cNvPr>
          <p:cNvGrpSpPr/>
          <p:nvPr/>
        </p:nvGrpSpPr>
        <p:grpSpPr>
          <a:xfrm>
            <a:off x="642357" y="5274435"/>
            <a:ext cx="4923308" cy="1370970"/>
            <a:chOff x="684889" y="5409026"/>
            <a:chExt cx="4923308" cy="1370970"/>
          </a:xfrm>
        </p:grpSpPr>
        <p:sp>
          <p:nvSpPr>
            <p:cNvPr id="188" name="Rectangle: Rounded Corners 187">
              <a:extLst>
                <a:ext uri="{FF2B5EF4-FFF2-40B4-BE49-F238E27FC236}">
                  <a16:creationId xmlns:a16="http://schemas.microsoft.com/office/drawing/2014/main" id="{7E9F7352-6697-DC8A-C8CC-AA98A2C43C97}"/>
                </a:ext>
              </a:extLst>
            </p:cNvPr>
            <p:cNvSpPr/>
            <p:nvPr/>
          </p:nvSpPr>
          <p:spPr bwMode="gray">
            <a:xfrm>
              <a:off x="1002828" y="5418622"/>
              <a:ext cx="4567794" cy="1354317"/>
            </a:xfrm>
            <a:prstGeom prst="roundRect">
              <a:avLst>
                <a:gd name="adj" fmla="val 3132"/>
              </a:avLst>
            </a:prstGeom>
            <a:solidFill>
              <a:schemeClr val="bg1"/>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9" name="TextBox 68">
              <a:extLst>
                <a:ext uri="{FF2B5EF4-FFF2-40B4-BE49-F238E27FC236}">
                  <a16:creationId xmlns:a16="http://schemas.microsoft.com/office/drawing/2014/main" id="{6922BD2E-ADEF-444C-7613-0337A868CCF6}"/>
                </a:ext>
              </a:extLst>
            </p:cNvPr>
            <p:cNvSpPr txBox="1"/>
            <p:nvPr/>
          </p:nvSpPr>
          <p:spPr>
            <a:xfrm>
              <a:off x="1134522" y="5411565"/>
              <a:ext cx="4473675" cy="1354217"/>
            </a:xfrm>
            <a:prstGeom prst="rect">
              <a:avLst/>
            </a:prstGeom>
            <a:noFill/>
          </p:spPr>
          <p:txBody>
            <a:bodyPr wrap="square">
              <a:spAutoFit/>
            </a:bodyPr>
            <a:lstStyle/>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kern="0" dirty="0">
                  <a:solidFill>
                    <a:srgbClr val="000000"/>
                  </a:solidFill>
                  <a:latin typeface="Verdana" panose="020B0604030504040204" pitchFamily="34" charset="0"/>
                  <a:ea typeface="Verdana" panose="020B0604030504040204" pitchFamily="34" charset="0"/>
                </a:rPr>
                <a:t>Key policy &amp; regulatory initiatives to promote utility scale Solar projects in State</a:t>
              </a:r>
            </a:p>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Standard Operating Procedure </a:t>
              </a:r>
              <a:r>
                <a:rPr lang="en-US" sz="1200" kern="0" dirty="0">
                  <a:solidFill>
                    <a:srgbClr val="000000"/>
                  </a:solidFill>
                  <a:latin typeface="Verdana" panose="020B0604030504040204" pitchFamily="34" charset="0"/>
                  <a:ea typeface="Verdana" panose="020B0604030504040204" pitchFamily="34" charset="0"/>
                </a:rPr>
                <a:t>in place</a:t>
              </a:r>
            </a:p>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State Level Screening &amp; Empowered Committee</a:t>
              </a:r>
            </a:p>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Regulatory Framework </a:t>
              </a:r>
              <a:r>
                <a:rPr lang="en-US" sz="1200" kern="0" dirty="0">
                  <a:solidFill>
                    <a:srgbClr val="000000"/>
                  </a:solidFill>
                  <a:latin typeface="Verdana" panose="020B0604030504040204" pitchFamily="34" charset="0"/>
                  <a:ea typeface="Verdana" panose="020B0604030504040204" pitchFamily="34" charset="0"/>
                </a:rPr>
                <a:t>by JSERC (RPO, Net Metering, OA) regulations</a:t>
              </a:r>
            </a:p>
          </p:txBody>
        </p:sp>
        <p:sp>
          <p:nvSpPr>
            <p:cNvPr id="185" name="Rectangle: Rounded Corners 184">
              <a:extLst>
                <a:ext uri="{FF2B5EF4-FFF2-40B4-BE49-F238E27FC236}">
                  <a16:creationId xmlns:a16="http://schemas.microsoft.com/office/drawing/2014/main" id="{3A349DBE-AAB1-C48B-D9F1-F60CF5B1FBD9}"/>
                </a:ext>
              </a:extLst>
            </p:cNvPr>
            <p:cNvSpPr/>
            <p:nvPr/>
          </p:nvSpPr>
          <p:spPr bwMode="gray">
            <a:xfrm>
              <a:off x="693763" y="5409026"/>
              <a:ext cx="461665" cy="1370970"/>
            </a:xfrm>
            <a:prstGeom prst="roundRect">
              <a:avLst>
                <a:gd name="adj" fmla="val 3132"/>
              </a:avLst>
            </a:prstGeom>
            <a:solidFill>
              <a:srgbClr val="D1E9F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6" name="TextBox 185">
              <a:extLst>
                <a:ext uri="{FF2B5EF4-FFF2-40B4-BE49-F238E27FC236}">
                  <a16:creationId xmlns:a16="http://schemas.microsoft.com/office/drawing/2014/main" id="{5CAAFAF6-EF4E-8740-D9C0-DA0EFB6597C8}"/>
                </a:ext>
              </a:extLst>
            </p:cNvPr>
            <p:cNvSpPr txBox="1"/>
            <p:nvPr/>
          </p:nvSpPr>
          <p:spPr>
            <a:xfrm rot="16200000">
              <a:off x="501122" y="5864947"/>
              <a:ext cx="829199" cy="461665"/>
            </a:xfrm>
            <a:prstGeom prst="rect">
              <a:avLst/>
            </a:prstGeom>
            <a:noFill/>
          </p:spPr>
          <p:txBody>
            <a:bodyPr wrap="square">
              <a:spAutoFit/>
            </a:bodyPr>
            <a:lstStyle/>
            <a:p>
              <a:pPr algn="ctr" defTabSz="914400">
                <a:defRPr/>
              </a:pPr>
              <a:r>
                <a:rPr lang="en-US" sz="1200" b="1" kern="0" dirty="0">
                  <a:solidFill>
                    <a:srgbClr val="000000"/>
                  </a:solidFill>
                  <a:latin typeface="Verdana" panose="020B0604030504040204" pitchFamily="34" charset="0"/>
                  <a:ea typeface="Verdana" panose="020B0604030504040204" pitchFamily="34" charset="0"/>
                </a:rPr>
                <a:t>Key</a:t>
              </a:r>
            </a:p>
            <a:p>
              <a:pPr algn="ctr" defTabSz="914400">
                <a:defRPr/>
              </a:pPr>
              <a:r>
                <a:rPr lang="en-US" sz="1200" b="1" kern="0" dirty="0">
                  <a:solidFill>
                    <a:srgbClr val="000000"/>
                  </a:solidFill>
                  <a:latin typeface="Verdana" panose="020B0604030504040204" pitchFamily="34" charset="0"/>
                  <a:ea typeface="Verdana" panose="020B0604030504040204" pitchFamily="34" charset="0"/>
                </a:rPr>
                <a:t>Efforts</a:t>
              </a:r>
              <a:endParaRPr lang="en-US" sz="1200" b="1" i="1" kern="0" dirty="0">
                <a:solidFill>
                  <a:srgbClr val="000000"/>
                </a:solidFill>
                <a:latin typeface="Verdana" panose="020B0604030504040204" pitchFamily="34" charset="0"/>
                <a:ea typeface="Verdana" panose="020B0604030504040204" pitchFamily="34" charset="0"/>
              </a:endParaRPr>
            </a:p>
          </p:txBody>
        </p:sp>
      </p:grpSp>
      <p:sp>
        <p:nvSpPr>
          <p:cNvPr id="196" name="Rectangle 195">
            <a:extLst>
              <a:ext uri="{FF2B5EF4-FFF2-40B4-BE49-F238E27FC236}">
                <a16:creationId xmlns:a16="http://schemas.microsoft.com/office/drawing/2014/main" id="{1AA0BE02-F68A-5B72-D449-DD49B30A6317}"/>
              </a:ext>
            </a:extLst>
          </p:cNvPr>
          <p:cNvSpPr/>
          <p:nvPr/>
        </p:nvSpPr>
        <p:spPr>
          <a:xfrm>
            <a:off x="839198" y="1255327"/>
            <a:ext cx="4498343" cy="2154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CURRENT ENDEAVORS &amp; LANDSCAPE</a:t>
            </a:r>
          </a:p>
        </p:txBody>
      </p:sp>
      <p:sp>
        <p:nvSpPr>
          <p:cNvPr id="197" name="Rectangle 196">
            <a:extLst>
              <a:ext uri="{FF2B5EF4-FFF2-40B4-BE49-F238E27FC236}">
                <a16:creationId xmlns:a16="http://schemas.microsoft.com/office/drawing/2014/main" id="{AF3DD324-992F-8FDC-79BB-5BE436F6B4EC}"/>
              </a:ext>
            </a:extLst>
          </p:cNvPr>
          <p:cNvSpPr/>
          <p:nvPr/>
        </p:nvSpPr>
        <p:spPr>
          <a:xfrm>
            <a:off x="5990540" y="1250681"/>
            <a:ext cx="2317844" cy="22380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KEY CHALLENGES</a:t>
            </a:r>
          </a:p>
        </p:txBody>
      </p:sp>
      <p:sp>
        <p:nvSpPr>
          <p:cNvPr id="217" name="Rectangle: Rounded Corners 216">
            <a:extLst>
              <a:ext uri="{FF2B5EF4-FFF2-40B4-BE49-F238E27FC236}">
                <a16:creationId xmlns:a16="http://schemas.microsoft.com/office/drawing/2014/main" id="{CA0221FB-CD36-611D-CC3B-F682BDDCB2F5}"/>
              </a:ext>
            </a:extLst>
          </p:cNvPr>
          <p:cNvSpPr/>
          <p:nvPr/>
        </p:nvSpPr>
        <p:spPr bwMode="gray">
          <a:xfrm>
            <a:off x="8842331" y="1179026"/>
            <a:ext cx="2944737"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221" name="Picture 220" descr="A black background with a black square&#10;&#10;Description automatically generated with medium confidence">
            <a:extLst>
              <a:ext uri="{FF2B5EF4-FFF2-40B4-BE49-F238E27FC236}">
                <a16:creationId xmlns:a16="http://schemas.microsoft.com/office/drawing/2014/main" id="{0DB1B7E5-A846-E0D9-5E32-9DEF80DFC4C7}"/>
              </a:ext>
            </a:extLst>
          </p:cNvPr>
          <p:cNvPicPr>
            <a:picLocks noChangeAspect="1"/>
          </p:cNvPicPr>
          <p:nvPr/>
        </p:nvPicPr>
        <p:blipFill rotWithShape="1">
          <a:blip r:embed="rId9"/>
          <a:srcRect l="10821" t="26981" r="11766" b="26507"/>
          <a:stretch/>
        </p:blipFill>
        <p:spPr>
          <a:xfrm>
            <a:off x="9641552" y="1655466"/>
            <a:ext cx="1343675" cy="323200"/>
          </a:xfrm>
          <a:prstGeom prst="rect">
            <a:avLst/>
          </a:prstGeom>
        </p:spPr>
      </p:pic>
      <p:sp>
        <p:nvSpPr>
          <p:cNvPr id="222" name="Rectangle 221">
            <a:extLst>
              <a:ext uri="{FF2B5EF4-FFF2-40B4-BE49-F238E27FC236}">
                <a16:creationId xmlns:a16="http://schemas.microsoft.com/office/drawing/2014/main" id="{E9BA08AF-29AC-AF38-2994-C43895434440}"/>
              </a:ext>
            </a:extLst>
          </p:cNvPr>
          <p:cNvSpPr/>
          <p:nvPr/>
        </p:nvSpPr>
        <p:spPr>
          <a:xfrm>
            <a:off x="9156621" y="1255027"/>
            <a:ext cx="2317490" cy="22380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OUR EXPERTISE</a:t>
            </a:r>
          </a:p>
        </p:txBody>
      </p:sp>
      <p:grpSp>
        <p:nvGrpSpPr>
          <p:cNvPr id="227" name="Group 226">
            <a:extLst>
              <a:ext uri="{FF2B5EF4-FFF2-40B4-BE49-F238E27FC236}">
                <a16:creationId xmlns:a16="http://schemas.microsoft.com/office/drawing/2014/main" id="{C6460C39-C842-D809-60E1-B73D6D6B0765}"/>
              </a:ext>
            </a:extLst>
          </p:cNvPr>
          <p:cNvGrpSpPr/>
          <p:nvPr/>
        </p:nvGrpSpPr>
        <p:grpSpPr>
          <a:xfrm>
            <a:off x="5716453" y="4054393"/>
            <a:ext cx="2937515" cy="380840"/>
            <a:chOff x="5759014" y="3909985"/>
            <a:chExt cx="2937515" cy="380840"/>
          </a:xfrm>
        </p:grpSpPr>
        <p:sp>
          <p:nvSpPr>
            <p:cNvPr id="135" name="Rectangle: Rounded Corners 134">
              <a:extLst>
                <a:ext uri="{FF2B5EF4-FFF2-40B4-BE49-F238E27FC236}">
                  <a16:creationId xmlns:a16="http://schemas.microsoft.com/office/drawing/2014/main" id="{A3B72DB9-F4F0-2B0E-C982-C21076C62AF0}"/>
                </a:ext>
              </a:extLst>
            </p:cNvPr>
            <p:cNvSpPr/>
            <p:nvPr/>
          </p:nvSpPr>
          <p:spPr bwMode="gray">
            <a:xfrm>
              <a:off x="5759014" y="3909985"/>
              <a:ext cx="2937515"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23" name="Rectangle 222">
              <a:extLst>
                <a:ext uri="{FF2B5EF4-FFF2-40B4-BE49-F238E27FC236}">
                  <a16:creationId xmlns:a16="http://schemas.microsoft.com/office/drawing/2014/main" id="{F03A3775-2959-568E-6A9F-5E82DC3169B8}"/>
                </a:ext>
              </a:extLst>
            </p:cNvPr>
            <p:cNvSpPr/>
            <p:nvPr/>
          </p:nvSpPr>
          <p:spPr>
            <a:xfrm>
              <a:off x="5930972" y="3990770"/>
              <a:ext cx="2549628" cy="2154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dirty="0">
                  <a:solidFill>
                    <a:schemeClr val="bg1"/>
                  </a:solidFill>
                  <a:latin typeface="Verdana" panose="020B0604030504040204" pitchFamily="34" charset="0"/>
                  <a:ea typeface="Verdana" panose="020B0604030504040204" pitchFamily="34" charset="0"/>
                </a:rPr>
                <a:t>ENVISAGED SOLUTIONS</a:t>
              </a:r>
              <a:endPar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p:txBody>
        </p:sp>
      </p:grpSp>
      <p:sp>
        <p:nvSpPr>
          <p:cNvPr id="224" name="TextBox 223">
            <a:extLst>
              <a:ext uri="{FF2B5EF4-FFF2-40B4-BE49-F238E27FC236}">
                <a16:creationId xmlns:a16="http://schemas.microsoft.com/office/drawing/2014/main" id="{EE821D7D-AD5F-3104-7891-B2964EE6DD9A}"/>
              </a:ext>
            </a:extLst>
          </p:cNvPr>
          <p:cNvSpPr txBox="1"/>
          <p:nvPr/>
        </p:nvSpPr>
        <p:spPr>
          <a:xfrm>
            <a:off x="5737204" y="4457736"/>
            <a:ext cx="2909038" cy="2092881"/>
          </a:xfrm>
          <a:prstGeom prst="rect">
            <a:avLst/>
          </a:prstGeom>
          <a:noFill/>
        </p:spPr>
        <p:txBody>
          <a:bodyPr wrap="square">
            <a:spAutoFit/>
          </a:bodyPr>
          <a:lstStyle/>
          <a:p>
            <a:pPr marL="168275" marR="0" lvl="0" indent="-1682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Transparent Land aggregation </a:t>
            </a: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and </a:t>
            </a: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allotment policy </a:t>
            </a: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needs to be formulated in line with States like MP, Karnataka </a:t>
            </a:r>
          </a:p>
          <a:p>
            <a:pPr marL="168275" marR="0" lvl="0" indent="-1682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a:ea typeface="+mn-ea"/>
                <a:cs typeface="+mn-cs"/>
              </a:rPr>
              <a:t>Large scale scoping of Solar Parks &amp; Floating Solar Parks </a:t>
            </a:r>
            <a:endPar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endParaRPr>
          </a:p>
          <a:p>
            <a:pPr marL="168275" marR="0" lvl="0" indent="-1682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Utility Scale RE Projects </a:t>
            </a: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could be scoped </a:t>
            </a: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typically for meeting </a:t>
            </a: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captive demand of industries</a:t>
            </a:r>
            <a:endPar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26" name="Rectangle 225">
            <a:extLst>
              <a:ext uri="{FF2B5EF4-FFF2-40B4-BE49-F238E27FC236}">
                <a16:creationId xmlns:a16="http://schemas.microsoft.com/office/drawing/2014/main" id="{C1DA0279-5295-5226-28DD-D6F72AE8D641}"/>
              </a:ext>
            </a:extLst>
          </p:cNvPr>
          <p:cNvSpPr/>
          <p:nvPr/>
        </p:nvSpPr>
        <p:spPr>
          <a:xfrm>
            <a:off x="5816847" y="1688966"/>
            <a:ext cx="2804498" cy="2103140"/>
          </a:xfrm>
          <a:prstGeom prst="rect">
            <a:avLst/>
          </a:prstGeom>
        </p:spPr>
        <p:txBody>
          <a:bodyPr wrap="square" lIns="0" tIns="0" rIns="0" bIns="0">
            <a:spAutoFit/>
          </a:bodyPr>
          <a:lstStyle/>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Land acquisition </a:t>
            </a: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&amp; aggregation</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313131"/>
                </a:solidFill>
                <a:effectLst/>
                <a:uLnTx/>
                <a:uFillTx/>
                <a:latin typeface="Verdana"/>
                <a:ea typeface="+mn-ea"/>
                <a:cs typeface="+mn-cs"/>
              </a:rPr>
              <a:t>Capacity </a:t>
            </a:r>
            <a:r>
              <a:rPr kumimoji="0" lang="en-US" sz="1200" b="1" i="0" u="none" strike="noStrike" kern="0" cap="none" spc="0" normalizeH="0" baseline="0" noProof="0" dirty="0">
                <a:ln>
                  <a:noFill/>
                </a:ln>
                <a:solidFill>
                  <a:srgbClr val="313131"/>
                </a:solidFill>
                <a:effectLst/>
                <a:uLnTx/>
                <a:uFillTx/>
                <a:latin typeface="Verdana"/>
                <a:ea typeface="+mn-ea"/>
                <a:cs typeface="+mn-cs"/>
              </a:rPr>
              <a:t>Overhang of legacy PPAs </a:t>
            </a:r>
            <a:r>
              <a:rPr kumimoji="0" lang="en-US" sz="1200" b="0" i="0" u="none" strike="noStrike" kern="0" cap="none" spc="0" normalizeH="0" baseline="0" noProof="0" dirty="0">
                <a:ln>
                  <a:noFill/>
                </a:ln>
                <a:solidFill>
                  <a:srgbClr val="313131"/>
                </a:solidFill>
                <a:effectLst/>
                <a:uLnTx/>
                <a:uFillTx/>
                <a:latin typeface="Verdana"/>
                <a:ea typeface="+mn-ea"/>
                <a:cs typeface="+mn-cs"/>
              </a:rPr>
              <a:t>that are costly</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Limited traction </a:t>
            </a:r>
            <a:r>
              <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on developing Floating Solar project portfolio</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Lack of Private Investments</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kern="0" dirty="0">
                <a:solidFill>
                  <a:srgbClr val="000000"/>
                </a:solidFill>
                <a:latin typeface="Verdana" panose="020B0604030504040204" pitchFamily="34" charset="0"/>
                <a:ea typeface="Verdana" panose="020B0604030504040204" pitchFamily="34" charset="0"/>
              </a:rPr>
              <a:t>Understanding </a:t>
            </a:r>
            <a:r>
              <a:rPr lang="en-US" sz="1200" b="1" kern="0" dirty="0">
                <a:solidFill>
                  <a:srgbClr val="000000"/>
                </a:solidFill>
                <a:latin typeface="Verdana" panose="020B0604030504040204" pitchFamily="34" charset="0"/>
                <a:ea typeface="Verdana" panose="020B0604030504040204" pitchFamily="34" charset="0"/>
              </a:rPr>
              <a:t>modalities of various implementing models  </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Power Evacuation &amp; Offtake issues</a:t>
            </a:r>
          </a:p>
        </p:txBody>
      </p:sp>
      <p:grpSp>
        <p:nvGrpSpPr>
          <p:cNvPr id="242" name="Group 241">
            <a:extLst>
              <a:ext uri="{FF2B5EF4-FFF2-40B4-BE49-F238E27FC236}">
                <a16:creationId xmlns:a16="http://schemas.microsoft.com/office/drawing/2014/main" id="{8661EE08-BE38-270D-18DA-7723C4973A99}"/>
              </a:ext>
            </a:extLst>
          </p:cNvPr>
          <p:cNvGrpSpPr/>
          <p:nvPr/>
        </p:nvGrpSpPr>
        <p:grpSpPr>
          <a:xfrm>
            <a:off x="8964951" y="2113455"/>
            <a:ext cx="2879514" cy="793039"/>
            <a:chOff x="9007483" y="2062927"/>
            <a:chExt cx="2879514" cy="793039"/>
          </a:xfrm>
        </p:grpSpPr>
        <p:sp>
          <p:nvSpPr>
            <p:cNvPr id="120" name="Rectangle 119">
              <a:extLst>
                <a:ext uri="{FF2B5EF4-FFF2-40B4-BE49-F238E27FC236}">
                  <a16:creationId xmlns:a16="http://schemas.microsoft.com/office/drawing/2014/main" id="{0ADD9B24-6DD2-16ED-0D51-03D50CCCDBA7}"/>
                </a:ext>
              </a:extLst>
            </p:cNvPr>
            <p:cNvSpPr/>
            <p:nvPr/>
          </p:nvSpPr>
          <p:spPr bwMode="gray">
            <a:xfrm>
              <a:off x="9200662" y="2124446"/>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129" name="TextBox 128">
              <a:extLst>
                <a:ext uri="{FF2B5EF4-FFF2-40B4-BE49-F238E27FC236}">
                  <a16:creationId xmlns:a16="http://schemas.microsoft.com/office/drawing/2014/main" id="{C27C58E0-16FA-81C9-D8F0-969C55B58BE1}"/>
                </a:ext>
              </a:extLst>
            </p:cNvPr>
            <p:cNvSpPr txBox="1"/>
            <p:nvPr/>
          </p:nvSpPr>
          <p:spPr>
            <a:xfrm>
              <a:off x="9423950" y="2160028"/>
              <a:ext cx="2463047"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DPR of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950 MW Ground Mount Solar Park, Chhatarpur, MP</a:t>
              </a:r>
              <a:endPar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29" name="Oval 228">
              <a:extLst>
                <a:ext uri="{FF2B5EF4-FFF2-40B4-BE49-F238E27FC236}">
                  <a16:creationId xmlns:a16="http://schemas.microsoft.com/office/drawing/2014/main" id="{BC9475B9-B13B-8BF8-985A-B32C6C77F874}"/>
                </a:ext>
              </a:extLst>
            </p:cNvPr>
            <p:cNvSpPr/>
            <p:nvPr/>
          </p:nvSpPr>
          <p:spPr bwMode="gray">
            <a:xfrm>
              <a:off x="9007483" y="2062927"/>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231" name="Graphic 230" descr="Blueprint with solid fill">
              <a:extLst>
                <a:ext uri="{FF2B5EF4-FFF2-40B4-BE49-F238E27FC236}">
                  <a16:creationId xmlns:a16="http://schemas.microsoft.com/office/drawing/2014/main" id="{D633402C-25DE-3E8D-B4FE-386973E534F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072314" y="2120608"/>
              <a:ext cx="324763" cy="324763"/>
            </a:xfrm>
            <a:prstGeom prst="rect">
              <a:avLst/>
            </a:prstGeom>
          </p:spPr>
        </p:pic>
      </p:grpSp>
      <p:grpSp>
        <p:nvGrpSpPr>
          <p:cNvPr id="257" name="Group 256">
            <a:extLst>
              <a:ext uri="{FF2B5EF4-FFF2-40B4-BE49-F238E27FC236}">
                <a16:creationId xmlns:a16="http://schemas.microsoft.com/office/drawing/2014/main" id="{16A980BD-790A-AB48-9B06-8DBE4CA46243}"/>
              </a:ext>
            </a:extLst>
          </p:cNvPr>
          <p:cNvGrpSpPr/>
          <p:nvPr/>
        </p:nvGrpSpPr>
        <p:grpSpPr>
          <a:xfrm>
            <a:off x="8960632" y="3285189"/>
            <a:ext cx="2879514" cy="793039"/>
            <a:chOff x="8972950" y="3167921"/>
            <a:chExt cx="2879514" cy="793039"/>
          </a:xfrm>
        </p:grpSpPr>
        <p:grpSp>
          <p:nvGrpSpPr>
            <p:cNvPr id="241" name="Group 240">
              <a:extLst>
                <a:ext uri="{FF2B5EF4-FFF2-40B4-BE49-F238E27FC236}">
                  <a16:creationId xmlns:a16="http://schemas.microsoft.com/office/drawing/2014/main" id="{55623B8C-7EE1-98FC-EB33-7D1DFE2BA487}"/>
                </a:ext>
              </a:extLst>
            </p:cNvPr>
            <p:cNvGrpSpPr/>
            <p:nvPr/>
          </p:nvGrpSpPr>
          <p:grpSpPr>
            <a:xfrm>
              <a:off x="8972950" y="3167921"/>
              <a:ext cx="2879514" cy="793039"/>
              <a:chOff x="9015482" y="2976527"/>
              <a:chExt cx="2879514" cy="793039"/>
            </a:xfrm>
          </p:grpSpPr>
          <p:sp>
            <p:nvSpPr>
              <p:cNvPr id="232" name="Rectangle 231">
                <a:extLst>
                  <a:ext uri="{FF2B5EF4-FFF2-40B4-BE49-F238E27FC236}">
                    <a16:creationId xmlns:a16="http://schemas.microsoft.com/office/drawing/2014/main" id="{F0934F2D-6807-B98B-4AD1-3BC2A2C83CB2}"/>
                  </a:ext>
                </a:extLst>
              </p:cNvPr>
              <p:cNvSpPr/>
              <p:nvPr/>
            </p:nvSpPr>
            <p:spPr bwMode="gray">
              <a:xfrm>
                <a:off x="9208661" y="3038046"/>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33" name="TextBox 232">
                <a:extLst>
                  <a:ext uri="{FF2B5EF4-FFF2-40B4-BE49-F238E27FC236}">
                    <a16:creationId xmlns:a16="http://schemas.microsoft.com/office/drawing/2014/main" id="{DA619305-B38A-4D0F-7B48-B7A8E28F2A9F}"/>
                  </a:ext>
                </a:extLst>
              </p:cNvPr>
              <p:cNvSpPr txBox="1"/>
              <p:nvPr/>
            </p:nvSpPr>
            <p:spPr>
              <a:xfrm>
                <a:off x="9431949" y="3073628"/>
                <a:ext cx="2463047"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DPR </a:t>
                </a:r>
                <a:r>
                  <a:rPr lang="en-US" sz="1200" kern="0" dirty="0">
                    <a:solidFill>
                      <a:schemeClr val="bg1"/>
                    </a:solidFill>
                    <a:latin typeface="Verdana" panose="020B0604030504040204" pitchFamily="34" charset="0"/>
                    <a:ea typeface="Verdana" panose="020B0604030504040204" pitchFamily="34" charset="0"/>
                  </a:rPr>
                  <a:t>&amp; TA World</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’s l</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argest 600MW floating solar park, </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Omkareshwar</a:t>
                </a:r>
              </a:p>
            </p:txBody>
          </p:sp>
          <p:sp>
            <p:nvSpPr>
              <p:cNvPr id="234" name="Oval 233">
                <a:extLst>
                  <a:ext uri="{FF2B5EF4-FFF2-40B4-BE49-F238E27FC236}">
                    <a16:creationId xmlns:a16="http://schemas.microsoft.com/office/drawing/2014/main" id="{DC12000A-DB30-CE9B-F4E1-A69E8A81D64F}"/>
                  </a:ext>
                </a:extLst>
              </p:cNvPr>
              <p:cNvSpPr/>
              <p:nvPr/>
            </p:nvSpPr>
            <p:spPr bwMode="gray">
              <a:xfrm>
                <a:off x="9015482" y="2976527"/>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pic>
          <p:nvPicPr>
            <p:cNvPr id="253" name="Graphic 252" descr="Wave with solid fill">
              <a:extLst>
                <a:ext uri="{FF2B5EF4-FFF2-40B4-BE49-F238E27FC236}">
                  <a16:creationId xmlns:a16="http://schemas.microsoft.com/office/drawing/2014/main" id="{50C2E270-1CE7-165D-8939-26FAC16C0A5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40803" y="3213560"/>
              <a:ext cx="339985" cy="339985"/>
            </a:xfrm>
            <a:prstGeom prst="rect">
              <a:avLst/>
            </a:prstGeom>
          </p:spPr>
        </p:pic>
      </p:grpSp>
      <p:grpSp>
        <p:nvGrpSpPr>
          <p:cNvPr id="258" name="Group 257">
            <a:extLst>
              <a:ext uri="{FF2B5EF4-FFF2-40B4-BE49-F238E27FC236}">
                <a16:creationId xmlns:a16="http://schemas.microsoft.com/office/drawing/2014/main" id="{628F3D79-1107-3026-6ED3-0FA1A0D84437}"/>
              </a:ext>
            </a:extLst>
          </p:cNvPr>
          <p:cNvGrpSpPr/>
          <p:nvPr/>
        </p:nvGrpSpPr>
        <p:grpSpPr>
          <a:xfrm>
            <a:off x="8960632" y="4477052"/>
            <a:ext cx="2879514" cy="793039"/>
            <a:chOff x="8972950" y="4380671"/>
            <a:chExt cx="2879514" cy="793039"/>
          </a:xfrm>
        </p:grpSpPr>
        <p:grpSp>
          <p:nvGrpSpPr>
            <p:cNvPr id="240" name="Group 239">
              <a:extLst>
                <a:ext uri="{FF2B5EF4-FFF2-40B4-BE49-F238E27FC236}">
                  <a16:creationId xmlns:a16="http://schemas.microsoft.com/office/drawing/2014/main" id="{2E96CFA4-F040-A7B9-C9D3-076683B8C4EE}"/>
                </a:ext>
              </a:extLst>
            </p:cNvPr>
            <p:cNvGrpSpPr/>
            <p:nvPr/>
          </p:nvGrpSpPr>
          <p:grpSpPr>
            <a:xfrm>
              <a:off x="8972950" y="4380671"/>
              <a:ext cx="2879514" cy="793039"/>
              <a:chOff x="9015482" y="3902186"/>
              <a:chExt cx="2879514" cy="793039"/>
            </a:xfrm>
          </p:grpSpPr>
          <p:sp>
            <p:nvSpPr>
              <p:cNvPr id="236" name="Rectangle 235">
                <a:extLst>
                  <a:ext uri="{FF2B5EF4-FFF2-40B4-BE49-F238E27FC236}">
                    <a16:creationId xmlns:a16="http://schemas.microsoft.com/office/drawing/2014/main" id="{92CDB739-0463-F231-B57E-BD1DBAB17891}"/>
                  </a:ext>
                </a:extLst>
              </p:cNvPr>
              <p:cNvSpPr/>
              <p:nvPr/>
            </p:nvSpPr>
            <p:spPr bwMode="gray">
              <a:xfrm>
                <a:off x="9208661" y="3963705"/>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37" name="TextBox 236">
                <a:extLst>
                  <a:ext uri="{FF2B5EF4-FFF2-40B4-BE49-F238E27FC236}">
                    <a16:creationId xmlns:a16="http://schemas.microsoft.com/office/drawing/2014/main" id="{E9C474BB-DD80-176B-DCA6-26A4BF3713AA}"/>
                  </a:ext>
                </a:extLst>
              </p:cNvPr>
              <p:cNvSpPr txBox="1"/>
              <p:nvPr/>
            </p:nvSpPr>
            <p:spPr>
              <a:xfrm>
                <a:off x="9431949" y="3999287"/>
                <a:ext cx="2463047"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Techno-Commercial due diligence of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Odisha Solar Park </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(IFC &amp; GEDCOL)</a:t>
                </a:r>
              </a:p>
            </p:txBody>
          </p:sp>
          <p:sp>
            <p:nvSpPr>
              <p:cNvPr id="238" name="Oval 237">
                <a:extLst>
                  <a:ext uri="{FF2B5EF4-FFF2-40B4-BE49-F238E27FC236}">
                    <a16:creationId xmlns:a16="http://schemas.microsoft.com/office/drawing/2014/main" id="{89D4C5CD-7683-5BF7-66B4-D09D420A6215}"/>
                  </a:ext>
                </a:extLst>
              </p:cNvPr>
              <p:cNvSpPr/>
              <p:nvPr/>
            </p:nvSpPr>
            <p:spPr bwMode="gray">
              <a:xfrm>
                <a:off x="9015482" y="3902186"/>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pic>
          <p:nvPicPr>
            <p:cNvPr id="254" name="Graphic 253" descr="Solar Panels with solid fill">
              <a:extLst>
                <a:ext uri="{FF2B5EF4-FFF2-40B4-BE49-F238E27FC236}">
                  <a16:creationId xmlns:a16="http://schemas.microsoft.com/office/drawing/2014/main" id="{17B75563-C057-F0E7-0A56-FCD98AA3505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22945" y="4434591"/>
              <a:ext cx="343871" cy="343871"/>
            </a:xfrm>
            <a:prstGeom prst="rect">
              <a:avLst/>
            </a:prstGeom>
          </p:spPr>
        </p:pic>
      </p:grpSp>
      <p:grpSp>
        <p:nvGrpSpPr>
          <p:cNvPr id="259" name="Group 258">
            <a:extLst>
              <a:ext uri="{FF2B5EF4-FFF2-40B4-BE49-F238E27FC236}">
                <a16:creationId xmlns:a16="http://schemas.microsoft.com/office/drawing/2014/main" id="{E51ABCC8-EAFB-1C9D-10A5-0C29D30C0C1D}"/>
              </a:ext>
            </a:extLst>
          </p:cNvPr>
          <p:cNvGrpSpPr/>
          <p:nvPr/>
        </p:nvGrpSpPr>
        <p:grpSpPr>
          <a:xfrm>
            <a:off x="8964951" y="5671116"/>
            <a:ext cx="2879514" cy="793039"/>
            <a:chOff x="8964951" y="5671116"/>
            <a:chExt cx="2879514" cy="793039"/>
          </a:xfrm>
        </p:grpSpPr>
        <p:grpSp>
          <p:nvGrpSpPr>
            <p:cNvPr id="243" name="Group 242">
              <a:extLst>
                <a:ext uri="{FF2B5EF4-FFF2-40B4-BE49-F238E27FC236}">
                  <a16:creationId xmlns:a16="http://schemas.microsoft.com/office/drawing/2014/main" id="{1A545CEE-88CD-E553-3DAE-54EF3DC72831}"/>
                </a:ext>
              </a:extLst>
            </p:cNvPr>
            <p:cNvGrpSpPr/>
            <p:nvPr/>
          </p:nvGrpSpPr>
          <p:grpSpPr>
            <a:xfrm>
              <a:off x="8964951" y="5671116"/>
              <a:ext cx="2879514" cy="793039"/>
              <a:chOff x="9015482" y="3902186"/>
              <a:chExt cx="2879514" cy="793039"/>
            </a:xfrm>
          </p:grpSpPr>
          <p:sp>
            <p:nvSpPr>
              <p:cNvPr id="244" name="Rectangle 243">
                <a:extLst>
                  <a:ext uri="{FF2B5EF4-FFF2-40B4-BE49-F238E27FC236}">
                    <a16:creationId xmlns:a16="http://schemas.microsoft.com/office/drawing/2014/main" id="{D3D253B7-F384-9477-537B-23F80B9283A6}"/>
                  </a:ext>
                </a:extLst>
              </p:cNvPr>
              <p:cNvSpPr/>
              <p:nvPr/>
            </p:nvSpPr>
            <p:spPr bwMode="gray">
              <a:xfrm>
                <a:off x="9208661" y="3963705"/>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45" name="TextBox 244">
                <a:extLst>
                  <a:ext uri="{FF2B5EF4-FFF2-40B4-BE49-F238E27FC236}">
                    <a16:creationId xmlns:a16="http://schemas.microsoft.com/office/drawing/2014/main" id="{FAF7FABE-1270-C803-0775-A7646EEB7B75}"/>
                  </a:ext>
                </a:extLst>
              </p:cNvPr>
              <p:cNvSpPr txBox="1"/>
              <p:nvPr/>
            </p:nvSpPr>
            <p:spPr>
              <a:xfrm>
                <a:off x="9431949" y="3999287"/>
                <a:ext cx="2463047"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Support to DMRC-750 MW procurement solar power from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REWA Solar Park</a:t>
                </a:r>
              </a:p>
            </p:txBody>
          </p:sp>
          <p:sp>
            <p:nvSpPr>
              <p:cNvPr id="246" name="Oval 245">
                <a:extLst>
                  <a:ext uri="{FF2B5EF4-FFF2-40B4-BE49-F238E27FC236}">
                    <a16:creationId xmlns:a16="http://schemas.microsoft.com/office/drawing/2014/main" id="{362BA4C6-B297-51AB-24ED-60672A6A6CFF}"/>
                  </a:ext>
                </a:extLst>
              </p:cNvPr>
              <p:cNvSpPr/>
              <p:nvPr/>
            </p:nvSpPr>
            <p:spPr bwMode="gray">
              <a:xfrm>
                <a:off x="9015482" y="3902186"/>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pic>
          <p:nvPicPr>
            <p:cNvPr id="256" name="Graphic 255" descr="Lightning bolt with solid fill">
              <a:extLst>
                <a:ext uri="{FF2B5EF4-FFF2-40B4-BE49-F238E27FC236}">
                  <a16:creationId xmlns:a16="http://schemas.microsoft.com/office/drawing/2014/main" id="{E12063F4-0B37-EA38-C832-18047565582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038968" y="5757108"/>
              <a:ext cx="312274" cy="312274"/>
            </a:xfrm>
            <a:prstGeom prst="rect">
              <a:avLst/>
            </a:prstGeom>
          </p:spPr>
        </p:pic>
      </p:grpSp>
    </p:spTree>
    <p:extLst>
      <p:ext uri="{BB962C8B-B14F-4D97-AF65-F5344CB8AC3E}">
        <p14:creationId xmlns:p14="http://schemas.microsoft.com/office/powerpoint/2010/main" val="324781673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B2ECBB-8348-42BA-88C4-707B42A7691D}"/>
              </a:ext>
            </a:extLst>
          </p:cNvPr>
          <p:cNvSpPr>
            <a:spLocks noGrp="1"/>
          </p:cNvSpPr>
          <p:nvPr>
            <p:ph type="body" sz="quarter" idx="13"/>
          </p:nvPr>
        </p:nvSpPr>
        <p:spPr>
          <a:xfrm>
            <a:off x="469900" y="777249"/>
            <a:ext cx="11252200" cy="189952"/>
          </a:xfrm>
        </p:spPr>
        <p:txBody>
          <a:bodyPr/>
          <a:lstStyle/>
          <a:p>
            <a:r>
              <a:rPr lang="en-US" sz="1400" i="1" noProof="0" dirty="0"/>
              <a:t>Development of RTS in Jharkhand in Govt &amp; Private sectors (Residential, Commercial, Industrial) &amp; Agriculture Pumps</a:t>
            </a:r>
            <a:endParaRPr lang="en-US" sz="1400" i="1" dirty="0"/>
          </a:p>
        </p:txBody>
      </p:sp>
      <p:sp>
        <p:nvSpPr>
          <p:cNvPr id="2" name="Title 1">
            <a:extLst>
              <a:ext uri="{FF2B5EF4-FFF2-40B4-BE49-F238E27FC236}">
                <a16:creationId xmlns:a16="http://schemas.microsoft.com/office/drawing/2014/main" id="{7FBCEBC5-7DCC-4164-8287-7E476A43ADED}"/>
              </a:ext>
            </a:extLst>
          </p:cNvPr>
          <p:cNvSpPr>
            <a:spLocks noGrp="1"/>
          </p:cNvSpPr>
          <p:nvPr>
            <p:ph type="title"/>
          </p:nvPr>
        </p:nvSpPr>
        <p:spPr/>
        <p:txBody>
          <a:bodyPr/>
          <a:lstStyle/>
          <a:p>
            <a:r>
              <a:rPr lang="en-US" dirty="0"/>
              <a:t>RE Project Implementation Framework – Rooftop Solar &amp; Solar Agriculture</a:t>
            </a:r>
          </a:p>
        </p:txBody>
      </p:sp>
      <p:sp>
        <p:nvSpPr>
          <p:cNvPr id="103" name="Rectangle: Rounded Corners 102">
            <a:extLst>
              <a:ext uri="{FF2B5EF4-FFF2-40B4-BE49-F238E27FC236}">
                <a16:creationId xmlns:a16="http://schemas.microsoft.com/office/drawing/2014/main" id="{193CD428-3129-7BE5-8F26-94335991334B}"/>
              </a:ext>
            </a:extLst>
          </p:cNvPr>
          <p:cNvSpPr/>
          <p:nvPr/>
        </p:nvSpPr>
        <p:spPr bwMode="gray">
          <a:xfrm>
            <a:off x="8844633" y="1521910"/>
            <a:ext cx="2937515" cy="5123495"/>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1" name="Rectangle: Rounded Corners 130">
            <a:extLst>
              <a:ext uri="{FF2B5EF4-FFF2-40B4-BE49-F238E27FC236}">
                <a16:creationId xmlns:a16="http://schemas.microsoft.com/office/drawing/2014/main" id="{6F4AC197-BACA-88A2-12FA-7C721135259E}"/>
              </a:ext>
            </a:extLst>
          </p:cNvPr>
          <p:cNvSpPr/>
          <p:nvPr/>
        </p:nvSpPr>
        <p:spPr bwMode="gray">
          <a:xfrm>
            <a:off x="5706203" y="1521911"/>
            <a:ext cx="2947766" cy="2293704"/>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3" name="Rectangle: Rounded Corners 132">
            <a:extLst>
              <a:ext uri="{FF2B5EF4-FFF2-40B4-BE49-F238E27FC236}">
                <a16:creationId xmlns:a16="http://schemas.microsoft.com/office/drawing/2014/main" id="{4CC43BAA-0AA4-BF35-6833-60C42C7B899E}"/>
              </a:ext>
            </a:extLst>
          </p:cNvPr>
          <p:cNvSpPr/>
          <p:nvPr/>
        </p:nvSpPr>
        <p:spPr bwMode="gray">
          <a:xfrm>
            <a:off x="5706202" y="1179026"/>
            <a:ext cx="2953037"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4" name="Rectangle: Rounded Corners 133">
            <a:extLst>
              <a:ext uri="{FF2B5EF4-FFF2-40B4-BE49-F238E27FC236}">
                <a16:creationId xmlns:a16="http://schemas.microsoft.com/office/drawing/2014/main" id="{D4C08744-1A82-8F67-0963-924EF1BA7120}"/>
              </a:ext>
            </a:extLst>
          </p:cNvPr>
          <p:cNvSpPr/>
          <p:nvPr/>
        </p:nvSpPr>
        <p:spPr bwMode="gray">
          <a:xfrm>
            <a:off x="5716453" y="4399099"/>
            <a:ext cx="2937515" cy="2232091"/>
          </a:xfrm>
          <a:prstGeom prst="roundRect">
            <a:avLst>
              <a:gd name="adj" fmla="val 1189"/>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6" name="Rectangle: Rounded Corners 165">
            <a:extLst>
              <a:ext uri="{FF2B5EF4-FFF2-40B4-BE49-F238E27FC236}">
                <a16:creationId xmlns:a16="http://schemas.microsoft.com/office/drawing/2014/main" id="{74192ED1-5C00-D5CB-84D7-FE9C881727AF}"/>
              </a:ext>
            </a:extLst>
          </p:cNvPr>
          <p:cNvSpPr/>
          <p:nvPr/>
        </p:nvSpPr>
        <p:spPr bwMode="gray">
          <a:xfrm>
            <a:off x="653666" y="4335599"/>
            <a:ext cx="4874424" cy="783616"/>
          </a:xfrm>
          <a:prstGeom prst="roundRect">
            <a:avLst>
              <a:gd name="adj" fmla="val 3132"/>
            </a:avLst>
          </a:prstGeom>
          <a:solidFill>
            <a:srgbClr val="F1F8FD"/>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8" name="Rectangle 167">
            <a:extLst>
              <a:ext uri="{FF2B5EF4-FFF2-40B4-BE49-F238E27FC236}">
                <a16:creationId xmlns:a16="http://schemas.microsoft.com/office/drawing/2014/main" id="{F814BFD0-2B1F-B476-F21C-72787B2C937A}"/>
              </a:ext>
            </a:extLst>
          </p:cNvPr>
          <p:cNvSpPr/>
          <p:nvPr/>
        </p:nvSpPr>
        <p:spPr>
          <a:xfrm>
            <a:off x="717461" y="4462692"/>
            <a:ext cx="1992652" cy="184666"/>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Installed RTS Capacity</a:t>
            </a:r>
          </a:p>
        </p:txBody>
      </p:sp>
      <p:sp>
        <p:nvSpPr>
          <p:cNvPr id="169" name="Rectangle 168">
            <a:extLst>
              <a:ext uri="{FF2B5EF4-FFF2-40B4-BE49-F238E27FC236}">
                <a16:creationId xmlns:a16="http://schemas.microsoft.com/office/drawing/2014/main" id="{D00D99EC-83FC-F38F-0EE3-3B7B90EB11D6}"/>
              </a:ext>
            </a:extLst>
          </p:cNvPr>
          <p:cNvSpPr/>
          <p:nvPr/>
        </p:nvSpPr>
        <p:spPr>
          <a:xfrm>
            <a:off x="717461" y="4792243"/>
            <a:ext cx="1992653" cy="184666"/>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Target RTS Capacity</a:t>
            </a:r>
            <a:endParaRPr kumimoji="0" lang="en-US" sz="1200" b="1"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84" name="TextBox 183">
            <a:extLst>
              <a:ext uri="{FF2B5EF4-FFF2-40B4-BE49-F238E27FC236}">
                <a16:creationId xmlns:a16="http://schemas.microsoft.com/office/drawing/2014/main" id="{B455C48F-C3F9-D220-ABE2-C4788E02E221}"/>
              </a:ext>
            </a:extLst>
          </p:cNvPr>
          <p:cNvSpPr txBox="1"/>
          <p:nvPr/>
        </p:nvSpPr>
        <p:spPr>
          <a:xfrm>
            <a:off x="2727405" y="4777746"/>
            <a:ext cx="1455752" cy="271100"/>
          </a:xfrm>
          <a:prstGeom prst="rect">
            <a:avLst/>
          </a:prstGeom>
          <a:solidFill>
            <a:schemeClr val="bg1"/>
          </a:solidFill>
          <a:ln>
            <a:solidFill>
              <a:srgbClr val="47AAE1"/>
            </a:solidFill>
          </a:ln>
        </p:spPr>
        <p:txBody>
          <a:bodyPr wrap="square">
            <a:spAutoFit/>
          </a:bodyP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250 + 250 MW</a:t>
            </a:r>
          </a:p>
        </p:txBody>
      </p:sp>
      <p:sp>
        <p:nvSpPr>
          <p:cNvPr id="175" name="TextBox 174">
            <a:extLst>
              <a:ext uri="{FF2B5EF4-FFF2-40B4-BE49-F238E27FC236}">
                <a16:creationId xmlns:a16="http://schemas.microsoft.com/office/drawing/2014/main" id="{169E9450-8F76-3A13-FDDA-53AAD3659D6D}"/>
              </a:ext>
            </a:extLst>
          </p:cNvPr>
          <p:cNvSpPr txBox="1"/>
          <p:nvPr/>
        </p:nvSpPr>
        <p:spPr>
          <a:xfrm>
            <a:off x="2727405" y="4416651"/>
            <a:ext cx="1455752" cy="271100"/>
          </a:xfrm>
          <a:prstGeom prst="rect">
            <a:avLst/>
          </a:prstGeom>
          <a:solidFill>
            <a:schemeClr val="bg1"/>
          </a:solidFill>
          <a:ln>
            <a:solidFill>
              <a:srgbClr val="47AAE1"/>
            </a:solidFill>
          </a:ln>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25 MW</a:t>
            </a:r>
          </a:p>
        </p:txBody>
      </p:sp>
      <p:sp>
        <p:nvSpPr>
          <p:cNvPr id="172" name="Rectangle 171">
            <a:extLst>
              <a:ext uri="{FF2B5EF4-FFF2-40B4-BE49-F238E27FC236}">
                <a16:creationId xmlns:a16="http://schemas.microsoft.com/office/drawing/2014/main" id="{10FFDA58-8824-2396-7B03-119E1F6A05F1}"/>
              </a:ext>
            </a:extLst>
          </p:cNvPr>
          <p:cNvSpPr/>
          <p:nvPr/>
        </p:nvSpPr>
        <p:spPr>
          <a:xfrm>
            <a:off x="4266841" y="4536756"/>
            <a:ext cx="1455752" cy="1384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(August 2023)</a:t>
            </a:r>
          </a:p>
        </p:txBody>
      </p:sp>
      <p:sp>
        <p:nvSpPr>
          <p:cNvPr id="173" name="Rectangle 172">
            <a:extLst>
              <a:ext uri="{FF2B5EF4-FFF2-40B4-BE49-F238E27FC236}">
                <a16:creationId xmlns:a16="http://schemas.microsoft.com/office/drawing/2014/main" id="{5F579B16-82EE-4F48-5150-65BEEA65FB85}"/>
              </a:ext>
            </a:extLst>
          </p:cNvPr>
          <p:cNvSpPr/>
          <p:nvPr/>
        </p:nvSpPr>
        <p:spPr>
          <a:xfrm>
            <a:off x="4253784" y="4884189"/>
            <a:ext cx="1455752" cy="1384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i="1"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(Solar Policy 2022)</a:t>
            </a:r>
          </a:p>
        </p:txBody>
      </p:sp>
      <p:grpSp>
        <p:nvGrpSpPr>
          <p:cNvPr id="192" name="Group 191">
            <a:extLst>
              <a:ext uri="{FF2B5EF4-FFF2-40B4-BE49-F238E27FC236}">
                <a16:creationId xmlns:a16="http://schemas.microsoft.com/office/drawing/2014/main" id="{1188D1E4-C39B-3F9A-B159-F93A29913E18}"/>
              </a:ext>
            </a:extLst>
          </p:cNvPr>
          <p:cNvGrpSpPr/>
          <p:nvPr/>
        </p:nvGrpSpPr>
        <p:grpSpPr>
          <a:xfrm>
            <a:off x="642357" y="5274435"/>
            <a:ext cx="4923308" cy="1370970"/>
            <a:chOff x="684889" y="5409026"/>
            <a:chExt cx="4923308" cy="1370970"/>
          </a:xfrm>
        </p:grpSpPr>
        <p:sp>
          <p:nvSpPr>
            <p:cNvPr id="188" name="Rectangle: Rounded Corners 187">
              <a:extLst>
                <a:ext uri="{FF2B5EF4-FFF2-40B4-BE49-F238E27FC236}">
                  <a16:creationId xmlns:a16="http://schemas.microsoft.com/office/drawing/2014/main" id="{7E9F7352-6697-DC8A-C8CC-AA98A2C43C97}"/>
                </a:ext>
              </a:extLst>
            </p:cNvPr>
            <p:cNvSpPr/>
            <p:nvPr/>
          </p:nvSpPr>
          <p:spPr bwMode="gray">
            <a:xfrm>
              <a:off x="1002828" y="5418622"/>
              <a:ext cx="4567794" cy="1354317"/>
            </a:xfrm>
            <a:prstGeom prst="roundRect">
              <a:avLst>
                <a:gd name="adj" fmla="val 3132"/>
              </a:avLst>
            </a:prstGeom>
            <a:solidFill>
              <a:schemeClr val="bg1"/>
            </a:soli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9" name="TextBox 68">
              <a:extLst>
                <a:ext uri="{FF2B5EF4-FFF2-40B4-BE49-F238E27FC236}">
                  <a16:creationId xmlns:a16="http://schemas.microsoft.com/office/drawing/2014/main" id="{6922BD2E-ADEF-444C-7613-0337A868CCF6}"/>
                </a:ext>
              </a:extLst>
            </p:cNvPr>
            <p:cNvSpPr txBox="1"/>
            <p:nvPr/>
          </p:nvSpPr>
          <p:spPr>
            <a:xfrm>
              <a:off x="1134522" y="5411565"/>
              <a:ext cx="4473675" cy="1251625"/>
            </a:xfrm>
            <a:prstGeom prst="rect">
              <a:avLst/>
            </a:prstGeom>
            <a:noFill/>
          </p:spPr>
          <p:txBody>
            <a:bodyPr wrap="square">
              <a:spAutoFit/>
            </a:bodyPr>
            <a:lstStyle/>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Key policy &amp; regulatory initiatives </a:t>
              </a:r>
              <a:r>
                <a:rPr lang="en-US" sz="1200" kern="0" dirty="0">
                  <a:solidFill>
                    <a:srgbClr val="000000"/>
                  </a:solidFill>
                  <a:latin typeface="Verdana" panose="020B0604030504040204" pitchFamily="34" charset="0"/>
                  <a:ea typeface="Verdana" panose="020B0604030504040204" pitchFamily="34" charset="0"/>
                </a:rPr>
                <a:t>to promote RTS in State like Solar Policy, JSERC Net Metering Regulations, RTS in Govt. Building is in progress etc.</a:t>
              </a:r>
            </a:p>
            <a:p>
              <a:pPr marL="180975" marR="0" lvl="0" indent="-18097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Facilitation of subsidized &amp; non-subsidized consumer </a:t>
              </a:r>
              <a:r>
                <a:rPr lang="en-US" sz="1200" kern="0" dirty="0">
                  <a:solidFill>
                    <a:srgbClr val="000000"/>
                  </a:solidFill>
                  <a:latin typeface="Verdana" panose="020B0604030504040204" pitchFamily="34" charset="0"/>
                  <a:ea typeface="Verdana" panose="020B0604030504040204" pitchFamily="34" charset="0"/>
                </a:rPr>
                <a:t>categories for RTS adoption under process</a:t>
              </a:r>
            </a:p>
          </p:txBody>
        </p:sp>
        <p:sp>
          <p:nvSpPr>
            <p:cNvPr id="185" name="Rectangle: Rounded Corners 184">
              <a:extLst>
                <a:ext uri="{FF2B5EF4-FFF2-40B4-BE49-F238E27FC236}">
                  <a16:creationId xmlns:a16="http://schemas.microsoft.com/office/drawing/2014/main" id="{3A349DBE-AAB1-C48B-D9F1-F60CF5B1FBD9}"/>
                </a:ext>
              </a:extLst>
            </p:cNvPr>
            <p:cNvSpPr/>
            <p:nvPr/>
          </p:nvSpPr>
          <p:spPr bwMode="gray">
            <a:xfrm>
              <a:off x="693763" y="5409026"/>
              <a:ext cx="461665" cy="1370970"/>
            </a:xfrm>
            <a:prstGeom prst="roundRect">
              <a:avLst>
                <a:gd name="adj" fmla="val 3132"/>
              </a:avLst>
            </a:prstGeom>
            <a:solidFill>
              <a:srgbClr val="D1E9F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6" name="TextBox 185">
              <a:extLst>
                <a:ext uri="{FF2B5EF4-FFF2-40B4-BE49-F238E27FC236}">
                  <a16:creationId xmlns:a16="http://schemas.microsoft.com/office/drawing/2014/main" id="{5CAAFAF6-EF4E-8740-D9C0-DA0EFB6597C8}"/>
                </a:ext>
              </a:extLst>
            </p:cNvPr>
            <p:cNvSpPr txBox="1"/>
            <p:nvPr/>
          </p:nvSpPr>
          <p:spPr>
            <a:xfrm rot="16200000">
              <a:off x="501122" y="5864947"/>
              <a:ext cx="829199" cy="461665"/>
            </a:xfrm>
            <a:prstGeom prst="rect">
              <a:avLst/>
            </a:prstGeom>
            <a:noFill/>
          </p:spPr>
          <p:txBody>
            <a:bodyPr wrap="square">
              <a:spAutoFit/>
            </a:bodyPr>
            <a:lstStyle/>
            <a:p>
              <a:pPr algn="ctr" defTabSz="914400">
                <a:defRPr/>
              </a:pPr>
              <a:r>
                <a:rPr lang="en-US" sz="1200" b="1" kern="0" dirty="0">
                  <a:solidFill>
                    <a:srgbClr val="000000"/>
                  </a:solidFill>
                  <a:latin typeface="Verdana" panose="020B0604030504040204" pitchFamily="34" charset="0"/>
                  <a:ea typeface="Verdana" panose="020B0604030504040204" pitchFamily="34" charset="0"/>
                </a:rPr>
                <a:t>Key</a:t>
              </a:r>
            </a:p>
            <a:p>
              <a:pPr algn="ctr" defTabSz="914400">
                <a:defRPr/>
              </a:pPr>
              <a:r>
                <a:rPr lang="en-US" sz="1200" b="1" kern="0" dirty="0">
                  <a:solidFill>
                    <a:srgbClr val="000000"/>
                  </a:solidFill>
                  <a:latin typeface="Verdana" panose="020B0604030504040204" pitchFamily="34" charset="0"/>
                  <a:ea typeface="Verdana" panose="020B0604030504040204" pitchFamily="34" charset="0"/>
                </a:rPr>
                <a:t>Efforts</a:t>
              </a:r>
              <a:endParaRPr lang="en-US" sz="1200" b="1" i="1" kern="0" dirty="0">
                <a:solidFill>
                  <a:srgbClr val="000000"/>
                </a:solidFill>
                <a:latin typeface="Verdana" panose="020B0604030504040204" pitchFamily="34" charset="0"/>
                <a:ea typeface="Verdana" panose="020B0604030504040204" pitchFamily="34" charset="0"/>
              </a:endParaRPr>
            </a:p>
          </p:txBody>
        </p:sp>
      </p:grpSp>
      <p:sp>
        <p:nvSpPr>
          <p:cNvPr id="197" name="Rectangle 196">
            <a:extLst>
              <a:ext uri="{FF2B5EF4-FFF2-40B4-BE49-F238E27FC236}">
                <a16:creationId xmlns:a16="http://schemas.microsoft.com/office/drawing/2014/main" id="{AF3DD324-992F-8FDC-79BB-5BE436F6B4EC}"/>
              </a:ext>
            </a:extLst>
          </p:cNvPr>
          <p:cNvSpPr/>
          <p:nvPr/>
        </p:nvSpPr>
        <p:spPr>
          <a:xfrm>
            <a:off x="5990540" y="1250681"/>
            <a:ext cx="2317844" cy="22380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KEY CHALLENGES</a:t>
            </a:r>
          </a:p>
        </p:txBody>
      </p:sp>
      <p:sp>
        <p:nvSpPr>
          <p:cNvPr id="217" name="Rectangle: Rounded Corners 216">
            <a:extLst>
              <a:ext uri="{FF2B5EF4-FFF2-40B4-BE49-F238E27FC236}">
                <a16:creationId xmlns:a16="http://schemas.microsoft.com/office/drawing/2014/main" id="{CA0221FB-CD36-611D-CC3B-F682BDDCB2F5}"/>
              </a:ext>
            </a:extLst>
          </p:cNvPr>
          <p:cNvSpPr/>
          <p:nvPr/>
        </p:nvSpPr>
        <p:spPr bwMode="gray">
          <a:xfrm>
            <a:off x="8842331" y="1179026"/>
            <a:ext cx="2944737"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221" name="Picture 220" descr="A black background with a black square&#10;&#10;Description automatically generated with medium confidence">
            <a:extLst>
              <a:ext uri="{FF2B5EF4-FFF2-40B4-BE49-F238E27FC236}">
                <a16:creationId xmlns:a16="http://schemas.microsoft.com/office/drawing/2014/main" id="{0DB1B7E5-A846-E0D9-5E32-9DEF80DFC4C7}"/>
              </a:ext>
            </a:extLst>
          </p:cNvPr>
          <p:cNvPicPr>
            <a:picLocks noChangeAspect="1"/>
          </p:cNvPicPr>
          <p:nvPr/>
        </p:nvPicPr>
        <p:blipFill rotWithShape="1">
          <a:blip r:embed="rId3"/>
          <a:srcRect l="10821" t="26981" r="11766" b="26507"/>
          <a:stretch/>
        </p:blipFill>
        <p:spPr>
          <a:xfrm>
            <a:off x="9641552" y="1655466"/>
            <a:ext cx="1343675" cy="323200"/>
          </a:xfrm>
          <a:prstGeom prst="rect">
            <a:avLst/>
          </a:prstGeom>
        </p:spPr>
      </p:pic>
      <p:sp>
        <p:nvSpPr>
          <p:cNvPr id="222" name="Rectangle 221">
            <a:extLst>
              <a:ext uri="{FF2B5EF4-FFF2-40B4-BE49-F238E27FC236}">
                <a16:creationId xmlns:a16="http://schemas.microsoft.com/office/drawing/2014/main" id="{E9BA08AF-29AC-AF38-2994-C43895434440}"/>
              </a:ext>
            </a:extLst>
          </p:cNvPr>
          <p:cNvSpPr/>
          <p:nvPr/>
        </p:nvSpPr>
        <p:spPr>
          <a:xfrm>
            <a:off x="9156621" y="1255027"/>
            <a:ext cx="2317490" cy="22380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OUR EXPERTISE</a:t>
            </a:r>
          </a:p>
        </p:txBody>
      </p:sp>
      <p:grpSp>
        <p:nvGrpSpPr>
          <p:cNvPr id="227" name="Group 226">
            <a:extLst>
              <a:ext uri="{FF2B5EF4-FFF2-40B4-BE49-F238E27FC236}">
                <a16:creationId xmlns:a16="http://schemas.microsoft.com/office/drawing/2014/main" id="{C6460C39-C842-D809-60E1-B73D6D6B0765}"/>
              </a:ext>
            </a:extLst>
          </p:cNvPr>
          <p:cNvGrpSpPr/>
          <p:nvPr/>
        </p:nvGrpSpPr>
        <p:grpSpPr>
          <a:xfrm>
            <a:off x="5716453" y="4054393"/>
            <a:ext cx="2937515" cy="380840"/>
            <a:chOff x="5759014" y="3909985"/>
            <a:chExt cx="2937515" cy="380840"/>
          </a:xfrm>
        </p:grpSpPr>
        <p:sp>
          <p:nvSpPr>
            <p:cNvPr id="135" name="Rectangle: Rounded Corners 134">
              <a:extLst>
                <a:ext uri="{FF2B5EF4-FFF2-40B4-BE49-F238E27FC236}">
                  <a16:creationId xmlns:a16="http://schemas.microsoft.com/office/drawing/2014/main" id="{A3B72DB9-F4F0-2B0E-C982-C21076C62AF0}"/>
                </a:ext>
              </a:extLst>
            </p:cNvPr>
            <p:cNvSpPr/>
            <p:nvPr/>
          </p:nvSpPr>
          <p:spPr bwMode="gray">
            <a:xfrm>
              <a:off x="5759014" y="3909985"/>
              <a:ext cx="2937515"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23" name="Rectangle 222">
              <a:extLst>
                <a:ext uri="{FF2B5EF4-FFF2-40B4-BE49-F238E27FC236}">
                  <a16:creationId xmlns:a16="http://schemas.microsoft.com/office/drawing/2014/main" id="{F03A3775-2959-568E-6A9F-5E82DC3169B8}"/>
                </a:ext>
              </a:extLst>
            </p:cNvPr>
            <p:cNvSpPr/>
            <p:nvPr/>
          </p:nvSpPr>
          <p:spPr>
            <a:xfrm>
              <a:off x="5930972" y="3990770"/>
              <a:ext cx="2549628" cy="2154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0" dirty="0">
                  <a:solidFill>
                    <a:schemeClr val="bg1"/>
                  </a:solidFill>
                  <a:latin typeface="Verdana" panose="020B0604030504040204" pitchFamily="34" charset="0"/>
                  <a:ea typeface="Verdana" panose="020B0604030504040204" pitchFamily="34" charset="0"/>
                </a:rPr>
                <a:t>ENVISAGED SOLUTIONS</a:t>
              </a:r>
              <a:endPar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p:txBody>
        </p:sp>
      </p:grpSp>
      <p:sp>
        <p:nvSpPr>
          <p:cNvPr id="224" name="TextBox 223">
            <a:extLst>
              <a:ext uri="{FF2B5EF4-FFF2-40B4-BE49-F238E27FC236}">
                <a16:creationId xmlns:a16="http://schemas.microsoft.com/office/drawing/2014/main" id="{EE821D7D-AD5F-3104-7891-B2964EE6DD9A}"/>
              </a:ext>
            </a:extLst>
          </p:cNvPr>
          <p:cNvSpPr txBox="1"/>
          <p:nvPr/>
        </p:nvSpPr>
        <p:spPr>
          <a:xfrm>
            <a:off x="5737204" y="4457736"/>
            <a:ext cx="2961984" cy="2328843"/>
          </a:xfrm>
          <a:prstGeom prst="rect">
            <a:avLst/>
          </a:prstGeom>
          <a:noFill/>
        </p:spPr>
        <p:txBody>
          <a:bodyPr wrap="square">
            <a:spAutoFit/>
          </a:bodyPr>
          <a:lstStyle/>
          <a:p>
            <a:pPr marL="168275" indent="-168275" defTabSz="914400">
              <a:spcAft>
                <a:spcPts val="400"/>
              </a:spcAft>
              <a:buFont typeface="Arial" panose="020B0604020202020204" pitchFamily="34" charset="0"/>
              <a:buChar char="•"/>
              <a:defRPr/>
            </a:pPr>
            <a:r>
              <a:rPr lang="en-US" sz="1200" b="1" kern="0" dirty="0">
                <a:solidFill>
                  <a:srgbClr val="000000"/>
                </a:solidFill>
                <a:latin typeface="Verdana" panose="020B0604030504040204" pitchFamily="34" charset="0"/>
                <a:ea typeface="Verdana" panose="020B0604030504040204" pitchFamily="34" charset="0"/>
              </a:rPr>
              <a:t>Higher targets </a:t>
            </a:r>
            <a:r>
              <a:rPr lang="en-US" sz="1200" kern="0" dirty="0">
                <a:solidFill>
                  <a:srgbClr val="000000"/>
                </a:solidFill>
                <a:latin typeface="Verdana" panose="020B0604030504040204" pitchFamily="34" charset="0"/>
                <a:ea typeface="Verdana" panose="020B0604030504040204" pitchFamily="34" charset="0"/>
              </a:rPr>
              <a:t>to be established</a:t>
            </a:r>
            <a:r>
              <a:rPr lang="en-US" sz="1200" b="1" kern="0" dirty="0">
                <a:solidFill>
                  <a:srgbClr val="000000"/>
                </a:solidFill>
                <a:latin typeface="Verdana" panose="020B0604030504040204" pitchFamily="34" charset="0"/>
                <a:ea typeface="Verdana" panose="020B0604030504040204" pitchFamily="34" charset="0"/>
              </a:rPr>
              <a:t> </a:t>
            </a:r>
            <a:r>
              <a:rPr lang="en-US" sz="1200" kern="0" dirty="0">
                <a:solidFill>
                  <a:srgbClr val="000000"/>
                </a:solidFill>
                <a:latin typeface="Verdana" panose="020B0604030504040204" pitchFamily="34" charset="0"/>
                <a:ea typeface="Verdana" panose="020B0604030504040204" pitchFamily="34" charset="0"/>
              </a:rPr>
              <a:t>vis-à-vis RTS potential</a:t>
            </a:r>
          </a:p>
          <a:p>
            <a:pPr marL="168275" marR="0" lvl="0" indent="-168275" algn="l" defTabSz="914400" rtl="0" eaLnBrk="1" fontAlgn="auto" latinLnBrk="0" hangingPunct="1">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Rationalize Vendor empanelment process </a:t>
            </a:r>
            <a:r>
              <a:rPr lang="en-US" sz="1200" kern="0" dirty="0">
                <a:solidFill>
                  <a:srgbClr val="000000"/>
                </a:solidFill>
                <a:latin typeface="Verdana" panose="020B0604030504040204" pitchFamily="34" charset="0"/>
                <a:ea typeface="Verdana" panose="020B0604030504040204" pitchFamily="34" charset="0"/>
              </a:rPr>
              <a:t>as per learnings from Gujarat, Kerala</a:t>
            </a:r>
            <a:endParaRPr kumimoji="0" lang="en-US" sz="12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endParaRPr>
          </a:p>
          <a:p>
            <a:pPr marL="174625" marR="0" lvl="0" indent="-174625" defTabSz="914400" fontAlgn="auto">
              <a:lnSpc>
                <a:spcPct val="100000"/>
              </a:lnSpc>
              <a:spcAft>
                <a:spcPts val="40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Integrated RTS portal</a:t>
            </a:r>
            <a:endParaRPr lang="en-US" sz="1200" b="1" kern="0" dirty="0">
              <a:solidFill>
                <a:srgbClr val="000000"/>
              </a:solidFill>
              <a:latin typeface="Verdana" panose="020B0604030504040204" pitchFamily="34" charset="0"/>
              <a:ea typeface="Verdana" panose="020B0604030504040204" pitchFamily="34" charset="0"/>
            </a:endParaRPr>
          </a:p>
          <a:p>
            <a:pPr marL="174625" marR="0" lvl="0" indent="-174625" defTabSz="914400" fontAlgn="auto">
              <a:lnSpc>
                <a:spcPct val="100000"/>
              </a:lnSpc>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Adoption of successful initiatives for “SOLAR CITY” across INDIA </a:t>
            </a:r>
            <a:r>
              <a:rPr lang="en-US" sz="1200" kern="0" dirty="0">
                <a:solidFill>
                  <a:srgbClr val="000000"/>
                </a:solidFill>
                <a:latin typeface="Verdana" panose="020B0604030504040204" pitchFamily="34" charset="0"/>
                <a:ea typeface="Verdana" panose="020B0604030504040204" pitchFamily="34" charset="0"/>
              </a:rPr>
              <a:t>to other cities for larger adoption within the State</a:t>
            </a:r>
          </a:p>
          <a:p>
            <a:pPr marL="174625" marR="0" lvl="0" indent="-174625" defTabSz="914400" fontAlgn="auto">
              <a:lnSpc>
                <a:spcPct val="100000"/>
              </a:lnSpc>
              <a:spcBef>
                <a:spcPts val="0"/>
              </a:spcBef>
              <a:spcAft>
                <a:spcPts val="300"/>
              </a:spcAft>
              <a:buClrTx/>
              <a:buSzTx/>
              <a:buFont typeface="Arial" panose="020B0604020202020204" pitchFamily="34" charset="0"/>
              <a:buChar char="•"/>
              <a:tabLst/>
              <a:defRPr/>
            </a:pPr>
            <a:endParaRPr lang="en-US" sz="1200" kern="0" dirty="0">
              <a:solidFill>
                <a:srgbClr val="000000"/>
              </a:solidFill>
              <a:latin typeface="Verdana" panose="020B0604030504040204" pitchFamily="34" charset="0"/>
              <a:ea typeface="Verdana" panose="020B0604030504040204" pitchFamily="34" charset="0"/>
            </a:endParaRPr>
          </a:p>
        </p:txBody>
      </p:sp>
      <p:sp>
        <p:nvSpPr>
          <p:cNvPr id="226" name="Rectangle 225">
            <a:extLst>
              <a:ext uri="{FF2B5EF4-FFF2-40B4-BE49-F238E27FC236}">
                <a16:creationId xmlns:a16="http://schemas.microsoft.com/office/drawing/2014/main" id="{C1DA0279-5295-5226-28DD-D6F72AE8D641}"/>
              </a:ext>
            </a:extLst>
          </p:cNvPr>
          <p:cNvSpPr/>
          <p:nvPr/>
        </p:nvSpPr>
        <p:spPr>
          <a:xfrm>
            <a:off x="5816847" y="1688966"/>
            <a:ext cx="2804498" cy="2051844"/>
          </a:xfrm>
          <a:prstGeom prst="rect">
            <a:avLst/>
          </a:prstGeom>
        </p:spPr>
        <p:txBody>
          <a:bodyPr wrap="square" lIns="0" tIns="0" rIns="0" bIns="0">
            <a:spAutoFit/>
          </a:bodyPr>
          <a:lstStyle/>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Demand aggregation </a:t>
            </a:r>
            <a:r>
              <a:rPr kumimoji="0" lang="en-US" sz="120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across Government and C&amp;I consumers </a:t>
            </a:r>
            <a:r>
              <a:rPr kumimoji="0" lang="en-US" sz="1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untested</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1" i="0" u="none" strike="noStrike" kern="0" cap="none" spc="0" normalizeH="0" baseline="0" noProof="0" dirty="0">
                <a:ln>
                  <a:noFill/>
                </a:ln>
                <a:solidFill>
                  <a:srgbClr val="313131"/>
                </a:solidFill>
                <a:effectLst/>
                <a:uLnTx/>
                <a:uFillTx/>
                <a:latin typeface="Verdana"/>
                <a:ea typeface="+mn-ea"/>
                <a:cs typeface="+mn-cs"/>
              </a:rPr>
              <a:t>Low response from vendors </a:t>
            </a:r>
            <a:r>
              <a:rPr kumimoji="0" lang="en-US" sz="1200" b="0" i="0" u="none" strike="noStrike" kern="0" cap="none" spc="0" normalizeH="0" baseline="0" noProof="0" dirty="0">
                <a:ln>
                  <a:noFill/>
                </a:ln>
                <a:solidFill>
                  <a:srgbClr val="313131"/>
                </a:solidFill>
                <a:effectLst/>
                <a:uLnTx/>
                <a:uFillTx/>
                <a:latin typeface="Verdana"/>
                <a:ea typeface="+mn-ea"/>
                <a:cs typeface="+mn-cs"/>
              </a:rPr>
              <a:t>during empanelment</a:t>
            </a:r>
          </a:p>
          <a:p>
            <a:pPr marL="168275" marR="0" lvl="0" indent="-16827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en-US" sz="1200" b="1" kern="0" dirty="0">
                <a:solidFill>
                  <a:srgbClr val="000000"/>
                </a:solidFill>
                <a:latin typeface="Verdana" panose="020B0604030504040204" pitchFamily="34" charset="0"/>
                <a:ea typeface="Verdana" panose="020B0604030504040204" pitchFamily="34" charset="0"/>
              </a:rPr>
              <a:t>Paucity of investors</a:t>
            </a:r>
            <a:endParaRPr kumimoji="0" lang="en-US" sz="1200" b="0" i="0" u="none" strike="noStrike" kern="0" cap="none" spc="0" normalizeH="0" baseline="0" noProof="0" dirty="0">
              <a:ln>
                <a:noFill/>
              </a:ln>
              <a:solidFill>
                <a:srgbClr val="313131"/>
              </a:solidFill>
              <a:effectLst/>
              <a:uLnTx/>
              <a:uFillTx/>
              <a:latin typeface="Verdana"/>
              <a:ea typeface="+mn-ea"/>
              <a:cs typeface="+mn-cs"/>
            </a:endParaRPr>
          </a:p>
          <a:p>
            <a:pPr marL="168275" indent="-168275" defTabSz="914400">
              <a:spcAft>
                <a:spcPts val="400"/>
              </a:spcAft>
              <a:buFont typeface="Arial" panose="020B0604020202020204" pitchFamily="34" charset="0"/>
              <a:buChar char="•"/>
              <a:defRPr/>
            </a:pPr>
            <a:r>
              <a:rPr lang="en-US" sz="1200" b="1" kern="0" dirty="0">
                <a:solidFill>
                  <a:srgbClr val="000000"/>
                </a:solidFill>
                <a:latin typeface="Verdana" panose="020B0604030504040204" pitchFamily="34" charset="0"/>
                <a:ea typeface="Verdana" panose="020B0604030504040204" pitchFamily="34" charset="0"/>
              </a:rPr>
              <a:t>Lack of awareness among consumers</a:t>
            </a:r>
          </a:p>
          <a:p>
            <a:pPr marL="168275" indent="-168275" defTabSz="914400">
              <a:spcAft>
                <a:spcPts val="400"/>
              </a:spcAft>
              <a:buFont typeface="Arial" panose="020B0604020202020204" pitchFamily="34" charset="0"/>
              <a:buChar char="•"/>
              <a:defRPr/>
            </a:pPr>
            <a:r>
              <a:rPr lang="en-US" sz="1200" kern="0" dirty="0">
                <a:solidFill>
                  <a:srgbClr val="000000"/>
                </a:solidFill>
                <a:latin typeface="Verdana" panose="020B0604030504040204" pitchFamily="34" charset="0"/>
                <a:ea typeface="Verdana" panose="020B0604030504040204" pitchFamily="34" charset="0"/>
              </a:rPr>
              <a:t>Consumers inclination towards hybrid mode of RTS</a:t>
            </a:r>
            <a:endParaRPr lang="en-US" sz="1200" b="1" kern="0" dirty="0">
              <a:solidFill>
                <a:srgbClr val="000000"/>
              </a:solidFill>
              <a:latin typeface="Verdana" panose="020B0604030504040204" pitchFamily="34" charset="0"/>
              <a:ea typeface="Verdana" panose="020B0604030504040204" pitchFamily="34" charset="0"/>
            </a:endParaRPr>
          </a:p>
        </p:txBody>
      </p:sp>
      <p:grpSp>
        <p:nvGrpSpPr>
          <p:cNvPr id="242" name="Group 241">
            <a:extLst>
              <a:ext uri="{FF2B5EF4-FFF2-40B4-BE49-F238E27FC236}">
                <a16:creationId xmlns:a16="http://schemas.microsoft.com/office/drawing/2014/main" id="{8661EE08-BE38-270D-18DA-7723C4973A99}"/>
              </a:ext>
            </a:extLst>
          </p:cNvPr>
          <p:cNvGrpSpPr/>
          <p:nvPr/>
        </p:nvGrpSpPr>
        <p:grpSpPr>
          <a:xfrm>
            <a:off x="8964951" y="2062927"/>
            <a:ext cx="2879514" cy="793039"/>
            <a:chOff x="9007483" y="2062927"/>
            <a:chExt cx="2879514" cy="793039"/>
          </a:xfrm>
        </p:grpSpPr>
        <p:sp>
          <p:nvSpPr>
            <p:cNvPr id="120" name="Rectangle 119">
              <a:extLst>
                <a:ext uri="{FF2B5EF4-FFF2-40B4-BE49-F238E27FC236}">
                  <a16:creationId xmlns:a16="http://schemas.microsoft.com/office/drawing/2014/main" id="{0ADD9B24-6DD2-16ED-0D51-03D50CCCDBA7}"/>
                </a:ext>
              </a:extLst>
            </p:cNvPr>
            <p:cNvSpPr/>
            <p:nvPr/>
          </p:nvSpPr>
          <p:spPr bwMode="gray">
            <a:xfrm>
              <a:off x="9200662" y="2124446"/>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129" name="TextBox 128">
              <a:extLst>
                <a:ext uri="{FF2B5EF4-FFF2-40B4-BE49-F238E27FC236}">
                  <a16:creationId xmlns:a16="http://schemas.microsoft.com/office/drawing/2014/main" id="{C27C58E0-16FA-81C9-D8F0-969C55B58BE1}"/>
                </a:ext>
              </a:extLst>
            </p:cNvPr>
            <p:cNvSpPr txBox="1"/>
            <p:nvPr/>
          </p:nvSpPr>
          <p:spPr>
            <a:xfrm>
              <a:off x="9423950" y="2160028"/>
              <a:ext cx="2463047" cy="662617"/>
            </a:xfrm>
            <a:prstGeom prst="rect">
              <a:avLst/>
            </a:prstGeom>
            <a:noFill/>
          </p:spPr>
          <p:txBody>
            <a:bodyPr wrap="square">
              <a:spAutoFit/>
            </a:bodyPr>
            <a:lstStyle/>
            <a:p>
              <a:pPr>
                <a:lnSpc>
                  <a:spcPct val="106000"/>
                </a:lnSpc>
              </a:pP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100% RE Cities </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Ayodhaya, Amritsar, Gandhinagar &amp; Trivandrum</a:t>
              </a:r>
            </a:p>
          </p:txBody>
        </p:sp>
        <p:sp>
          <p:nvSpPr>
            <p:cNvPr id="229" name="Oval 228">
              <a:extLst>
                <a:ext uri="{FF2B5EF4-FFF2-40B4-BE49-F238E27FC236}">
                  <a16:creationId xmlns:a16="http://schemas.microsoft.com/office/drawing/2014/main" id="{BC9475B9-B13B-8BF8-985A-B32C6C77F874}"/>
                </a:ext>
              </a:extLst>
            </p:cNvPr>
            <p:cNvSpPr/>
            <p:nvPr/>
          </p:nvSpPr>
          <p:spPr bwMode="gray">
            <a:xfrm>
              <a:off x="9007483" y="2062927"/>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241" name="Group 240">
            <a:extLst>
              <a:ext uri="{FF2B5EF4-FFF2-40B4-BE49-F238E27FC236}">
                <a16:creationId xmlns:a16="http://schemas.microsoft.com/office/drawing/2014/main" id="{55623B8C-7EE1-98FC-EB33-7D1DFE2BA487}"/>
              </a:ext>
            </a:extLst>
          </p:cNvPr>
          <p:cNvGrpSpPr/>
          <p:nvPr/>
        </p:nvGrpSpPr>
        <p:grpSpPr>
          <a:xfrm>
            <a:off x="8972950" y="2976527"/>
            <a:ext cx="2709704" cy="793039"/>
            <a:chOff x="9015482" y="2976527"/>
            <a:chExt cx="2709704" cy="793039"/>
          </a:xfrm>
        </p:grpSpPr>
        <p:sp>
          <p:nvSpPr>
            <p:cNvPr id="232" name="Rectangle 231">
              <a:extLst>
                <a:ext uri="{FF2B5EF4-FFF2-40B4-BE49-F238E27FC236}">
                  <a16:creationId xmlns:a16="http://schemas.microsoft.com/office/drawing/2014/main" id="{F0934F2D-6807-B98B-4AD1-3BC2A2C83CB2}"/>
                </a:ext>
              </a:extLst>
            </p:cNvPr>
            <p:cNvSpPr/>
            <p:nvPr/>
          </p:nvSpPr>
          <p:spPr bwMode="gray">
            <a:xfrm>
              <a:off x="9208661" y="3038046"/>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33" name="TextBox 232">
              <a:extLst>
                <a:ext uri="{FF2B5EF4-FFF2-40B4-BE49-F238E27FC236}">
                  <a16:creationId xmlns:a16="http://schemas.microsoft.com/office/drawing/2014/main" id="{DA619305-B38A-4D0F-7B48-B7A8E28F2A9F}"/>
                </a:ext>
              </a:extLst>
            </p:cNvPr>
            <p:cNvSpPr txBox="1"/>
            <p:nvPr/>
          </p:nvSpPr>
          <p:spPr>
            <a:xfrm>
              <a:off x="9431950" y="3073628"/>
              <a:ext cx="2293236"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Transaction Advisory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17MW</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Gross Metered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RTS</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across </a:t>
              </a: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17 cities in Odisha </a:t>
              </a:r>
              <a:endParaRPr lang="en-GB" sz="1200" b="1" dirty="0">
                <a:solidFill>
                  <a:schemeClr val="bg1"/>
                </a:solidFill>
              </a:endParaRPr>
            </a:p>
          </p:txBody>
        </p:sp>
        <p:sp>
          <p:nvSpPr>
            <p:cNvPr id="234" name="Oval 233">
              <a:extLst>
                <a:ext uri="{FF2B5EF4-FFF2-40B4-BE49-F238E27FC236}">
                  <a16:creationId xmlns:a16="http://schemas.microsoft.com/office/drawing/2014/main" id="{DC12000A-DB30-CE9B-F4E1-A69E8A81D64F}"/>
                </a:ext>
              </a:extLst>
            </p:cNvPr>
            <p:cNvSpPr/>
            <p:nvPr/>
          </p:nvSpPr>
          <p:spPr bwMode="gray">
            <a:xfrm>
              <a:off x="9015482" y="2976527"/>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240" name="Group 239">
            <a:extLst>
              <a:ext uri="{FF2B5EF4-FFF2-40B4-BE49-F238E27FC236}">
                <a16:creationId xmlns:a16="http://schemas.microsoft.com/office/drawing/2014/main" id="{2E96CFA4-F040-A7B9-C9D3-076683B8C4EE}"/>
              </a:ext>
            </a:extLst>
          </p:cNvPr>
          <p:cNvGrpSpPr/>
          <p:nvPr/>
        </p:nvGrpSpPr>
        <p:grpSpPr>
          <a:xfrm>
            <a:off x="8972950" y="3902186"/>
            <a:ext cx="2879514" cy="793039"/>
            <a:chOff x="9015482" y="3902186"/>
            <a:chExt cx="2879514" cy="793039"/>
          </a:xfrm>
        </p:grpSpPr>
        <p:sp>
          <p:nvSpPr>
            <p:cNvPr id="236" name="Rectangle 235">
              <a:extLst>
                <a:ext uri="{FF2B5EF4-FFF2-40B4-BE49-F238E27FC236}">
                  <a16:creationId xmlns:a16="http://schemas.microsoft.com/office/drawing/2014/main" id="{92CDB739-0463-F231-B57E-BD1DBAB17891}"/>
                </a:ext>
              </a:extLst>
            </p:cNvPr>
            <p:cNvSpPr/>
            <p:nvPr/>
          </p:nvSpPr>
          <p:spPr bwMode="gray">
            <a:xfrm>
              <a:off x="9208661" y="3963705"/>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37" name="TextBox 236">
              <a:extLst>
                <a:ext uri="{FF2B5EF4-FFF2-40B4-BE49-F238E27FC236}">
                  <a16:creationId xmlns:a16="http://schemas.microsoft.com/office/drawing/2014/main" id="{E9C474BB-DD80-176B-DCA6-26A4BF3713AA}"/>
                </a:ext>
              </a:extLst>
            </p:cNvPr>
            <p:cNvSpPr txBox="1"/>
            <p:nvPr/>
          </p:nvSpPr>
          <p:spPr>
            <a:xfrm>
              <a:off x="9431949" y="3999287"/>
              <a:ext cx="2463047" cy="662617"/>
            </a:xfrm>
            <a:prstGeom prst="rect">
              <a:avLst/>
            </a:prstGeom>
            <a:noFill/>
          </p:spPr>
          <p:txBody>
            <a:bodyPr wrap="square">
              <a:spAutoFit/>
            </a:bodyPr>
            <a:lstStyle/>
            <a:p>
              <a:pPr>
                <a:lnSpc>
                  <a:spcPct val="106000"/>
                </a:lnSpc>
              </a:pP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Preparation &amp; Operation of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Unified RTS portal </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for </a:t>
              </a:r>
              <a:r>
                <a:rPr kumimoji="0" lang="en-US" sz="1200" b="0" i="0" u="none" strike="noStrike" kern="0" cap="none" spc="0" normalizeH="0" baseline="0" noProof="0" dirty="0" err="1">
                  <a:ln>
                    <a:noFill/>
                  </a:ln>
                  <a:solidFill>
                    <a:schemeClr val="bg1"/>
                  </a:solidFill>
                  <a:effectLst/>
                  <a:uLnTx/>
                  <a:uFillTx/>
                  <a:latin typeface="Verdana" panose="020B0604030504040204" pitchFamily="34" charset="0"/>
                  <a:ea typeface="Verdana" panose="020B0604030504040204" pitchFamily="34" charset="0"/>
                  <a:cs typeface="+mn-cs"/>
                </a:rPr>
                <a:t>HimUrja</a:t>
              </a:r>
              <a:r>
                <a:rPr kumimoji="0" lang="en-US" sz="1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and OREDA</a:t>
              </a:r>
            </a:p>
          </p:txBody>
        </p:sp>
        <p:sp>
          <p:nvSpPr>
            <p:cNvPr id="238" name="Oval 237">
              <a:extLst>
                <a:ext uri="{FF2B5EF4-FFF2-40B4-BE49-F238E27FC236}">
                  <a16:creationId xmlns:a16="http://schemas.microsoft.com/office/drawing/2014/main" id="{89D4C5CD-7683-5BF7-66B4-D09D420A6215}"/>
                </a:ext>
              </a:extLst>
            </p:cNvPr>
            <p:cNvSpPr/>
            <p:nvPr/>
          </p:nvSpPr>
          <p:spPr bwMode="gray">
            <a:xfrm>
              <a:off x="9015482" y="3902186"/>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243" name="Group 242">
            <a:extLst>
              <a:ext uri="{FF2B5EF4-FFF2-40B4-BE49-F238E27FC236}">
                <a16:creationId xmlns:a16="http://schemas.microsoft.com/office/drawing/2014/main" id="{1A545CEE-88CD-E553-3DAE-54EF3DC72831}"/>
              </a:ext>
            </a:extLst>
          </p:cNvPr>
          <p:cNvGrpSpPr/>
          <p:nvPr/>
        </p:nvGrpSpPr>
        <p:grpSpPr>
          <a:xfrm>
            <a:off x="8964951" y="4809843"/>
            <a:ext cx="2879514" cy="793039"/>
            <a:chOff x="9015482" y="3902186"/>
            <a:chExt cx="2879514" cy="793039"/>
          </a:xfrm>
        </p:grpSpPr>
        <p:sp>
          <p:nvSpPr>
            <p:cNvPr id="244" name="Rectangle 243">
              <a:extLst>
                <a:ext uri="{FF2B5EF4-FFF2-40B4-BE49-F238E27FC236}">
                  <a16:creationId xmlns:a16="http://schemas.microsoft.com/office/drawing/2014/main" id="{D3D253B7-F384-9477-537B-23F80B9283A6}"/>
                </a:ext>
              </a:extLst>
            </p:cNvPr>
            <p:cNvSpPr/>
            <p:nvPr/>
          </p:nvSpPr>
          <p:spPr bwMode="gray">
            <a:xfrm>
              <a:off x="9208661" y="3963705"/>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45" name="TextBox 244">
              <a:extLst>
                <a:ext uri="{FF2B5EF4-FFF2-40B4-BE49-F238E27FC236}">
                  <a16:creationId xmlns:a16="http://schemas.microsoft.com/office/drawing/2014/main" id="{FAF7FABE-1270-C803-0775-A7646EEB7B75}"/>
                </a:ext>
              </a:extLst>
            </p:cNvPr>
            <p:cNvSpPr txBox="1"/>
            <p:nvPr/>
          </p:nvSpPr>
          <p:spPr>
            <a:xfrm>
              <a:off x="9431949" y="3999287"/>
              <a:ext cx="2463047" cy="662617"/>
            </a:xfrm>
            <a:prstGeom prst="rect">
              <a:avLst/>
            </a:prstGeom>
            <a:noFill/>
          </p:spPr>
          <p:txBody>
            <a:bodyPr wrap="square">
              <a:spAutoFit/>
            </a:bodyPr>
            <a:lstStyle/>
            <a:p>
              <a:pPr>
                <a:lnSpc>
                  <a:spcPct val="106000"/>
                </a:lnSpc>
              </a:pP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TA - 1</a:t>
              </a:r>
              <a:r>
                <a:rPr kumimoji="0" lang="en-US" sz="1200" i="0" u="none" strike="noStrike" kern="0" cap="none" spc="0" normalizeH="0" baseline="30000" noProof="0" dirty="0">
                  <a:ln>
                    <a:noFill/>
                  </a:ln>
                  <a:solidFill>
                    <a:schemeClr val="bg1"/>
                  </a:solidFill>
                  <a:effectLst/>
                  <a:uLnTx/>
                  <a:uFillTx/>
                  <a:latin typeface="Verdana" panose="020B0604030504040204" pitchFamily="34" charset="0"/>
                  <a:ea typeface="Verdana" panose="020B0604030504040204" pitchFamily="34" charset="0"/>
                  <a:cs typeface="+mn-cs"/>
                </a:rPr>
                <a:t>st</a:t>
              </a: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4MW </a:t>
              </a: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Net-Metered</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Rooftop solar</a:t>
              </a: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project in Bhubaneshwar &amp; Cuttack</a:t>
              </a:r>
              <a:endParaRPr lang="en-GB" sz="1200" dirty="0">
                <a:solidFill>
                  <a:schemeClr val="bg1"/>
                </a:solidFill>
              </a:endParaRPr>
            </a:p>
          </p:txBody>
        </p:sp>
        <p:sp>
          <p:nvSpPr>
            <p:cNvPr id="246" name="Oval 245">
              <a:extLst>
                <a:ext uri="{FF2B5EF4-FFF2-40B4-BE49-F238E27FC236}">
                  <a16:creationId xmlns:a16="http://schemas.microsoft.com/office/drawing/2014/main" id="{362BA4C6-B297-51AB-24ED-60672A6A6CFF}"/>
                </a:ext>
              </a:extLst>
            </p:cNvPr>
            <p:cNvSpPr/>
            <p:nvPr/>
          </p:nvSpPr>
          <p:spPr bwMode="gray">
            <a:xfrm>
              <a:off x="9015482" y="3902186"/>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grpSp>
        <p:nvGrpSpPr>
          <p:cNvPr id="248" name="Group 247">
            <a:extLst>
              <a:ext uri="{FF2B5EF4-FFF2-40B4-BE49-F238E27FC236}">
                <a16:creationId xmlns:a16="http://schemas.microsoft.com/office/drawing/2014/main" id="{597C148A-51F9-5A98-B36C-E62B7E16D36B}"/>
              </a:ext>
            </a:extLst>
          </p:cNvPr>
          <p:cNvGrpSpPr/>
          <p:nvPr/>
        </p:nvGrpSpPr>
        <p:grpSpPr>
          <a:xfrm>
            <a:off x="8959005" y="5727624"/>
            <a:ext cx="2763096" cy="793039"/>
            <a:chOff x="9015482" y="3902186"/>
            <a:chExt cx="2763096" cy="793039"/>
          </a:xfrm>
        </p:grpSpPr>
        <p:sp>
          <p:nvSpPr>
            <p:cNvPr id="249" name="Rectangle 248">
              <a:extLst>
                <a:ext uri="{FF2B5EF4-FFF2-40B4-BE49-F238E27FC236}">
                  <a16:creationId xmlns:a16="http://schemas.microsoft.com/office/drawing/2014/main" id="{614E855C-0380-1F00-019B-BC9D39E5FF5B}"/>
                </a:ext>
              </a:extLst>
            </p:cNvPr>
            <p:cNvSpPr/>
            <p:nvPr/>
          </p:nvSpPr>
          <p:spPr bwMode="gray">
            <a:xfrm>
              <a:off x="9208661" y="3963705"/>
              <a:ext cx="2484519" cy="731520"/>
            </a:xfrm>
            <a:prstGeom prst="rect">
              <a:avLst/>
            </a:prstGeom>
            <a:solidFill>
              <a:srgbClr val="00A3E0"/>
            </a:solidFill>
            <a:ln w="19050" algn="ctr">
              <a:noFill/>
              <a:miter lim="800000"/>
              <a:headEnd/>
              <a:tailEnd/>
            </a:ln>
          </p:spPr>
          <p:txBody>
            <a:bodyPr wrap="square" lIns="88900" tIns="88900" rIns="88900" bIns="88900" rtlCol="0" anchor="ctr"/>
            <a:lstStyle/>
            <a:p>
              <a:pPr algn="ctr">
                <a:lnSpc>
                  <a:spcPct val="106000"/>
                </a:lnSpc>
              </a:pPr>
              <a:endParaRPr kumimoji="0" lang="en-US" sz="1400" b="0" i="0" u="none" strike="noStrike" kern="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endParaRPr>
            </a:p>
          </p:txBody>
        </p:sp>
        <p:sp>
          <p:nvSpPr>
            <p:cNvPr id="250" name="TextBox 249">
              <a:extLst>
                <a:ext uri="{FF2B5EF4-FFF2-40B4-BE49-F238E27FC236}">
                  <a16:creationId xmlns:a16="http://schemas.microsoft.com/office/drawing/2014/main" id="{CD037639-AF31-7014-0635-4C585DB2411B}"/>
                </a:ext>
              </a:extLst>
            </p:cNvPr>
            <p:cNvSpPr txBox="1"/>
            <p:nvPr/>
          </p:nvSpPr>
          <p:spPr>
            <a:xfrm>
              <a:off x="9431950" y="3999287"/>
              <a:ext cx="2346628" cy="662617"/>
            </a:xfrm>
            <a:prstGeom prst="rect">
              <a:avLst/>
            </a:prstGeom>
            <a:noFill/>
          </p:spPr>
          <p:txBody>
            <a:bodyPr wrap="square">
              <a:spAutoFit/>
            </a:bodyPr>
            <a:lstStyle/>
            <a:p>
              <a:pPr>
                <a:lnSpc>
                  <a:spcPct val="106000"/>
                </a:lnSpc>
              </a:pP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Assistance to JBVNL, JVVNL DISCOMS, GIZ, MNRE in </a:t>
              </a:r>
              <a:r>
                <a:rPr kumimoji="0" lang="en-US" sz="12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AG</a:t>
              </a:r>
              <a:r>
                <a:rPr kumimoji="0" lang="en-US" sz="120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 Scheme implementation </a:t>
              </a:r>
              <a:endParaRPr lang="en-GB" sz="1200" dirty="0">
                <a:solidFill>
                  <a:schemeClr val="bg1"/>
                </a:solidFill>
              </a:endParaRPr>
            </a:p>
          </p:txBody>
        </p:sp>
        <p:sp>
          <p:nvSpPr>
            <p:cNvPr id="251" name="Oval 250">
              <a:extLst>
                <a:ext uri="{FF2B5EF4-FFF2-40B4-BE49-F238E27FC236}">
                  <a16:creationId xmlns:a16="http://schemas.microsoft.com/office/drawing/2014/main" id="{3B5AAF1E-09C9-5385-A2C7-C9584C7ACA90}"/>
                </a:ext>
              </a:extLst>
            </p:cNvPr>
            <p:cNvSpPr/>
            <p:nvPr/>
          </p:nvSpPr>
          <p:spPr bwMode="gray">
            <a:xfrm>
              <a:off x="9015482" y="3902186"/>
              <a:ext cx="444862" cy="444862"/>
            </a:xfrm>
            <a:prstGeom prst="ellipse">
              <a:avLst/>
            </a:prstGeom>
            <a:solidFill>
              <a:schemeClr val="bg1"/>
            </a:solidFill>
            <a:ln w="19050" algn="ctr">
              <a:solidFill>
                <a:srgbClr val="00A3E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pic>
        <p:nvPicPr>
          <p:cNvPr id="254" name="Graphic 253" descr="Solar Panels with solid fill">
            <a:extLst>
              <a:ext uri="{FF2B5EF4-FFF2-40B4-BE49-F238E27FC236}">
                <a16:creationId xmlns:a16="http://schemas.microsoft.com/office/drawing/2014/main" id="{17B75563-C057-F0E7-0A56-FCD98AA350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18281" y="4866198"/>
            <a:ext cx="333648" cy="333648"/>
          </a:xfrm>
          <a:prstGeom prst="rect">
            <a:avLst/>
          </a:prstGeom>
        </p:spPr>
      </p:pic>
      <p:sp>
        <p:nvSpPr>
          <p:cNvPr id="4" name="Rectangle: Rounded Corners 3">
            <a:extLst>
              <a:ext uri="{FF2B5EF4-FFF2-40B4-BE49-F238E27FC236}">
                <a16:creationId xmlns:a16="http://schemas.microsoft.com/office/drawing/2014/main" id="{18421241-2273-4574-5DCC-01F6CD87B122}"/>
              </a:ext>
            </a:extLst>
          </p:cNvPr>
          <p:cNvSpPr/>
          <p:nvPr/>
        </p:nvSpPr>
        <p:spPr bwMode="gray">
          <a:xfrm>
            <a:off x="661057" y="1521910"/>
            <a:ext cx="4873771" cy="2649260"/>
          </a:xfrm>
          <a:prstGeom prst="roundRect">
            <a:avLst>
              <a:gd name="adj" fmla="val 1189"/>
            </a:avLst>
          </a:prstGeom>
          <a:gradFill flip="none" rotWithShape="1">
            <a:gsLst>
              <a:gs pos="60000">
                <a:schemeClr val="accent3">
                  <a:lumMod val="5000"/>
                  <a:lumOff val="95000"/>
                </a:schemeClr>
              </a:gs>
              <a:gs pos="100000">
                <a:srgbClr val="D1E9F7"/>
              </a:gs>
            </a:gsLst>
            <a:lin ang="10800000" scaled="1"/>
            <a:tileRect/>
          </a:gradFill>
          <a:ln w="6350" algn="ctr">
            <a:solidFill>
              <a:srgbClr val="D1E9F7"/>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TextBox 5">
            <a:extLst>
              <a:ext uri="{FF2B5EF4-FFF2-40B4-BE49-F238E27FC236}">
                <a16:creationId xmlns:a16="http://schemas.microsoft.com/office/drawing/2014/main" id="{BA853F1C-1AEE-DE72-0A3F-C654C33F0E8E}"/>
              </a:ext>
            </a:extLst>
          </p:cNvPr>
          <p:cNvSpPr txBox="1"/>
          <p:nvPr/>
        </p:nvSpPr>
        <p:spPr>
          <a:xfrm>
            <a:off x="2188462" y="1685721"/>
            <a:ext cx="3384494"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25 MW of Grid Connected RTS </a:t>
            </a:r>
            <a:r>
              <a:rPr lang="en-US" sz="1300" kern="0" dirty="0">
                <a:solidFill>
                  <a:srgbClr val="000000"/>
                </a:solidFill>
                <a:latin typeface="Verdana" panose="020B0604030504040204" pitchFamily="34" charset="0"/>
                <a:ea typeface="Verdana" panose="020B0604030504040204" pitchFamily="34" charset="0"/>
              </a:rPr>
              <a:t>in different government Buildings</a:t>
            </a:r>
          </a:p>
        </p:txBody>
      </p:sp>
      <p:sp>
        <p:nvSpPr>
          <p:cNvPr id="7" name="TextBox 6">
            <a:extLst>
              <a:ext uri="{FF2B5EF4-FFF2-40B4-BE49-F238E27FC236}">
                <a16:creationId xmlns:a16="http://schemas.microsoft.com/office/drawing/2014/main" id="{E270F534-AAC6-5CB6-093D-B283FF645702}"/>
              </a:ext>
            </a:extLst>
          </p:cNvPr>
          <p:cNvSpPr txBox="1"/>
          <p:nvPr/>
        </p:nvSpPr>
        <p:spPr>
          <a:xfrm>
            <a:off x="936232" y="1666515"/>
            <a:ext cx="1282943"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Rooftop Solar </a:t>
            </a:r>
            <a:r>
              <a:rPr lang="en-US" sz="1000" b="1" kern="0" dirty="0">
                <a:solidFill>
                  <a:srgbClr val="000000"/>
                </a:solidFill>
                <a:latin typeface="Verdana" panose="020B0604030504040204" pitchFamily="34" charset="0"/>
                <a:ea typeface="Verdana" panose="020B0604030504040204" pitchFamily="34" charset="0"/>
              </a:rPr>
              <a:t>(RTS)</a:t>
            </a:r>
            <a:endParaRPr lang="en-US" sz="1300" b="1" i="1" kern="0" dirty="0">
              <a:solidFill>
                <a:srgbClr val="000000"/>
              </a:solidFill>
              <a:latin typeface="Verdana" panose="020B0604030504040204" pitchFamily="34" charset="0"/>
              <a:ea typeface="Verdana" panose="020B0604030504040204" pitchFamily="34" charset="0"/>
            </a:endParaRPr>
          </a:p>
        </p:txBody>
      </p:sp>
      <p:sp>
        <p:nvSpPr>
          <p:cNvPr id="8" name="TextBox 7">
            <a:extLst>
              <a:ext uri="{FF2B5EF4-FFF2-40B4-BE49-F238E27FC236}">
                <a16:creationId xmlns:a16="http://schemas.microsoft.com/office/drawing/2014/main" id="{7606B3F2-AEA2-8D05-29D3-6F58B3CB00CA}"/>
              </a:ext>
            </a:extLst>
          </p:cNvPr>
          <p:cNvSpPr txBox="1"/>
          <p:nvPr/>
        </p:nvSpPr>
        <p:spPr>
          <a:xfrm>
            <a:off x="936232" y="2316661"/>
            <a:ext cx="1137621"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Solar</a:t>
            </a:r>
          </a:p>
          <a:p>
            <a:pPr defTabSz="914400">
              <a:defRPr/>
            </a:pPr>
            <a:r>
              <a:rPr lang="en-US" sz="1300" b="1" kern="0" dirty="0">
                <a:solidFill>
                  <a:srgbClr val="000000"/>
                </a:solidFill>
                <a:latin typeface="Verdana" panose="020B0604030504040204" pitchFamily="34" charset="0"/>
                <a:ea typeface="Verdana" panose="020B0604030504040204" pitchFamily="34" charset="0"/>
              </a:rPr>
              <a:t>City</a:t>
            </a:r>
          </a:p>
        </p:txBody>
      </p:sp>
      <p:sp>
        <p:nvSpPr>
          <p:cNvPr id="9" name="TextBox 8">
            <a:extLst>
              <a:ext uri="{FF2B5EF4-FFF2-40B4-BE49-F238E27FC236}">
                <a16:creationId xmlns:a16="http://schemas.microsoft.com/office/drawing/2014/main" id="{FA77B914-9B85-C636-41D7-A3A88AE9512D}"/>
              </a:ext>
            </a:extLst>
          </p:cNvPr>
          <p:cNvSpPr txBox="1"/>
          <p:nvPr/>
        </p:nvSpPr>
        <p:spPr>
          <a:xfrm>
            <a:off x="936232" y="2979909"/>
            <a:ext cx="1282943" cy="446276"/>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PM-KUSUM</a:t>
            </a:r>
          </a:p>
          <a:p>
            <a:pPr defTabSz="914400">
              <a:defRPr/>
            </a:pPr>
            <a:r>
              <a:rPr lang="en-US" sz="1000" b="1" kern="0" dirty="0">
                <a:solidFill>
                  <a:srgbClr val="000000"/>
                </a:solidFill>
                <a:latin typeface="Verdana" panose="020B0604030504040204" pitchFamily="34" charset="0"/>
                <a:ea typeface="Verdana" panose="020B0604030504040204" pitchFamily="34" charset="0"/>
              </a:rPr>
              <a:t>Component-B</a:t>
            </a:r>
          </a:p>
        </p:txBody>
      </p:sp>
      <p:sp>
        <p:nvSpPr>
          <p:cNvPr id="10" name="TextBox 9">
            <a:extLst>
              <a:ext uri="{FF2B5EF4-FFF2-40B4-BE49-F238E27FC236}">
                <a16:creationId xmlns:a16="http://schemas.microsoft.com/office/drawing/2014/main" id="{615E0BE0-075D-1B05-A306-B03766195CF6}"/>
              </a:ext>
            </a:extLst>
          </p:cNvPr>
          <p:cNvSpPr txBox="1"/>
          <p:nvPr/>
        </p:nvSpPr>
        <p:spPr>
          <a:xfrm>
            <a:off x="2188461" y="2320485"/>
            <a:ext cx="3560365"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a:t>
            </a:r>
            <a:r>
              <a:rPr lang="en-US" sz="1300" b="1" kern="0" dirty="0" err="1">
                <a:solidFill>
                  <a:srgbClr val="000000"/>
                </a:solidFill>
                <a:latin typeface="Verdana" panose="020B0604030504040204" pitchFamily="34" charset="0"/>
                <a:ea typeface="Verdana" panose="020B0604030504040204" pitchFamily="34" charset="0"/>
              </a:rPr>
              <a:t>Giridih</a:t>
            </a:r>
            <a:r>
              <a:rPr lang="en-US" sz="1300" b="1" kern="0" dirty="0">
                <a:solidFill>
                  <a:srgbClr val="000000"/>
                </a:solidFill>
                <a:latin typeface="Verdana" panose="020B0604030504040204" pitchFamily="34" charset="0"/>
                <a:ea typeface="Verdana" panose="020B0604030504040204" pitchFamily="34" charset="0"/>
              </a:rPr>
              <a:t>’</a:t>
            </a:r>
            <a:r>
              <a:rPr lang="en-US" sz="1300" kern="0" dirty="0">
                <a:solidFill>
                  <a:srgbClr val="000000"/>
                </a:solidFill>
                <a:latin typeface="Verdana" panose="020B0604030504040204" pitchFamily="34" charset="0"/>
                <a:ea typeface="Verdana" panose="020B0604030504040204" pitchFamily="34" charset="0"/>
              </a:rPr>
              <a:t>, </a:t>
            </a:r>
            <a:r>
              <a:rPr lang="en-US" sz="1300" b="1" kern="0" dirty="0">
                <a:solidFill>
                  <a:srgbClr val="000000"/>
                </a:solidFill>
                <a:latin typeface="Verdana" panose="020B0604030504040204" pitchFamily="34" charset="0"/>
                <a:ea typeface="Verdana" panose="020B0604030504040204" pitchFamily="34" charset="0"/>
              </a:rPr>
              <a:t>17 MW of grid connected RTS</a:t>
            </a:r>
            <a:r>
              <a:rPr lang="en-US" sz="1300" kern="0" dirty="0">
                <a:solidFill>
                  <a:srgbClr val="000000"/>
                </a:solidFill>
                <a:latin typeface="Verdana" panose="020B0604030504040204" pitchFamily="34" charset="0"/>
                <a:ea typeface="Verdana" panose="020B0604030504040204" pitchFamily="34" charset="0"/>
              </a:rPr>
              <a:t> under MNRE Phase 2 Programme</a:t>
            </a:r>
          </a:p>
        </p:txBody>
      </p:sp>
      <p:sp>
        <p:nvSpPr>
          <p:cNvPr id="11" name="TextBox 10">
            <a:extLst>
              <a:ext uri="{FF2B5EF4-FFF2-40B4-BE49-F238E27FC236}">
                <a16:creationId xmlns:a16="http://schemas.microsoft.com/office/drawing/2014/main" id="{A3D380FA-512F-4A51-C7ED-4C6F67B366B3}"/>
              </a:ext>
            </a:extLst>
          </p:cNvPr>
          <p:cNvSpPr txBox="1"/>
          <p:nvPr/>
        </p:nvSpPr>
        <p:spPr>
          <a:xfrm>
            <a:off x="2188462" y="2983205"/>
            <a:ext cx="3384494"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Successful implementation </a:t>
            </a:r>
            <a:r>
              <a:rPr lang="en-US" sz="1300" kern="0" dirty="0">
                <a:solidFill>
                  <a:srgbClr val="000000"/>
                </a:solidFill>
                <a:latin typeface="Verdana" panose="020B0604030504040204" pitchFamily="34" charset="0"/>
                <a:ea typeface="Verdana" panose="020B0604030504040204" pitchFamily="34" charset="0"/>
              </a:rPr>
              <a:t>under the PM KUSUM Scheme </a:t>
            </a:r>
            <a:r>
              <a:rPr lang="en-US" sz="1100" kern="0" dirty="0">
                <a:solidFill>
                  <a:srgbClr val="000000"/>
                </a:solidFill>
                <a:latin typeface="Verdana" panose="020B0604030504040204" pitchFamily="34" charset="0"/>
                <a:ea typeface="Verdana" panose="020B0604030504040204" pitchFamily="34" charset="0"/>
              </a:rPr>
              <a:t>(Component-B)</a:t>
            </a:r>
            <a:endParaRPr lang="en-US" sz="1100" i="0" dirty="0">
              <a:solidFill>
                <a:srgbClr val="202124"/>
              </a:solidFill>
              <a:effectLst/>
              <a:latin typeface="Google Sans"/>
            </a:endParaRPr>
          </a:p>
        </p:txBody>
      </p:sp>
      <p:sp>
        <p:nvSpPr>
          <p:cNvPr id="12" name="TextBox 11">
            <a:extLst>
              <a:ext uri="{FF2B5EF4-FFF2-40B4-BE49-F238E27FC236}">
                <a16:creationId xmlns:a16="http://schemas.microsoft.com/office/drawing/2014/main" id="{4271262F-7AAB-F9BD-3830-05FEC2AC7F95}"/>
              </a:ext>
            </a:extLst>
          </p:cNvPr>
          <p:cNvSpPr txBox="1"/>
          <p:nvPr/>
        </p:nvSpPr>
        <p:spPr>
          <a:xfrm>
            <a:off x="936232" y="3569949"/>
            <a:ext cx="1431799" cy="492443"/>
          </a:xfrm>
          <a:prstGeom prst="rect">
            <a:avLst/>
          </a:prstGeom>
          <a:noFill/>
        </p:spPr>
        <p:txBody>
          <a:bodyPr wrap="square">
            <a:spAutoFit/>
          </a:bodyPr>
          <a:lstStyle/>
          <a:p>
            <a:pPr defTabSz="914400">
              <a:defRPr/>
            </a:pPr>
            <a:r>
              <a:rPr lang="en-US" sz="1300" b="1" kern="0" dirty="0">
                <a:solidFill>
                  <a:srgbClr val="000000"/>
                </a:solidFill>
                <a:latin typeface="Verdana" panose="020B0604030504040204" pitchFamily="34" charset="0"/>
                <a:ea typeface="Verdana" panose="020B0604030504040204" pitchFamily="34" charset="0"/>
              </a:rPr>
              <a:t>Solar Agri</a:t>
            </a:r>
          </a:p>
          <a:p>
            <a:pPr defTabSz="914400">
              <a:defRPr/>
            </a:pPr>
            <a:r>
              <a:rPr lang="en-US" sz="1300" b="1" kern="0" dirty="0">
                <a:solidFill>
                  <a:srgbClr val="000000"/>
                </a:solidFill>
                <a:latin typeface="Verdana" panose="020B0604030504040204" pitchFamily="34" charset="0"/>
                <a:ea typeface="Verdana" panose="020B0604030504040204" pitchFamily="34" charset="0"/>
              </a:rPr>
              <a:t>Pumps </a:t>
            </a:r>
            <a:r>
              <a:rPr lang="en-US" sz="1000" b="1" kern="0" dirty="0">
                <a:solidFill>
                  <a:srgbClr val="000000"/>
                </a:solidFill>
                <a:latin typeface="Verdana" panose="020B0604030504040204" pitchFamily="34" charset="0"/>
                <a:ea typeface="Verdana" panose="020B0604030504040204" pitchFamily="34" charset="0"/>
              </a:rPr>
              <a:t>(AG)</a:t>
            </a:r>
            <a:endParaRPr lang="en-US" sz="1300" b="1" kern="0" dirty="0">
              <a:solidFill>
                <a:srgbClr val="000000"/>
              </a:solidFill>
              <a:latin typeface="Verdana" panose="020B0604030504040204" pitchFamily="34" charset="0"/>
              <a:ea typeface="Verdana" panose="020B0604030504040204" pitchFamily="34" charset="0"/>
            </a:endParaRPr>
          </a:p>
        </p:txBody>
      </p:sp>
      <p:sp>
        <p:nvSpPr>
          <p:cNvPr id="13" name="TextBox 12">
            <a:extLst>
              <a:ext uri="{FF2B5EF4-FFF2-40B4-BE49-F238E27FC236}">
                <a16:creationId xmlns:a16="http://schemas.microsoft.com/office/drawing/2014/main" id="{19D7E4EF-4542-6BC9-C4F6-F3FB6BB97FB9}"/>
              </a:ext>
            </a:extLst>
          </p:cNvPr>
          <p:cNvSpPr txBox="1"/>
          <p:nvPr/>
        </p:nvSpPr>
        <p:spPr>
          <a:xfrm>
            <a:off x="2188462" y="3583878"/>
            <a:ext cx="3560364" cy="492443"/>
          </a:xfrm>
          <a:prstGeom prst="rect">
            <a:avLst/>
          </a:prstGeom>
          <a:noFill/>
        </p:spPr>
        <p:txBody>
          <a:bodyPr wrap="square">
            <a:spAutoFit/>
          </a:bodyPr>
          <a:lstStyle/>
          <a:p>
            <a:pPr defTabSz="914400">
              <a:spcAft>
                <a:spcPts val="100"/>
              </a:spcAft>
              <a:defRPr/>
            </a:pPr>
            <a:r>
              <a:rPr lang="en-US" sz="1300" b="1" kern="0" dirty="0">
                <a:solidFill>
                  <a:srgbClr val="000000"/>
                </a:solidFill>
                <a:latin typeface="Verdana" panose="020B0604030504040204" pitchFamily="34" charset="0"/>
                <a:ea typeface="Verdana" panose="020B0604030504040204" pitchFamily="34" charset="0"/>
              </a:rPr>
              <a:t>20,000 AG pumps </a:t>
            </a:r>
            <a:r>
              <a:rPr lang="en-US" sz="1300" kern="0" dirty="0">
                <a:solidFill>
                  <a:srgbClr val="000000"/>
                </a:solidFill>
                <a:latin typeface="Verdana" panose="020B0604030504040204" pitchFamily="34" charset="0"/>
                <a:ea typeface="Verdana" panose="020B0604030504040204" pitchFamily="34" charset="0"/>
              </a:rPr>
              <a:t>sanctioned under PM KUSUM-B in 2 phases</a:t>
            </a:r>
          </a:p>
        </p:txBody>
      </p:sp>
      <p:sp>
        <p:nvSpPr>
          <p:cNvPr id="14" name="Oval 13">
            <a:extLst>
              <a:ext uri="{FF2B5EF4-FFF2-40B4-BE49-F238E27FC236}">
                <a16:creationId xmlns:a16="http://schemas.microsoft.com/office/drawing/2014/main" id="{15E316BE-E37A-76FB-446B-452EE254D22B}"/>
              </a:ext>
            </a:extLst>
          </p:cNvPr>
          <p:cNvSpPr/>
          <p:nvPr/>
        </p:nvSpPr>
        <p:spPr bwMode="gray">
          <a:xfrm>
            <a:off x="425467" y="1653822"/>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Oval 14">
            <a:extLst>
              <a:ext uri="{FF2B5EF4-FFF2-40B4-BE49-F238E27FC236}">
                <a16:creationId xmlns:a16="http://schemas.microsoft.com/office/drawing/2014/main" id="{214E99FB-BAB6-59DA-9625-272B4110AE0F}"/>
              </a:ext>
            </a:extLst>
          </p:cNvPr>
          <p:cNvSpPr/>
          <p:nvPr/>
        </p:nvSpPr>
        <p:spPr bwMode="gray">
          <a:xfrm>
            <a:off x="425467" y="2305433"/>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6" name="Oval 15">
            <a:extLst>
              <a:ext uri="{FF2B5EF4-FFF2-40B4-BE49-F238E27FC236}">
                <a16:creationId xmlns:a16="http://schemas.microsoft.com/office/drawing/2014/main" id="{AF3B31B7-C393-8AAF-EE93-BAA01EC72EB8}"/>
              </a:ext>
            </a:extLst>
          </p:cNvPr>
          <p:cNvSpPr/>
          <p:nvPr/>
        </p:nvSpPr>
        <p:spPr bwMode="gray">
          <a:xfrm>
            <a:off x="425467" y="2931945"/>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Oval 16">
            <a:extLst>
              <a:ext uri="{FF2B5EF4-FFF2-40B4-BE49-F238E27FC236}">
                <a16:creationId xmlns:a16="http://schemas.microsoft.com/office/drawing/2014/main" id="{497346A8-4766-9AE7-4555-15372EF6C9AB}"/>
              </a:ext>
            </a:extLst>
          </p:cNvPr>
          <p:cNvSpPr/>
          <p:nvPr/>
        </p:nvSpPr>
        <p:spPr bwMode="gray">
          <a:xfrm>
            <a:off x="425467" y="3568761"/>
            <a:ext cx="492443" cy="492443"/>
          </a:xfrm>
          <a:prstGeom prst="ellipse">
            <a:avLst/>
          </a:prstGeom>
          <a:solidFill>
            <a:schemeClr val="bg1"/>
          </a:solid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4" name="Rectangle: Rounded Corners 23">
            <a:extLst>
              <a:ext uri="{FF2B5EF4-FFF2-40B4-BE49-F238E27FC236}">
                <a16:creationId xmlns:a16="http://schemas.microsoft.com/office/drawing/2014/main" id="{40F303C1-62C5-510A-7026-123A5122D624}"/>
              </a:ext>
            </a:extLst>
          </p:cNvPr>
          <p:cNvSpPr/>
          <p:nvPr/>
        </p:nvSpPr>
        <p:spPr bwMode="gray">
          <a:xfrm>
            <a:off x="661059" y="1180072"/>
            <a:ext cx="4878558" cy="380840"/>
          </a:xfrm>
          <a:prstGeom prst="roundRect">
            <a:avLst>
              <a:gd name="adj" fmla="val 0"/>
            </a:avLst>
          </a:prstGeom>
          <a:solidFill>
            <a:srgbClr val="00A3E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5" name="Rectangle 24">
            <a:extLst>
              <a:ext uri="{FF2B5EF4-FFF2-40B4-BE49-F238E27FC236}">
                <a16:creationId xmlns:a16="http://schemas.microsoft.com/office/drawing/2014/main" id="{4A01706A-81CD-BF74-28D5-139C2E820B2E}"/>
              </a:ext>
            </a:extLst>
          </p:cNvPr>
          <p:cNvSpPr/>
          <p:nvPr/>
        </p:nvSpPr>
        <p:spPr>
          <a:xfrm>
            <a:off x="839198" y="1255327"/>
            <a:ext cx="4498343" cy="2154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CURRENT ENDEAVORS &amp; LANDSCAPE</a:t>
            </a:r>
          </a:p>
        </p:txBody>
      </p:sp>
      <p:grpSp>
        <p:nvGrpSpPr>
          <p:cNvPr id="30" name="Group 29">
            <a:extLst>
              <a:ext uri="{FF2B5EF4-FFF2-40B4-BE49-F238E27FC236}">
                <a16:creationId xmlns:a16="http://schemas.microsoft.com/office/drawing/2014/main" id="{A5E92C4E-E646-A780-0AB9-16A6DB40BDA4}"/>
              </a:ext>
            </a:extLst>
          </p:cNvPr>
          <p:cNvGrpSpPr/>
          <p:nvPr/>
        </p:nvGrpSpPr>
        <p:grpSpPr>
          <a:xfrm>
            <a:off x="512072" y="1718037"/>
            <a:ext cx="311695" cy="379587"/>
            <a:chOff x="512072" y="1718037"/>
            <a:chExt cx="311695" cy="379587"/>
          </a:xfrm>
        </p:grpSpPr>
        <p:pic>
          <p:nvPicPr>
            <p:cNvPr id="27" name="Picture 26" descr="A black background with a black square&#10;&#10;Description automatically generated with medium confidence">
              <a:extLst>
                <a:ext uri="{FF2B5EF4-FFF2-40B4-BE49-F238E27FC236}">
                  <a16:creationId xmlns:a16="http://schemas.microsoft.com/office/drawing/2014/main" id="{263A4D5A-2E4C-F089-AC5A-4D93197538D0}"/>
                </a:ext>
              </a:extLst>
            </p:cNvPr>
            <p:cNvPicPr>
              <a:picLocks noChangeAspect="1"/>
            </p:cNvPicPr>
            <p:nvPr/>
          </p:nvPicPr>
          <p:blipFill rotWithShape="1">
            <a:blip r:embed="rId6"/>
            <a:srcRect l="56473" b="58336"/>
            <a:stretch/>
          </p:blipFill>
          <p:spPr>
            <a:xfrm>
              <a:off x="697355" y="1718037"/>
              <a:ext cx="126412" cy="120999"/>
            </a:xfrm>
            <a:prstGeom prst="rect">
              <a:avLst/>
            </a:prstGeom>
          </p:spPr>
        </p:pic>
        <p:pic>
          <p:nvPicPr>
            <p:cNvPr id="29" name="Picture 28" descr="A black background with a black square&#10;&#10;Description automatically generated with medium confidence">
              <a:extLst>
                <a:ext uri="{FF2B5EF4-FFF2-40B4-BE49-F238E27FC236}">
                  <a16:creationId xmlns:a16="http://schemas.microsoft.com/office/drawing/2014/main" id="{1826AF43-673E-626F-3388-A7ECBB3B07A3}"/>
                </a:ext>
              </a:extLst>
            </p:cNvPr>
            <p:cNvPicPr>
              <a:picLocks noChangeAspect="1"/>
            </p:cNvPicPr>
            <p:nvPr/>
          </p:nvPicPr>
          <p:blipFill>
            <a:blip r:embed="rId7"/>
            <a:stretch>
              <a:fillRect/>
            </a:stretch>
          </p:blipFill>
          <p:spPr>
            <a:xfrm flipH="1">
              <a:off x="512072" y="1790656"/>
              <a:ext cx="306968" cy="306968"/>
            </a:xfrm>
            <a:prstGeom prst="rect">
              <a:avLst/>
            </a:prstGeom>
          </p:spPr>
        </p:pic>
      </p:grpSp>
      <p:pic>
        <p:nvPicPr>
          <p:cNvPr id="34" name="Picture 33" descr="A black background with a black square&#10;&#10;Description automatically generated with medium confidence">
            <a:extLst>
              <a:ext uri="{FF2B5EF4-FFF2-40B4-BE49-F238E27FC236}">
                <a16:creationId xmlns:a16="http://schemas.microsoft.com/office/drawing/2014/main" id="{0AC65167-FB55-DAB5-A994-7365FC88E23E}"/>
              </a:ext>
            </a:extLst>
          </p:cNvPr>
          <p:cNvPicPr>
            <a:picLocks noChangeAspect="1"/>
          </p:cNvPicPr>
          <p:nvPr/>
        </p:nvPicPr>
        <p:blipFill rotWithShape="1">
          <a:blip r:embed="rId8"/>
          <a:srcRect l="39020" r="-1"/>
          <a:stretch/>
        </p:blipFill>
        <p:spPr>
          <a:xfrm>
            <a:off x="559947" y="2343609"/>
            <a:ext cx="237818" cy="389990"/>
          </a:xfrm>
          <a:prstGeom prst="rect">
            <a:avLst/>
          </a:prstGeom>
        </p:spPr>
      </p:pic>
      <p:pic>
        <p:nvPicPr>
          <p:cNvPr id="40" name="Picture 39" descr="A black background with a black square&#10;&#10;Description automatically generated with medium confidence">
            <a:extLst>
              <a:ext uri="{FF2B5EF4-FFF2-40B4-BE49-F238E27FC236}">
                <a16:creationId xmlns:a16="http://schemas.microsoft.com/office/drawing/2014/main" id="{A7D46847-B43A-464A-AD15-24ECB2A94065}"/>
              </a:ext>
            </a:extLst>
          </p:cNvPr>
          <p:cNvPicPr>
            <a:picLocks noChangeAspect="1"/>
          </p:cNvPicPr>
          <p:nvPr/>
        </p:nvPicPr>
        <p:blipFill>
          <a:blip r:embed="rId9"/>
          <a:stretch>
            <a:fillRect/>
          </a:stretch>
        </p:blipFill>
        <p:spPr>
          <a:xfrm>
            <a:off x="530048" y="3663238"/>
            <a:ext cx="307006" cy="307006"/>
          </a:xfrm>
          <a:prstGeom prst="rect">
            <a:avLst/>
          </a:prstGeom>
        </p:spPr>
      </p:pic>
      <p:pic>
        <p:nvPicPr>
          <p:cNvPr id="42" name="Picture 41" descr="A black background with a black square&#10;&#10;Description automatically generated with medium confidence">
            <a:extLst>
              <a:ext uri="{FF2B5EF4-FFF2-40B4-BE49-F238E27FC236}">
                <a16:creationId xmlns:a16="http://schemas.microsoft.com/office/drawing/2014/main" id="{9F287960-AE4A-81C0-5F10-28F2FA75DBBE}"/>
              </a:ext>
            </a:extLst>
          </p:cNvPr>
          <p:cNvPicPr>
            <a:picLocks noChangeAspect="1"/>
          </p:cNvPicPr>
          <p:nvPr/>
        </p:nvPicPr>
        <p:blipFill>
          <a:blip r:embed="rId10"/>
          <a:stretch>
            <a:fillRect/>
          </a:stretch>
        </p:blipFill>
        <p:spPr>
          <a:xfrm>
            <a:off x="513379" y="3028725"/>
            <a:ext cx="328298" cy="328298"/>
          </a:xfrm>
          <a:prstGeom prst="rect">
            <a:avLst/>
          </a:prstGeom>
        </p:spPr>
      </p:pic>
      <p:pic>
        <p:nvPicPr>
          <p:cNvPr id="46" name="Picture 45" descr="A blue sun and solar panel&#10;&#10;Description automatically generated">
            <a:extLst>
              <a:ext uri="{FF2B5EF4-FFF2-40B4-BE49-F238E27FC236}">
                <a16:creationId xmlns:a16="http://schemas.microsoft.com/office/drawing/2014/main" id="{5C14457A-ED09-728F-92F2-A4894E7D85AC}"/>
              </a:ext>
            </a:extLst>
          </p:cNvPr>
          <p:cNvPicPr>
            <a:picLocks noChangeAspect="1"/>
          </p:cNvPicPr>
          <p:nvPr/>
        </p:nvPicPr>
        <p:blipFill>
          <a:blip r:embed="rId11"/>
          <a:stretch>
            <a:fillRect/>
          </a:stretch>
        </p:blipFill>
        <p:spPr>
          <a:xfrm>
            <a:off x="9008799" y="3008569"/>
            <a:ext cx="378514" cy="378514"/>
          </a:xfrm>
          <a:prstGeom prst="rect">
            <a:avLst/>
          </a:prstGeom>
        </p:spPr>
      </p:pic>
      <p:pic>
        <p:nvPicPr>
          <p:cNvPr id="48" name="Picture 47" descr="A blue building with a black background&#10;&#10;Description automatically generated">
            <a:extLst>
              <a:ext uri="{FF2B5EF4-FFF2-40B4-BE49-F238E27FC236}">
                <a16:creationId xmlns:a16="http://schemas.microsoft.com/office/drawing/2014/main" id="{03344226-1AA5-767D-C608-B8E9E5970BAF}"/>
              </a:ext>
            </a:extLst>
          </p:cNvPr>
          <p:cNvPicPr>
            <a:picLocks noChangeAspect="1"/>
          </p:cNvPicPr>
          <p:nvPr/>
        </p:nvPicPr>
        <p:blipFill>
          <a:blip r:embed="rId12"/>
          <a:stretch>
            <a:fillRect/>
          </a:stretch>
        </p:blipFill>
        <p:spPr>
          <a:xfrm>
            <a:off x="9042577" y="2133110"/>
            <a:ext cx="276135" cy="276135"/>
          </a:xfrm>
          <a:prstGeom prst="rect">
            <a:avLst/>
          </a:prstGeom>
        </p:spPr>
      </p:pic>
      <p:pic>
        <p:nvPicPr>
          <p:cNvPr id="50" name="Picture 49" descr="A blue and black logo&#10;&#10;Description automatically generated">
            <a:extLst>
              <a:ext uri="{FF2B5EF4-FFF2-40B4-BE49-F238E27FC236}">
                <a16:creationId xmlns:a16="http://schemas.microsoft.com/office/drawing/2014/main" id="{C55E53FD-3395-22B6-8D67-A908F347271E}"/>
              </a:ext>
            </a:extLst>
          </p:cNvPr>
          <p:cNvPicPr>
            <a:picLocks noChangeAspect="1"/>
          </p:cNvPicPr>
          <p:nvPr/>
        </p:nvPicPr>
        <p:blipFill>
          <a:blip r:embed="rId13"/>
          <a:stretch>
            <a:fillRect/>
          </a:stretch>
        </p:blipFill>
        <p:spPr>
          <a:xfrm>
            <a:off x="9049739" y="3984097"/>
            <a:ext cx="277056" cy="277056"/>
          </a:xfrm>
          <a:prstGeom prst="rect">
            <a:avLst/>
          </a:prstGeom>
        </p:spPr>
      </p:pic>
      <p:pic>
        <p:nvPicPr>
          <p:cNvPr id="52" name="Picture 51" descr="A blue line drawing of a plant&#10;&#10;Description automatically generated">
            <a:extLst>
              <a:ext uri="{FF2B5EF4-FFF2-40B4-BE49-F238E27FC236}">
                <a16:creationId xmlns:a16="http://schemas.microsoft.com/office/drawing/2014/main" id="{76D52742-D530-B1CF-C81E-D264F7B49693}"/>
              </a:ext>
            </a:extLst>
          </p:cNvPr>
          <p:cNvPicPr>
            <a:picLocks noChangeAspect="1"/>
          </p:cNvPicPr>
          <p:nvPr/>
        </p:nvPicPr>
        <p:blipFill>
          <a:blip r:embed="rId14"/>
          <a:stretch>
            <a:fillRect/>
          </a:stretch>
        </p:blipFill>
        <p:spPr>
          <a:xfrm>
            <a:off x="9031227" y="5815471"/>
            <a:ext cx="304800" cy="304800"/>
          </a:xfrm>
          <a:prstGeom prst="rect">
            <a:avLst/>
          </a:prstGeom>
        </p:spPr>
      </p:pic>
    </p:spTree>
    <p:extLst>
      <p:ext uri="{BB962C8B-B14F-4D97-AF65-F5344CB8AC3E}">
        <p14:creationId xmlns:p14="http://schemas.microsoft.com/office/powerpoint/2010/main" val="62811356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 Placeholder 4">
            <a:extLst>
              <a:ext uri="{FF2B5EF4-FFF2-40B4-BE49-F238E27FC236}">
                <a16:creationId xmlns:a16="http://schemas.microsoft.com/office/drawing/2014/main" id="{F8F84443-66EA-4C50-8A75-2EA61271AFD6}"/>
              </a:ext>
            </a:extLst>
          </p:cNvPr>
          <p:cNvSpPr>
            <a:spLocks noGrp="1"/>
          </p:cNvSpPr>
          <p:nvPr>
            <p:ph type="body" sz="quarter" idx="13"/>
          </p:nvPr>
        </p:nvSpPr>
        <p:spPr>
          <a:xfrm>
            <a:off x="469900" y="905069"/>
            <a:ext cx="11252200" cy="401397"/>
          </a:xfrm>
        </p:spPr>
        <p:txBody>
          <a:bodyPr/>
          <a:lstStyle/>
          <a:p>
            <a:r>
              <a:rPr lang="en-US"/>
              <a:t>Pilot new technologies like floating solar, wind-solar hybrid, storage solutions (Battery, pumped storage)</a:t>
            </a:r>
          </a:p>
        </p:txBody>
      </p:sp>
      <p:sp>
        <p:nvSpPr>
          <p:cNvPr id="4" name="Title 3">
            <a:extLst>
              <a:ext uri="{FF2B5EF4-FFF2-40B4-BE49-F238E27FC236}">
                <a16:creationId xmlns:a16="http://schemas.microsoft.com/office/drawing/2014/main" id="{77596F06-648F-45DC-9AE3-ED21DFF56AFC}"/>
              </a:ext>
            </a:extLst>
          </p:cNvPr>
          <p:cNvSpPr>
            <a:spLocks noGrp="1"/>
          </p:cNvSpPr>
          <p:nvPr>
            <p:ph type="title"/>
          </p:nvPr>
        </p:nvSpPr>
        <p:spPr/>
        <p:txBody>
          <a:bodyPr/>
          <a:lstStyle/>
          <a:p>
            <a:r>
              <a:rPr lang="en-US"/>
              <a:t>RE project implementation framework – New and advanced technologies</a:t>
            </a:r>
          </a:p>
        </p:txBody>
      </p:sp>
      <p:sp>
        <p:nvSpPr>
          <p:cNvPr id="45" name="Rectangle 44">
            <a:extLst>
              <a:ext uri="{FF2B5EF4-FFF2-40B4-BE49-F238E27FC236}">
                <a16:creationId xmlns:a16="http://schemas.microsoft.com/office/drawing/2014/main" id="{0F14DE3E-30C4-4CAD-8FCD-45F26F6EA309}"/>
              </a:ext>
            </a:extLst>
          </p:cNvPr>
          <p:cNvSpPr/>
          <p:nvPr/>
        </p:nvSpPr>
        <p:spPr bwMode="gray">
          <a:xfrm>
            <a:off x="9097320" y="1918150"/>
            <a:ext cx="2637480" cy="4483773"/>
          </a:xfrm>
          <a:prstGeom prst="rect">
            <a:avLst/>
          </a:prstGeom>
          <a:solidFill>
            <a:sysClr val="windowText" lastClr="000000">
              <a:lumMod val="85000"/>
              <a:lumOff val="15000"/>
            </a:sys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a:ea typeface="+mn-ea"/>
              <a:cs typeface="Calibri"/>
            </a:endParaRPr>
          </a:p>
        </p:txBody>
      </p:sp>
      <p:sp>
        <p:nvSpPr>
          <p:cNvPr id="46" name="Oval 45">
            <a:extLst>
              <a:ext uri="{FF2B5EF4-FFF2-40B4-BE49-F238E27FC236}">
                <a16:creationId xmlns:a16="http://schemas.microsoft.com/office/drawing/2014/main" id="{1B2B3592-07D3-4CCC-9A77-F73166729FBD}"/>
              </a:ext>
            </a:extLst>
          </p:cNvPr>
          <p:cNvSpPr>
            <a:spLocks noChangeAspect="1"/>
          </p:cNvSpPr>
          <p:nvPr/>
        </p:nvSpPr>
        <p:spPr bwMode="gray">
          <a:xfrm>
            <a:off x="8833509" y="2584242"/>
            <a:ext cx="860400" cy="860400"/>
          </a:xfrm>
          <a:prstGeom prst="ellipse">
            <a:avLst/>
          </a:prstGeom>
          <a:solidFill>
            <a:sysClr val="windowText" lastClr="000000">
              <a:lumMod val="85000"/>
              <a:lumOff val="15000"/>
            </a:sys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Oval 47">
            <a:extLst>
              <a:ext uri="{FF2B5EF4-FFF2-40B4-BE49-F238E27FC236}">
                <a16:creationId xmlns:a16="http://schemas.microsoft.com/office/drawing/2014/main" id="{C07ED248-1728-4AA4-AB64-0FE63A1B2AED}"/>
              </a:ext>
            </a:extLst>
          </p:cNvPr>
          <p:cNvSpPr/>
          <p:nvPr/>
        </p:nvSpPr>
        <p:spPr bwMode="gray">
          <a:xfrm>
            <a:off x="8797989" y="5244980"/>
            <a:ext cx="859814" cy="859814"/>
          </a:xfrm>
          <a:prstGeom prst="ellipse">
            <a:avLst/>
          </a:prstGeom>
          <a:solidFill>
            <a:sysClr val="windowText" lastClr="000000">
              <a:lumMod val="85000"/>
              <a:lumOff val="15000"/>
            </a:sys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Freeform 32">
            <a:extLst>
              <a:ext uri="{FF2B5EF4-FFF2-40B4-BE49-F238E27FC236}">
                <a16:creationId xmlns:a16="http://schemas.microsoft.com/office/drawing/2014/main" id="{59F3947F-750F-4302-80BD-51BA0887702B}"/>
              </a:ext>
            </a:extLst>
          </p:cNvPr>
          <p:cNvSpPr>
            <a:spLocks noChangeAspect="1" noEditPoints="1"/>
          </p:cNvSpPr>
          <p:nvPr/>
        </p:nvSpPr>
        <p:spPr bwMode="auto">
          <a:xfrm>
            <a:off x="8891509" y="5333552"/>
            <a:ext cx="687600" cy="687600"/>
          </a:xfrm>
          <a:custGeom>
            <a:avLst/>
            <a:gdLst>
              <a:gd name="T0" fmla="*/ 305 w 512"/>
              <a:gd name="T1" fmla="*/ 330 h 512"/>
              <a:gd name="T2" fmla="*/ 249 w 512"/>
              <a:gd name="T3" fmla="*/ 330 h 512"/>
              <a:gd name="T4" fmla="*/ 128 w 512"/>
              <a:gd name="T5" fmla="*/ 170 h 512"/>
              <a:gd name="T6" fmla="*/ 192 w 512"/>
              <a:gd name="T7" fmla="*/ 170 h 512"/>
              <a:gd name="T8" fmla="*/ 160 w 512"/>
              <a:gd name="T9" fmla="*/ 181 h 512"/>
              <a:gd name="T10" fmla="*/ 160 w 512"/>
              <a:gd name="T11" fmla="*/ 160 h 512"/>
              <a:gd name="T12" fmla="*/ 160 w 512"/>
              <a:gd name="T13" fmla="*/ 181 h 512"/>
              <a:gd name="T14" fmla="*/ 242 w 512"/>
              <a:gd name="T15" fmla="*/ 378 h 512"/>
              <a:gd name="T16" fmla="*/ 185 w 512"/>
              <a:gd name="T17" fmla="*/ 330 h 512"/>
              <a:gd name="T18" fmla="*/ 244 w 512"/>
              <a:gd name="T19" fmla="*/ 277 h 512"/>
              <a:gd name="T20" fmla="*/ 309 w 512"/>
              <a:gd name="T21" fmla="*/ 309 h 512"/>
              <a:gd name="T22" fmla="*/ 309 w 512"/>
              <a:gd name="T23" fmla="*/ 245 h 512"/>
              <a:gd name="T24" fmla="*/ 277 w 512"/>
              <a:gd name="T25" fmla="*/ 170 h 512"/>
              <a:gd name="T26" fmla="*/ 305 w 512"/>
              <a:gd name="T27" fmla="*/ 224 h 512"/>
              <a:gd name="T28" fmla="*/ 312 w 512"/>
              <a:gd name="T29" fmla="*/ 176 h 512"/>
              <a:gd name="T30" fmla="*/ 369 w 512"/>
              <a:gd name="T31" fmla="*/ 224 h 512"/>
              <a:gd name="T32" fmla="*/ 512 w 512"/>
              <a:gd name="T33" fmla="*/ 256 h 512"/>
              <a:gd name="T34" fmla="*/ 0 w 512"/>
              <a:gd name="T35" fmla="*/ 256 h 512"/>
              <a:gd name="T36" fmla="*/ 512 w 512"/>
              <a:gd name="T37" fmla="*/ 256 h 512"/>
              <a:gd name="T38" fmla="*/ 152 w 512"/>
              <a:gd name="T39" fmla="*/ 253 h 512"/>
              <a:gd name="T40" fmla="*/ 167 w 512"/>
              <a:gd name="T41" fmla="*/ 253 h 512"/>
              <a:gd name="T42" fmla="*/ 160 w 512"/>
              <a:gd name="T43" fmla="*/ 117 h 512"/>
              <a:gd name="T44" fmla="*/ 405 w 512"/>
              <a:gd name="T45" fmla="*/ 277 h 512"/>
              <a:gd name="T46" fmla="*/ 242 w 512"/>
              <a:gd name="T47" fmla="*/ 154 h 512"/>
              <a:gd name="T48" fmla="*/ 243 w 512"/>
              <a:gd name="T49" fmla="*/ 174 h 512"/>
              <a:gd name="T50" fmla="*/ 224 w 512"/>
              <a:gd name="T51" fmla="*/ 224 h 512"/>
              <a:gd name="T52" fmla="*/ 224 w 512"/>
              <a:gd name="T53" fmla="*/ 245 h 512"/>
              <a:gd name="T54" fmla="*/ 222 w 512"/>
              <a:gd name="T55" fmla="*/ 277 h 512"/>
              <a:gd name="T56" fmla="*/ 175 w 512"/>
              <a:gd name="T57" fmla="*/ 309 h 512"/>
              <a:gd name="T58" fmla="*/ 159 w 512"/>
              <a:gd name="T59" fmla="*/ 277 h 512"/>
              <a:gd name="T60" fmla="*/ 277 w 512"/>
              <a:gd name="T61" fmla="*/ 405 h 512"/>
              <a:gd name="T62" fmla="*/ 332 w 512"/>
              <a:gd name="T63" fmla="*/ 277 h 512"/>
              <a:gd name="T64" fmla="*/ 379 w 512"/>
              <a:gd name="T65" fmla="*/ 309 h 512"/>
              <a:gd name="T66" fmla="*/ 379 w 512"/>
              <a:gd name="T67" fmla="*/ 245 h 512"/>
              <a:gd name="T68" fmla="*/ 332 w 512"/>
              <a:gd name="T69" fmla="*/ 277 h 512"/>
              <a:gd name="T70" fmla="*/ 369 w 512"/>
              <a:gd name="T71" fmla="*/ 330 h 512"/>
              <a:gd name="T72" fmla="*/ 312 w 512"/>
              <a:gd name="T73" fmla="*/ 37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49" y="330"/>
                </a:moveTo>
                <a:cubicBezTo>
                  <a:pt x="305" y="330"/>
                  <a:pt x="305" y="330"/>
                  <a:pt x="305" y="330"/>
                </a:cubicBezTo>
                <a:cubicBezTo>
                  <a:pt x="299" y="364"/>
                  <a:pt x="286" y="384"/>
                  <a:pt x="277" y="384"/>
                </a:cubicBezTo>
                <a:cubicBezTo>
                  <a:pt x="268" y="384"/>
                  <a:pt x="255" y="364"/>
                  <a:pt x="249" y="330"/>
                </a:cubicBezTo>
                <a:close/>
                <a:moveTo>
                  <a:pt x="160" y="230"/>
                </a:moveTo>
                <a:cubicBezTo>
                  <a:pt x="129" y="195"/>
                  <a:pt x="128" y="171"/>
                  <a:pt x="128" y="170"/>
                </a:cubicBezTo>
                <a:cubicBezTo>
                  <a:pt x="128" y="153"/>
                  <a:pt x="142" y="138"/>
                  <a:pt x="160" y="138"/>
                </a:cubicBezTo>
                <a:cubicBezTo>
                  <a:pt x="177" y="138"/>
                  <a:pt x="192" y="153"/>
                  <a:pt x="192" y="170"/>
                </a:cubicBezTo>
                <a:cubicBezTo>
                  <a:pt x="192" y="171"/>
                  <a:pt x="191" y="195"/>
                  <a:pt x="160" y="230"/>
                </a:cubicBezTo>
                <a:close/>
                <a:moveTo>
                  <a:pt x="160" y="181"/>
                </a:moveTo>
                <a:cubicBezTo>
                  <a:pt x="166" y="181"/>
                  <a:pt x="170" y="176"/>
                  <a:pt x="170" y="170"/>
                </a:cubicBezTo>
                <a:cubicBezTo>
                  <a:pt x="170" y="164"/>
                  <a:pt x="166" y="160"/>
                  <a:pt x="160" y="160"/>
                </a:cubicBezTo>
                <a:cubicBezTo>
                  <a:pt x="154" y="160"/>
                  <a:pt x="149" y="164"/>
                  <a:pt x="149" y="170"/>
                </a:cubicBezTo>
                <a:cubicBezTo>
                  <a:pt x="149" y="176"/>
                  <a:pt x="154" y="181"/>
                  <a:pt x="160" y="181"/>
                </a:cubicBezTo>
                <a:close/>
                <a:moveTo>
                  <a:pt x="185" y="330"/>
                </a:moveTo>
                <a:cubicBezTo>
                  <a:pt x="197" y="353"/>
                  <a:pt x="218" y="369"/>
                  <a:pt x="242" y="378"/>
                </a:cubicBezTo>
                <a:cubicBezTo>
                  <a:pt x="235" y="365"/>
                  <a:pt x="230" y="349"/>
                  <a:pt x="227" y="330"/>
                </a:cubicBezTo>
                <a:lnTo>
                  <a:pt x="185" y="330"/>
                </a:lnTo>
                <a:close/>
                <a:moveTo>
                  <a:pt x="245" y="245"/>
                </a:moveTo>
                <a:cubicBezTo>
                  <a:pt x="244" y="255"/>
                  <a:pt x="244" y="266"/>
                  <a:pt x="244" y="277"/>
                </a:cubicBezTo>
                <a:cubicBezTo>
                  <a:pt x="244" y="288"/>
                  <a:pt x="244" y="299"/>
                  <a:pt x="245" y="309"/>
                </a:cubicBezTo>
                <a:cubicBezTo>
                  <a:pt x="309" y="309"/>
                  <a:pt x="309" y="309"/>
                  <a:pt x="309" y="309"/>
                </a:cubicBezTo>
                <a:cubicBezTo>
                  <a:pt x="310" y="299"/>
                  <a:pt x="310" y="288"/>
                  <a:pt x="310" y="277"/>
                </a:cubicBezTo>
                <a:cubicBezTo>
                  <a:pt x="310" y="266"/>
                  <a:pt x="310" y="255"/>
                  <a:pt x="309" y="245"/>
                </a:cubicBezTo>
                <a:lnTo>
                  <a:pt x="245" y="245"/>
                </a:lnTo>
                <a:close/>
                <a:moveTo>
                  <a:pt x="277" y="170"/>
                </a:moveTo>
                <a:cubicBezTo>
                  <a:pt x="268" y="170"/>
                  <a:pt x="255" y="190"/>
                  <a:pt x="249" y="224"/>
                </a:cubicBezTo>
                <a:cubicBezTo>
                  <a:pt x="305" y="224"/>
                  <a:pt x="305" y="224"/>
                  <a:pt x="305" y="224"/>
                </a:cubicBezTo>
                <a:cubicBezTo>
                  <a:pt x="299" y="190"/>
                  <a:pt x="286" y="170"/>
                  <a:pt x="277" y="170"/>
                </a:cubicBezTo>
                <a:close/>
                <a:moveTo>
                  <a:pt x="312" y="176"/>
                </a:moveTo>
                <a:cubicBezTo>
                  <a:pt x="319" y="189"/>
                  <a:pt x="324" y="206"/>
                  <a:pt x="327" y="224"/>
                </a:cubicBezTo>
                <a:cubicBezTo>
                  <a:pt x="369" y="224"/>
                  <a:pt x="369" y="224"/>
                  <a:pt x="369" y="224"/>
                </a:cubicBezTo>
                <a:cubicBezTo>
                  <a:pt x="356" y="202"/>
                  <a:pt x="336" y="185"/>
                  <a:pt x="312" y="17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06" y="170"/>
                </a:moveTo>
                <a:cubicBezTo>
                  <a:pt x="106" y="172"/>
                  <a:pt x="106" y="207"/>
                  <a:pt x="152" y="253"/>
                </a:cubicBezTo>
                <a:cubicBezTo>
                  <a:pt x="154" y="255"/>
                  <a:pt x="157" y="256"/>
                  <a:pt x="160" y="256"/>
                </a:cubicBezTo>
                <a:cubicBezTo>
                  <a:pt x="162" y="256"/>
                  <a:pt x="165" y="255"/>
                  <a:pt x="167" y="253"/>
                </a:cubicBezTo>
                <a:cubicBezTo>
                  <a:pt x="213" y="207"/>
                  <a:pt x="213" y="172"/>
                  <a:pt x="213" y="170"/>
                </a:cubicBezTo>
                <a:cubicBezTo>
                  <a:pt x="213" y="141"/>
                  <a:pt x="189" y="117"/>
                  <a:pt x="160" y="117"/>
                </a:cubicBezTo>
                <a:cubicBezTo>
                  <a:pt x="130" y="117"/>
                  <a:pt x="106" y="141"/>
                  <a:pt x="106" y="170"/>
                </a:cubicBezTo>
                <a:close/>
                <a:moveTo>
                  <a:pt x="405" y="277"/>
                </a:moveTo>
                <a:cubicBezTo>
                  <a:pt x="405" y="206"/>
                  <a:pt x="348" y="149"/>
                  <a:pt x="277" y="149"/>
                </a:cubicBezTo>
                <a:cubicBezTo>
                  <a:pt x="265" y="149"/>
                  <a:pt x="253" y="151"/>
                  <a:pt x="242" y="154"/>
                </a:cubicBezTo>
                <a:cubicBezTo>
                  <a:pt x="236" y="155"/>
                  <a:pt x="233" y="161"/>
                  <a:pt x="235" y="167"/>
                </a:cubicBezTo>
                <a:cubicBezTo>
                  <a:pt x="236" y="171"/>
                  <a:pt x="239" y="174"/>
                  <a:pt x="243" y="174"/>
                </a:cubicBezTo>
                <a:cubicBezTo>
                  <a:pt x="236" y="188"/>
                  <a:pt x="230" y="205"/>
                  <a:pt x="227" y="224"/>
                </a:cubicBezTo>
                <a:cubicBezTo>
                  <a:pt x="224" y="224"/>
                  <a:pt x="224" y="224"/>
                  <a:pt x="224" y="224"/>
                </a:cubicBezTo>
                <a:cubicBezTo>
                  <a:pt x="218" y="224"/>
                  <a:pt x="213" y="228"/>
                  <a:pt x="213" y="234"/>
                </a:cubicBezTo>
                <a:cubicBezTo>
                  <a:pt x="213" y="240"/>
                  <a:pt x="218" y="245"/>
                  <a:pt x="224" y="245"/>
                </a:cubicBezTo>
                <a:cubicBezTo>
                  <a:pt x="224" y="245"/>
                  <a:pt x="224" y="245"/>
                  <a:pt x="224" y="245"/>
                </a:cubicBezTo>
                <a:cubicBezTo>
                  <a:pt x="223" y="255"/>
                  <a:pt x="222" y="266"/>
                  <a:pt x="222" y="277"/>
                </a:cubicBezTo>
                <a:cubicBezTo>
                  <a:pt x="222" y="288"/>
                  <a:pt x="223" y="299"/>
                  <a:pt x="224" y="309"/>
                </a:cubicBezTo>
                <a:cubicBezTo>
                  <a:pt x="175" y="309"/>
                  <a:pt x="175" y="309"/>
                  <a:pt x="175" y="309"/>
                </a:cubicBezTo>
                <a:cubicBezTo>
                  <a:pt x="173" y="302"/>
                  <a:pt x="171" y="294"/>
                  <a:pt x="171" y="287"/>
                </a:cubicBezTo>
                <a:cubicBezTo>
                  <a:pt x="170" y="281"/>
                  <a:pt x="165" y="276"/>
                  <a:pt x="159" y="277"/>
                </a:cubicBezTo>
                <a:cubicBezTo>
                  <a:pt x="153" y="278"/>
                  <a:pt x="149" y="283"/>
                  <a:pt x="150" y="289"/>
                </a:cubicBezTo>
                <a:cubicBezTo>
                  <a:pt x="155" y="355"/>
                  <a:pt x="210" y="405"/>
                  <a:pt x="277" y="405"/>
                </a:cubicBezTo>
                <a:cubicBezTo>
                  <a:pt x="348" y="405"/>
                  <a:pt x="405" y="348"/>
                  <a:pt x="405" y="277"/>
                </a:cubicBezTo>
                <a:close/>
                <a:moveTo>
                  <a:pt x="332" y="277"/>
                </a:moveTo>
                <a:cubicBezTo>
                  <a:pt x="332" y="288"/>
                  <a:pt x="331" y="299"/>
                  <a:pt x="330" y="309"/>
                </a:cubicBezTo>
                <a:cubicBezTo>
                  <a:pt x="379" y="309"/>
                  <a:pt x="379" y="309"/>
                  <a:pt x="379" y="309"/>
                </a:cubicBezTo>
                <a:cubicBezTo>
                  <a:pt x="382" y="299"/>
                  <a:pt x="384" y="288"/>
                  <a:pt x="384" y="277"/>
                </a:cubicBezTo>
                <a:cubicBezTo>
                  <a:pt x="384" y="266"/>
                  <a:pt x="382" y="255"/>
                  <a:pt x="379" y="245"/>
                </a:cubicBezTo>
                <a:cubicBezTo>
                  <a:pt x="330" y="245"/>
                  <a:pt x="330" y="245"/>
                  <a:pt x="330" y="245"/>
                </a:cubicBezTo>
                <a:cubicBezTo>
                  <a:pt x="331" y="255"/>
                  <a:pt x="332" y="266"/>
                  <a:pt x="332" y="277"/>
                </a:cubicBezTo>
                <a:close/>
                <a:moveTo>
                  <a:pt x="312" y="378"/>
                </a:moveTo>
                <a:cubicBezTo>
                  <a:pt x="336" y="369"/>
                  <a:pt x="356" y="352"/>
                  <a:pt x="369" y="330"/>
                </a:cubicBezTo>
                <a:cubicBezTo>
                  <a:pt x="327" y="330"/>
                  <a:pt x="327" y="330"/>
                  <a:pt x="327" y="330"/>
                </a:cubicBezTo>
                <a:cubicBezTo>
                  <a:pt x="324" y="348"/>
                  <a:pt x="319" y="365"/>
                  <a:pt x="312" y="378"/>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a typeface="+mn-ea"/>
              <a:cs typeface="Calibri"/>
            </a:endParaRPr>
          </a:p>
        </p:txBody>
      </p:sp>
      <p:sp>
        <p:nvSpPr>
          <p:cNvPr id="61" name="Rectangle 60">
            <a:extLst>
              <a:ext uri="{FF2B5EF4-FFF2-40B4-BE49-F238E27FC236}">
                <a16:creationId xmlns:a16="http://schemas.microsoft.com/office/drawing/2014/main" id="{70500800-E2ED-4EB8-8B0D-E1AE5A4F48EB}"/>
              </a:ext>
            </a:extLst>
          </p:cNvPr>
          <p:cNvSpPr/>
          <p:nvPr/>
        </p:nvSpPr>
        <p:spPr>
          <a:xfrm>
            <a:off x="9652464" y="3579456"/>
            <a:ext cx="1826078" cy="553998"/>
          </a:xfrm>
          <a:prstGeom prst="rect">
            <a:avLst/>
          </a:prstGeom>
        </p:spPr>
        <p:txBody>
          <a:bodyPr wrap="square" lIns="0" tIns="0" rIns="0" bIns="0">
            <a:spAutoFit/>
          </a:bodyPr>
          <a:lstStyle/>
          <a:p>
            <a:pPr marL="2286" marR="5080" lvl="0" indent="0" algn="ctr" defTabSz="914400" rtl="0" eaLnBrk="1" fontAlgn="auto" latinLnBrk="0" hangingPunct="1">
              <a:lnSpc>
                <a:spcPct val="100000"/>
              </a:lnSpc>
              <a:spcBef>
                <a:spcPts val="0"/>
              </a:spcBef>
              <a:spcAft>
                <a:spcPts val="1200"/>
              </a:spcAft>
              <a:buClrTx/>
              <a:buSzPct val="100000"/>
              <a:buFontTx/>
              <a:buNone/>
              <a:tabLst>
                <a:tab pos="173038" algn="l"/>
              </a:tabLst>
              <a:defRPr/>
            </a:pPr>
            <a:r>
              <a:rPr kumimoji="0" lang="en-US" sz="1200" b="0" i="0" u="none" strike="noStrike" kern="1200" cap="none" spc="0" normalizeH="0" baseline="0" noProof="0">
                <a:ln>
                  <a:noFill/>
                </a:ln>
                <a:solidFill>
                  <a:prstClr val="white"/>
                </a:solidFill>
                <a:effectLst/>
                <a:uLnTx/>
                <a:uFillTx/>
                <a:latin typeface="Verdana"/>
                <a:ea typeface="Open Sans" panose="020B0606030504020204" pitchFamily="34" charset="0"/>
                <a:cs typeface="Open Sans" panose="020B0606030504020204" pitchFamily="34" charset="0"/>
              </a:rPr>
              <a:t>Facilitated Investments in PSH and green hydrogen in UP</a:t>
            </a:r>
          </a:p>
        </p:txBody>
      </p:sp>
      <p:sp>
        <p:nvSpPr>
          <p:cNvPr id="62" name="Freeform 908">
            <a:extLst>
              <a:ext uri="{FF2B5EF4-FFF2-40B4-BE49-F238E27FC236}">
                <a16:creationId xmlns:a16="http://schemas.microsoft.com/office/drawing/2014/main" id="{964AF967-937F-4984-9DE1-8B84A481F926}"/>
              </a:ext>
            </a:extLst>
          </p:cNvPr>
          <p:cNvSpPr>
            <a:spLocks noChangeAspect="1" noEditPoints="1"/>
          </p:cNvSpPr>
          <p:nvPr/>
        </p:nvSpPr>
        <p:spPr bwMode="auto">
          <a:xfrm>
            <a:off x="8926164" y="2676025"/>
            <a:ext cx="687600" cy="687600"/>
          </a:xfrm>
          <a:custGeom>
            <a:avLst/>
            <a:gdLst>
              <a:gd name="T0" fmla="*/ 160 w 512"/>
              <a:gd name="T1" fmla="*/ 224 h 512"/>
              <a:gd name="T2" fmla="*/ 213 w 512"/>
              <a:gd name="T3" fmla="*/ 224 h 512"/>
              <a:gd name="T4" fmla="*/ 213 w 512"/>
              <a:gd name="T5" fmla="*/ 245 h 512"/>
              <a:gd name="T6" fmla="*/ 160 w 512"/>
              <a:gd name="T7" fmla="*/ 245 h 512"/>
              <a:gd name="T8" fmla="*/ 160 w 512"/>
              <a:gd name="T9" fmla="*/ 224 h 512"/>
              <a:gd name="T10" fmla="*/ 234 w 512"/>
              <a:gd name="T11" fmla="*/ 352 h 512"/>
              <a:gd name="T12" fmla="*/ 256 w 512"/>
              <a:gd name="T13" fmla="*/ 352 h 512"/>
              <a:gd name="T14" fmla="*/ 256 w 512"/>
              <a:gd name="T15" fmla="*/ 266 h 512"/>
              <a:gd name="T16" fmla="*/ 234 w 512"/>
              <a:gd name="T17" fmla="*/ 266 h 512"/>
              <a:gd name="T18" fmla="*/ 234 w 512"/>
              <a:gd name="T19" fmla="*/ 352 h 512"/>
              <a:gd name="T20" fmla="*/ 160 w 512"/>
              <a:gd name="T21" fmla="*/ 352 h 512"/>
              <a:gd name="T22" fmla="*/ 213 w 512"/>
              <a:gd name="T23" fmla="*/ 352 h 512"/>
              <a:gd name="T24" fmla="*/ 213 w 512"/>
              <a:gd name="T25" fmla="*/ 266 h 512"/>
              <a:gd name="T26" fmla="*/ 160 w 512"/>
              <a:gd name="T27" fmla="*/ 266 h 512"/>
              <a:gd name="T28" fmla="*/ 160 w 512"/>
              <a:gd name="T29" fmla="*/ 352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77 w 512"/>
              <a:gd name="T41" fmla="*/ 256 h 512"/>
              <a:gd name="T42" fmla="*/ 266 w 512"/>
              <a:gd name="T43" fmla="*/ 245 h 512"/>
              <a:gd name="T44" fmla="*/ 234 w 512"/>
              <a:gd name="T45" fmla="*/ 245 h 512"/>
              <a:gd name="T46" fmla="*/ 234 w 512"/>
              <a:gd name="T47" fmla="*/ 213 h 512"/>
              <a:gd name="T48" fmla="*/ 224 w 512"/>
              <a:gd name="T49" fmla="*/ 202 h 512"/>
              <a:gd name="T50" fmla="*/ 149 w 512"/>
              <a:gd name="T51" fmla="*/ 202 h 512"/>
              <a:gd name="T52" fmla="*/ 138 w 512"/>
              <a:gd name="T53" fmla="*/ 213 h 512"/>
              <a:gd name="T54" fmla="*/ 138 w 512"/>
              <a:gd name="T55" fmla="*/ 245 h 512"/>
              <a:gd name="T56" fmla="*/ 106 w 512"/>
              <a:gd name="T57" fmla="*/ 245 h 512"/>
              <a:gd name="T58" fmla="*/ 96 w 512"/>
              <a:gd name="T59" fmla="*/ 256 h 512"/>
              <a:gd name="T60" fmla="*/ 96 w 512"/>
              <a:gd name="T61" fmla="*/ 362 h 512"/>
              <a:gd name="T62" fmla="*/ 106 w 512"/>
              <a:gd name="T63" fmla="*/ 373 h 512"/>
              <a:gd name="T64" fmla="*/ 266 w 512"/>
              <a:gd name="T65" fmla="*/ 373 h 512"/>
              <a:gd name="T66" fmla="*/ 277 w 512"/>
              <a:gd name="T67" fmla="*/ 362 h 512"/>
              <a:gd name="T68" fmla="*/ 277 w 512"/>
              <a:gd name="T69" fmla="*/ 256 h 512"/>
              <a:gd name="T70" fmla="*/ 413 w 512"/>
              <a:gd name="T71" fmla="*/ 259 h 512"/>
              <a:gd name="T72" fmla="*/ 362 w 512"/>
              <a:gd name="T73" fmla="*/ 209 h 512"/>
              <a:gd name="T74" fmla="*/ 374 w 512"/>
              <a:gd name="T75" fmla="*/ 174 h 512"/>
              <a:gd name="T76" fmla="*/ 356 w 512"/>
              <a:gd name="T77" fmla="*/ 131 h 512"/>
              <a:gd name="T78" fmla="*/ 313 w 512"/>
              <a:gd name="T79" fmla="*/ 113 h 512"/>
              <a:gd name="T80" fmla="*/ 269 w 512"/>
              <a:gd name="T81" fmla="*/ 131 h 512"/>
              <a:gd name="T82" fmla="*/ 252 w 512"/>
              <a:gd name="T83" fmla="*/ 174 h 512"/>
              <a:gd name="T84" fmla="*/ 269 w 512"/>
              <a:gd name="T85" fmla="*/ 217 h 512"/>
              <a:gd name="T86" fmla="*/ 313 w 512"/>
              <a:gd name="T87" fmla="*/ 235 h 512"/>
              <a:gd name="T88" fmla="*/ 347 w 512"/>
              <a:gd name="T89" fmla="*/ 224 h 512"/>
              <a:gd name="T90" fmla="*/ 397 w 512"/>
              <a:gd name="T91" fmla="*/ 274 h 512"/>
              <a:gd name="T92" fmla="*/ 405 w 512"/>
              <a:gd name="T93" fmla="*/ 277 h 512"/>
              <a:gd name="T94" fmla="*/ 413 w 512"/>
              <a:gd name="T95" fmla="*/ 274 h 512"/>
              <a:gd name="T96" fmla="*/ 413 w 512"/>
              <a:gd name="T97" fmla="*/ 259 h 512"/>
              <a:gd name="T98" fmla="*/ 117 w 512"/>
              <a:gd name="T99" fmla="*/ 352 h 512"/>
              <a:gd name="T100" fmla="*/ 138 w 512"/>
              <a:gd name="T101" fmla="*/ 352 h 512"/>
              <a:gd name="T102" fmla="*/ 138 w 512"/>
              <a:gd name="T103" fmla="*/ 266 h 512"/>
              <a:gd name="T104" fmla="*/ 117 w 512"/>
              <a:gd name="T105" fmla="*/ 266 h 512"/>
              <a:gd name="T106" fmla="*/ 117 w 512"/>
              <a:gd name="T107" fmla="*/ 352 h 512"/>
              <a:gd name="T108" fmla="*/ 313 w 512"/>
              <a:gd name="T109" fmla="*/ 134 h 512"/>
              <a:gd name="T110" fmla="*/ 285 w 512"/>
              <a:gd name="T111" fmla="*/ 146 h 512"/>
              <a:gd name="T112" fmla="*/ 285 w 512"/>
              <a:gd name="T113" fmla="*/ 202 h 512"/>
              <a:gd name="T114" fmla="*/ 341 w 512"/>
              <a:gd name="T115" fmla="*/ 202 h 512"/>
              <a:gd name="T116" fmla="*/ 352 w 512"/>
              <a:gd name="T117" fmla="*/ 174 h 512"/>
              <a:gd name="T118" fmla="*/ 341 w 512"/>
              <a:gd name="T119" fmla="*/ 146 h 512"/>
              <a:gd name="T120" fmla="*/ 313 w 512"/>
              <a:gd name="T121" fmla="*/ 13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160" y="224"/>
                </a:moveTo>
                <a:cubicBezTo>
                  <a:pt x="213" y="224"/>
                  <a:pt x="213" y="224"/>
                  <a:pt x="213" y="224"/>
                </a:cubicBezTo>
                <a:cubicBezTo>
                  <a:pt x="213" y="245"/>
                  <a:pt x="213" y="245"/>
                  <a:pt x="213" y="245"/>
                </a:cubicBezTo>
                <a:cubicBezTo>
                  <a:pt x="160" y="245"/>
                  <a:pt x="160" y="245"/>
                  <a:pt x="160" y="245"/>
                </a:cubicBezTo>
                <a:lnTo>
                  <a:pt x="160" y="224"/>
                </a:lnTo>
                <a:close/>
                <a:moveTo>
                  <a:pt x="234" y="352"/>
                </a:moveTo>
                <a:cubicBezTo>
                  <a:pt x="256" y="352"/>
                  <a:pt x="256" y="352"/>
                  <a:pt x="256" y="352"/>
                </a:cubicBezTo>
                <a:cubicBezTo>
                  <a:pt x="256" y="266"/>
                  <a:pt x="256" y="266"/>
                  <a:pt x="256" y="266"/>
                </a:cubicBezTo>
                <a:cubicBezTo>
                  <a:pt x="234" y="266"/>
                  <a:pt x="234" y="266"/>
                  <a:pt x="234" y="266"/>
                </a:cubicBezTo>
                <a:lnTo>
                  <a:pt x="234" y="352"/>
                </a:lnTo>
                <a:close/>
                <a:moveTo>
                  <a:pt x="160" y="352"/>
                </a:moveTo>
                <a:cubicBezTo>
                  <a:pt x="213" y="352"/>
                  <a:pt x="213" y="352"/>
                  <a:pt x="213" y="352"/>
                </a:cubicBezTo>
                <a:cubicBezTo>
                  <a:pt x="213" y="266"/>
                  <a:pt x="213" y="266"/>
                  <a:pt x="213" y="266"/>
                </a:cubicBezTo>
                <a:cubicBezTo>
                  <a:pt x="160" y="266"/>
                  <a:pt x="160" y="266"/>
                  <a:pt x="160" y="266"/>
                </a:cubicBezTo>
                <a:lnTo>
                  <a:pt x="160" y="35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77" y="256"/>
                </a:moveTo>
                <a:cubicBezTo>
                  <a:pt x="277" y="250"/>
                  <a:pt x="272" y="245"/>
                  <a:pt x="266" y="245"/>
                </a:cubicBezTo>
                <a:cubicBezTo>
                  <a:pt x="234" y="245"/>
                  <a:pt x="234" y="245"/>
                  <a:pt x="234" y="245"/>
                </a:cubicBezTo>
                <a:cubicBezTo>
                  <a:pt x="234" y="213"/>
                  <a:pt x="234" y="213"/>
                  <a:pt x="234" y="213"/>
                </a:cubicBezTo>
                <a:cubicBezTo>
                  <a:pt x="234" y="207"/>
                  <a:pt x="230" y="202"/>
                  <a:pt x="224" y="202"/>
                </a:cubicBezTo>
                <a:cubicBezTo>
                  <a:pt x="149" y="202"/>
                  <a:pt x="149" y="202"/>
                  <a:pt x="149" y="202"/>
                </a:cubicBezTo>
                <a:cubicBezTo>
                  <a:pt x="143" y="202"/>
                  <a:pt x="138" y="207"/>
                  <a:pt x="138" y="213"/>
                </a:cubicBezTo>
                <a:cubicBezTo>
                  <a:pt x="138" y="245"/>
                  <a:pt x="138" y="245"/>
                  <a:pt x="138" y="245"/>
                </a:cubicBezTo>
                <a:cubicBezTo>
                  <a:pt x="106" y="245"/>
                  <a:pt x="106" y="245"/>
                  <a:pt x="106" y="245"/>
                </a:cubicBezTo>
                <a:cubicBezTo>
                  <a:pt x="100" y="245"/>
                  <a:pt x="96" y="250"/>
                  <a:pt x="96" y="256"/>
                </a:cubicBezTo>
                <a:cubicBezTo>
                  <a:pt x="96" y="362"/>
                  <a:pt x="96" y="362"/>
                  <a:pt x="96" y="362"/>
                </a:cubicBezTo>
                <a:cubicBezTo>
                  <a:pt x="96" y="368"/>
                  <a:pt x="100" y="373"/>
                  <a:pt x="106" y="373"/>
                </a:cubicBezTo>
                <a:cubicBezTo>
                  <a:pt x="266" y="373"/>
                  <a:pt x="266" y="373"/>
                  <a:pt x="266" y="373"/>
                </a:cubicBezTo>
                <a:cubicBezTo>
                  <a:pt x="272" y="373"/>
                  <a:pt x="277" y="368"/>
                  <a:pt x="277" y="362"/>
                </a:cubicBezTo>
                <a:lnTo>
                  <a:pt x="277" y="256"/>
                </a:lnTo>
                <a:close/>
                <a:moveTo>
                  <a:pt x="413" y="259"/>
                </a:moveTo>
                <a:cubicBezTo>
                  <a:pt x="362" y="209"/>
                  <a:pt x="362" y="209"/>
                  <a:pt x="362" y="209"/>
                </a:cubicBezTo>
                <a:cubicBezTo>
                  <a:pt x="370" y="199"/>
                  <a:pt x="374" y="187"/>
                  <a:pt x="374" y="174"/>
                </a:cubicBezTo>
                <a:cubicBezTo>
                  <a:pt x="374" y="158"/>
                  <a:pt x="367" y="142"/>
                  <a:pt x="356" y="131"/>
                </a:cubicBezTo>
                <a:cubicBezTo>
                  <a:pt x="344" y="119"/>
                  <a:pt x="329" y="113"/>
                  <a:pt x="313" y="113"/>
                </a:cubicBezTo>
                <a:cubicBezTo>
                  <a:pt x="296" y="113"/>
                  <a:pt x="281" y="119"/>
                  <a:pt x="269" y="131"/>
                </a:cubicBezTo>
                <a:cubicBezTo>
                  <a:pt x="258" y="142"/>
                  <a:pt x="252" y="158"/>
                  <a:pt x="252" y="174"/>
                </a:cubicBezTo>
                <a:cubicBezTo>
                  <a:pt x="252" y="190"/>
                  <a:pt x="258" y="205"/>
                  <a:pt x="269" y="217"/>
                </a:cubicBezTo>
                <a:cubicBezTo>
                  <a:pt x="281" y="229"/>
                  <a:pt x="296" y="235"/>
                  <a:pt x="313" y="235"/>
                </a:cubicBezTo>
                <a:cubicBezTo>
                  <a:pt x="325" y="235"/>
                  <a:pt x="337" y="231"/>
                  <a:pt x="347" y="224"/>
                </a:cubicBezTo>
                <a:cubicBezTo>
                  <a:pt x="397" y="274"/>
                  <a:pt x="397" y="274"/>
                  <a:pt x="397" y="274"/>
                </a:cubicBezTo>
                <a:cubicBezTo>
                  <a:pt x="400" y="276"/>
                  <a:pt x="402" y="277"/>
                  <a:pt x="405" y="277"/>
                </a:cubicBezTo>
                <a:cubicBezTo>
                  <a:pt x="408" y="277"/>
                  <a:pt x="410" y="276"/>
                  <a:pt x="413" y="274"/>
                </a:cubicBezTo>
                <a:cubicBezTo>
                  <a:pt x="417" y="270"/>
                  <a:pt x="417" y="263"/>
                  <a:pt x="413" y="259"/>
                </a:cubicBezTo>
                <a:close/>
                <a:moveTo>
                  <a:pt x="117" y="352"/>
                </a:moveTo>
                <a:cubicBezTo>
                  <a:pt x="138" y="352"/>
                  <a:pt x="138" y="352"/>
                  <a:pt x="138" y="352"/>
                </a:cubicBezTo>
                <a:cubicBezTo>
                  <a:pt x="138" y="266"/>
                  <a:pt x="138" y="266"/>
                  <a:pt x="138" y="266"/>
                </a:cubicBezTo>
                <a:cubicBezTo>
                  <a:pt x="117" y="266"/>
                  <a:pt x="117" y="266"/>
                  <a:pt x="117" y="266"/>
                </a:cubicBezTo>
                <a:lnTo>
                  <a:pt x="117" y="352"/>
                </a:lnTo>
                <a:close/>
                <a:moveTo>
                  <a:pt x="313" y="134"/>
                </a:moveTo>
                <a:cubicBezTo>
                  <a:pt x="302" y="134"/>
                  <a:pt x="292" y="138"/>
                  <a:pt x="285" y="146"/>
                </a:cubicBezTo>
                <a:cubicBezTo>
                  <a:pt x="269" y="161"/>
                  <a:pt x="269" y="186"/>
                  <a:pt x="285" y="202"/>
                </a:cubicBezTo>
                <a:cubicBezTo>
                  <a:pt x="300" y="217"/>
                  <a:pt x="325" y="217"/>
                  <a:pt x="341" y="202"/>
                </a:cubicBezTo>
                <a:cubicBezTo>
                  <a:pt x="348" y="194"/>
                  <a:pt x="352" y="184"/>
                  <a:pt x="352" y="174"/>
                </a:cubicBezTo>
                <a:cubicBezTo>
                  <a:pt x="352" y="163"/>
                  <a:pt x="348" y="153"/>
                  <a:pt x="341" y="146"/>
                </a:cubicBezTo>
                <a:cubicBezTo>
                  <a:pt x="333" y="138"/>
                  <a:pt x="323" y="134"/>
                  <a:pt x="313" y="134"/>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a typeface="+mn-ea"/>
              <a:cs typeface="Calibri"/>
            </a:endParaRPr>
          </a:p>
        </p:txBody>
      </p:sp>
      <p:sp>
        <p:nvSpPr>
          <p:cNvPr id="104" name="Rectangle 103">
            <a:extLst>
              <a:ext uri="{FF2B5EF4-FFF2-40B4-BE49-F238E27FC236}">
                <a16:creationId xmlns:a16="http://schemas.microsoft.com/office/drawing/2014/main" id="{688C46FF-0B2C-4ECF-BD8A-B22B9B535CBF}"/>
              </a:ext>
            </a:extLst>
          </p:cNvPr>
          <p:cNvSpPr/>
          <p:nvPr/>
        </p:nvSpPr>
        <p:spPr bwMode="gray">
          <a:xfrm>
            <a:off x="404708" y="5781663"/>
            <a:ext cx="2514986" cy="715052"/>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R="0" lvl="0" algn="l" defTabSz="1219170" rtl="0" eaLnBrk="1" fontAlgn="auto" latinLnBrk="0" hangingPunct="1">
              <a:lnSpc>
                <a:spcPct val="100000"/>
              </a:lnSpc>
              <a:spcBef>
                <a:spcPts val="600"/>
              </a:spcBef>
              <a:spcAft>
                <a:spcPts val="0"/>
              </a:spcAft>
              <a:buClrTx/>
              <a:buSzPct val="100000"/>
              <a:tabLst/>
              <a:defRPr/>
            </a:pPr>
            <a:r>
              <a:rPr kumimoji="0" lang="en-GB" sz="1200" b="0" i="0" u="none" strike="noStrike" kern="1200" cap="none" spc="0" normalizeH="0" baseline="0" noProof="0">
                <a:ln>
                  <a:noFill/>
                </a:ln>
                <a:solidFill>
                  <a:prstClr val="black"/>
                </a:solidFill>
                <a:effectLst/>
                <a:uLnTx/>
                <a:uFillTx/>
                <a:latin typeface="Verdana"/>
                <a:ea typeface="Open Sans" panose="020B0606030504020204" pitchFamily="34" charset="0"/>
                <a:cs typeface="Open Sans" panose="020B0606030504020204" pitchFamily="34" charset="0"/>
              </a:rPr>
              <a:t>Coordination between stakeholders, depts</a:t>
            </a:r>
          </a:p>
        </p:txBody>
      </p:sp>
      <p:sp>
        <p:nvSpPr>
          <p:cNvPr id="105" name="Rectangle 104">
            <a:extLst>
              <a:ext uri="{FF2B5EF4-FFF2-40B4-BE49-F238E27FC236}">
                <a16:creationId xmlns:a16="http://schemas.microsoft.com/office/drawing/2014/main" id="{DADF5343-62F2-4484-8B94-6524957C5113}"/>
              </a:ext>
            </a:extLst>
          </p:cNvPr>
          <p:cNvSpPr/>
          <p:nvPr/>
        </p:nvSpPr>
        <p:spPr bwMode="gray">
          <a:xfrm>
            <a:off x="404707" y="5346938"/>
            <a:ext cx="8290947" cy="380990"/>
          </a:xfrm>
          <a:prstGeom prst="rect">
            <a:avLst/>
          </a:prstGeom>
          <a:solidFill>
            <a:schemeClr val="tx1">
              <a:lumMod val="85000"/>
              <a:lumOff val="15000"/>
            </a:schemeClr>
          </a:solidFill>
          <a:ln w="19050" algn="ctr">
            <a:noFill/>
            <a:miter lim="800000"/>
            <a:headEnd/>
            <a:tailEnd/>
          </a:ln>
        </p:spPr>
        <p:txBody>
          <a:bodyPr wrap="square" lIns="144000" tIns="88900" rIns="88900" bIns="88900" rtlCol="0" anchor="ctr"/>
          <a:lstStyle/>
          <a:p>
            <a:pPr marL="0" marR="0" lvl="0" indent="0" algn="l" defTabSz="1219170" rtl="0" eaLnBrk="1" fontAlgn="base" latinLnBrk="0" hangingPunct="1">
              <a:lnSpc>
                <a:spcPct val="100000"/>
              </a:lnSpc>
              <a:spcBef>
                <a:spcPts val="600"/>
              </a:spcBef>
              <a:spcAft>
                <a:spcPts val="300"/>
              </a:spcAft>
              <a:buClrTx/>
              <a:buSzPct val="100000"/>
              <a:buFontTx/>
              <a:buNone/>
              <a:tabLst/>
              <a:defRPr/>
            </a:pPr>
            <a:r>
              <a:rPr kumimoji="0" lang="en-US" sz="1400" b="1" i="0" u="none" strike="noStrike" kern="1200" cap="none" spc="0" normalizeH="0" baseline="0" noProof="0">
                <a:ln>
                  <a:noFill/>
                </a:ln>
                <a:solidFill>
                  <a:srgbClr val="FFFFFF"/>
                </a:solidFill>
                <a:effectLst/>
                <a:uLnTx/>
                <a:uFillTx/>
                <a:latin typeface="Verdana"/>
                <a:ea typeface="Open Sans" panose="020B0606030504020204" pitchFamily="34" charset="0"/>
                <a:cs typeface="Open Sans" panose="020B0606030504020204" pitchFamily="34" charset="0"/>
              </a:rPr>
              <a:t>Key Factors of Preparedness</a:t>
            </a:r>
          </a:p>
        </p:txBody>
      </p:sp>
      <p:grpSp>
        <p:nvGrpSpPr>
          <p:cNvPr id="107" name="Group 106">
            <a:extLst>
              <a:ext uri="{FF2B5EF4-FFF2-40B4-BE49-F238E27FC236}">
                <a16:creationId xmlns:a16="http://schemas.microsoft.com/office/drawing/2014/main" id="{7148B41E-DB9A-45F7-B8B1-C3B6D97E6DF4}"/>
              </a:ext>
            </a:extLst>
          </p:cNvPr>
          <p:cNvGrpSpPr/>
          <p:nvPr/>
        </p:nvGrpSpPr>
        <p:grpSpPr>
          <a:xfrm>
            <a:off x="3530478" y="5247148"/>
            <a:ext cx="457200" cy="457200"/>
            <a:chOff x="8359280" y="3501356"/>
            <a:chExt cx="457200" cy="457200"/>
          </a:xfrm>
        </p:grpSpPr>
        <p:sp>
          <p:nvSpPr>
            <p:cNvPr id="108" name="Oval 107">
              <a:extLst>
                <a:ext uri="{FF2B5EF4-FFF2-40B4-BE49-F238E27FC236}">
                  <a16:creationId xmlns:a16="http://schemas.microsoft.com/office/drawing/2014/main" id="{8CF49428-4ACA-4C97-8B69-0736DD1470DF}"/>
                </a:ext>
              </a:extLst>
            </p:cNvPr>
            <p:cNvSpPr>
              <a:spLocks noChangeAspect="1"/>
            </p:cNvSpPr>
            <p:nvPr/>
          </p:nvSpPr>
          <p:spPr bwMode="gray">
            <a:xfrm>
              <a:off x="8359280" y="3501356"/>
              <a:ext cx="457200" cy="457200"/>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nvGrpSpPr>
            <p:cNvPr id="109" name="Group 192">
              <a:extLst>
                <a:ext uri="{FF2B5EF4-FFF2-40B4-BE49-F238E27FC236}">
                  <a16:creationId xmlns:a16="http://schemas.microsoft.com/office/drawing/2014/main" id="{2DD60A78-72D6-4487-85E0-A99144B48096}"/>
                </a:ext>
              </a:extLst>
            </p:cNvPr>
            <p:cNvGrpSpPr>
              <a:grpSpLocks noChangeAspect="1"/>
            </p:cNvGrpSpPr>
            <p:nvPr/>
          </p:nvGrpSpPr>
          <p:grpSpPr bwMode="auto">
            <a:xfrm>
              <a:off x="8359280" y="3501356"/>
              <a:ext cx="457200" cy="457200"/>
              <a:chOff x="378" y="713"/>
              <a:chExt cx="340" cy="340"/>
            </a:xfrm>
            <a:solidFill>
              <a:schemeClr val="bg1"/>
            </a:solidFill>
          </p:grpSpPr>
          <p:sp>
            <p:nvSpPr>
              <p:cNvPr id="110" name="Freeform 193">
                <a:extLst>
                  <a:ext uri="{FF2B5EF4-FFF2-40B4-BE49-F238E27FC236}">
                    <a16:creationId xmlns:a16="http://schemas.microsoft.com/office/drawing/2014/main" id="{E1104B1A-FEDD-4813-BBB9-6166B88A8CAF}"/>
                  </a:ext>
                </a:extLst>
              </p:cNvPr>
              <p:cNvSpPr>
                <a:spLocks noChangeAspect="1"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a typeface="+mn-ea"/>
                  <a:cs typeface="+mn-cs"/>
                </a:endParaRPr>
              </a:p>
            </p:txBody>
          </p:sp>
          <p:sp>
            <p:nvSpPr>
              <p:cNvPr id="111" name="Freeform 194">
                <a:extLst>
                  <a:ext uri="{FF2B5EF4-FFF2-40B4-BE49-F238E27FC236}">
                    <a16:creationId xmlns:a16="http://schemas.microsoft.com/office/drawing/2014/main" id="{B37DD3A9-5B4D-4818-96FD-43BFB5155737}"/>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a typeface="+mn-ea"/>
                  <a:cs typeface="+mn-cs"/>
                </a:endParaRPr>
              </a:p>
            </p:txBody>
          </p:sp>
        </p:grpSp>
      </p:grpSp>
      <p:sp>
        <p:nvSpPr>
          <p:cNvPr id="115" name="TextBox 114">
            <a:extLst>
              <a:ext uri="{FF2B5EF4-FFF2-40B4-BE49-F238E27FC236}">
                <a16:creationId xmlns:a16="http://schemas.microsoft.com/office/drawing/2014/main" id="{1ACC0DC4-B642-4B17-9A35-9D79ACA54491}"/>
              </a:ext>
            </a:extLst>
          </p:cNvPr>
          <p:cNvSpPr txBox="1"/>
          <p:nvPr/>
        </p:nvSpPr>
        <p:spPr>
          <a:xfrm rot="10800000" flipV="1">
            <a:off x="9069709" y="1356907"/>
            <a:ext cx="2857746" cy="584775"/>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black"/>
                </a:solidFill>
                <a:effectLst/>
                <a:uLnTx/>
                <a:uFillTx/>
                <a:latin typeface="Verdana"/>
                <a:ea typeface="+mn-ea"/>
                <a:cs typeface="+mn-cs"/>
              </a:rPr>
              <a:t>Deloitte’s Value proposition</a:t>
            </a:r>
            <a:endParaRPr kumimoji="0" lang="en-GB" sz="1600" b="0" i="0" u="none" strike="noStrike" kern="1200" cap="none" spc="0" normalizeH="0" baseline="0" noProof="0">
              <a:ln>
                <a:noFill/>
              </a:ln>
              <a:solidFill>
                <a:prstClr val="black"/>
              </a:solidFill>
              <a:effectLst/>
              <a:uLnTx/>
              <a:uFillTx/>
              <a:latin typeface="Verdana"/>
              <a:ea typeface="+mn-ea"/>
              <a:cs typeface="+mn-cs"/>
            </a:endParaRPr>
          </a:p>
        </p:txBody>
      </p:sp>
      <p:sp>
        <p:nvSpPr>
          <p:cNvPr id="118" name="Rectangle 117">
            <a:extLst>
              <a:ext uri="{FF2B5EF4-FFF2-40B4-BE49-F238E27FC236}">
                <a16:creationId xmlns:a16="http://schemas.microsoft.com/office/drawing/2014/main" id="{A899B295-1EDA-488D-8C2F-B5BBEB9C8436}"/>
              </a:ext>
            </a:extLst>
          </p:cNvPr>
          <p:cNvSpPr/>
          <p:nvPr/>
        </p:nvSpPr>
        <p:spPr>
          <a:xfrm>
            <a:off x="9643153" y="2707865"/>
            <a:ext cx="1852202" cy="553998"/>
          </a:xfrm>
          <a:prstGeom prst="rect">
            <a:avLst/>
          </a:prstGeom>
        </p:spPr>
        <p:txBody>
          <a:bodyPr wrap="square" lIns="0" tIns="0" rIns="0" bIns="0">
            <a:spAutoFit/>
          </a:bodyPr>
          <a:lstStyle/>
          <a:p>
            <a:pPr marL="2286" marR="5080" lvl="0" indent="0" algn="ctr" defTabSz="914400" rtl="0" eaLnBrk="1" fontAlgn="auto" latinLnBrk="0" hangingPunct="1">
              <a:lnSpc>
                <a:spcPct val="100000"/>
              </a:lnSpc>
              <a:spcBef>
                <a:spcPts val="0"/>
              </a:spcBef>
              <a:spcAft>
                <a:spcPts val="1200"/>
              </a:spcAft>
              <a:buClrTx/>
              <a:buSzPct val="100000"/>
              <a:buFontTx/>
              <a:buNone/>
              <a:tabLst>
                <a:tab pos="173038" algn="l"/>
              </a:tabLst>
              <a:defRPr/>
            </a:pPr>
            <a:r>
              <a:rPr kumimoji="0" lang="en-US" sz="1200" b="0" i="0" u="none" strike="noStrike" kern="1200" cap="none" spc="0" normalizeH="0" baseline="0" noProof="0">
                <a:ln>
                  <a:noFill/>
                </a:ln>
                <a:solidFill>
                  <a:prstClr val="white"/>
                </a:solidFill>
                <a:effectLst/>
                <a:uLnTx/>
                <a:uFillTx/>
                <a:latin typeface="Verdana"/>
                <a:ea typeface="Open Sans" panose="020B0606030504020204" pitchFamily="34" charset="0"/>
                <a:cs typeface="Open Sans" panose="020B0606030504020204" pitchFamily="34" charset="0"/>
              </a:rPr>
              <a:t>Supported in framing of draft green hydrogen policy of Uttar Pradesh</a:t>
            </a:r>
          </a:p>
        </p:txBody>
      </p:sp>
      <p:grpSp>
        <p:nvGrpSpPr>
          <p:cNvPr id="87" name="Group 86">
            <a:extLst>
              <a:ext uri="{FF2B5EF4-FFF2-40B4-BE49-F238E27FC236}">
                <a16:creationId xmlns:a16="http://schemas.microsoft.com/office/drawing/2014/main" id="{9723301C-DD51-4B62-8963-0EB1C5CF7C89}"/>
              </a:ext>
            </a:extLst>
          </p:cNvPr>
          <p:cNvGrpSpPr/>
          <p:nvPr/>
        </p:nvGrpSpPr>
        <p:grpSpPr>
          <a:xfrm>
            <a:off x="583885" y="1262286"/>
            <a:ext cx="7379566" cy="3963074"/>
            <a:chOff x="707" y="1121642"/>
            <a:chExt cx="5893004" cy="3164753"/>
          </a:xfrm>
        </p:grpSpPr>
        <p:sp>
          <p:nvSpPr>
            <p:cNvPr id="114" name="Freeform 45">
              <a:extLst>
                <a:ext uri="{FF2B5EF4-FFF2-40B4-BE49-F238E27FC236}">
                  <a16:creationId xmlns:a16="http://schemas.microsoft.com/office/drawing/2014/main" id="{D3E4A5C5-5F57-4A79-9384-B0A49B12101A}"/>
                </a:ext>
              </a:extLst>
            </p:cNvPr>
            <p:cNvSpPr/>
            <p:nvPr/>
          </p:nvSpPr>
          <p:spPr bwMode="gray">
            <a:xfrm>
              <a:off x="625117" y="1299505"/>
              <a:ext cx="1412367" cy="170439"/>
            </a:xfrm>
            <a:custGeom>
              <a:avLst/>
              <a:gdLst>
                <a:gd name="connsiteX0" fmla="*/ 2127564 w 2127564"/>
                <a:gd name="connsiteY0" fmla="*/ 217283 h 217283"/>
                <a:gd name="connsiteX1" fmla="*/ 1765425 w 2127564"/>
                <a:gd name="connsiteY1" fmla="*/ 0 h 217283"/>
                <a:gd name="connsiteX2" fmla="*/ 0 w 2127564"/>
                <a:gd name="connsiteY2" fmla="*/ 0 h 217283"/>
              </a:gdLst>
              <a:ahLst/>
              <a:cxnLst>
                <a:cxn ang="0">
                  <a:pos x="connsiteX0" y="connsiteY0"/>
                </a:cxn>
                <a:cxn ang="0">
                  <a:pos x="connsiteX1" y="connsiteY1"/>
                </a:cxn>
                <a:cxn ang="0">
                  <a:pos x="connsiteX2" y="connsiteY2"/>
                </a:cxn>
              </a:cxnLst>
              <a:rect l="l" t="t" r="r" b="b"/>
              <a:pathLst>
                <a:path w="2127564" h="217283">
                  <a:moveTo>
                    <a:pt x="2127564" y="217283"/>
                  </a:moveTo>
                  <a:lnTo>
                    <a:pt x="1765425" y="0"/>
                  </a:lnTo>
                  <a:lnTo>
                    <a:pt x="0" y="0"/>
                  </a:lnTo>
                </a:path>
              </a:pathLst>
            </a:custGeom>
            <a:noFill/>
            <a:ln w="9525" algn="ctr">
              <a:solidFill>
                <a:srgbClr val="BBBCBC"/>
              </a:solidFill>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75787B"/>
                </a:solidFill>
                <a:effectLst/>
                <a:uLnTx/>
                <a:uFillTx/>
                <a:latin typeface="Verdana"/>
                <a:ea typeface="+mn-ea"/>
                <a:cs typeface="+mn-cs"/>
              </a:endParaRPr>
            </a:p>
          </p:txBody>
        </p:sp>
        <p:sp>
          <p:nvSpPr>
            <p:cNvPr id="119" name="Rectangle 118">
              <a:extLst>
                <a:ext uri="{FF2B5EF4-FFF2-40B4-BE49-F238E27FC236}">
                  <a16:creationId xmlns:a16="http://schemas.microsoft.com/office/drawing/2014/main" id="{709EDA91-5771-4B7C-B5C3-2BB3EE82CD9B}"/>
                </a:ext>
              </a:extLst>
            </p:cNvPr>
            <p:cNvSpPr/>
            <p:nvPr/>
          </p:nvSpPr>
          <p:spPr>
            <a:xfrm>
              <a:off x="707" y="1404114"/>
              <a:ext cx="1876535" cy="655202"/>
            </a:xfrm>
            <a:prstGeom prst="rect">
              <a:avLst/>
            </a:prstGeom>
          </p:spPr>
          <p:txBody>
            <a:bodyPr wrap="square" lIns="0" tIns="0" rIns="0" bIns="0">
              <a:spAutoFit/>
            </a:bodyPr>
            <a:lstStyle/>
            <a:p>
              <a:pPr marL="109509" marR="0" lvl="0" indent="-109509" algn="l" defTabSz="905968" rtl="0" eaLnBrk="1" fontAlgn="auto" latinLnBrk="0" hangingPunct="1">
                <a:lnSpc>
                  <a:spcPct val="100000"/>
                </a:lnSpc>
                <a:spcBef>
                  <a:spcPts val="0"/>
                </a:spcBef>
                <a:spcAft>
                  <a:spcPts val="300"/>
                </a:spcAft>
                <a:buClrTx/>
                <a:buSzTx/>
                <a:buFont typeface="Arial" pitchFamily="34" charset="0"/>
                <a:buChar char="•"/>
                <a:tabLst/>
                <a:defRPr/>
              </a:pPr>
              <a:r>
                <a:rPr kumimoji="0" lang="en-US" sz="1333" b="0" i="0" u="none" strike="noStrike" kern="0" cap="none" spc="0" normalizeH="0" baseline="0" noProof="0">
                  <a:ln>
                    <a:noFill/>
                  </a:ln>
                  <a:solidFill>
                    <a:prstClr val="black"/>
                  </a:solidFill>
                  <a:effectLst/>
                  <a:uLnTx/>
                  <a:uFillTx/>
                  <a:latin typeface="Verdana"/>
                  <a:ea typeface="Open Sans" panose="020B0606030504020204" pitchFamily="34" charset="0"/>
                  <a:cs typeface="Open Sans" panose="020B0606030504020204" pitchFamily="34" charset="0"/>
                </a:rPr>
                <a:t>Priority and special incentives proposed for hybrid and RTC RE projects</a:t>
              </a:r>
            </a:p>
          </p:txBody>
        </p:sp>
        <p:sp>
          <p:nvSpPr>
            <p:cNvPr id="120" name="Rectangle 119">
              <a:extLst>
                <a:ext uri="{FF2B5EF4-FFF2-40B4-BE49-F238E27FC236}">
                  <a16:creationId xmlns:a16="http://schemas.microsoft.com/office/drawing/2014/main" id="{9A0B87FD-B980-4DF2-964E-E308CB0F03D8}"/>
                </a:ext>
              </a:extLst>
            </p:cNvPr>
            <p:cNvSpPr/>
            <p:nvPr/>
          </p:nvSpPr>
          <p:spPr>
            <a:xfrm>
              <a:off x="625117" y="1283603"/>
              <a:ext cx="1126834" cy="98311"/>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62B5E5"/>
                </a:solidFill>
                <a:effectLst/>
                <a:uLnTx/>
                <a:uFillTx/>
                <a:latin typeface="Verdana"/>
                <a:ea typeface="+mn-ea"/>
                <a:cs typeface="+mn-cs"/>
              </a:endParaRPr>
            </a:p>
          </p:txBody>
        </p:sp>
        <p:sp>
          <p:nvSpPr>
            <p:cNvPr id="121" name="Freeform 60">
              <a:extLst>
                <a:ext uri="{FF2B5EF4-FFF2-40B4-BE49-F238E27FC236}">
                  <a16:creationId xmlns:a16="http://schemas.microsoft.com/office/drawing/2014/main" id="{69574589-E983-49E3-B4CD-71D2873D23EA}"/>
                </a:ext>
              </a:extLst>
            </p:cNvPr>
            <p:cNvSpPr/>
            <p:nvPr/>
          </p:nvSpPr>
          <p:spPr bwMode="gray">
            <a:xfrm flipH="1">
              <a:off x="4304242" y="1521030"/>
              <a:ext cx="1358652" cy="133881"/>
            </a:xfrm>
            <a:custGeom>
              <a:avLst/>
              <a:gdLst>
                <a:gd name="connsiteX0" fmla="*/ 2127564 w 2127564"/>
                <a:gd name="connsiteY0" fmla="*/ 217283 h 217283"/>
                <a:gd name="connsiteX1" fmla="*/ 1765425 w 2127564"/>
                <a:gd name="connsiteY1" fmla="*/ 0 h 217283"/>
                <a:gd name="connsiteX2" fmla="*/ 0 w 2127564"/>
                <a:gd name="connsiteY2" fmla="*/ 0 h 217283"/>
              </a:gdLst>
              <a:ahLst/>
              <a:cxnLst>
                <a:cxn ang="0">
                  <a:pos x="connsiteX0" y="connsiteY0"/>
                </a:cxn>
                <a:cxn ang="0">
                  <a:pos x="connsiteX1" y="connsiteY1"/>
                </a:cxn>
                <a:cxn ang="0">
                  <a:pos x="connsiteX2" y="connsiteY2"/>
                </a:cxn>
              </a:cxnLst>
              <a:rect l="l" t="t" r="r" b="b"/>
              <a:pathLst>
                <a:path w="2127564" h="217283">
                  <a:moveTo>
                    <a:pt x="2127564" y="217283"/>
                  </a:moveTo>
                  <a:lnTo>
                    <a:pt x="1765425" y="0"/>
                  </a:lnTo>
                  <a:lnTo>
                    <a:pt x="0" y="0"/>
                  </a:lnTo>
                </a:path>
              </a:pathLst>
            </a:custGeom>
            <a:noFill/>
            <a:ln w="9525" algn="ctr">
              <a:solidFill>
                <a:srgbClr val="BBBCBC"/>
              </a:solidFill>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75787B"/>
                </a:solidFill>
                <a:effectLst/>
                <a:uLnTx/>
                <a:uFillTx/>
                <a:latin typeface="Verdana"/>
                <a:ea typeface="+mn-ea"/>
                <a:cs typeface="+mn-cs"/>
              </a:endParaRPr>
            </a:p>
          </p:txBody>
        </p:sp>
        <p:sp>
          <p:nvSpPr>
            <p:cNvPr id="122" name="Rectangle 121">
              <a:extLst>
                <a:ext uri="{FF2B5EF4-FFF2-40B4-BE49-F238E27FC236}">
                  <a16:creationId xmlns:a16="http://schemas.microsoft.com/office/drawing/2014/main" id="{F65B3EE4-55D0-4036-8FC2-BFCF55501EF7}"/>
                </a:ext>
              </a:extLst>
            </p:cNvPr>
            <p:cNvSpPr/>
            <p:nvPr/>
          </p:nvSpPr>
          <p:spPr>
            <a:xfrm>
              <a:off x="4566361" y="1606943"/>
              <a:ext cx="1295965" cy="163801"/>
            </a:xfrm>
            <a:prstGeom prst="rect">
              <a:avLst/>
            </a:prstGeom>
          </p:spPr>
          <p:txBody>
            <a:bodyPr wrap="square" lIns="0" tIns="0" rIns="0" bIns="0">
              <a:spAutoFit/>
            </a:bodyPr>
            <a:lstStyle/>
            <a:p>
              <a:pPr marL="109509" marR="0" lvl="0" indent="-109509" algn="l" defTabSz="905968" rtl="0" eaLnBrk="1" fontAlgn="auto" latinLnBrk="0" hangingPunct="1">
                <a:lnSpc>
                  <a:spcPct val="100000"/>
                </a:lnSpc>
                <a:spcBef>
                  <a:spcPts val="0"/>
                </a:spcBef>
                <a:spcAft>
                  <a:spcPts val="300"/>
                </a:spcAft>
                <a:buClrTx/>
                <a:buSzTx/>
                <a:buFont typeface="Arial" pitchFamily="34" charset="0"/>
                <a:buChar char="•"/>
                <a:tabLst/>
                <a:defRPr/>
              </a:pPr>
              <a:endParaRPr kumimoji="0" lang="en-US" sz="1333" b="0" i="0" u="none" strike="noStrike" kern="0" cap="none" spc="0" normalizeH="0" baseline="0" noProof="0">
                <a:ln>
                  <a:noFill/>
                </a:ln>
                <a:solidFill>
                  <a:prstClr val="black"/>
                </a:solidFill>
                <a:effectLst/>
                <a:uLnTx/>
                <a:uFillTx/>
                <a:latin typeface="Verdana"/>
                <a:ea typeface="+mn-ea"/>
                <a:cs typeface="+mn-cs"/>
              </a:endParaRPr>
            </a:p>
          </p:txBody>
        </p:sp>
        <p:sp>
          <p:nvSpPr>
            <p:cNvPr id="123" name="Rectangle 122">
              <a:extLst>
                <a:ext uri="{FF2B5EF4-FFF2-40B4-BE49-F238E27FC236}">
                  <a16:creationId xmlns:a16="http://schemas.microsoft.com/office/drawing/2014/main" id="{04011FC8-FE2B-4B0F-92AB-5AD4F2D4DF28}"/>
                </a:ext>
              </a:extLst>
            </p:cNvPr>
            <p:cNvSpPr/>
            <p:nvPr/>
          </p:nvSpPr>
          <p:spPr>
            <a:xfrm>
              <a:off x="4544078" y="1188455"/>
              <a:ext cx="1285790" cy="163801"/>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86BC25"/>
                  </a:solidFill>
                  <a:effectLst/>
                  <a:uLnTx/>
                  <a:uFillTx/>
                  <a:latin typeface="Verdana"/>
                  <a:ea typeface="+mn-ea"/>
                  <a:cs typeface="+mn-cs"/>
                </a:rPr>
                <a:t>Pumped Storage</a:t>
              </a:r>
              <a:endParaRPr kumimoji="0" lang="en-US" sz="1333" b="0" i="0" u="none" strike="noStrike" kern="1200" cap="none" spc="0" normalizeH="0" baseline="0" noProof="0">
                <a:ln>
                  <a:noFill/>
                </a:ln>
                <a:solidFill>
                  <a:srgbClr val="86BC25"/>
                </a:solidFill>
                <a:effectLst/>
                <a:uLnTx/>
                <a:uFillTx/>
                <a:latin typeface="Verdana"/>
                <a:ea typeface="+mn-ea"/>
                <a:cs typeface="+mn-cs"/>
              </a:endParaRPr>
            </a:p>
          </p:txBody>
        </p:sp>
        <p:sp>
          <p:nvSpPr>
            <p:cNvPr id="124" name="Rectangle 123">
              <a:extLst>
                <a:ext uri="{FF2B5EF4-FFF2-40B4-BE49-F238E27FC236}">
                  <a16:creationId xmlns:a16="http://schemas.microsoft.com/office/drawing/2014/main" id="{ACC5285A-2647-41EB-A0E5-E76F9B0CFD01}"/>
                </a:ext>
              </a:extLst>
            </p:cNvPr>
            <p:cNvSpPr/>
            <p:nvPr/>
          </p:nvSpPr>
          <p:spPr>
            <a:xfrm>
              <a:off x="63410" y="2952433"/>
              <a:ext cx="1459610" cy="1146606"/>
            </a:xfrm>
            <a:prstGeom prst="rect">
              <a:avLst/>
            </a:prstGeom>
            <a:solidFill>
              <a:schemeClr val="bg1"/>
            </a:solidFill>
          </p:spPr>
          <p:txBody>
            <a:bodyPr wrap="square" lIns="0" tIns="0" rIns="0" bIns="0">
              <a:spAutoFit/>
            </a:bodyPr>
            <a:lstStyle/>
            <a:p>
              <a:pPr marL="109509" marR="0" lvl="0" indent="-109509" algn="l" defTabSz="905968" rtl="0" eaLnBrk="1" fontAlgn="auto" latinLnBrk="0" hangingPunct="1">
                <a:lnSpc>
                  <a:spcPct val="100000"/>
                </a:lnSpc>
                <a:spcBef>
                  <a:spcPts val="0"/>
                </a:spcBef>
                <a:spcAft>
                  <a:spcPts val="300"/>
                </a:spcAft>
                <a:buClrTx/>
                <a:buSzTx/>
                <a:buFont typeface="Arial" pitchFamily="34" charset="0"/>
                <a:buChar char="•"/>
                <a:tabLst/>
                <a:defRPr/>
              </a:pPr>
              <a:r>
                <a:rPr kumimoji="0" lang="en-US" sz="1333" b="0" i="0" u="none" strike="noStrike" kern="0" cap="none" spc="0" normalizeH="0" baseline="0" noProof="0" dirty="0">
                  <a:ln>
                    <a:noFill/>
                  </a:ln>
                  <a:solidFill>
                    <a:prstClr val="black"/>
                  </a:solidFill>
                  <a:effectLst/>
                  <a:uLnTx/>
                  <a:uFillTx/>
                  <a:latin typeface="Verdana"/>
                  <a:ea typeface="+mn-ea"/>
                  <a:cs typeface="+mn-cs"/>
                </a:rPr>
                <a:t>VGF proposed for BESS to be developed by Dept of Industries, GOJ. State to promote RE projects with storage.</a:t>
              </a:r>
            </a:p>
          </p:txBody>
        </p:sp>
        <p:sp>
          <p:nvSpPr>
            <p:cNvPr id="125" name="Rectangle 124">
              <a:extLst>
                <a:ext uri="{FF2B5EF4-FFF2-40B4-BE49-F238E27FC236}">
                  <a16:creationId xmlns:a16="http://schemas.microsoft.com/office/drawing/2014/main" id="{C09935E4-467E-4045-B96A-D9D5BC10200A}"/>
                </a:ext>
              </a:extLst>
            </p:cNvPr>
            <p:cNvSpPr/>
            <p:nvPr/>
          </p:nvSpPr>
          <p:spPr>
            <a:xfrm>
              <a:off x="253239" y="2463437"/>
              <a:ext cx="1945351" cy="327601"/>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046A38"/>
                  </a:solidFill>
                  <a:effectLst/>
                  <a:uLnTx/>
                  <a:uFillTx/>
                  <a:latin typeface="Verdana"/>
                  <a:ea typeface="+mn-ea"/>
                  <a:cs typeface="+mn-cs"/>
                </a:rPr>
                <a:t>Battery Energy Storage System</a:t>
              </a:r>
              <a:endParaRPr kumimoji="0" lang="en-US" sz="1333" b="0" i="0" u="none" strike="noStrike" kern="1200" cap="none" spc="0" normalizeH="0" baseline="0" noProof="0">
                <a:ln>
                  <a:noFill/>
                </a:ln>
                <a:solidFill>
                  <a:srgbClr val="046A38"/>
                </a:solidFill>
                <a:effectLst/>
                <a:uLnTx/>
                <a:uFillTx/>
                <a:latin typeface="Verdana"/>
                <a:ea typeface="+mn-ea"/>
                <a:cs typeface="+mn-cs"/>
              </a:endParaRPr>
            </a:p>
          </p:txBody>
        </p:sp>
        <p:sp>
          <p:nvSpPr>
            <p:cNvPr id="126" name="Rectangle 125">
              <a:extLst>
                <a:ext uri="{FF2B5EF4-FFF2-40B4-BE49-F238E27FC236}">
                  <a16:creationId xmlns:a16="http://schemas.microsoft.com/office/drawing/2014/main" id="{54E5F9AD-82BA-4529-AAA8-FA32E7743553}"/>
                </a:ext>
              </a:extLst>
            </p:cNvPr>
            <p:cNvSpPr/>
            <p:nvPr/>
          </p:nvSpPr>
          <p:spPr>
            <a:xfrm>
              <a:off x="4600181" y="3239460"/>
              <a:ext cx="1293530" cy="163801"/>
            </a:xfrm>
            <a:prstGeom prst="rect">
              <a:avLst/>
            </a:prstGeom>
          </p:spPr>
          <p:txBody>
            <a:bodyPr wrap="square" lIns="0" tIns="0" rIns="0" bIns="0">
              <a:spAutoFit/>
            </a:bodyPr>
            <a:lstStyle/>
            <a:p>
              <a:pPr marL="0" marR="0" lvl="0" indent="0" algn="l" defTabSz="905968" rtl="0" eaLnBrk="1" fontAlgn="auto" latinLnBrk="0" hangingPunct="1">
                <a:lnSpc>
                  <a:spcPct val="100000"/>
                </a:lnSpc>
                <a:spcBef>
                  <a:spcPts val="0"/>
                </a:spcBef>
                <a:spcAft>
                  <a:spcPts val="300"/>
                </a:spcAft>
                <a:buClrTx/>
                <a:buSzTx/>
                <a:buFontTx/>
                <a:buNone/>
                <a:tabLst/>
                <a:defRPr/>
              </a:pPr>
              <a:endParaRPr kumimoji="0" lang="en-US" sz="1333" b="0" i="0" u="none" strike="noStrike" kern="0" cap="none" spc="0" normalizeH="0" baseline="0" noProof="0">
                <a:ln>
                  <a:noFill/>
                </a:ln>
                <a:solidFill>
                  <a:prstClr val="black"/>
                </a:solidFill>
                <a:effectLst/>
                <a:uLnTx/>
                <a:uFillTx/>
                <a:latin typeface="Verdana"/>
                <a:ea typeface="+mn-ea"/>
                <a:cs typeface="+mn-cs"/>
              </a:endParaRPr>
            </a:p>
          </p:txBody>
        </p:sp>
        <p:sp>
          <p:nvSpPr>
            <p:cNvPr id="127" name="Rectangle 126">
              <a:extLst>
                <a:ext uri="{FF2B5EF4-FFF2-40B4-BE49-F238E27FC236}">
                  <a16:creationId xmlns:a16="http://schemas.microsoft.com/office/drawing/2014/main" id="{4FF4D3BE-0632-4CC8-97CE-15A1ED965D7B}"/>
                </a:ext>
              </a:extLst>
            </p:cNvPr>
            <p:cNvSpPr/>
            <p:nvPr/>
          </p:nvSpPr>
          <p:spPr>
            <a:xfrm>
              <a:off x="4167462" y="2909348"/>
              <a:ext cx="1312955" cy="163801"/>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0097A9"/>
                  </a:solidFill>
                  <a:effectLst/>
                  <a:uLnTx/>
                  <a:uFillTx/>
                  <a:latin typeface="Verdana"/>
                  <a:ea typeface="+mn-ea"/>
                  <a:cs typeface="+mn-cs"/>
                </a:rPr>
                <a:t>Green Hydrogen</a:t>
              </a:r>
              <a:endParaRPr kumimoji="0" lang="en-US" sz="1333" b="0" i="0" u="none" strike="noStrike" kern="1200" cap="none" spc="0" normalizeH="0" baseline="0" noProof="0">
                <a:ln>
                  <a:noFill/>
                </a:ln>
                <a:solidFill>
                  <a:srgbClr val="0097A9"/>
                </a:solidFill>
                <a:effectLst/>
                <a:uLnTx/>
                <a:uFillTx/>
                <a:latin typeface="Verdana"/>
                <a:ea typeface="+mn-ea"/>
                <a:cs typeface="+mn-cs"/>
              </a:endParaRPr>
            </a:p>
          </p:txBody>
        </p:sp>
        <p:sp>
          <p:nvSpPr>
            <p:cNvPr id="128" name="Oval 127">
              <a:extLst>
                <a:ext uri="{FF2B5EF4-FFF2-40B4-BE49-F238E27FC236}">
                  <a16:creationId xmlns:a16="http://schemas.microsoft.com/office/drawing/2014/main" id="{B04C686A-FC18-4E83-B03A-29695EBFCD27}"/>
                </a:ext>
              </a:extLst>
            </p:cNvPr>
            <p:cNvSpPr/>
            <p:nvPr/>
          </p:nvSpPr>
          <p:spPr>
            <a:xfrm>
              <a:off x="3287543" y="1482645"/>
              <a:ext cx="1173993" cy="1173994"/>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29" name="Oval 128">
              <a:extLst>
                <a:ext uri="{FF2B5EF4-FFF2-40B4-BE49-F238E27FC236}">
                  <a16:creationId xmlns:a16="http://schemas.microsoft.com/office/drawing/2014/main" id="{D862D7DC-A7E5-432C-BB5A-CEBAAC86BCC4}"/>
                </a:ext>
              </a:extLst>
            </p:cNvPr>
            <p:cNvSpPr>
              <a:spLocks noChangeAspect="1"/>
            </p:cNvSpPr>
            <p:nvPr/>
          </p:nvSpPr>
          <p:spPr>
            <a:xfrm>
              <a:off x="3325214" y="1520317"/>
              <a:ext cx="1098647" cy="1098649"/>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0" name="Oval 129">
              <a:extLst>
                <a:ext uri="{FF2B5EF4-FFF2-40B4-BE49-F238E27FC236}">
                  <a16:creationId xmlns:a16="http://schemas.microsoft.com/office/drawing/2014/main" id="{B91FEF24-8E9E-4EFD-AFB6-DCCF9A718314}"/>
                </a:ext>
              </a:extLst>
            </p:cNvPr>
            <p:cNvSpPr/>
            <p:nvPr/>
          </p:nvSpPr>
          <p:spPr>
            <a:xfrm>
              <a:off x="3249868" y="3112401"/>
              <a:ext cx="1173993" cy="1173994"/>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1" name="Oval 130">
              <a:extLst>
                <a:ext uri="{FF2B5EF4-FFF2-40B4-BE49-F238E27FC236}">
                  <a16:creationId xmlns:a16="http://schemas.microsoft.com/office/drawing/2014/main" id="{08321CBD-704F-4574-AD83-DFA5A68EC524}"/>
                </a:ext>
              </a:extLst>
            </p:cNvPr>
            <p:cNvSpPr>
              <a:spLocks noChangeAspect="1"/>
            </p:cNvSpPr>
            <p:nvPr/>
          </p:nvSpPr>
          <p:spPr>
            <a:xfrm>
              <a:off x="3287541" y="3150241"/>
              <a:ext cx="1098647" cy="1098649"/>
            </a:xfrm>
            <a:prstGeom prst="ellipse">
              <a:avLst/>
            </a:prstGeom>
            <a:solidFill>
              <a:schemeClr val="accent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2" name="Oval 131">
              <a:extLst>
                <a:ext uri="{FF2B5EF4-FFF2-40B4-BE49-F238E27FC236}">
                  <a16:creationId xmlns:a16="http://schemas.microsoft.com/office/drawing/2014/main" id="{97C2E430-07A7-48A0-90E6-44CF59231B94}"/>
                </a:ext>
              </a:extLst>
            </p:cNvPr>
            <p:cNvSpPr/>
            <p:nvPr/>
          </p:nvSpPr>
          <p:spPr>
            <a:xfrm>
              <a:off x="1571832" y="2659110"/>
              <a:ext cx="1173993" cy="1173994"/>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3" name="Oval 132">
              <a:extLst>
                <a:ext uri="{FF2B5EF4-FFF2-40B4-BE49-F238E27FC236}">
                  <a16:creationId xmlns:a16="http://schemas.microsoft.com/office/drawing/2014/main" id="{70A71E6A-2842-4EAA-B843-E11D70BBDC77}"/>
                </a:ext>
              </a:extLst>
            </p:cNvPr>
            <p:cNvSpPr>
              <a:spLocks noChangeAspect="1"/>
            </p:cNvSpPr>
            <p:nvPr/>
          </p:nvSpPr>
          <p:spPr>
            <a:xfrm>
              <a:off x="1609504" y="2696782"/>
              <a:ext cx="1098647" cy="1098649"/>
            </a:xfrm>
            <a:prstGeom prst="ellipse">
              <a:avLst/>
            </a:prstGeom>
            <a:solidFill>
              <a:schemeClr val="accent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4" name="Oval 133">
              <a:extLst>
                <a:ext uri="{FF2B5EF4-FFF2-40B4-BE49-F238E27FC236}">
                  <a16:creationId xmlns:a16="http://schemas.microsoft.com/office/drawing/2014/main" id="{59D4CDF3-30BD-41E9-8915-A9ABE0D70AC8}"/>
                </a:ext>
              </a:extLst>
            </p:cNvPr>
            <p:cNvSpPr/>
            <p:nvPr/>
          </p:nvSpPr>
          <p:spPr>
            <a:xfrm>
              <a:off x="1850365" y="1337177"/>
              <a:ext cx="1173993" cy="1173994"/>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5" name="Oval 134">
              <a:extLst>
                <a:ext uri="{FF2B5EF4-FFF2-40B4-BE49-F238E27FC236}">
                  <a16:creationId xmlns:a16="http://schemas.microsoft.com/office/drawing/2014/main" id="{A10FD48F-001E-4F57-B75F-CB75636E75DE}"/>
                </a:ext>
              </a:extLst>
            </p:cNvPr>
            <p:cNvSpPr>
              <a:spLocks noChangeAspect="1"/>
            </p:cNvSpPr>
            <p:nvPr/>
          </p:nvSpPr>
          <p:spPr>
            <a:xfrm>
              <a:off x="1888037" y="1374849"/>
              <a:ext cx="1098647" cy="1098649"/>
            </a:xfrm>
            <a:prstGeom prst="ellipse">
              <a:avLst/>
            </a:prstGeom>
            <a:solidFill>
              <a:schemeClr val="accent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6" name="Oval 135">
              <a:extLst>
                <a:ext uri="{FF2B5EF4-FFF2-40B4-BE49-F238E27FC236}">
                  <a16:creationId xmlns:a16="http://schemas.microsoft.com/office/drawing/2014/main" id="{1E4D778A-8522-451C-94A9-6274E01108C8}"/>
                </a:ext>
              </a:extLst>
            </p:cNvPr>
            <p:cNvSpPr/>
            <p:nvPr/>
          </p:nvSpPr>
          <p:spPr>
            <a:xfrm>
              <a:off x="2283513" y="2010966"/>
              <a:ext cx="1645920" cy="1645921"/>
            </a:xfrm>
            <a:prstGeom prst="ellipse">
              <a:avLst/>
            </a:prstGeom>
            <a:solidFill>
              <a:schemeClr val="bg1">
                <a:lumMod val="85000"/>
              </a:schemeClr>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7" name="Oval 136">
              <a:extLst>
                <a:ext uri="{FF2B5EF4-FFF2-40B4-BE49-F238E27FC236}">
                  <a16:creationId xmlns:a16="http://schemas.microsoft.com/office/drawing/2014/main" id="{B7C1C037-16BE-4853-9252-0BD9ADC1B63C}"/>
                </a:ext>
              </a:extLst>
            </p:cNvPr>
            <p:cNvSpPr>
              <a:spLocks noChangeAspect="1"/>
            </p:cNvSpPr>
            <p:nvPr/>
          </p:nvSpPr>
          <p:spPr>
            <a:xfrm>
              <a:off x="2374954" y="2102407"/>
              <a:ext cx="1463038" cy="1463040"/>
            </a:xfrm>
            <a:prstGeom prst="ellipse">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44546A"/>
                </a:solidFill>
                <a:effectLst/>
                <a:uLnTx/>
                <a:uFillTx/>
                <a:latin typeface="Verdana"/>
                <a:ea typeface="+mn-ea"/>
                <a:cs typeface="+mn-cs"/>
              </a:endParaRPr>
            </a:p>
          </p:txBody>
        </p:sp>
        <p:sp>
          <p:nvSpPr>
            <p:cNvPr id="138" name="Rectangle 137">
              <a:extLst>
                <a:ext uri="{FF2B5EF4-FFF2-40B4-BE49-F238E27FC236}">
                  <a16:creationId xmlns:a16="http://schemas.microsoft.com/office/drawing/2014/main" id="{8AD76A9A-A9FC-4B75-94E6-D2989760FB96}"/>
                </a:ext>
              </a:extLst>
            </p:cNvPr>
            <p:cNvSpPr/>
            <p:nvPr/>
          </p:nvSpPr>
          <p:spPr>
            <a:xfrm>
              <a:off x="2447880" y="2634283"/>
              <a:ext cx="1236685" cy="393244"/>
            </a:xfrm>
            <a:prstGeom prst="rect">
              <a:avLst/>
            </a:prstGeom>
          </p:spPr>
          <p:txBody>
            <a:bodyPr wrap="square" lIns="0" tIns="0" rIns="0" bIns="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Verdana"/>
                  <a:ea typeface="+mn-ea"/>
                  <a:cs typeface="+mn-cs"/>
                </a:rPr>
                <a:t>Emerging Options</a:t>
              </a:r>
              <a:endParaRPr kumimoji="0" lang="en-US" sz="1600" b="0" i="0" u="none" strike="noStrike" kern="1200" cap="none" spc="0" normalizeH="0" baseline="0" noProof="0">
                <a:ln>
                  <a:noFill/>
                </a:ln>
                <a:solidFill>
                  <a:prstClr val="white"/>
                </a:solidFill>
                <a:effectLst/>
                <a:uLnTx/>
                <a:uFillTx/>
                <a:latin typeface="Verdana"/>
                <a:ea typeface="+mn-ea"/>
                <a:cs typeface="+mn-cs"/>
              </a:endParaRPr>
            </a:p>
          </p:txBody>
        </p:sp>
        <p:sp>
          <p:nvSpPr>
            <p:cNvPr id="139" name="Freeform 60">
              <a:extLst>
                <a:ext uri="{FF2B5EF4-FFF2-40B4-BE49-F238E27FC236}">
                  <a16:creationId xmlns:a16="http://schemas.microsoft.com/office/drawing/2014/main" id="{2971CFB4-488E-480D-8E82-EC0CBCDA3E2B}"/>
                </a:ext>
              </a:extLst>
            </p:cNvPr>
            <p:cNvSpPr/>
            <p:nvPr/>
          </p:nvSpPr>
          <p:spPr bwMode="gray">
            <a:xfrm flipH="1">
              <a:off x="4242387" y="3159322"/>
              <a:ext cx="1358652" cy="133881"/>
            </a:xfrm>
            <a:custGeom>
              <a:avLst/>
              <a:gdLst>
                <a:gd name="connsiteX0" fmla="*/ 2127564 w 2127564"/>
                <a:gd name="connsiteY0" fmla="*/ 217283 h 217283"/>
                <a:gd name="connsiteX1" fmla="*/ 1765425 w 2127564"/>
                <a:gd name="connsiteY1" fmla="*/ 0 h 217283"/>
                <a:gd name="connsiteX2" fmla="*/ 0 w 2127564"/>
                <a:gd name="connsiteY2" fmla="*/ 0 h 217283"/>
              </a:gdLst>
              <a:ahLst/>
              <a:cxnLst>
                <a:cxn ang="0">
                  <a:pos x="connsiteX0" y="connsiteY0"/>
                </a:cxn>
                <a:cxn ang="0">
                  <a:pos x="connsiteX1" y="connsiteY1"/>
                </a:cxn>
                <a:cxn ang="0">
                  <a:pos x="connsiteX2" y="connsiteY2"/>
                </a:cxn>
              </a:cxnLst>
              <a:rect l="l" t="t" r="r" b="b"/>
              <a:pathLst>
                <a:path w="2127564" h="217283">
                  <a:moveTo>
                    <a:pt x="2127564" y="217283"/>
                  </a:moveTo>
                  <a:lnTo>
                    <a:pt x="1765425" y="0"/>
                  </a:lnTo>
                  <a:lnTo>
                    <a:pt x="0" y="0"/>
                  </a:lnTo>
                </a:path>
              </a:pathLst>
            </a:custGeom>
            <a:noFill/>
            <a:ln w="9525" algn="ctr">
              <a:solidFill>
                <a:srgbClr val="BBBCBC"/>
              </a:solidFill>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75787B"/>
                </a:solidFill>
                <a:effectLst/>
                <a:uLnTx/>
                <a:uFillTx/>
                <a:latin typeface="Verdana"/>
                <a:ea typeface="+mn-ea"/>
                <a:cs typeface="+mn-cs"/>
              </a:endParaRPr>
            </a:p>
          </p:txBody>
        </p:sp>
        <p:sp>
          <p:nvSpPr>
            <p:cNvPr id="140" name="Rectangle 139">
              <a:extLst>
                <a:ext uri="{FF2B5EF4-FFF2-40B4-BE49-F238E27FC236}">
                  <a16:creationId xmlns:a16="http://schemas.microsoft.com/office/drawing/2014/main" id="{CFAA490A-F258-48E2-A5AE-2AFD8912B3A3}"/>
                </a:ext>
              </a:extLst>
            </p:cNvPr>
            <p:cNvSpPr/>
            <p:nvPr/>
          </p:nvSpPr>
          <p:spPr>
            <a:xfrm>
              <a:off x="708" y="1121642"/>
              <a:ext cx="2572481" cy="163801"/>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62B5E5"/>
                  </a:solidFill>
                  <a:effectLst/>
                  <a:uLnTx/>
                  <a:uFillTx/>
                  <a:latin typeface="Verdana"/>
                  <a:ea typeface="+mn-ea"/>
                  <a:cs typeface="+mn-cs"/>
                </a:rPr>
                <a:t>Hybrid &amp; Round the Clock (RTC)</a:t>
              </a:r>
              <a:endParaRPr kumimoji="0" lang="en-US" sz="1333" b="0" i="0" u="none" strike="noStrike" kern="1200" cap="none" spc="0" normalizeH="0" baseline="0" noProof="0">
                <a:ln>
                  <a:noFill/>
                </a:ln>
                <a:solidFill>
                  <a:srgbClr val="62B5E5"/>
                </a:solidFill>
                <a:effectLst/>
                <a:uLnTx/>
                <a:uFillTx/>
                <a:latin typeface="Verdana"/>
                <a:ea typeface="+mn-ea"/>
                <a:cs typeface="+mn-cs"/>
              </a:endParaRPr>
            </a:p>
          </p:txBody>
        </p:sp>
        <p:sp>
          <p:nvSpPr>
            <p:cNvPr id="141" name="Freeform 45">
              <a:extLst>
                <a:ext uri="{FF2B5EF4-FFF2-40B4-BE49-F238E27FC236}">
                  <a16:creationId xmlns:a16="http://schemas.microsoft.com/office/drawing/2014/main" id="{62827AF8-F6B2-4317-AAD3-EF2200CDE949}"/>
                </a:ext>
              </a:extLst>
            </p:cNvPr>
            <p:cNvSpPr/>
            <p:nvPr/>
          </p:nvSpPr>
          <p:spPr bwMode="gray">
            <a:xfrm>
              <a:off x="235418" y="2805020"/>
              <a:ext cx="1399190" cy="155277"/>
            </a:xfrm>
            <a:custGeom>
              <a:avLst/>
              <a:gdLst>
                <a:gd name="connsiteX0" fmla="*/ 2127564 w 2127564"/>
                <a:gd name="connsiteY0" fmla="*/ 217283 h 217283"/>
                <a:gd name="connsiteX1" fmla="*/ 1765425 w 2127564"/>
                <a:gd name="connsiteY1" fmla="*/ 0 h 217283"/>
                <a:gd name="connsiteX2" fmla="*/ 0 w 2127564"/>
                <a:gd name="connsiteY2" fmla="*/ 0 h 217283"/>
              </a:gdLst>
              <a:ahLst/>
              <a:cxnLst>
                <a:cxn ang="0">
                  <a:pos x="connsiteX0" y="connsiteY0"/>
                </a:cxn>
                <a:cxn ang="0">
                  <a:pos x="connsiteX1" y="connsiteY1"/>
                </a:cxn>
                <a:cxn ang="0">
                  <a:pos x="connsiteX2" y="connsiteY2"/>
                </a:cxn>
              </a:cxnLst>
              <a:rect l="l" t="t" r="r" b="b"/>
              <a:pathLst>
                <a:path w="2127564" h="217283">
                  <a:moveTo>
                    <a:pt x="2127564" y="217283"/>
                  </a:moveTo>
                  <a:lnTo>
                    <a:pt x="1765425" y="0"/>
                  </a:lnTo>
                  <a:lnTo>
                    <a:pt x="0" y="0"/>
                  </a:lnTo>
                </a:path>
              </a:pathLst>
            </a:custGeom>
            <a:noFill/>
            <a:ln w="9525" algn="ctr">
              <a:solidFill>
                <a:srgbClr val="BBBCBC"/>
              </a:solidFill>
              <a:miter lim="800000"/>
              <a:headEnd/>
              <a:tailEnd/>
            </a:ln>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75787B"/>
                </a:solidFill>
                <a:effectLst/>
                <a:uLnTx/>
                <a:uFillTx/>
                <a:latin typeface="Verdana"/>
                <a:ea typeface="+mn-ea"/>
                <a:cs typeface="+mn-cs"/>
              </a:endParaRPr>
            </a:p>
          </p:txBody>
        </p:sp>
        <p:grpSp>
          <p:nvGrpSpPr>
            <p:cNvPr id="142" name="Group 349">
              <a:extLst>
                <a:ext uri="{FF2B5EF4-FFF2-40B4-BE49-F238E27FC236}">
                  <a16:creationId xmlns:a16="http://schemas.microsoft.com/office/drawing/2014/main" id="{F70B7733-7198-4ACE-A473-4E21FABAFA69}"/>
                </a:ext>
              </a:extLst>
            </p:cNvPr>
            <p:cNvGrpSpPr>
              <a:grpSpLocks noChangeAspect="1"/>
            </p:cNvGrpSpPr>
            <p:nvPr/>
          </p:nvGrpSpPr>
          <p:grpSpPr bwMode="auto">
            <a:xfrm>
              <a:off x="1854604" y="3088284"/>
              <a:ext cx="438912" cy="438913"/>
              <a:chOff x="5018" y="1229"/>
              <a:chExt cx="340" cy="340"/>
            </a:xfrm>
            <a:solidFill>
              <a:schemeClr val="bg1">
                <a:lumMod val="95000"/>
              </a:schemeClr>
            </a:solidFill>
          </p:grpSpPr>
          <p:sp>
            <p:nvSpPr>
              <p:cNvPr id="153" name="Freeform 350">
                <a:extLst>
                  <a:ext uri="{FF2B5EF4-FFF2-40B4-BE49-F238E27FC236}">
                    <a16:creationId xmlns:a16="http://schemas.microsoft.com/office/drawing/2014/main" id="{100CEEEC-057F-4160-924A-DD3E9AC80E2D}"/>
                  </a:ext>
                </a:extLst>
              </p:cNvPr>
              <p:cNvSpPr>
                <a:spLocks noEditPoints="1"/>
              </p:cNvSpPr>
              <p:nvPr/>
            </p:nvSpPr>
            <p:spPr bwMode="auto">
              <a:xfrm>
                <a:off x="5103" y="1293"/>
                <a:ext cx="170" cy="212"/>
              </a:xfrm>
              <a:custGeom>
                <a:avLst/>
                <a:gdLst>
                  <a:gd name="T0" fmla="*/ 160 w 256"/>
                  <a:gd name="T1" fmla="*/ 85 h 320"/>
                  <a:gd name="T2" fmla="*/ 10 w 256"/>
                  <a:gd name="T3" fmla="*/ 85 h 320"/>
                  <a:gd name="T4" fmla="*/ 0 w 256"/>
                  <a:gd name="T5" fmla="*/ 96 h 320"/>
                  <a:gd name="T6" fmla="*/ 0 w 256"/>
                  <a:gd name="T7" fmla="*/ 309 h 320"/>
                  <a:gd name="T8" fmla="*/ 10 w 256"/>
                  <a:gd name="T9" fmla="*/ 320 h 320"/>
                  <a:gd name="T10" fmla="*/ 160 w 256"/>
                  <a:gd name="T11" fmla="*/ 320 h 320"/>
                  <a:gd name="T12" fmla="*/ 170 w 256"/>
                  <a:gd name="T13" fmla="*/ 309 h 320"/>
                  <a:gd name="T14" fmla="*/ 170 w 256"/>
                  <a:gd name="T15" fmla="*/ 96 h 320"/>
                  <a:gd name="T16" fmla="*/ 160 w 256"/>
                  <a:gd name="T17" fmla="*/ 85 h 320"/>
                  <a:gd name="T18" fmla="*/ 149 w 256"/>
                  <a:gd name="T19" fmla="*/ 298 h 320"/>
                  <a:gd name="T20" fmla="*/ 21 w 256"/>
                  <a:gd name="T21" fmla="*/ 298 h 320"/>
                  <a:gd name="T22" fmla="*/ 21 w 256"/>
                  <a:gd name="T23" fmla="*/ 106 h 320"/>
                  <a:gd name="T24" fmla="*/ 149 w 256"/>
                  <a:gd name="T25" fmla="*/ 106 h 320"/>
                  <a:gd name="T26" fmla="*/ 149 w 256"/>
                  <a:gd name="T27" fmla="*/ 298 h 320"/>
                  <a:gd name="T28" fmla="*/ 213 w 256"/>
                  <a:gd name="T29" fmla="*/ 53 h 320"/>
                  <a:gd name="T30" fmla="*/ 213 w 256"/>
                  <a:gd name="T31" fmla="*/ 266 h 320"/>
                  <a:gd name="T32" fmla="*/ 202 w 256"/>
                  <a:gd name="T33" fmla="*/ 277 h 320"/>
                  <a:gd name="T34" fmla="*/ 192 w 256"/>
                  <a:gd name="T35" fmla="*/ 266 h 320"/>
                  <a:gd name="T36" fmla="*/ 192 w 256"/>
                  <a:gd name="T37" fmla="*/ 64 h 320"/>
                  <a:gd name="T38" fmla="*/ 53 w 256"/>
                  <a:gd name="T39" fmla="*/ 64 h 320"/>
                  <a:gd name="T40" fmla="*/ 42 w 256"/>
                  <a:gd name="T41" fmla="*/ 53 h 320"/>
                  <a:gd name="T42" fmla="*/ 53 w 256"/>
                  <a:gd name="T43" fmla="*/ 42 h 320"/>
                  <a:gd name="T44" fmla="*/ 202 w 256"/>
                  <a:gd name="T45" fmla="*/ 42 h 320"/>
                  <a:gd name="T46" fmla="*/ 213 w 256"/>
                  <a:gd name="T47" fmla="*/ 53 h 320"/>
                  <a:gd name="T48" fmla="*/ 256 w 256"/>
                  <a:gd name="T49" fmla="*/ 10 h 320"/>
                  <a:gd name="T50" fmla="*/ 256 w 256"/>
                  <a:gd name="T51" fmla="*/ 224 h 320"/>
                  <a:gd name="T52" fmla="*/ 245 w 256"/>
                  <a:gd name="T53" fmla="*/ 234 h 320"/>
                  <a:gd name="T54" fmla="*/ 234 w 256"/>
                  <a:gd name="T55" fmla="*/ 224 h 320"/>
                  <a:gd name="T56" fmla="*/ 234 w 256"/>
                  <a:gd name="T57" fmla="*/ 21 h 320"/>
                  <a:gd name="T58" fmla="*/ 96 w 256"/>
                  <a:gd name="T59" fmla="*/ 21 h 320"/>
                  <a:gd name="T60" fmla="*/ 85 w 256"/>
                  <a:gd name="T61" fmla="*/ 10 h 320"/>
                  <a:gd name="T62" fmla="*/ 96 w 256"/>
                  <a:gd name="T63" fmla="*/ 0 h 320"/>
                  <a:gd name="T64" fmla="*/ 245 w 256"/>
                  <a:gd name="T65" fmla="*/ 0 h 320"/>
                  <a:gd name="T66" fmla="*/ 256 w 256"/>
                  <a:gd name="T67" fmla="*/ 10 h 320"/>
                  <a:gd name="T68" fmla="*/ 32 w 256"/>
                  <a:gd name="T69" fmla="*/ 266 h 320"/>
                  <a:gd name="T70" fmla="*/ 42 w 256"/>
                  <a:gd name="T71" fmla="*/ 256 h 320"/>
                  <a:gd name="T72" fmla="*/ 128 w 256"/>
                  <a:gd name="T73" fmla="*/ 256 h 320"/>
                  <a:gd name="T74" fmla="*/ 138 w 256"/>
                  <a:gd name="T75" fmla="*/ 266 h 320"/>
                  <a:gd name="T76" fmla="*/ 128 w 256"/>
                  <a:gd name="T77" fmla="*/ 277 h 320"/>
                  <a:gd name="T78" fmla="*/ 42 w 256"/>
                  <a:gd name="T79" fmla="*/ 277 h 320"/>
                  <a:gd name="T80" fmla="*/ 32 w 256"/>
                  <a:gd name="T81" fmla="*/ 266 h 320"/>
                  <a:gd name="T82" fmla="*/ 32 w 256"/>
                  <a:gd name="T83" fmla="*/ 224 h 320"/>
                  <a:gd name="T84" fmla="*/ 42 w 256"/>
                  <a:gd name="T85" fmla="*/ 213 h 320"/>
                  <a:gd name="T86" fmla="*/ 128 w 256"/>
                  <a:gd name="T87" fmla="*/ 213 h 320"/>
                  <a:gd name="T88" fmla="*/ 138 w 256"/>
                  <a:gd name="T89" fmla="*/ 224 h 320"/>
                  <a:gd name="T90" fmla="*/ 128 w 256"/>
                  <a:gd name="T91" fmla="*/ 234 h 320"/>
                  <a:gd name="T92" fmla="*/ 42 w 256"/>
                  <a:gd name="T93" fmla="*/ 234 h 320"/>
                  <a:gd name="T94" fmla="*/ 32 w 256"/>
                  <a:gd name="T95" fmla="*/ 224 h 320"/>
                  <a:gd name="T96" fmla="*/ 32 w 256"/>
                  <a:gd name="T97" fmla="*/ 181 h 320"/>
                  <a:gd name="T98" fmla="*/ 42 w 256"/>
                  <a:gd name="T99" fmla="*/ 170 h 320"/>
                  <a:gd name="T100" fmla="*/ 128 w 256"/>
                  <a:gd name="T101" fmla="*/ 170 h 320"/>
                  <a:gd name="T102" fmla="*/ 138 w 256"/>
                  <a:gd name="T103" fmla="*/ 181 h 320"/>
                  <a:gd name="T104" fmla="*/ 128 w 256"/>
                  <a:gd name="T105" fmla="*/ 192 h 320"/>
                  <a:gd name="T106" fmla="*/ 42 w 256"/>
                  <a:gd name="T107" fmla="*/ 192 h 320"/>
                  <a:gd name="T108" fmla="*/ 32 w 256"/>
                  <a:gd name="T109" fmla="*/ 181 h 320"/>
                  <a:gd name="T110" fmla="*/ 32 w 256"/>
                  <a:gd name="T111" fmla="*/ 138 h 320"/>
                  <a:gd name="T112" fmla="*/ 42 w 256"/>
                  <a:gd name="T113" fmla="*/ 128 h 320"/>
                  <a:gd name="T114" fmla="*/ 128 w 256"/>
                  <a:gd name="T115" fmla="*/ 128 h 320"/>
                  <a:gd name="T116" fmla="*/ 138 w 256"/>
                  <a:gd name="T117" fmla="*/ 138 h 320"/>
                  <a:gd name="T118" fmla="*/ 128 w 256"/>
                  <a:gd name="T119" fmla="*/ 149 h 320"/>
                  <a:gd name="T120" fmla="*/ 42 w 256"/>
                  <a:gd name="T121" fmla="*/ 149 h 320"/>
                  <a:gd name="T122" fmla="*/ 32 w 256"/>
                  <a:gd name="T123" fmla="*/ 13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320">
                    <a:moveTo>
                      <a:pt x="160" y="85"/>
                    </a:moveTo>
                    <a:cubicBezTo>
                      <a:pt x="10" y="85"/>
                      <a:pt x="10" y="85"/>
                      <a:pt x="10" y="85"/>
                    </a:cubicBezTo>
                    <a:cubicBezTo>
                      <a:pt x="4" y="85"/>
                      <a:pt x="0" y="90"/>
                      <a:pt x="0" y="96"/>
                    </a:cubicBezTo>
                    <a:cubicBezTo>
                      <a:pt x="0" y="309"/>
                      <a:pt x="0" y="309"/>
                      <a:pt x="0" y="309"/>
                    </a:cubicBezTo>
                    <a:cubicBezTo>
                      <a:pt x="0" y="315"/>
                      <a:pt x="4" y="320"/>
                      <a:pt x="10" y="320"/>
                    </a:cubicBezTo>
                    <a:cubicBezTo>
                      <a:pt x="160" y="320"/>
                      <a:pt x="160" y="320"/>
                      <a:pt x="160" y="320"/>
                    </a:cubicBezTo>
                    <a:cubicBezTo>
                      <a:pt x="166" y="320"/>
                      <a:pt x="170" y="315"/>
                      <a:pt x="170" y="309"/>
                    </a:cubicBezTo>
                    <a:cubicBezTo>
                      <a:pt x="170" y="96"/>
                      <a:pt x="170" y="96"/>
                      <a:pt x="170" y="96"/>
                    </a:cubicBezTo>
                    <a:cubicBezTo>
                      <a:pt x="170" y="90"/>
                      <a:pt x="166" y="85"/>
                      <a:pt x="160" y="85"/>
                    </a:cubicBezTo>
                    <a:close/>
                    <a:moveTo>
                      <a:pt x="149" y="298"/>
                    </a:moveTo>
                    <a:cubicBezTo>
                      <a:pt x="21" y="298"/>
                      <a:pt x="21" y="298"/>
                      <a:pt x="21" y="298"/>
                    </a:cubicBezTo>
                    <a:cubicBezTo>
                      <a:pt x="21" y="106"/>
                      <a:pt x="21" y="106"/>
                      <a:pt x="21" y="106"/>
                    </a:cubicBezTo>
                    <a:cubicBezTo>
                      <a:pt x="149" y="106"/>
                      <a:pt x="149" y="106"/>
                      <a:pt x="149" y="106"/>
                    </a:cubicBezTo>
                    <a:lnTo>
                      <a:pt x="149" y="298"/>
                    </a:lnTo>
                    <a:close/>
                    <a:moveTo>
                      <a:pt x="213" y="53"/>
                    </a:moveTo>
                    <a:cubicBezTo>
                      <a:pt x="213" y="266"/>
                      <a:pt x="213" y="266"/>
                      <a:pt x="213" y="266"/>
                    </a:cubicBezTo>
                    <a:cubicBezTo>
                      <a:pt x="213" y="272"/>
                      <a:pt x="208" y="277"/>
                      <a:pt x="202" y="277"/>
                    </a:cubicBezTo>
                    <a:cubicBezTo>
                      <a:pt x="196" y="277"/>
                      <a:pt x="192" y="272"/>
                      <a:pt x="192" y="266"/>
                    </a:cubicBezTo>
                    <a:cubicBezTo>
                      <a:pt x="192" y="64"/>
                      <a:pt x="192" y="64"/>
                      <a:pt x="192" y="64"/>
                    </a:cubicBezTo>
                    <a:cubicBezTo>
                      <a:pt x="53" y="64"/>
                      <a:pt x="53" y="64"/>
                      <a:pt x="53" y="64"/>
                    </a:cubicBezTo>
                    <a:cubicBezTo>
                      <a:pt x="47" y="64"/>
                      <a:pt x="42" y="59"/>
                      <a:pt x="42" y="53"/>
                    </a:cubicBezTo>
                    <a:cubicBezTo>
                      <a:pt x="42" y="47"/>
                      <a:pt x="47" y="42"/>
                      <a:pt x="53" y="42"/>
                    </a:cubicBezTo>
                    <a:cubicBezTo>
                      <a:pt x="202" y="42"/>
                      <a:pt x="202" y="42"/>
                      <a:pt x="202" y="42"/>
                    </a:cubicBezTo>
                    <a:cubicBezTo>
                      <a:pt x="208" y="42"/>
                      <a:pt x="213" y="47"/>
                      <a:pt x="213" y="53"/>
                    </a:cubicBezTo>
                    <a:close/>
                    <a:moveTo>
                      <a:pt x="256" y="10"/>
                    </a:moveTo>
                    <a:cubicBezTo>
                      <a:pt x="256" y="224"/>
                      <a:pt x="256" y="224"/>
                      <a:pt x="256" y="224"/>
                    </a:cubicBezTo>
                    <a:cubicBezTo>
                      <a:pt x="256" y="230"/>
                      <a:pt x="251" y="234"/>
                      <a:pt x="245" y="234"/>
                    </a:cubicBezTo>
                    <a:cubicBezTo>
                      <a:pt x="239" y="234"/>
                      <a:pt x="234" y="230"/>
                      <a:pt x="234" y="224"/>
                    </a:cubicBezTo>
                    <a:cubicBezTo>
                      <a:pt x="234" y="21"/>
                      <a:pt x="234" y="21"/>
                      <a:pt x="234" y="21"/>
                    </a:cubicBezTo>
                    <a:cubicBezTo>
                      <a:pt x="96" y="21"/>
                      <a:pt x="96" y="21"/>
                      <a:pt x="96" y="21"/>
                    </a:cubicBezTo>
                    <a:cubicBezTo>
                      <a:pt x="90" y="21"/>
                      <a:pt x="85" y="16"/>
                      <a:pt x="85" y="10"/>
                    </a:cubicBezTo>
                    <a:cubicBezTo>
                      <a:pt x="85" y="4"/>
                      <a:pt x="90" y="0"/>
                      <a:pt x="96" y="0"/>
                    </a:cubicBezTo>
                    <a:cubicBezTo>
                      <a:pt x="245" y="0"/>
                      <a:pt x="245" y="0"/>
                      <a:pt x="245" y="0"/>
                    </a:cubicBezTo>
                    <a:cubicBezTo>
                      <a:pt x="251" y="0"/>
                      <a:pt x="256" y="4"/>
                      <a:pt x="256" y="10"/>
                    </a:cubicBezTo>
                    <a:close/>
                    <a:moveTo>
                      <a:pt x="32" y="266"/>
                    </a:moveTo>
                    <a:cubicBezTo>
                      <a:pt x="32" y="260"/>
                      <a:pt x="36" y="256"/>
                      <a:pt x="42" y="256"/>
                    </a:cubicBezTo>
                    <a:cubicBezTo>
                      <a:pt x="128" y="256"/>
                      <a:pt x="128" y="256"/>
                      <a:pt x="128" y="256"/>
                    </a:cubicBezTo>
                    <a:cubicBezTo>
                      <a:pt x="134" y="256"/>
                      <a:pt x="138" y="260"/>
                      <a:pt x="138" y="266"/>
                    </a:cubicBezTo>
                    <a:cubicBezTo>
                      <a:pt x="138" y="272"/>
                      <a:pt x="134" y="277"/>
                      <a:pt x="128" y="277"/>
                    </a:cubicBezTo>
                    <a:cubicBezTo>
                      <a:pt x="42" y="277"/>
                      <a:pt x="42" y="277"/>
                      <a:pt x="42" y="277"/>
                    </a:cubicBezTo>
                    <a:cubicBezTo>
                      <a:pt x="36" y="277"/>
                      <a:pt x="32" y="272"/>
                      <a:pt x="32" y="266"/>
                    </a:cubicBezTo>
                    <a:close/>
                    <a:moveTo>
                      <a:pt x="32" y="224"/>
                    </a:moveTo>
                    <a:cubicBezTo>
                      <a:pt x="32" y="218"/>
                      <a:pt x="36" y="213"/>
                      <a:pt x="42" y="213"/>
                    </a:cubicBezTo>
                    <a:cubicBezTo>
                      <a:pt x="128" y="213"/>
                      <a:pt x="128" y="213"/>
                      <a:pt x="128" y="213"/>
                    </a:cubicBezTo>
                    <a:cubicBezTo>
                      <a:pt x="134" y="213"/>
                      <a:pt x="138" y="218"/>
                      <a:pt x="138" y="224"/>
                    </a:cubicBezTo>
                    <a:cubicBezTo>
                      <a:pt x="138" y="230"/>
                      <a:pt x="134" y="234"/>
                      <a:pt x="128" y="234"/>
                    </a:cubicBezTo>
                    <a:cubicBezTo>
                      <a:pt x="42" y="234"/>
                      <a:pt x="42" y="234"/>
                      <a:pt x="42" y="234"/>
                    </a:cubicBezTo>
                    <a:cubicBezTo>
                      <a:pt x="36" y="234"/>
                      <a:pt x="32" y="230"/>
                      <a:pt x="32" y="224"/>
                    </a:cubicBezTo>
                    <a:close/>
                    <a:moveTo>
                      <a:pt x="32" y="181"/>
                    </a:moveTo>
                    <a:cubicBezTo>
                      <a:pt x="32" y="175"/>
                      <a:pt x="36" y="170"/>
                      <a:pt x="42" y="170"/>
                    </a:cubicBezTo>
                    <a:cubicBezTo>
                      <a:pt x="128" y="170"/>
                      <a:pt x="128" y="170"/>
                      <a:pt x="128" y="170"/>
                    </a:cubicBezTo>
                    <a:cubicBezTo>
                      <a:pt x="134" y="170"/>
                      <a:pt x="138" y="175"/>
                      <a:pt x="138" y="181"/>
                    </a:cubicBezTo>
                    <a:cubicBezTo>
                      <a:pt x="138" y="187"/>
                      <a:pt x="134" y="192"/>
                      <a:pt x="128" y="192"/>
                    </a:cubicBezTo>
                    <a:cubicBezTo>
                      <a:pt x="42" y="192"/>
                      <a:pt x="42" y="192"/>
                      <a:pt x="42" y="192"/>
                    </a:cubicBezTo>
                    <a:cubicBezTo>
                      <a:pt x="36" y="192"/>
                      <a:pt x="32" y="187"/>
                      <a:pt x="32" y="181"/>
                    </a:cubicBezTo>
                    <a:close/>
                    <a:moveTo>
                      <a:pt x="32" y="138"/>
                    </a:moveTo>
                    <a:cubicBezTo>
                      <a:pt x="32" y="132"/>
                      <a:pt x="36" y="128"/>
                      <a:pt x="42" y="128"/>
                    </a:cubicBezTo>
                    <a:cubicBezTo>
                      <a:pt x="128" y="128"/>
                      <a:pt x="128" y="128"/>
                      <a:pt x="128" y="128"/>
                    </a:cubicBezTo>
                    <a:cubicBezTo>
                      <a:pt x="134" y="128"/>
                      <a:pt x="138" y="132"/>
                      <a:pt x="138" y="138"/>
                    </a:cubicBezTo>
                    <a:cubicBezTo>
                      <a:pt x="138" y="144"/>
                      <a:pt x="134" y="149"/>
                      <a:pt x="128" y="149"/>
                    </a:cubicBezTo>
                    <a:cubicBezTo>
                      <a:pt x="42" y="149"/>
                      <a:pt x="42" y="149"/>
                      <a:pt x="42" y="149"/>
                    </a:cubicBezTo>
                    <a:cubicBezTo>
                      <a:pt x="36" y="149"/>
                      <a:pt x="32" y="144"/>
                      <a:pt x="32" y="13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sp>
            <p:nvSpPr>
              <p:cNvPr id="154" name="Freeform 351">
                <a:extLst>
                  <a:ext uri="{FF2B5EF4-FFF2-40B4-BE49-F238E27FC236}">
                    <a16:creationId xmlns:a16="http://schemas.microsoft.com/office/drawing/2014/main" id="{86477277-9F62-45EE-A7EF-323988262048}"/>
                  </a:ext>
                </a:extLst>
              </p:cNvPr>
              <p:cNvSpPr>
                <a:spLocks noEditPoints="1"/>
              </p:cNvSpPr>
              <p:nvPr/>
            </p:nvSpPr>
            <p:spPr bwMode="auto">
              <a:xfrm>
                <a:off x="5018" y="122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43" name="Group 521">
              <a:extLst>
                <a:ext uri="{FF2B5EF4-FFF2-40B4-BE49-F238E27FC236}">
                  <a16:creationId xmlns:a16="http://schemas.microsoft.com/office/drawing/2014/main" id="{1F937253-C807-480F-9070-4D185D4689DC}"/>
                </a:ext>
              </a:extLst>
            </p:cNvPr>
            <p:cNvGrpSpPr>
              <a:grpSpLocks noChangeAspect="1"/>
            </p:cNvGrpSpPr>
            <p:nvPr/>
          </p:nvGrpSpPr>
          <p:grpSpPr bwMode="auto">
            <a:xfrm>
              <a:off x="2134237" y="1651508"/>
              <a:ext cx="438917" cy="438916"/>
              <a:chOff x="3476" y="2032"/>
              <a:chExt cx="340" cy="340"/>
            </a:xfrm>
            <a:solidFill>
              <a:schemeClr val="bg1">
                <a:lumMod val="95000"/>
              </a:schemeClr>
            </a:solidFill>
          </p:grpSpPr>
          <p:sp>
            <p:nvSpPr>
              <p:cNvPr id="150" name="Freeform 522">
                <a:extLst>
                  <a:ext uri="{FF2B5EF4-FFF2-40B4-BE49-F238E27FC236}">
                    <a16:creationId xmlns:a16="http://schemas.microsoft.com/office/drawing/2014/main" id="{C0668659-D3E9-4FBD-8E2E-A702D45A8E8F}"/>
                  </a:ext>
                </a:extLst>
              </p:cNvPr>
              <p:cNvSpPr>
                <a:spLocks noEditPoints="1"/>
              </p:cNvSpPr>
              <p:nvPr/>
            </p:nvSpPr>
            <p:spPr bwMode="auto">
              <a:xfrm>
                <a:off x="3625" y="2266"/>
                <a:ext cx="42" cy="42"/>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42 h 64"/>
                  <a:gd name="T12" fmla="*/ 21 w 64"/>
                  <a:gd name="T13" fmla="*/ 32 h 64"/>
                  <a:gd name="T14" fmla="*/ 32 w 64"/>
                  <a:gd name="T15" fmla="*/ 21 h 64"/>
                  <a:gd name="T16" fmla="*/ 42 w 64"/>
                  <a:gd name="T17" fmla="*/ 32 h 64"/>
                  <a:gd name="T18" fmla="*/ 32 w 64"/>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49"/>
                      <a:pt x="14" y="64"/>
                      <a:pt x="32" y="64"/>
                    </a:cubicBezTo>
                    <a:cubicBezTo>
                      <a:pt x="49" y="64"/>
                      <a:pt x="64" y="49"/>
                      <a:pt x="64" y="32"/>
                    </a:cubicBezTo>
                    <a:cubicBezTo>
                      <a:pt x="64" y="14"/>
                      <a:pt x="49" y="0"/>
                      <a:pt x="32" y="0"/>
                    </a:cubicBezTo>
                    <a:close/>
                    <a:moveTo>
                      <a:pt x="32" y="42"/>
                    </a:moveTo>
                    <a:cubicBezTo>
                      <a:pt x="26" y="42"/>
                      <a:pt x="21" y="38"/>
                      <a:pt x="21" y="32"/>
                    </a:cubicBezTo>
                    <a:cubicBezTo>
                      <a:pt x="21" y="26"/>
                      <a:pt x="26" y="21"/>
                      <a:pt x="32" y="21"/>
                    </a:cubicBezTo>
                    <a:cubicBezTo>
                      <a:pt x="38" y="21"/>
                      <a:pt x="42" y="26"/>
                      <a:pt x="42" y="32"/>
                    </a:cubicBezTo>
                    <a:cubicBezTo>
                      <a:pt x="42" y="38"/>
                      <a:pt x="38" y="42"/>
                      <a:pt x="32" y="4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sp>
            <p:nvSpPr>
              <p:cNvPr id="151" name="Freeform 523">
                <a:extLst>
                  <a:ext uri="{FF2B5EF4-FFF2-40B4-BE49-F238E27FC236}">
                    <a16:creationId xmlns:a16="http://schemas.microsoft.com/office/drawing/2014/main" id="{045105F0-3DAE-46D4-897A-634D6C39C420}"/>
                  </a:ext>
                </a:extLst>
              </p:cNvPr>
              <p:cNvSpPr>
                <a:spLocks noEditPoints="1"/>
              </p:cNvSpPr>
              <p:nvPr/>
            </p:nvSpPr>
            <p:spPr bwMode="auto">
              <a:xfrm>
                <a:off x="3617" y="2096"/>
                <a:ext cx="58" cy="155"/>
              </a:xfrm>
              <a:custGeom>
                <a:avLst/>
                <a:gdLst>
                  <a:gd name="T0" fmla="*/ 21 w 86"/>
                  <a:gd name="T1" fmla="*/ 234 h 234"/>
                  <a:gd name="T2" fmla="*/ 21 w 86"/>
                  <a:gd name="T3" fmla="*/ 234 h 234"/>
                  <a:gd name="T4" fmla="*/ 22 w 86"/>
                  <a:gd name="T5" fmla="*/ 234 h 234"/>
                  <a:gd name="T6" fmla="*/ 63 w 86"/>
                  <a:gd name="T7" fmla="*/ 234 h 234"/>
                  <a:gd name="T8" fmla="*/ 64 w 86"/>
                  <a:gd name="T9" fmla="*/ 234 h 234"/>
                  <a:gd name="T10" fmla="*/ 64 w 86"/>
                  <a:gd name="T11" fmla="*/ 234 h 234"/>
                  <a:gd name="T12" fmla="*/ 75 w 86"/>
                  <a:gd name="T13" fmla="*/ 224 h 234"/>
                  <a:gd name="T14" fmla="*/ 85 w 86"/>
                  <a:gd name="T15" fmla="*/ 11 h 234"/>
                  <a:gd name="T16" fmla="*/ 75 w 86"/>
                  <a:gd name="T17" fmla="*/ 0 h 234"/>
                  <a:gd name="T18" fmla="*/ 75 w 86"/>
                  <a:gd name="T19" fmla="*/ 0 h 234"/>
                  <a:gd name="T20" fmla="*/ 11 w 86"/>
                  <a:gd name="T21" fmla="*/ 0 h 234"/>
                  <a:gd name="T22" fmla="*/ 10 w 86"/>
                  <a:gd name="T23" fmla="*/ 0 h 234"/>
                  <a:gd name="T24" fmla="*/ 0 w 86"/>
                  <a:gd name="T25" fmla="*/ 11 h 234"/>
                  <a:gd name="T26" fmla="*/ 11 w 86"/>
                  <a:gd name="T27" fmla="*/ 224 h 234"/>
                  <a:gd name="T28" fmla="*/ 21 w 86"/>
                  <a:gd name="T29" fmla="*/ 234 h 234"/>
                  <a:gd name="T30" fmla="*/ 63 w 86"/>
                  <a:gd name="T31" fmla="*/ 21 h 234"/>
                  <a:gd name="T32" fmla="*/ 54 w 86"/>
                  <a:gd name="T33" fmla="*/ 213 h 234"/>
                  <a:gd name="T34" fmla="*/ 31 w 86"/>
                  <a:gd name="T35" fmla="*/ 213 h 234"/>
                  <a:gd name="T36" fmla="*/ 22 w 86"/>
                  <a:gd name="T37" fmla="*/ 21 h 234"/>
                  <a:gd name="T38" fmla="*/ 63 w 86"/>
                  <a:gd name="T39" fmla="*/ 2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34">
                    <a:moveTo>
                      <a:pt x="21" y="234"/>
                    </a:moveTo>
                    <a:cubicBezTo>
                      <a:pt x="21" y="234"/>
                      <a:pt x="21" y="234"/>
                      <a:pt x="21" y="234"/>
                    </a:cubicBezTo>
                    <a:cubicBezTo>
                      <a:pt x="22" y="234"/>
                      <a:pt x="22" y="234"/>
                      <a:pt x="22" y="234"/>
                    </a:cubicBezTo>
                    <a:cubicBezTo>
                      <a:pt x="63" y="234"/>
                      <a:pt x="63" y="234"/>
                      <a:pt x="63" y="234"/>
                    </a:cubicBezTo>
                    <a:cubicBezTo>
                      <a:pt x="64" y="234"/>
                      <a:pt x="64" y="234"/>
                      <a:pt x="64" y="234"/>
                    </a:cubicBezTo>
                    <a:cubicBezTo>
                      <a:pt x="64" y="234"/>
                      <a:pt x="64" y="234"/>
                      <a:pt x="64" y="234"/>
                    </a:cubicBezTo>
                    <a:cubicBezTo>
                      <a:pt x="70" y="234"/>
                      <a:pt x="74" y="230"/>
                      <a:pt x="75" y="224"/>
                    </a:cubicBezTo>
                    <a:cubicBezTo>
                      <a:pt x="85" y="11"/>
                      <a:pt x="85" y="11"/>
                      <a:pt x="85" y="11"/>
                    </a:cubicBezTo>
                    <a:cubicBezTo>
                      <a:pt x="86" y="5"/>
                      <a:pt x="81" y="0"/>
                      <a:pt x="75" y="0"/>
                    </a:cubicBezTo>
                    <a:cubicBezTo>
                      <a:pt x="75" y="0"/>
                      <a:pt x="75" y="0"/>
                      <a:pt x="75" y="0"/>
                    </a:cubicBezTo>
                    <a:cubicBezTo>
                      <a:pt x="11" y="0"/>
                      <a:pt x="11" y="0"/>
                      <a:pt x="11" y="0"/>
                    </a:cubicBezTo>
                    <a:cubicBezTo>
                      <a:pt x="11" y="0"/>
                      <a:pt x="10" y="0"/>
                      <a:pt x="10" y="0"/>
                    </a:cubicBezTo>
                    <a:cubicBezTo>
                      <a:pt x="4" y="0"/>
                      <a:pt x="0" y="5"/>
                      <a:pt x="0" y="11"/>
                    </a:cubicBezTo>
                    <a:cubicBezTo>
                      <a:pt x="11" y="224"/>
                      <a:pt x="11" y="224"/>
                      <a:pt x="11" y="224"/>
                    </a:cubicBezTo>
                    <a:cubicBezTo>
                      <a:pt x="11" y="230"/>
                      <a:pt x="16" y="234"/>
                      <a:pt x="21" y="234"/>
                    </a:cubicBezTo>
                    <a:close/>
                    <a:moveTo>
                      <a:pt x="63" y="21"/>
                    </a:moveTo>
                    <a:cubicBezTo>
                      <a:pt x="54" y="213"/>
                      <a:pt x="54" y="213"/>
                      <a:pt x="54" y="213"/>
                    </a:cubicBezTo>
                    <a:cubicBezTo>
                      <a:pt x="31" y="213"/>
                      <a:pt x="31" y="213"/>
                      <a:pt x="31" y="213"/>
                    </a:cubicBezTo>
                    <a:cubicBezTo>
                      <a:pt x="22" y="21"/>
                      <a:pt x="22" y="21"/>
                      <a:pt x="22" y="21"/>
                    </a:cubicBezTo>
                    <a:lnTo>
                      <a:pt x="63"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sp>
            <p:nvSpPr>
              <p:cNvPr id="152" name="Freeform 524">
                <a:extLst>
                  <a:ext uri="{FF2B5EF4-FFF2-40B4-BE49-F238E27FC236}">
                    <a16:creationId xmlns:a16="http://schemas.microsoft.com/office/drawing/2014/main" id="{EE16E8DA-D4F9-4FFB-8536-16E43E05A8E1}"/>
                  </a:ext>
                </a:extLst>
              </p:cNvPr>
              <p:cNvSpPr>
                <a:spLocks noEditPoints="1"/>
              </p:cNvSpPr>
              <p:nvPr/>
            </p:nvSpPr>
            <p:spPr bwMode="auto">
              <a:xfrm>
                <a:off x="3476" y="203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44" name="Group 39">
              <a:extLst>
                <a:ext uri="{FF2B5EF4-FFF2-40B4-BE49-F238E27FC236}">
                  <a16:creationId xmlns:a16="http://schemas.microsoft.com/office/drawing/2014/main" id="{2821E636-D53C-431C-B584-B66E45EFAB29}"/>
                </a:ext>
              </a:extLst>
            </p:cNvPr>
            <p:cNvGrpSpPr>
              <a:grpSpLocks noChangeAspect="1"/>
            </p:cNvGrpSpPr>
            <p:nvPr/>
          </p:nvGrpSpPr>
          <p:grpSpPr bwMode="auto">
            <a:xfrm>
              <a:off x="3780581" y="1767720"/>
              <a:ext cx="438912" cy="438912"/>
              <a:chOff x="3987" y="1509"/>
              <a:chExt cx="340" cy="340"/>
            </a:xfrm>
            <a:solidFill>
              <a:schemeClr val="bg1">
                <a:lumMod val="95000"/>
              </a:schemeClr>
            </a:solidFill>
          </p:grpSpPr>
          <p:sp>
            <p:nvSpPr>
              <p:cNvPr id="148" name="Freeform 40">
                <a:extLst>
                  <a:ext uri="{FF2B5EF4-FFF2-40B4-BE49-F238E27FC236}">
                    <a16:creationId xmlns:a16="http://schemas.microsoft.com/office/drawing/2014/main" id="{339CA579-812C-4327-A82B-9662EF6B431D}"/>
                  </a:ext>
                </a:extLst>
              </p:cNvPr>
              <p:cNvSpPr>
                <a:spLocks noEditPoints="1"/>
              </p:cNvSpPr>
              <p:nvPr/>
            </p:nvSpPr>
            <p:spPr bwMode="auto">
              <a:xfrm>
                <a:off x="3987" y="15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sp>
            <p:nvSpPr>
              <p:cNvPr id="149" name="Freeform 41">
                <a:extLst>
                  <a:ext uri="{FF2B5EF4-FFF2-40B4-BE49-F238E27FC236}">
                    <a16:creationId xmlns:a16="http://schemas.microsoft.com/office/drawing/2014/main" id="{4E72D930-0581-4AD1-AF3C-9089E904950C}"/>
                  </a:ext>
                </a:extLst>
              </p:cNvPr>
              <p:cNvSpPr>
                <a:spLocks noEditPoints="1"/>
              </p:cNvSpPr>
              <p:nvPr/>
            </p:nvSpPr>
            <p:spPr bwMode="auto">
              <a:xfrm>
                <a:off x="4053" y="1568"/>
                <a:ext cx="215" cy="21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45" name="Group 192">
              <a:extLst>
                <a:ext uri="{FF2B5EF4-FFF2-40B4-BE49-F238E27FC236}">
                  <a16:creationId xmlns:a16="http://schemas.microsoft.com/office/drawing/2014/main" id="{808F96F5-FC5B-47D0-AF4C-37C321007A10}"/>
                </a:ext>
              </a:extLst>
            </p:cNvPr>
            <p:cNvGrpSpPr>
              <a:grpSpLocks noChangeAspect="1"/>
            </p:cNvGrpSpPr>
            <p:nvPr/>
          </p:nvGrpSpPr>
          <p:grpSpPr bwMode="auto">
            <a:xfrm>
              <a:off x="3684565" y="3581341"/>
              <a:ext cx="438912" cy="438912"/>
              <a:chOff x="378" y="713"/>
              <a:chExt cx="340" cy="340"/>
            </a:xfrm>
            <a:solidFill>
              <a:schemeClr val="bg1">
                <a:lumMod val="95000"/>
              </a:schemeClr>
            </a:solidFill>
          </p:grpSpPr>
          <p:sp>
            <p:nvSpPr>
              <p:cNvPr id="146" name="Freeform 193">
                <a:extLst>
                  <a:ext uri="{FF2B5EF4-FFF2-40B4-BE49-F238E27FC236}">
                    <a16:creationId xmlns:a16="http://schemas.microsoft.com/office/drawing/2014/main" id="{8E39F0A1-431A-4887-8660-268CFD19BAC8}"/>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sp>
            <p:nvSpPr>
              <p:cNvPr id="147" name="Freeform 194">
                <a:extLst>
                  <a:ext uri="{FF2B5EF4-FFF2-40B4-BE49-F238E27FC236}">
                    <a16:creationId xmlns:a16="http://schemas.microsoft.com/office/drawing/2014/main" id="{0E04F07F-E330-4033-98A3-0DB58C07B8CD}"/>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a:ln>
                    <a:noFill/>
                  </a:ln>
                  <a:solidFill>
                    <a:prstClr val="black"/>
                  </a:solidFill>
                  <a:effectLst/>
                  <a:uLnTx/>
                  <a:uFillTx/>
                  <a:latin typeface="Verdana"/>
                  <a:ea typeface="+mn-ea"/>
                  <a:cs typeface="+mn-cs"/>
                </a:endParaRPr>
              </a:p>
            </p:txBody>
          </p:sp>
        </p:grpSp>
      </p:grpSp>
      <p:sp>
        <p:nvSpPr>
          <p:cNvPr id="155" name="Rectangle 154">
            <a:extLst>
              <a:ext uri="{FF2B5EF4-FFF2-40B4-BE49-F238E27FC236}">
                <a16:creationId xmlns:a16="http://schemas.microsoft.com/office/drawing/2014/main" id="{37E8F0DE-483B-4634-B514-6AFE99180012}"/>
              </a:ext>
            </a:extLst>
          </p:cNvPr>
          <p:cNvSpPr/>
          <p:nvPr/>
        </p:nvSpPr>
        <p:spPr>
          <a:xfrm>
            <a:off x="6265373" y="1918150"/>
            <a:ext cx="2165617" cy="615361"/>
          </a:xfrm>
          <a:prstGeom prst="rect">
            <a:avLst/>
          </a:prstGeom>
          <a:solidFill>
            <a:schemeClr val="bg1"/>
          </a:solidFill>
        </p:spPr>
        <p:txBody>
          <a:bodyPr wrap="square" lIns="0" tIns="0" rIns="0" bIns="0">
            <a:spAutoFit/>
          </a:bodyPr>
          <a:lstStyle/>
          <a:p>
            <a:pPr marL="109509" marR="0" lvl="0" indent="-109509" algn="l" defTabSz="905968" rtl="0" eaLnBrk="1" fontAlgn="auto" latinLnBrk="0" hangingPunct="1">
              <a:lnSpc>
                <a:spcPct val="100000"/>
              </a:lnSpc>
              <a:spcBef>
                <a:spcPts val="0"/>
              </a:spcBef>
              <a:spcAft>
                <a:spcPts val="300"/>
              </a:spcAft>
              <a:buClrTx/>
              <a:buSzTx/>
              <a:buFont typeface="Arial" pitchFamily="34" charset="0"/>
              <a:buChar char="•"/>
              <a:tabLst/>
              <a:defRPr/>
            </a:pPr>
            <a:r>
              <a:rPr kumimoji="0" lang="en-US" sz="1333" b="0" i="0" u="none" strike="noStrike" kern="0" cap="none" spc="0" normalizeH="0" baseline="0" noProof="0">
                <a:ln>
                  <a:noFill/>
                </a:ln>
                <a:solidFill>
                  <a:prstClr val="black"/>
                </a:solidFill>
                <a:effectLst/>
                <a:uLnTx/>
                <a:uFillTx/>
                <a:latin typeface="Verdana"/>
                <a:ea typeface="+mn-ea"/>
                <a:cs typeface="+mn-cs"/>
              </a:rPr>
              <a:t>Off-the-river closed loop pumped storage projects</a:t>
            </a:r>
          </a:p>
        </p:txBody>
      </p:sp>
      <p:sp>
        <p:nvSpPr>
          <p:cNvPr id="156" name="Rectangle 155">
            <a:extLst>
              <a:ext uri="{FF2B5EF4-FFF2-40B4-BE49-F238E27FC236}">
                <a16:creationId xmlns:a16="http://schemas.microsoft.com/office/drawing/2014/main" id="{400F0E90-AAE1-4902-9387-2C9AFBAE96D2}"/>
              </a:ext>
            </a:extLst>
          </p:cNvPr>
          <p:cNvSpPr/>
          <p:nvPr/>
        </p:nvSpPr>
        <p:spPr>
          <a:xfrm>
            <a:off x="6073517" y="3871205"/>
            <a:ext cx="2592662" cy="1230722"/>
          </a:xfrm>
          <a:prstGeom prst="rect">
            <a:avLst/>
          </a:prstGeom>
          <a:solidFill>
            <a:schemeClr val="bg1"/>
          </a:solidFill>
        </p:spPr>
        <p:txBody>
          <a:bodyPr wrap="square" lIns="0" tIns="0" rIns="0" bIns="0">
            <a:spAutoFit/>
          </a:bodyPr>
          <a:lstStyle/>
          <a:p>
            <a:pPr marL="109509" marR="0" lvl="0" indent="-109509" algn="l" defTabSz="905968" rtl="0" eaLnBrk="1" fontAlgn="auto" latinLnBrk="0" hangingPunct="1">
              <a:lnSpc>
                <a:spcPct val="100000"/>
              </a:lnSpc>
              <a:spcBef>
                <a:spcPts val="0"/>
              </a:spcBef>
              <a:spcAft>
                <a:spcPts val="300"/>
              </a:spcAft>
              <a:buClrTx/>
              <a:buSzTx/>
              <a:buFont typeface="Arial" pitchFamily="34" charset="0"/>
              <a:buChar char="•"/>
              <a:tabLst/>
              <a:defRPr/>
            </a:pPr>
            <a:r>
              <a:rPr kumimoji="0" lang="en-US" sz="1333" b="0" i="0" u="none" strike="noStrike" kern="0" cap="none" spc="0" normalizeH="0" baseline="0" noProof="0" dirty="0">
                <a:ln>
                  <a:noFill/>
                </a:ln>
                <a:solidFill>
                  <a:prstClr val="black"/>
                </a:solidFill>
                <a:effectLst/>
                <a:uLnTx/>
                <a:uFillTx/>
                <a:latin typeface="Verdana"/>
                <a:ea typeface="+mn-ea"/>
                <a:cs typeface="+mn-cs"/>
              </a:rPr>
              <a:t>Proposed development of Green Hydrogen / Ammonia hubs. JREDA / DISCOMs to supply RE power for Green Hydrogen production at cost plus margin </a:t>
            </a:r>
          </a:p>
        </p:txBody>
      </p:sp>
      <p:sp>
        <p:nvSpPr>
          <p:cNvPr id="157" name="TextBox 156">
            <a:extLst>
              <a:ext uri="{FF2B5EF4-FFF2-40B4-BE49-F238E27FC236}">
                <a16:creationId xmlns:a16="http://schemas.microsoft.com/office/drawing/2014/main" id="{6BFC2774-477C-40FB-AA75-08039E308A16}"/>
              </a:ext>
            </a:extLst>
          </p:cNvPr>
          <p:cNvSpPr txBox="1"/>
          <p:nvPr/>
        </p:nvSpPr>
        <p:spPr>
          <a:xfrm>
            <a:off x="9187247" y="1999428"/>
            <a:ext cx="2534853" cy="523220"/>
          </a:xfrm>
          <a:prstGeom prst="rect">
            <a:avLst/>
          </a:prstGeom>
          <a:noFill/>
        </p:spPr>
        <p:txBody>
          <a:bodyPr wrap="square">
            <a:spAutoFit/>
          </a:bodyPr>
          <a:lstStyle/>
          <a:p>
            <a:pPr marL="2286" marR="5080" lvl="0" indent="0" algn="l" defTabSz="914400" rtl="0" eaLnBrk="1" fontAlgn="auto" latinLnBrk="0" hangingPunct="1">
              <a:lnSpc>
                <a:spcPct val="100000"/>
              </a:lnSpc>
              <a:spcBef>
                <a:spcPts val="0"/>
              </a:spcBef>
              <a:spcAft>
                <a:spcPts val="1200"/>
              </a:spcAft>
              <a:buClrTx/>
              <a:buSzPct val="100000"/>
              <a:buFontTx/>
              <a:buNone/>
              <a:tabLst>
                <a:tab pos="173038" algn="l"/>
              </a:tabLst>
              <a:defRPr/>
            </a:pPr>
            <a:r>
              <a:rPr kumimoji="0" lang="en-US" sz="1400" b="1" i="0" u="none" strike="noStrike" kern="1200" cap="none" spc="0" normalizeH="0" baseline="0" noProof="0">
                <a:ln>
                  <a:noFill/>
                </a:ln>
                <a:solidFill>
                  <a:prstClr val="white"/>
                </a:solidFill>
                <a:effectLst/>
                <a:uLnTx/>
                <a:uFillTx/>
                <a:latin typeface="Verdana"/>
                <a:ea typeface="Open Sans" panose="020B0606030504020204" pitchFamily="34" charset="0"/>
                <a:cs typeface="Open Sans" panose="020B0606030504020204" pitchFamily="34" charset="0"/>
              </a:rPr>
              <a:t>Our Support to UP Government</a:t>
            </a:r>
          </a:p>
        </p:txBody>
      </p:sp>
      <p:pic>
        <p:nvPicPr>
          <p:cNvPr id="5" name="Graphic 4" descr="Target with solid fill">
            <a:extLst>
              <a:ext uri="{FF2B5EF4-FFF2-40B4-BE49-F238E27FC236}">
                <a16:creationId xmlns:a16="http://schemas.microsoft.com/office/drawing/2014/main" id="{9C5CED45-ABE5-4F50-9041-F8BD0A67C0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7009" y="2075417"/>
            <a:ext cx="274320" cy="274320"/>
          </a:xfrm>
          <a:prstGeom prst="rect">
            <a:avLst/>
          </a:prstGeom>
        </p:spPr>
      </p:pic>
      <p:sp>
        <p:nvSpPr>
          <p:cNvPr id="160" name="Oval 159">
            <a:extLst>
              <a:ext uri="{FF2B5EF4-FFF2-40B4-BE49-F238E27FC236}">
                <a16:creationId xmlns:a16="http://schemas.microsoft.com/office/drawing/2014/main" id="{5A0750BB-0847-437E-B73D-389F558D515F}"/>
              </a:ext>
            </a:extLst>
          </p:cNvPr>
          <p:cNvSpPr/>
          <p:nvPr/>
        </p:nvSpPr>
        <p:spPr bwMode="gray">
          <a:xfrm>
            <a:off x="8824288" y="3599735"/>
            <a:ext cx="859814" cy="859814"/>
          </a:xfrm>
          <a:prstGeom prst="ellipse">
            <a:avLst/>
          </a:prstGeom>
          <a:solidFill>
            <a:sysClr val="windowText" lastClr="000000">
              <a:lumMod val="85000"/>
              <a:lumOff val="15000"/>
            </a:sys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61" name="Group 160">
            <a:extLst>
              <a:ext uri="{FF2B5EF4-FFF2-40B4-BE49-F238E27FC236}">
                <a16:creationId xmlns:a16="http://schemas.microsoft.com/office/drawing/2014/main" id="{6C82876F-7CBB-4022-9454-92122CB01681}"/>
              </a:ext>
            </a:extLst>
          </p:cNvPr>
          <p:cNvGrpSpPr>
            <a:grpSpLocks noChangeAspect="1"/>
          </p:cNvGrpSpPr>
          <p:nvPr/>
        </p:nvGrpSpPr>
        <p:grpSpPr>
          <a:xfrm>
            <a:off x="8883561" y="3684264"/>
            <a:ext cx="692241" cy="688766"/>
            <a:chOff x="5672138" y="4513263"/>
            <a:chExt cx="1579562" cy="1571625"/>
          </a:xfrm>
          <a:solidFill>
            <a:sysClr val="window" lastClr="FFFFFF"/>
          </a:solidFill>
        </p:grpSpPr>
        <p:sp>
          <p:nvSpPr>
            <p:cNvPr id="162" name="Rectangle 5">
              <a:extLst>
                <a:ext uri="{FF2B5EF4-FFF2-40B4-BE49-F238E27FC236}">
                  <a16:creationId xmlns:a16="http://schemas.microsoft.com/office/drawing/2014/main" id="{A84FE31C-B648-44DC-A548-8B25E224629D}"/>
                </a:ext>
              </a:extLst>
            </p:cNvPr>
            <p:cNvSpPr>
              <a:spLocks noChangeArrowheads="1"/>
            </p:cNvSpPr>
            <p:nvPr/>
          </p:nvSpPr>
          <p:spPr bwMode="auto">
            <a:xfrm>
              <a:off x="6067425"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3" name="Oval 6">
              <a:extLst>
                <a:ext uri="{FF2B5EF4-FFF2-40B4-BE49-F238E27FC236}">
                  <a16:creationId xmlns:a16="http://schemas.microsoft.com/office/drawing/2014/main" id="{E867E3AD-D0B4-4D58-A6CA-C0A214E51599}"/>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4" name="Rectangle 7">
              <a:extLst>
                <a:ext uri="{FF2B5EF4-FFF2-40B4-BE49-F238E27FC236}">
                  <a16:creationId xmlns:a16="http://schemas.microsoft.com/office/drawing/2014/main" id="{21F3F66F-21D5-419C-B51E-1F4345201868}"/>
                </a:ext>
              </a:extLst>
            </p:cNvPr>
            <p:cNvSpPr>
              <a:spLocks noChangeArrowheads="1"/>
            </p:cNvSpPr>
            <p:nvPr/>
          </p:nvSpPr>
          <p:spPr bwMode="auto">
            <a:xfrm>
              <a:off x="6396038"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5" name="Oval 8">
              <a:extLst>
                <a:ext uri="{FF2B5EF4-FFF2-40B4-BE49-F238E27FC236}">
                  <a16:creationId xmlns:a16="http://schemas.microsoft.com/office/drawing/2014/main" id="{3581EFED-582C-4FCD-9318-87BE0C0EDECA}"/>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6" name="Oval 9">
              <a:extLst>
                <a:ext uri="{FF2B5EF4-FFF2-40B4-BE49-F238E27FC236}">
                  <a16:creationId xmlns:a16="http://schemas.microsoft.com/office/drawing/2014/main" id="{B795F82E-DBC4-4678-B515-23243C94D8B6}"/>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7" name="Freeform 10">
              <a:extLst>
                <a:ext uri="{FF2B5EF4-FFF2-40B4-BE49-F238E27FC236}">
                  <a16:creationId xmlns:a16="http://schemas.microsoft.com/office/drawing/2014/main" id="{680F7356-7A43-47B9-88AF-4E16E012D257}"/>
                </a:ext>
              </a:extLst>
            </p:cNvPr>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sp>
          <p:nvSpPr>
            <p:cNvPr id="168" name="Freeform 11">
              <a:extLst>
                <a:ext uri="{FF2B5EF4-FFF2-40B4-BE49-F238E27FC236}">
                  <a16:creationId xmlns:a16="http://schemas.microsoft.com/office/drawing/2014/main" id="{7C788C7F-299A-44F0-A85D-C95CE588939C}"/>
                </a:ext>
              </a:extLst>
            </p:cNvPr>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Calibri"/>
              </a:endParaRPr>
            </a:p>
          </p:txBody>
        </p:sp>
      </p:grpSp>
      <p:sp>
        <p:nvSpPr>
          <p:cNvPr id="74" name="TextBox 73">
            <a:extLst>
              <a:ext uri="{FF2B5EF4-FFF2-40B4-BE49-F238E27FC236}">
                <a16:creationId xmlns:a16="http://schemas.microsoft.com/office/drawing/2014/main" id="{FA2AE06D-B15B-45DF-8596-FC0C84E07D5C}"/>
              </a:ext>
            </a:extLst>
          </p:cNvPr>
          <p:cNvSpPr txBox="1"/>
          <p:nvPr/>
        </p:nvSpPr>
        <p:spPr>
          <a:xfrm>
            <a:off x="9347001" y="4549443"/>
            <a:ext cx="2534853" cy="523220"/>
          </a:xfrm>
          <a:prstGeom prst="rect">
            <a:avLst/>
          </a:prstGeom>
          <a:noFill/>
        </p:spPr>
        <p:txBody>
          <a:bodyPr wrap="square">
            <a:spAutoFit/>
          </a:bodyPr>
          <a:lstStyle/>
          <a:p>
            <a:pPr marL="2286" marR="5080" lvl="0" indent="0" algn="l" defTabSz="914400" rtl="0" eaLnBrk="1" fontAlgn="auto" latinLnBrk="0" hangingPunct="1">
              <a:lnSpc>
                <a:spcPct val="100000"/>
              </a:lnSpc>
              <a:spcBef>
                <a:spcPts val="0"/>
              </a:spcBef>
              <a:spcAft>
                <a:spcPts val="1200"/>
              </a:spcAft>
              <a:buClrTx/>
              <a:buSzPct val="100000"/>
              <a:buFontTx/>
              <a:buNone/>
              <a:tabLst>
                <a:tab pos="173038" algn="l"/>
              </a:tabLst>
              <a:defRPr/>
            </a:pPr>
            <a:r>
              <a:rPr kumimoji="0" lang="en-US" sz="1400" b="1" i="0" u="none" strike="noStrike" kern="1200" cap="none" spc="0" normalizeH="0" baseline="0" noProof="0">
                <a:ln>
                  <a:noFill/>
                </a:ln>
                <a:solidFill>
                  <a:prstClr val="white"/>
                </a:solidFill>
                <a:effectLst/>
                <a:uLnTx/>
                <a:uFillTx/>
                <a:latin typeface="Verdana"/>
                <a:ea typeface="Open Sans" panose="020B0606030504020204" pitchFamily="34" charset="0"/>
                <a:cs typeface="Open Sans" panose="020B0606030504020204" pitchFamily="34" charset="0"/>
              </a:rPr>
              <a:t>Our Support to Odisha Government</a:t>
            </a:r>
          </a:p>
        </p:txBody>
      </p:sp>
      <p:sp>
        <p:nvSpPr>
          <p:cNvPr id="76" name="TextBox 75">
            <a:extLst>
              <a:ext uri="{FF2B5EF4-FFF2-40B4-BE49-F238E27FC236}">
                <a16:creationId xmlns:a16="http://schemas.microsoft.com/office/drawing/2014/main" id="{EB3283F8-EC5F-438D-A0A3-71F69D1D2183}"/>
              </a:ext>
            </a:extLst>
          </p:cNvPr>
          <p:cNvSpPr txBox="1"/>
          <p:nvPr/>
        </p:nvSpPr>
        <p:spPr>
          <a:xfrm>
            <a:off x="9824061" y="5181464"/>
            <a:ext cx="1803913" cy="923330"/>
          </a:xfrm>
          <a:prstGeom prst="rect">
            <a:avLst/>
          </a:prstGeom>
        </p:spPr>
        <p:txBody>
          <a:bodyPr wrap="square" lIns="0" tIns="0" rIns="0" bIns="0">
            <a:spAutoFit/>
          </a:bodyPr>
          <a:lstStyle>
            <a:defPPr>
              <a:defRPr lang="en-US"/>
            </a:defPPr>
            <a:lvl1pPr marL="2286" marR="5080" lvl="0" indent="0" algn="ctr" defTabSz="914400" fontAlgn="auto">
              <a:lnSpc>
                <a:spcPct val="100000"/>
              </a:lnSpc>
              <a:spcBef>
                <a:spcPts val="0"/>
              </a:spcBef>
              <a:spcAft>
                <a:spcPts val="1200"/>
              </a:spcAft>
              <a:buClrTx/>
              <a:buSzPct val="100000"/>
              <a:buFontTx/>
              <a:buNone/>
              <a:tabLst>
                <a:tab pos="173038" algn="l"/>
              </a:tabLst>
              <a:defRPr kumimoji="0" sz="1200" b="0" i="0" u="none" strike="noStrike" cap="none" spc="0" normalizeH="0" baseline="0">
                <a:ln>
                  <a:noFill/>
                </a:ln>
                <a:solidFill>
                  <a:prstClr val="white"/>
                </a:solidFill>
                <a:effectLst/>
                <a:uLnTx/>
                <a:uFillTx/>
                <a:latin typeface="Verdana"/>
                <a:ea typeface="Open Sans" panose="020B0606030504020204" pitchFamily="34" charset="0"/>
                <a:cs typeface="Open Sans" panose="020B0606030504020204" pitchFamily="34" charset="0"/>
              </a:defRPr>
            </a:lvl1pPr>
          </a:lstStyle>
          <a:p>
            <a:r>
              <a:rPr lang="en-US"/>
              <a:t>Financial and Economic analysis of Upper Indravati Pump Storage Project (PSP) in Odisha, India</a:t>
            </a:r>
          </a:p>
        </p:txBody>
      </p:sp>
      <p:sp>
        <p:nvSpPr>
          <p:cNvPr id="77" name="Rectangle 76">
            <a:extLst>
              <a:ext uri="{FF2B5EF4-FFF2-40B4-BE49-F238E27FC236}">
                <a16:creationId xmlns:a16="http://schemas.microsoft.com/office/drawing/2014/main" id="{5254AD49-8459-4A83-A7F3-890BCEFA1986}"/>
              </a:ext>
            </a:extLst>
          </p:cNvPr>
          <p:cNvSpPr/>
          <p:nvPr/>
        </p:nvSpPr>
        <p:spPr bwMode="gray">
          <a:xfrm>
            <a:off x="3332031" y="5767819"/>
            <a:ext cx="2514986" cy="715052"/>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R="0" lvl="0" algn="l" defTabSz="1219170" rtl="0" eaLnBrk="1" fontAlgn="auto" latinLnBrk="0" hangingPunct="1">
              <a:lnSpc>
                <a:spcPct val="100000"/>
              </a:lnSpc>
              <a:spcBef>
                <a:spcPts val="600"/>
              </a:spcBef>
              <a:spcAft>
                <a:spcPts val="0"/>
              </a:spcAft>
              <a:buClrTx/>
              <a:buSzPct val="100000"/>
              <a:tabLst/>
              <a:defRPr/>
            </a:pPr>
            <a:r>
              <a:rPr kumimoji="0" lang="en-GB" sz="1200" b="0" i="0" u="none" strike="noStrike" kern="1200" cap="none" spc="0" normalizeH="0" baseline="0" noProof="0">
                <a:ln>
                  <a:noFill/>
                </a:ln>
                <a:solidFill>
                  <a:prstClr val="black"/>
                </a:solidFill>
                <a:effectLst/>
                <a:uLnTx/>
                <a:uFillTx/>
                <a:latin typeface="Verdana"/>
                <a:ea typeface="Open Sans" panose="020B0606030504020204" pitchFamily="34" charset="0"/>
                <a:cs typeface="Open Sans" panose="020B0606030504020204" pitchFamily="34" charset="0"/>
              </a:rPr>
              <a:t>Piloting innovative models</a:t>
            </a:r>
          </a:p>
        </p:txBody>
      </p:sp>
      <p:sp>
        <p:nvSpPr>
          <p:cNvPr id="78" name="Rectangle 77">
            <a:extLst>
              <a:ext uri="{FF2B5EF4-FFF2-40B4-BE49-F238E27FC236}">
                <a16:creationId xmlns:a16="http://schemas.microsoft.com/office/drawing/2014/main" id="{AE4FB933-B5DA-4FD5-8B8E-EE1B68D30E84}"/>
              </a:ext>
            </a:extLst>
          </p:cNvPr>
          <p:cNvSpPr/>
          <p:nvPr/>
        </p:nvSpPr>
        <p:spPr bwMode="gray">
          <a:xfrm>
            <a:off x="6191862" y="5790908"/>
            <a:ext cx="2514986" cy="715052"/>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R="0" lvl="0" algn="l" defTabSz="1219170" rtl="0" eaLnBrk="1" fontAlgn="auto" latinLnBrk="0" hangingPunct="1">
              <a:lnSpc>
                <a:spcPct val="100000"/>
              </a:lnSpc>
              <a:spcBef>
                <a:spcPts val="600"/>
              </a:spcBef>
              <a:spcAft>
                <a:spcPts val="0"/>
              </a:spcAft>
              <a:buClrTx/>
              <a:buSzPct val="100000"/>
              <a:tabLst/>
              <a:defRPr/>
            </a:pPr>
            <a:r>
              <a:rPr kumimoji="0" lang="en-GB" sz="12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Resource Assessment &amp; Alignment of </a:t>
            </a:r>
            <a:r>
              <a:rPr lang="en-GB" sz="1200" dirty="0">
                <a:solidFill>
                  <a:prstClr val="black"/>
                </a:solidFill>
                <a:latin typeface="Verdana"/>
                <a:ea typeface="Open Sans" panose="020B0606030504020204" pitchFamily="34" charset="0"/>
                <a:cs typeface="Open Sans" panose="020B0606030504020204" pitchFamily="34" charset="0"/>
              </a:rPr>
              <a:t>JR</a:t>
            </a:r>
            <a:r>
              <a:rPr kumimoji="0" lang="en-GB" sz="1200" b="0" i="0" u="none" strike="noStrike" kern="1200" cap="none" spc="0" normalizeH="0" baseline="0" noProof="0" dirty="0">
                <a:ln>
                  <a:noFill/>
                </a:ln>
                <a:solidFill>
                  <a:prstClr val="black"/>
                </a:solidFill>
                <a:effectLst/>
                <a:uLnTx/>
                <a:uFillTx/>
                <a:latin typeface="Verdana"/>
                <a:ea typeface="Open Sans" panose="020B0606030504020204" pitchFamily="34" charset="0"/>
                <a:cs typeface="Open Sans" panose="020B0606030504020204" pitchFamily="34" charset="0"/>
              </a:rPr>
              <a:t>EDA’s requirements</a:t>
            </a:r>
          </a:p>
        </p:txBody>
      </p:sp>
    </p:spTree>
    <p:extLst>
      <p:ext uri="{BB962C8B-B14F-4D97-AF65-F5344CB8AC3E}">
        <p14:creationId xmlns:p14="http://schemas.microsoft.com/office/powerpoint/2010/main" val="419654016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Why Deloitte</a:t>
            </a:r>
            <a:endParaRPr lang="en-US" noProof="0"/>
          </a:p>
        </p:txBody>
      </p:sp>
      <p:sp>
        <p:nvSpPr>
          <p:cNvPr id="2" name="Text Placeholder 1"/>
          <p:cNvSpPr>
            <a:spLocks noGrp="1"/>
          </p:cNvSpPr>
          <p:nvPr>
            <p:ph type="body" idx="1"/>
          </p:nvPr>
        </p:nvSpPr>
        <p:spPr>
          <a:xfrm>
            <a:off x="561450" y="3429000"/>
            <a:ext cx="10418233" cy="1566532"/>
          </a:xfrm>
        </p:spPr>
        <p:txBody>
          <a:bodyPr/>
          <a:lstStyle/>
          <a:p>
            <a:r>
              <a:rPr lang="en-US" sz="2400"/>
              <a:t>We bring onboard relevant experience and subject matter experts to handhold you in this engagement</a:t>
            </a:r>
          </a:p>
        </p:txBody>
      </p:sp>
      <p:grpSp>
        <p:nvGrpSpPr>
          <p:cNvPr id="4" name="Group 3">
            <a:extLst>
              <a:ext uri="{FF2B5EF4-FFF2-40B4-BE49-F238E27FC236}">
                <a16:creationId xmlns:a16="http://schemas.microsoft.com/office/drawing/2014/main" id="{14DC9ACE-68AC-A6F2-BDF9-443EF6B2B247}"/>
              </a:ext>
            </a:extLst>
          </p:cNvPr>
          <p:cNvGrpSpPr/>
          <p:nvPr/>
        </p:nvGrpSpPr>
        <p:grpSpPr>
          <a:xfrm>
            <a:off x="10404488" y="431939"/>
            <a:ext cx="1443600" cy="1422000"/>
            <a:chOff x="10404488" y="431939"/>
            <a:chExt cx="1443600" cy="1422000"/>
          </a:xfrm>
        </p:grpSpPr>
        <p:sp>
          <p:nvSpPr>
            <p:cNvPr id="3" name="Freeform 331">
              <a:extLst>
                <a:ext uri="{FF2B5EF4-FFF2-40B4-BE49-F238E27FC236}">
                  <a16:creationId xmlns:a16="http://schemas.microsoft.com/office/drawing/2014/main" id="{C0549CD3-796B-F401-3C7F-C4DAEF0E65C9}"/>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8" name="Graphic 7" descr="Renewable Energy with solid fill">
              <a:extLst>
                <a:ext uri="{FF2B5EF4-FFF2-40B4-BE49-F238E27FC236}">
                  <a16:creationId xmlns:a16="http://schemas.microsoft.com/office/drawing/2014/main" id="{65053B4B-39A9-486C-AA67-1405DD98B0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Tree>
    <p:extLst>
      <p:ext uri="{BB962C8B-B14F-4D97-AF65-F5344CB8AC3E}">
        <p14:creationId xmlns:p14="http://schemas.microsoft.com/office/powerpoint/2010/main" val="151108837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10B0713-0DB5-453F-A960-A4CAAB9E47A3}"/>
              </a:ext>
            </a:extLst>
          </p:cNvPr>
          <p:cNvSpPr>
            <a:spLocks noGrp="1"/>
          </p:cNvSpPr>
          <p:nvPr>
            <p:ph type="title"/>
          </p:nvPr>
        </p:nvSpPr>
        <p:spPr/>
        <p:txBody>
          <a:bodyPr/>
          <a:lstStyle/>
          <a:p>
            <a:r>
              <a:rPr lang="en-US"/>
              <a:t>Deloitte’s varied experience with states- SNA/IT/Program Management</a:t>
            </a:r>
          </a:p>
        </p:txBody>
      </p:sp>
      <p:sp>
        <p:nvSpPr>
          <p:cNvPr id="312" name="Text Placeholder 7">
            <a:extLst>
              <a:ext uri="{FF2B5EF4-FFF2-40B4-BE49-F238E27FC236}">
                <a16:creationId xmlns:a16="http://schemas.microsoft.com/office/drawing/2014/main" id="{D733D998-A171-442F-B428-5623DCAE2B39}"/>
              </a:ext>
            </a:extLst>
          </p:cNvPr>
          <p:cNvSpPr>
            <a:spLocks noGrp="1"/>
          </p:cNvSpPr>
          <p:nvPr>
            <p:ph type="body" sz="quarter" idx="13"/>
          </p:nvPr>
        </p:nvSpPr>
        <p:spPr>
          <a:xfrm>
            <a:off x="469900" y="884407"/>
            <a:ext cx="11252200" cy="757255"/>
          </a:xfrm>
        </p:spPr>
        <p:txBody>
          <a:bodyPr/>
          <a:lstStyle/>
          <a:p>
            <a:r>
              <a:rPr lang="en-IN" sz="1700" i="1" dirty="0">
                <a:solidFill>
                  <a:srgbClr val="313131"/>
                </a:solidFill>
              </a:rPr>
              <a:t>Rich experience of providing implementation support through program management, IT dashboard</a:t>
            </a:r>
            <a:endParaRPr lang="en-US" sz="1700" dirty="0">
              <a:solidFill>
                <a:prstClr val="black"/>
              </a:solidFill>
            </a:endParaRPr>
          </a:p>
        </p:txBody>
      </p:sp>
      <p:sp>
        <p:nvSpPr>
          <p:cNvPr id="233" name="AutoShape 276">
            <a:extLst>
              <a:ext uri="{FF2B5EF4-FFF2-40B4-BE49-F238E27FC236}">
                <a16:creationId xmlns:a16="http://schemas.microsoft.com/office/drawing/2014/main" id="{12A1C7A3-699C-4AAE-83C8-43B37CE895AC}"/>
              </a:ext>
            </a:extLst>
          </p:cNvPr>
          <p:cNvSpPr>
            <a:spLocks noChangeAspect="1" noChangeArrowheads="1" noTextEdit="1"/>
          </p:cNvSpPr>
          <p:nvPr/>
        </p:nvSpPr>
        <p:spPr bwMode="auto">
          <a:xfrm>
            <a:off x="1806861" y="2524107"/>
            <a:ext cx="3033075"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4" name="Freeform 278">
            <a:extLst>
              <a:ext uri="{FF2B5EF4-FFF2-40B4-BE49-F238E27FC236}">
                <a16:creationId xmlns:a16="http://schemas.microsoft.com/office/drawing/2014/main" id="{E06E3D01-8680-424C-9E94-0E55C27FC4D8}"/>
              </a:ext>
            </a:extLst>
          </p:cNvPr>
          <p:cNvSpPr>
            <a:spLocks/>
          </p:cNvSpPr>
          <p:nvPr/>
        </p:nvSpPr>
        <p:spPr bwMode="auto">
          <a:xfrm>
            <a:off x="4584971" y="3757829"/>
            <a:ext cx="0" cy="197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7" name="Freeform 279">
            <a:extLst>
              <a:ext uri="{FF2B5EF4-FFF2-40B4-BE49-F238E27FC236}">
                <a16:creationId xmlns:a16="http://schemas.microsoft.com/office/drawing/2014/main" id="{5952DBFF-C7BA-4CFF-89F6-80841B01A75D}"/>
              </a:ext>
            </a:extLst>
          </p:cNvPr>
          <p:cNvSpPr>
            <a:spLocks/>
          </p:cNvSpPr>
          <p:nvPr/>
        </p:nvSpPr>
        <p:spPr bwMode="auto">
          <a:xfrm>
            <a:off x="4460547" y="390071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8" name="Freeform 280">
            <a:extLst>
              <a:ext uri="{FF2B5EF4-FFF2-40B4-BE49-F238E27FC236}">
                <a16:creationId xmlns:a16="http://schemas.microsoft.com/office/drawing/2014/main" id="{4D99C8AD-902D-4217-81F8-70BB233ACF84}"/>
              </a:ext>
            </a:extLst>
          </p:cNvPr>
          <p:cNvSpPr>
            <a:spLocks/>
          </p:cNvSpPr>
          <p:nvPr/>
        </p:nvSpPr>
        <p:spPr bwMode="auto">
          <a:xfrm>
            <a:off x="4333064" y="3876077"/>
            <a:ext cx="5100" cy="1971"/>
          </a:xfrm>
          <a:custGeom>
            <a:avLst/>
            <a:gdLst>
              <a:gd name="T0" fmla="*/ 2 w 2"/>
              <a:gd name="T1" fmla="*/ 0 h 1"/>
              <a:gd name="T2" fmla="*/ 0 w 2"/>
              <a:gd name="T3" fmla="*/ 1 h 1"/>
              <a:gd name="T4" fmla="*/ 1 w 2"/>
              <a:gd name="T5" fmla="*/ 1 h 1"/>
              <a:gd name="T6" fmla="*/ 2 w 2"/>
              <a:gd name="T7" fmla="*/ 0 h 1"/>
            </a:gdLst>
            <a:ahLst/>
            <a:cxnLst>
              <a:cxn ang="0">
                <a:pos x="T0" y="T1"/>
              </a:cxn>
              <a:cxn ang="0">
                <a:pos x="T2" y="T3"/>
              </a:cxn>
              <a:cxn ang="0">
                <a:pos x="T4" y="T5"/>
              </a:cxn>
              <a:cxn ang="0">
                <a:pos x="T6" y="T7"/>
              </a:cxn>
            </a:cxnLst>
            <a:rect l="0" t="0" r="r" b="b"/>
            <a:pathLst>
              <a:path w="2" h="1">
                <a:moveTo>
                  <a:pt x="2" y="0"/>
                </a:moveTo>
                <a:cubicBezTo>
                  <a:pt x="1" y="0"/>
                  <a:pt x="1" y="1"/>
                  <a:pt x="0" y="1"/>
                </a:cubicBezTo>
                <a:cubicBezTo>
                  <a:pt x="1" y="1"/>
                  <a:pt x="1" y="1"/>
                  <a:pt x="1" y="1"/>
                </a:cubicBezTo>
                <a:cubicBezTo>
                  <a:pt x="2" y="1"/>
                  <a:pt x="2" y="1"/>
                  <a:pt x="2"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49" name="Freeform 281">
            <a:extLst>
              <a:ext uri="{FF2B5EF4-FFF2-40B4-BE49-F238E27FC236}">
                <a16:creationId xmlns:a16="http://schemas.microsoft.com/office/drawing/2014/main" id="{57906492-2FFA-4FE5-8A34-E3742A510F83}"/>
              </a:ext>
            </a:extLst>
          </p:cNvPr>
          <p:cNvSpPr>
            <a:spLocks/>
          </p:cNvSpPr>
          <p:nvPr/>
        </p:nvSpPr>
        <p:spPr bwMode="auto">
          <a:xfrm>
            <a:off x="1804822" y="3806115"/>
            <a:ext cx="672090" cy="507482"/>
          </a:xfrm>
          <a:custGeom>
            <a:avLst/>
            <a:gdLst>
              <a:gd name="T0" fmla="*/ 274 w 296"/>
              <a:gd name="T1" fmla="*/ 80 h 231"/>
              <a:gd name="T2" fmla="*/ 250 w 296"/>
              <a:gd name="T3" fmla="*/ 57 h 231"/>
              <a:gd name="T4" fmla="*/ 244 w 296"/>
              <a:gd name="T5" fmla="*/ 27 h 231"/>
              <a:gd name="T6" fmla="*/ 217 w 296"/>
              <a:gd name="T7" fmla="*/ 17 h 231"/>
              <a:gd name="T8" fmla="*/ 192 w 296"/>
              <a:gd name="T9" fmla="*/ 9 h 231"/>
              <a:gd name="T10" fmla="*/ 164 w 296"/>
              <a:gd name="T11" fmla="*/ 4 h 231"/>
              <a:gd name="T12" fmla="*/ 146 w 296"/>
              <a:gd name="T13" fmla="*/ 6 h 231"/>
              <a:gd name="T14" fmla="*/ 146 w 296"/>
              <a:gd name="T15" fmla="*/ 19 h 231"/>
              <a:gd name="T16" fmla="*/ 118 w 296"/>
              <a:gd name="T17" fmla="*/ 13 h 231"/>
              <a:gd name="T18" fmla="*/ 89 w 296"/>
              <a:gd name="T19" fmla="*/ 22 h 231"/>
              <a:gd name="T20" fmla="*/ 63 w 296"/>
              <a:gd name="T21" fmla="*/ 13 h 231"/>
              <a:gd name="T22" fmla="*/ 42 w 296"/>
              <a:gd name="T23" fmla="*/ 14 h 231"/>
              <a:gd name="T24" fmla="*/ 16 w 296"/>
              <a:gd name="T25" fmla="*/ 25 h 231"/>
              <a:gd name="T26" fmla="*/ 3 w 296"/>
              <a:gd name="T27" fmla="*/ 37 h 231"/>
              <a:gd name="T28" fmla="*/ 22 w 296"/>
              <a:gd name="T29" fmla="*/ 36 h 231"/>
              <a:gd name="T30" fmla="*/ 18 w 296"/>
              <a:gd name="T31" fmla="*/ 40 h 231"/>
              <a:gd name="T32" fmla="*/ 21 w 296"/>
              <a:gd name="T33" fmla="*/ 54 h 231"/>
              <a:gd name="T34" fmla="*/ 27 w 296"/>
              <a:gd name="T35" fmla="*/ 60 h 231"/>
              <a:gd name="T36" fmla="*/ 51 w 296"/>
              <a:gd name="T37" fmla="*/ 86 h 231"/>
              <a:gd name="T38" fmla="*/ 79 w 296"/>
              <a:gd name="T39" fmla="*/ 88 h 231"/>
              <a:gd name="T40" fmla="*/ 99 w 296"/>
              <a:gd name="T41" fmla="*/ 79 h 231"/>
              <a:gd name="T42" fmla="*/ 107 w 296"/>
              <a:gd name="T43" fmla="*/ 92 h 231"/>
              <a:gd name="T44" fmla="*/ 87 w 296"/>
              <a:gd name="T45" fmla="*/ 102 h 231"/>
              <a:gd name="T46" fmla="*/ 78 w 296"/>
              <a:gd name="T47" fmla="*/ 110 h 231"/>
              <a:gd name="T48" fmla="*/ 66 w 296"/>
              <a:gd name="T49" fmla="*/ 113 h 231"/>
              <a:gd name="T50" fmla="*/ 52 w 296"/>
              <a:gd name="T51" fmla="*/ 112 h 231"/>
              <a:gd name="T52" fmla="*/ 40 w 296"/>
              <a:gd name="T53" fmla="*/ 107 h 231"/>
              <a:gd name="T54" fmla="*/ 38 w 296"/>
              <a:gd name="T55" fmla="*/ 117 h 231"/>
              <a:gd name="T56" fmla="*/ 72 w 296"/>
              <a:gd name="T57" fmla="*/ 157 h 231"/>
              <a:gd name="T58" fmla="*/ 101 w 296"/>
              <a:gd name="T59" fmla="*/ 186 h 231"/>
              <a:gd name="T60" fmla="*/ 127 w 296"/>
              <a:gd name="T61" fmla="*/ 196 h 231"/>
              <a:gd name="T62" fmla="*/ 156 w 296"/>
              <a:gd name="T63" fmla="*/ 186 h 231"/>
              <a:gd name="T64" fmla="*/ 180 w 296"/>
              <a:gd name="T65" fmla="*/ 177 h 231"/>
              <a:gd name="T66" fmla="*/ 192 w 296"/>
              <a:gd name="T67" fmla="*/ 147 h 231"/>
              <a:gd name="T68" fmla="*/ 194 w 296"/>
              <a:gd name="T69" fmla="*/ 129 h 231"/>
              <a:gd name="T70" fmla="*/ 212 w 296"/>
              <a:gd name="T71" fmla="*/ 128 h 231"/>
              <a:gd name="T72" fmla="*/ 204 w 296"/>
              <a:gd name="T73" fmla="*/ 135 h 231"/>
              <a:gd name="T74" fmla="*/ 204 w 296"/>
              <a:gd name="T75" fmla="*/ 146 h 231"/>
              <a:gd name="T76" fmla="*/ 205 w 296"/>
              <a:gd name="T77" fmla="*/ 160 h 231"/>
              <a:gd name="T78" fmla="*/ 209 w 296"/>
              <a:gd name="T79" fmla="*/ 166 h 231"/>
              <a:gd name="T80" fmla="*/ 205 w 296"/>
              <a:gd name="T81" fmla="*/ 181 h 231"/>
              <a:gd name="T82" fmla="*/ 210 w 296"/>
              <a:gd name="T83" fmla="*/ 190 h 231"/>
              <a:gd name="T84" fmla="*/ 212 w 296"/>
              <a:gd name="T85" fmla="*/ 201 h 231"/>
              <a:gd name="T86" fmla="*/ 201 w 296"/>
              <a:gd name="T87" fmla="*/ 223 h 231"/>
              <a:gd name="T88" fmla="*/ 224 w 296"/>
              <a:gd name="T89" fmla="*/ 230 h 231"/>
              <a:gd name="T90" fmla="*/ 235 w 296"/>
              <a:gd name="T91" fmla="*/ 206 h 231"/>
              <a:gd name="T92" fmla="*/ 257 w 296"/>
              <a:gd name="T93" fmla="*/ 208 h 231"/>
              <a:gd name="T94" fmla="*/ 247 w 296"/>
              <a:gd name="T95" fmla="*/ 185 h 231"/>
              <a:gd name="T96" fmla="*/ 272 w 296"/>
              <a:gd name="T97" fmla="*/ 174 h 231"/>
              <a:gd name="T98" fmla="*/ 263 w 296"/>
              <a:gd name="T99" fmla="*/ 161 h 231"/>
              <a:gd name="T100" fmla="*/ 275 w 296"/>
              <a:gd name="T101" fmla="*/ 149 h 231"/>
              <a:gd name="T102" fmla="*/ 284 w 296"/>
              <a:gd name="T103" fmla="*/ 129 h 231"/>
              <a:gd name="T104" fmla="*/ 292 w 296"/>
              <a:gd name="T105" fmla="*/ 10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6" h="231">
                <a:moveTo>
                  <a:pt x="289" y="93"/>
                </a:moveTo>
                <a:cubicBezTo>
                  <a:pt x="289" y="93"/>
                  <a:pt x="289" y="93"/>
                  <a:pt x="289" y="93"/>
                </a:cubicBezTo>
                <a:cubicBezTo>
                  <a:pt x="289" y="91"/>
                  <a:pt x="289" y="88"/>
                  <a:pt x="287" y="88"/>
                </a:cubicBezTo>
                <a:cubicBezTo>
                  <a:pt x="286" y="88"/>
                  <a:pt x="281" y="90"/>
                  <a:pt x="281" y="87"/>
                </a:cubicBezTo>
                <a:cubicBezTo>
                  <a:pt x="282" y="84"/>
                  <a:pt x="283" y="83"/>
                  <a:pt x="281" y="81"/>
                </a:cubicBezTo>
                <a:cubicBezTo>
                  <a:pt x="279" y="79"/>
                  <a:pt x="276" y="80"/>
                  <a:pt x="274" y="80"/>
                </a:cubicBezTo>
                <a:cubicBezTo>
                  <a:pt x="274" y="79"/>
                  <a:pt x="274" y="79"/>
                  <a:pt x="274" y="79"/>
                </a:cubicBezTo>
                <a:cubicBezTo>
                  <a:pt x="271" y="80"/>
                  <a:pt x="271" y="76"/>
                  <a:pt x="269" y="75"/>
                </a:cubicBezTo>
                <a:cubicBezTo>
                  <a:pt x="267" y="75"/>
                  <a:pt x="263" y="76"/>
                  <a:pt x="262" y="74"/>
                </a:cubicBezTo>
                <a:cubicBezTo>
                  <a:pt x="258" y="71"/>
                  <a:pt x="265" y="61"/>
                  <a:pt x="256" y="66"/>
                </a:cubicBezTo>
                <a:cubicBezTo>
                  <a:pt x="254" y="64"/>
                  <a:pt x="256" y="61"/>
                  <a:pt x="254" y="59"/>
                </a:cubicBezTo>
                <a:cubicBezTo>
                  <a:pt x="253" y="58"/>
                  <a:pt x="251" y="59"/>
                  <a:pt x="250" y="57"/>
                </a:cubicBezTo>
                <a:cubicBezTo>
                  <a:pt x="248" y="54"/>
                  <a:pt x="255" y="50"/>
                  <a:pt x="256" y="48"/>
                </a:cubicBezTo>
                <a:cubicBezTo>
                  <a:pt x="257" y="44"/>
                  <a:pt x="253" y="39"/>
                  <a:pt x="250" y="43"/>
                </a:cubicBezTo>
                <a:cubicBezTo>
                  <a:pt x="247" y="46"/>
                  <a:pt x="245" y="44"/>
                  <a:pt x="246" y="40"/>
                </a:cubicBezTo>
                <a:cubicBezTo>
                  <a:pt x="243" y="41"/>
                  <a:pt x="241" y="37"/>
                  <a:pt x="241" y="34"/>
                </a:cubicBezTo>
                <a:cubicBezTo>
                  <a:pt x="242" y="30"/>
                  <a:pt x="245" y="30"/>
                  <a:pt x="248" y="28"/>
                </a:cubicBezTo>
                <a:cubicBezTo>
                  <a:pt x="247" y="27"/>
                  <a:pt x="245" y="28"/>
                  <a:pt x="244" y="27"/>
                </a:cubicBezTo>
                <a:cubicBezTo>
                  <a:pt x="243" y="26"/>
                  <a:pt x="244" y="24"/>
                  <a:pt x="244" y="22"/>
                </a:cubicBezTo>
                <a:cubicBezTo>
                  <a:pt x="242" y="21"/>
                  <a:pt x="239" y="20"/>
                  <a:pt x="238" y="22"/>
                </a:cubicBezTo>
                <a:cubicBezTo>
                  <a:pt x="237" y="24"/>
                  <a:pt x="237" y="29"/>
                  <a:pt x="234" y="28"/>
                </a:cubicBezTo>
                <a:cubicBezTo>
                  <a:pt x="233" y="24"/>
                  <a:pt x="227" y="26"/>
                  <a:pt x="224" y="26"/>
                </a:cubicBezTo>
                <a:cubicBezTo>
                  <a:pt x="224" y="24"/>
                  <a:pt x="224" y="23"/>
                  <a:pt x="224" y="21"/>
                </a:cubicBezTo>
                <a:cubicBezTo>
                  <a:pt x="221" y="21"/>
                  <a:pt x="219" y="16"/>
                  <a:pt x="217" y="17"/>
                </a:cubicBezTo>
                <a:cubicBezTo>
                  <a:pt x="216" y="19"/>
                  <a:pt x="215" y="20"/>
                  <a:pt x="213" y="21"/>
                </a:cubicBezTo>
                <a:cubicBezTo>
                  <a:pt x="213" y="18"/>
                  <a:pt x="213" y="17"/>
                  <a:pt x="211" y="16"/>
                </a:cubicBezTo>
                <a:cubicBezTo>
                  <a:pt x="209" y="14"/>
                  <a:pt x="209" y="13"/>
                  <a:pt x="208" y="11"/>
                </a:cubicBezTo>
                <a:cubicBezTo>
                  <a:pt x="207" y="9"/>
                  <a:pt x="203" y="11"/>
                  <a:pt x="201" y="10"/>
                </a:cubicBezTo>
                <a:cubicBezTo>
                  <a:pt x="199" y="9"/>
                  <a:pt x="199" y="7"/>
                  <a:pt x="199" y="5"/>
                </a:cubicBezTo>
                <a:cubicBezTo>
                  <a:pt x="197" y="5"/>
                  <a:pt x="193" y="7"/>
                  <a:pt x="192" y="9"/>
                </a:cubicBezTo>
                <a:cubicBezTo>
                  <a:pt x="191" y="9"/>
                  <a:pt x="190" y="8"/>
                  <a:pt x="190" y="7"/>
                </a:cubicBezTo>
                <a:cubicBezTo>
                  <a:pt x="189" y="7"/>
                  <a:pt x="188" y="9"/>
                  <a:pt x="188" y="11"/>
                </a:cubicBezTo>
                <a:cubicBezTo>
                  <a:pt x="186" y="11"/>
                  <a:pt x="185" y="9"/>
                  <a:pt x="184" y="8"/>
                </a:cubicBezTo>
                <a:cubicBezTo>
                  <a:pt x="184" y="5"/>
                  <a:pt x="181" y="5"/>
                  <a:pt x="179" y="6"/>
                </a:cubicBezTo>
                <a:cubicBezTo>
                  <a:pt x="177" y="6"/>
                  <a:pt x="175" y="5"/>
                  <a:pt x="173" y="4"/>
                </a:cubicBezTo>
                <a:cubicBezTo>
                  <a:pt x="170" y="3"/>
                  <a:pt x="167" y="4"/>
                  <a:pt x="164" y="4"/>
                </a:cubicBezTo>
                <a:cubicBezTo>
                  <a:pt x="164" y="5"/>
                  <a:pt x="164" y="6"/>
                  <a:pt x="164" y="7"/>
                </a:cubicBezTo>
                <a:cubicBezTo>
                  <a:pt x="162" y="7"/>
                  <a:pt x="160" y="7"/>
                  <a:pt x="160" y="5"/>
                </a:cubicBezTo>
                <a:cubicBezTo>
                  <a:pt x="159" y="4"/>
                  <a:pt x="160" y="2"/>
                  <a:pt x="159" y="1"/>
                </a:cubicBezTo>
                <a:cubicBezTo>
                  <a:pt x="158" y="0"/>
                  <a:pt x="154" y="1"/>
                  <a:pt x="151" y="2"/>
                </a:cubicBezTo>
                <a:cubicBezTo>
                  <a:pt x="151" y="2"/>
                  <a:pt x="151" y="3"/>
                  <a:pt x="151" y="3"/>
                </a:cubicBezTo>
                <a:cubicBezTo>
                  <a:pt x="149" y="3"/>
                  <a:pt x="146" y="4"/>
                  <a:pt x="146" y="6"/>
                </a:cubicBezTo>
                <a:cubicBezTo>
                  <a:pt x="146" y="6"/>
                  <a:pt x="146" y="7"/>
                  <a:pt x="147" y="7"/>
                </a:cubicBezTo>
                <a:cubicBezTo>
                  <a:pt x="147" y="9"/>
                  <a:pt x="145" y="12"/>
                  <a:pt x="146" y="14"/>
                </a:cubicBezTo>
                <a:cubicBezTo>
                  <a:pt x="148" y="14"/>
                  <a:pt x="150" y="14"/>
                  <a:pt x="152" y="14"/>
                </a:cubicBezTo>
                <a:cubicBezTo>
                  <a:pt x="152" y="15"/>
                  <a:pt x="152" y="15"/>
                  <a:pt x="152" y="15"/>
                </a:cubicBezTo>
                <a:cubicBezTo>
                  <a:pt x="152" y="16"/>
                  <a:pt x="152" y="16"/>
                  <a:pt x="151" y="16"/>
                </a:cubicBezTo>
                <a:cubicBezTo>
                  <a:pt x="150" y="16"/>
                  <a:pt x="148" y="18"/>
                  <a:pt x="146" y="19"/>
                </a:cubicBezTo>
                <a:cubicBezTo>
                  <a:pt x="146" y="18"/>
                  <a:pt x="144" y="18"/>
                  <a:pt x="143" y="18"/>
                </a:cubicBezTo>
                <a:cubicBezTo>
                  <a:pt x="142" y="19"/>
                  <a:pt x="142" y="19"/>
                  <a:pt x="142" y="19"/>
                </a:cubicBezTo>
                <a:cubicBezTo>
                  <a:pt x="140" y="19"/>
                  <a:pt x="139" y="21"/>
                  <a:pt x="139" y="23"/>
                </a:cubicBezTo>
                <a:cubicBezTo>
                  <a:pt x="135" y="23"/>
                  <a:pt x="131" y="23"/>
                  <a:pt x="128" y="22"/>
                </a:cubicBezTo>
                <a:cubicBezTo>
                  <a:pt x="124" y="21"/>
                  <a:pt x="127" y="16"/>
                  <a:pt x="126" y="13"/>
                </a:cubicBezTo>
                <a:cubicBezTo>
                  <a:pt x="124" y="13"/>
                  <a:pt x="121" y="13"/>
                  <a:pt x="118" y="13"/>
                </a:cubicBezTo>
                <a:cubicBezTo>
                  <a:pt x="117" y="13"/>
                  <a:pt x="115" y="13"/>
                  <a:pt x="114" y="13"/>
                </a:cubicBezTo>
                <a:cubicBezTo>
                  <a:pt x="113" y="14"/>
                  <a:pt x="112" y="15"/>
                  <a:pt x="110" y="15"/>
                </a:cubicBezTo>
                <a:cubicBezTo>
                  <a:pt x="109" y="16"/>
                  <a:pt x="108" y="16"/>
                  <a:pt x="107" y="16"/>
                </a:cubicBezTo>
                <a:cubicBezTo>
                  <a:pt x="104" y="16"/>
                  <a:pt x="104" y="16"/>
                  <a:pt x="103" y="17"/>
                </a:cubicBezTo>
                <a:cubicBezTo>
                  <a:pt x="101" y="19"/>
                  <a:pt x="99" y="20"/>
                  <a:pt x="98" y="21"/>
                </a:cubicBezTo>
                <a:cubicBezTo>
                  <a:pt x="97" y="23"/>
                  <a:pt x="91" y="22"/>
                  <a:pt x="89" y="22"/>
                </a:cubicBezTo>
                <a:cubicBezTo>
                  <a:pt x="85" y="22"/>
                  <a:pt x="83" y="21"/>
                  <a:pt x="81" y="18"/>
                </a:cubicBezTo>
                <a:cubicBezTo>
                  <a:pt x="80" y="17"/>
                  <a:pt x="79" y="14"/>
                  <a:pt x="78" y="14"/>
                </a:cubicBezTo>
                <a:cubicBezTo>
                  <a:pt x="77" y="13"/>
                  <a:pt x="74" y="14"/>
                  <a:pt x="73" y="14"/>
                </a:cubicBezTo>
                <a:cubicBezTo>
                  <a:pt x="72" y="14"/>
                  <a:pt x="70" y="13"/>
                  <a:pt x="69" y="13"/>
                </a:cubicBezTo>
                <a:cubicBezTo>
                  <a:pt x="67" y="13"/>
                  <a:pt x="67" y="12"/>
                  <a:pt x="66" y="15"/>
                </a:cubicBezTo>
                <a:cubicBezTo>
                  <a:pt x="65" y="15"/>
                  <a:pt x="64" y="14"/>
                  <a:pt x="63" y="13"/>
                </a:cubicBezTo>
                <a:cubicBezTo>
                  <a:pt x="62" y="13"/>
                  <a:pt x="62" y="13"/>
                  <a:pt x="60" y="13"/>
                </a:cubicBezTo>
                <a:cubicBezTo>
                  <a:pt x="59" y="14"/>
                  <a:pt x="57" y="15"/>
                  <a:pt x="54" y="14"/>
                </a:cubicBezTo>
                <a:cubicBezTo>
                  <a:pt x="53" y="13"/>
                  <a:pt x="52" y="12"/>
                  <a:pt x="52" y="12"/>
                </a:cubicBezTo>
                <a:cubicBezTo>
                  <a:pt x="51" y="12"/>
                  <a:pt x="50" y="13"/>
                  <a:pt x="49" y="13"/>
                </a:cubicBezTo>
                <a:cubicBezTo>
                  <a:pt x="46" y="14"/>
                  <a:pt x="46" y="12"/>
                  <a:pt x="45" y="10"/>
                </a:cubicBezTo>
                <a:cubicBezTo>
                  <a:pt x="44" y="9"/>
                  <a:pt x="42" y="13"/>
                  <a:pt x="42" y="14"/>
                </a:cubicBezTo>
                <a:cubicBezTo>
                  <a:pt x="39" y="14"/>
                  <a:pt x="40" y="10"/>
                  <a:pt x="39" y="9"/>
                </a:cubicBezTo>
                <a:cubicBezTo>
                  <a:pt x="38" y="5"/>
                  <a:pt x="37" y="10"/>
                  <a:pt x="37" y="12"/>
                </a:cubicBezTo>
                <a:cubicBezTo>
                  <a:pt x="37" y="15"/>
                  <a:pt x="37" y="17"/>
                  <a:pt x="36" y="19"/>
                </a:cubicBezTo>
                <a:cubicBezTo>
                  <a:pt x="35" y="21"/>
                  <a:pt x="35" y="24"/>
                  <a:pt x="34" y="25"/>
                </a:cubicBezTo>
                <a:cubicBezTo>
                  <a:pt x="29" y="26"/>
                  <a:pt x="24" y="25"/>
                  <a:pt x="19" y="25"/>
                </a:cubicBezTo>
                <a:cubicBezTo>
                  <a:pt x="18" y="25"/>
                  <a:pt x="17" y="25"/>
                  <a:pt x="16" y="25"/>
                </a:cubicBezTo>
                <a:cubicBezTo>
                  <a:pt x="15" y="25"/>
                  <a:pt x="14" y="24"/>
                  <a:pt x="13" y="24"/>
                </a:cubicBezTo>
                <a:cubicBezTo>
                  <a:pt x="12" y="24"/>
                  <a:pt x="12" y="25"/>
                  <a:pt x="11" y="26"/>
                </a:cubicBezTo>
                <a:cubicBezTo>
                  <a:pt x="10" y="26"/>
                  <a:pt x="9" y="26"/>
                  <a:pt x="8" y="26"/>
                </a:cubicBezTo>
                <a:cubicBezTo>
                  <a:pt x="8" y="27"/>
                  <a:pt x="7" y="27"/>
                  <a:pt x="6" y="28"/>
                </a:cubicBezTo>
                <a:cubicBezTo>
                  <a:pt x="6" y="30"/>
                  <a:pt x="7" y="31"/>
                  <a:pt x="5" y="32"/>
                </a:cubicBezTo>
                <a:cubicBezTo>
                  <a:pt x="5" y="33"/>
                  <a:pt x="4" y="35"/>
                  <a:pt x="3" y="37"/>
                </a:cubicBezTo>
                <a:cubicBezTo>
                  <a:pt x="3" y="37"/>
                  <a:pt x="3" y="37"/>
                  <a:pt x="2" y="37"/>
                </a:cubicBezTo>
                <a:cubicBezTo>
                  <a:pt x="2" y="38"/>
                  <a:pt x="2" y="38"/>
                  <a:pt x="2" y="38"/>
                </a:cubicBezTo>
                <a:cubicBezTo>
                  <a:pt x="2" y="40"/>
                  <a:pt x="0" y="40"/>
                  <a:pt x="2" y="41"/>
                </a:cubicBezTo>
                <a:cubicBezTo>
                  <a:pt x="3" y="42"/>
                  <a:pt x="7" y="43"/>
                  <a:pt x="9" y="43"/>
                </a:cubicBezTo>
                <a:cubicBezTo>
                  <a:pt x="13" y="43"/>
                  <a:pt x="12" y="39"/>
                  <a:pt x="14" y="37"/>
                </a:cubicBezTo>
                <a:cubicBezTo>
                  <a:pt x="16" y="35"/>
                  <a:pt x="19" y="36"/>
                  <a:pt x="22" y="36"/>
                </a:cubicBezTo>
                <a:cubicBezTo>
                  <a:pt x="23" y="35"/>
                  <a:pt x="25" y="34"/>
                  <a:pt x="26" y="34"/>
                </a:cubicBezTo>
                <a:cubicBezTo>
                  <a:pt x="27" y="33"/>
                  <a:pt x="28" y="31"/>
                  <a:pt x="29" y="32"/>
                </a:cubicBezTo>
                <a:cubicBezTo>
                  <a:pt x="29" y="33"/>
                  <a:pt x="29" y="35"/>
                  <a:pt x="28" y="36"/>
                </a:cubicBezTo>
                <a:cubicBezTo>
                  <a:pt x="27" y="37"/>
                  <a:pt x="25" y="36"/>
                  <a:pt x="24" y="37"/>
                </a:cubicBezTo>
                <a:cubicBezTo>
                  <a:pt x="23" y="37"/>
                  <a:pt x="22" y="38"/>
                  <a:pt x="21" y="39"/>
                </a:cubicBezTo>
                <a:cubicBezTo>
                  <a:pt x="20" y="40"/>
                  <a:pt x="20" y="40"/>
                  <a:pt x="18" y="40"/>
                </a:cubicBezTo>
                <a:cubicBezTo>
                  <a:pt x="16" y="40"/>
                  <a:pt x="16" y="40"/>
                  <a:pt x="16" y="40"/>
                </a:cubicBezTo>
                <a:cubicBezTo>
                  <a:pt x="15" y="41"/>
                  <a:pt x="15" y="41"/>
                  <a:pt x="15" y="41"/>
                </a:cubicBezTo>
                <a:cubicBezTo>
                  <a:pt x="14" y="43"/>
                  <a:pt x="14" y="47"/>
                  <a:pt x="15" y="48"/>
                </a:cubicBezTo>
                <a:cubicBezTo>
                  <a:pt x="16" y="48"/>
                  <a:pt x="18" y="48"/>
                  <a:pt x="18" y="50"/>
                </a:cubicBezTo>
                <a:cubicBezTo>
                  <a:pt x="19" y="52"/>
                  <a:pt x="18" y="51"/>
                  <a:pt x="16" y="52"/>
                </a:cubicBezTo>
                <a:cubicBezTo>
                  <a:pt x="18" y="52"/>
                  <a:pt x="20" y="53"/>
                  <a:pt x="21" y="54"/>
                </a:cubicBezTo>
                <a:cubicBezTo>
                  <a:pt x="24" y="55"/>
                  <a:pt x="20" y="57"/>
                  <a:pt x="20" y="59"/>
                </a:cubicBezTo>
                <a:cubicBezTo>
                  <a:pt x="22" y="59"/>
                  <a:pt x="22" y="57"/>
                  <a:pt x="24" y="56"/>
                </a:cubicBezTo>
                <a:cubicBezTo>
                  <a:pt x="24" y="58"/>
                  <a:pt x="24" y="59"/>
                  <a:pt x="23" y="60"/>
                </a:cubicBezTo>
                <a:cubicBezTo>
                  <a:pt x="22" y="60"/>
                  <a:pt x="21" y="60"/>
                  <a:pt x="22" y="62"/>
                </a:cubicBezTo>
                <a:cubicBezTo>
                  <a:pt x="23" y="61"/>
                  <a:pt x="25" y="58"/>
                  <a:pt x="27" y="59"/>
                </a:cubicBezTo>
                <a:cubicBezTo>
                  <a:pt x="27" y="60"/>
                  <a:pt x="27" y="60"/>
                  <a:pt x="27" y="60"/>
                </a:cubicBezTo>
                <a:cubicBezTo>
                  <a:pt x="24" y="60"/>
                  <a:pt x="25" y="64"/>
                  <a:pt x="23" y="63"/>
                </a:cubicBezTo>
                <a:cubicBezTo>
                  <a:pt x="24" y="65"/>
                  <a:pt x="25" y="66"/>
                  <a:pt x="26" y="68"/>
                </a:cubicBezTo>
                <a:cubicBezTo>
                  <a:pt x="29" y="68"/>
                  <a:pt x="32" y="72"/>
                  <a:pt x="34" y="73"/>
                </a:cubicBezTo>
                <a:cubicBezTo>
                  <a:pt x="38" y="75"/>
                  <a:pt x="40" y="76"/>
                  <a:pt x="43" y="79"/>
                </a:cubicBezTo>
                <a:cubicBezTo>
                  <a:pt x="44" y="80"/>
                  <a:pt x="46" y="81"/>
                  <a:pt x="47" y="82"/>
                </a:cubicBezTo>
                <a:cubicBezTo>
                  <a:pt x="48" y="83"/>
                  <a:pt x="49" y="85"/>
                  <a:pt x="51" y="86"/>
                </a:cubicBezTo>
                <a:cubicBezTo>
                  <a:pt x="54" y="86"/>
                  <a:pt x="58" y="85"/>
                  <a:pt x="58" y="89"/>
                </a:cubicBezTo>
                <a:cubicBezTo>
                  <a:pt x="59" y="89"/>
                  <a:pt x="61" y="89"/>
                  <a:pt x="62" y="89"/>
                </a:cubicBezTo>
                <a:cubicBezTo>
                  <a:pt x="61" y="87"/>
                  <a:pt x="67" y="89"/>
                  <a:pt x="69" y="89"/>
                </a:cubicBezTo>
                <a:cubicBezTo>
                  <a:pt x="71" y="89"/>
                  <a:pt x="72" y="90"/>
                  <a:pt x="74" y="89"/>
                </a:cubicBezTo>
                <a:cubicBezTo>
                  <a:pt x="76" y="89"/>
                  <a:pt x="77" y="88"/>
                  <a:pt x="78" y="89"/>
                </a:cubicBezTo>
                <a:cubicBezTo>
                  <a:pt x="79" y="88"/>
                  <a:pt x="79" y="88"/>
                  <a:pt x="79" y="88"/>
                </a:cubicBezTo>
                <a:cubicBezTo>
                  <a:pt x="81" y="86"/>
                  <a:pt x="85" y="88"/>
                  <a:pt x="88" y="87"/>
                </a:cubicBezTo>
                <a:cubicBezTo>
                  <a:pt x="90" y="86"/>
                  <a:pt x="90" y="84"/>
                  <a:pt x="93" y="84"/>
                </a:cubicBezTo>
                <a:cubicBezTo>
                  <a:pt x="94" y="83"/>
                  <a:pt x="96" y="84"/>
                  <a:pt x="97" y="84"/>
                </a:cubicBezTo>
                <a:cubicBezTo>
                  <a:pt x="97" y="83"/>
                  <a:pt x="99" y="81"/>
                  <a:pt x="98" y="81"/>
                </a:cubicBezTo>
                <a:cubicBezTo>
                  <a:pt x="97" y="81"/>
                  <a:pt x="97" y="81"/>
                  <a:pt x="96" y="81"/>
                </a:cubicBezTo>
                <a:cubicBezTo>
                  <a:pt x="96" y="80"/>
                  <a:pt x="97" y="78"/>
                  <a:pt x="99" y="79"/>
                </a:cubicBezTo>
                <a:cubicBezTo>
                  <a:pt x="101" y="80"/>
                  <a:pt x="99" y="82"/>
                  <a:pt x="102" y="80"/>
                </a:cubicBezTo>
                <a:cubicBezTo>
                  <a:pt x="102" y="77"/>
                  <a:pt x="106" y="75"/>
                  <a:pt x="109" y="76"/>
                </a:cubicBezTo>
                <a:cubicBezTo>
                  <a:pt x="109" y="79"/>
                  <a:pt x="112" y="80"/>
                  <a:pt x="114" y="78"/>
                </a:cubicBezTo>
                <a:cubicBezTo>
                  <a:pt x="113" y="79"/>
                  <a:pt x="113" y="80"/>
                  <a:pt x="112" y="81"/>
                </a:cubicBezTo>
                <a:cubicBezTo>
                  <a:pt x="111" y="82"/>
                  <a:pt x="110" y="82"/>
                  <a:pt x="109" y="84"/>
                </a:cubicBezTo>
                <a:cubicBezTo>
                  <a:pt x="108" y="86"/>
                  <a:pt x="107" y="89"/>
                  <a:pt x="107" y="92"/>
                </a:cubicBezTo>
                <a:cubicBezTo>
                  <a:pt x="104" y="93"/>
                  <a:pt x="102" y="96"/>
                  <a:pt x="100" y="97"/>
                </a:cubicBezTo>
                <a:cubicBezTo>
                  <a:pt x="99" y="98"/>
                  <a:pt x="97" y="99"/>
                  <a:pt x="97" y="100"/>
                </a:cubicBezTo>
                <a:cubicBezTo>
                  <a:pt x="96" y="101"/>
                  <a:pt x="97" y="102"/>
                  <a:pt x="96" y="103"/>
                </a:cubicBezTo>
                <a:cubicBezTo>
                  <a:pt x="94" y="103"/>
                  <a:pt x="93" y="103"/>
                  <a:pt x="91" y="103"/>
                </a:cubicBezTo>
                <a:cubicBezTo>
                  <a:pt x="90" y="103"/>
                  <a:pt x="91" y="104"/>
                  <a:pt x="89" y="104"/>
                </a:cubicBezTo>
                <a:cubicBezTo>
                  <a:pt x="88" y="104"/>
                  <a:pt x="88" y="102"/>
                  <a:pt x="87" y="102"/>
                </a:cubicBezTo>
                <a:cubicBezTo>
                  <a:pt x="87" y="102"/>
                  <a:pt x="85" y="102"/>
                  <a:pt x="85" y="102"/>
                </a:cubicBezTo>
                <a:cubicBezTo>
                  <a:pt x="83" y="102"/>
                  <a:pt x="82" y="103"/>
                  <a:pt x="81" y="104"/>
                </a:cubicBezTo>
                <a:cubicBezTo>
                  <a:pt x="82" y="104"/>
                  <a:pt x="83" y="104"/>
                  <a:pt x="84" y="104"/>
                </a:cubicBezTo>
                <a:cubicBezTo>
                  <a:pt x="84" y="106"/>
                  <a:pt x="80" y="107"/>
                  <a:pt x="80" y="109"/>
                </a:cubicBezTo>
                <a:cubicBezTo>
                  <a:pt x="79" y="109"/>
                  <a:pt x="79" y="110"/>
                  <a:pt x="78" y="109"/>
                </a:cubicBezTo>
                <a:cubicBezTo>
                  <a:pt x="78" y="110"/>
                  <a:pt x="78" y="110"/>
                  <a:pt x="78" y="110"/>
                </a:cubicBezTo>
                <a:cubicBezTo>
                  <a:pt x="77" y="110"/>
                  <a:pt x="77" y="110"/>
                  <a:pt x="76" y="110"/>
                </a:cubicBezTo>
                <a:cubicBezTo>
                  <a:pt x="77" y="106"/>
                  <a:pt x="72" y="108"/>
                  <a:pt x="71" y="109"/>
                </a:cubicBezTo>
                <a:cubicBezTo>
                  <a:pt x="71" y="110"/>
                  <a:pt x="71" y="110"/>
                  <a:pt x="71" y="110"/>
                </a:cubicBezTo>
                <a:cubicBezTo>
                  <a:pt x="70" y="111"/>
                  <a:pt x="70" y="110"/>
                  <a:pt x="69" y="111"/>
                </a:cubicBezTo>
                <a:cubicBezTo>
                  <a:pt x="68" y="111"/>
                  <a:pt x="67" y="110"/>
                  <a:pt x="67" y="112"/>
                </a:cubicBezTo>
                <a:cubicBezTo>
                  <a:pt x="66" y="113"/>
                  <a:pt x="66" y="113"/>
                  <a:pt x="66" y="113"/>
                </a:cubicBezTo>
                <a:cubicBezTo>
                  <a:pt x="66" y="112"/>
                  <a:pt x="66" y="111"/>
                  <a:pt x="66" y="111"/>
                </a:cubicBezTo>
                <a:cubicBezTo>
                  <a:pt x="63" y="110"/>
                  <a:pt x="61" y="111"/>
                  <a:pt x="58" y="111"/>
                </a:cubicBezTo>
                <a:cubicBezTo>
                  <a:pt x="59" y="111"/>
                  <a:pt x="59" y="111"/>
                  <a:pt x="59" y="111"/>
                </a:cubicBezTo>
                <a:cubicBezTo>
                  <a:pt x="59" y="112"/>
                  <a:pt x="59" y="113"/>
                  <a:pt x="59" y="113"/>
                </a:cubicBezTo>
                <a:cubicBezTo>
                  <a:pt x="57" y="114"/>
                  <a:pt x="57" y="112"/>
                  <a:pt x="55" y="111"/>
                </a:cubicBezTo>
                <a:cubicBezTo>
                  <a:pt x="54" y="111"/>
                  <a:pt x="53" y="112"/>
                  <a:pt x="52" y="112"/>
                </a:cubicBezTo>
                <a:cubicBezTo>
                  <a:pt x="50" y="113"/>
                  <a:pt x="49" y="113"/>
                  <a:pt x="47" y="113"/>
                </a:cubicBezTo>
                <a:cubicBezTo>
                  <a:pt x="46" y="114"/>
                  <a:pt x="46" y="115"/>
                  <a:pt x="44" y="115"/>
                </a:cubicBezTo>
                <a:cubicBezTo>
                  <a:pt x="45" y="114"/>
                  <a:pt x="47" y="114"/>
                  <a:pt x="47" y="112"/>
                </a:cubicBezTo>
                <a:cubicBezTo>
                  <a:pt x="41" y="112"/>
                  <a:pt x="46" y="108"/>
                  <a:pt x="47" y="106"/>
                </a:cubicBezTo>
                <a:cubicBezTo>
                  <a:pt x="46" y="107"/>
                  <a:pt x="45" y="106"/>
                  <a:pt x="43" y="106"/>
                </a:cubicBezTo>
                <a:cubicBezTo>
                  <a:pt x="42" y="106"/>
                  <a:pt x="41" y="107"/>
                  <a:pt x="40" y="107"/>
                </a:cubicBezTo>
                <a:cubicBezTo>
                  <a:pt x="38" y="107"/>
                  <a:pt x="37" y="105"/>
                  <a:pt x="39" y="104"/>
                </a:cubicBezTo>
                <a:cubicBezTo>
                  <a:pt x="40" y="103"/>
                  <a:pt x="42" y="104"/>
                  <a:pt x="42" y="102"/>
                </a:cubicBezTo>
                <a:cubicBezTo>
                  <a:pt x="40" y="102"/>
                  <a:pt x="38" y="102"/>
                  <a:pt x="37" y="103"/>
                </a:cubicBezTo>
                <a:cubicBezTo>
                  <a:pt x="37" y="103"/>
                  <a:pt x="37" y="104"/>
                  <a:pt x="37" y="105"/>
                </a:cubicBezTo>
                <a:cubicBezTo>
                  <a:pt x="37" y="106"/>
                  <a:pt x="36" y="106"/>
                  <a:pt x="36" y="107"/>
                </a:cubicBezTo>
                <a:cubicBezTo>
                  <a:pt x="31" y="108"/>
                  <a:pt x="37" y="115"/>
                  <a:pt x="38" y="117"/>
                </a:cubicBezTo>
                <a:cubicBezTo>
                  <a:pt x="39" y="119"/>
                  <a:pt x="40" y="121"/>
                  <a:pt x="41" y="123"/>
                </a:cubicBezTo>
                <a:cubicBezTo>
                  <a:pt x="44" y="128"/>
                  <a:pt x="49" y="132"/>
                  <a:pt x="52" y="136"/>
                </a:cubicBezTo>
                <a:cubicBezTo>
                  <a:pt x="54" y="138"/>
                  <a:pt x="54" y="140"/>
                  <a:pt x="57" y="141"/>
                </a:cubicBezTo>
                <a:cubicBezTo>
                  <a:pt x="59" y="143"/>
                  <a:pt x="60" y="145"/>
                  <a:pt x="63" y="147"/>
                </a:cubicBezTo>
                <a:cubicBezTo>
                  <a:pt x="65" y="149"/>
                  <a:pt x="66" y="150"/>
                  <a:pt x="68" y="153"/>
                </a:cubicBezTo>
                <a:cubicBezTo>
                  <a:pt x="69" y="155"/>
                  <a:pt x="70" y="157"/>
                  <a:pt x="72" y="157"/>
                </a:cubicBezTo>
                <a:cubicBezTo>
                  <a:pt x="72" y="157"/>
                  <a:pt x="72" y="157"/>
                  <a:pt x="71" y="157"/>
                </a:cubicBezTo>
                <a:cubicBezTo>
                  <a:pt x="72" y="162"/>
                  <a:pt x="78" y="167"/>
                  <a:pt x="81" y="170"/>
                </a:cubicBezTo>
                <a:cubicBezTo>
                  <a:pt x="83" y="172"/>
                  <a:pt x="85" y="174"/>
                  <a:pt x="87" y="176"/>
                </a:cubicBezTo>
                <a:cubicBezTo>
                  <a:pt x="89" y="177"/>
                  <a:pt x="90" y="177"/>
                  <a:pt x="91" y="179"/>
                </a:cubicBezTo>
                <a:cubicBezTo>
                  <a:pt x="92" y="180"/>
                  <a:pt x="93" y="181"/>
                  <a:pt x="94" y="182"/>
                </a:cubicBezTo>
                <a:cubicBezTo>
                  <a:pt x="96" y="184"/>
                  <a:pt x="99" y="185"/>
                  <a:pt x="101" y="186"/>
                </a:cubicBezTo>
                <a:cubicBezTo>
                  <a:pt x="102" y="187"/>
                  <a:pt x="103" y="189"/>
                  <a:pt x="104" y="189"/>
                </a:cubicBezTo>
                <a:cubicBezTo>
                  <a:pt x="105" y="190"/>
                  <a:pt x="106" y="190"/>
                  <a:pt x="108" y="190"/>
                </a:cubicBezTo>
                <a:cubicBezTo>
                  <a:pt x="110" y="191"/>
                  <a:pt x="111" y="194"/>
                  <a:pt x="114" y="194"/>
                </a:cubicBezTo>
                <a:cubicBezTo>
                  <a:pt x="116" y="194"/>
                  <a:pt x="116" y="193"/>
                  <a:pt x="117" y="193"/>
                </a:cubicBezTo>
                <a:cubicBezTo>
                  <a:pt x="119" y="193"/>
                  <a:pt x="119" y="194"/>
                  <a:pt x="121" y="194"/>
                </a:cubicBezTo>
                <a:cubicBezTo>
                  <a:pt x="123" y="193"/>
                  <a:pt x="125" y="195"/>
                  <a:pt x="127" y="196"/>
                </a:cubicBezTo>
                <a:cubicBezTo>
                  <a:pt x="128" y="194"/>
                  <a:pt x="130" y="194"/>
                  <a:pt x="131" y="193"/>
                </a:cubicBezTo>
                <a:cubicBezTo>
                  <a:pt x="134" y="193"/>
                  <a:pt x="136" y="193"/>
                  <a:pt x="138" y="192"/>
                </a:cubicBezTo>
                <a:cubicBezTo>
                  <a:pt x="140" y="191"/>
                  <a:pt x="140" y="191"/>
                  <a:pt x="142" y="190"/>
                </a:cubicBezTo>
                <a:cubicBezTo>
                  <a:pt x="144" y="190"/>
                  <a:pt x="145" y="190"/>
                  <a:pt x="146" y="190"/>
                </a:cubicBezTo>
                <a:cubicBezTo>
                  <a:pt x="147" y="189"/>
                  <a:pt x="148" y="188"/>
                  <a:pt x="151" y="187"/>
                </a:cubicBezTo>
                <a:cubicBezTo>
                  <a:pt x="152" y="187"/>
                  <a:pt x="156" y="188"/>
                  <a:pt x="156" y="186"/>
                </a:cubicBezTo>
                <a:cubicBezTo>
                  <a:pt x="154" y="186"/>
                  <a:pt x="152" y="186"/>
                  <a:pt x="152" y="187"/>
                </a:cubicBezTo>
                <a:cubicBezTo>
                  <a:pt x="150" y="185"/>
                  <a:pt x="156" y="184"/>
                  <a:pt x="157" y="184"/>
                </a:cubicBezTo>
                <a:cubicBezTo>
                  <a:pt x="160" y="184"/>
                  <a:pt x="162" y="185"/>
                  <a:pt x="165" y="183"/>
                </a:cubicBezTo>
                <a:cubicBezTo>
                  <a:pt x="166" y="181"/>
                  <a:pt x="168" y="182"/>
                  <a:pt x="170" y="181"/>
                </a:cubicBezTo>
                <a:cubicBezTo>
                  <a:pt x="172" y="181"/>
                  <a:pt x="174" y="180"/>
                  <a:pt x="175" y="179"/>
                </a:cubicBezTo>
                <a:cubicBezTo>
                  <a:pt x="177" y="178"/>
                  <a:pt x="178" y="176"/>
                  <a:pt x="180" y="177"/>
                </a:cubicBezTo>
                <a:cubicBezTo>
                  <a:pt x="180" y="176"/>
                  <a:pt x="180" y="175"/>
                  <a:pt x="181" y="174"/>
                </a:cubicBezTo>
                <a:cubicBezTo>
                  <a:pt x="181" y="174"/>
                  <a:pt x="181" y="174"/>
                  <a:pt x="181" y="174"/>
                </a:cubicBezTo>
                <a:cubicBezTo>
                  <a:pt x="183" y="170"/>
                  <a:pt x="185" y="168"/>
                  <a:pt x="188" y="166"/>
                </a:cubicBezTo>
                <a:cubicBezTo>
                  <a:pt x="191" y="163"/>
                  <a:pt x="190" y="159"/>
                  <a:pt x="191" y="156"/>
                </a:cubicBezTo>
                <a:cubicBezTo>
                  <a:pt x="193" y="155"/>
                  <a:pt x="192" y="152"/>
                  <a:pt x="192" y="150"/>
                </a:cubicBezTo>
                <a:cubicBezTo>
                  <a:pt x="192" y="149"/>
                  <a:pt x="192" y="148"/>
                  <a:pt x="192" y="147"/>
                </a:cubicBezTo>
                <a:cubicBezTo>
                  <a:pt x="192" y="146"/>
                  <a:pt x="191" y="145"/>
                  <a:pt x="191" y="144"/>
                </a:cubicBezTo>
                <a:cubicBezTo>
                  <a:pt x="190" y="142"/>
                  <a:pt x="191" y="140"/>
                  <a:pt x="192" y="139"/>
                </a:cubicBezTo>
                <a:cubicBezTo>
                  <a:pt x="193" y="138"/>
                  <a:pt x="194" y="136"/>
                  <a:pt x="195" y="135"/>
                </a:cubicBezTo>
                <a:cubicBezTo>
                  <a:pt x="195" y="135"/>
                  <a:pt x="195" y="134"/>
                  <a:pt x="196" y="134"/>
                </a:cubicBezTo>
                <a:cubicBezTo>
                  <a:pt x="194" y="134"/>
                  <a:pt x="193" y="134"/>
                  <a:pt x="192" y="133"/>
                </a:cubicBezTo>
                <a:cubicBezTo>
                  <a:pt x="194" y="132"/>
                  <a:pt x="194" y="131"/>
                  <a:pt x="194" y="129"/>
                </a:cubicBezTo>
                <a:cubicBezTo>
                  <a:pt x="197" y="128"/>
                  <a:pt x="197" y="131"/>
                  <a:pt x="199" y="131"/>
                </a:cubicBezTo>
                <a:cubicBezTo>
                  <a:pt x="201" y="131"/>
                  <a:pt x="201" y="129"/>
                  <a:pt x="203" y="129"/>
                </a:cubicBezTo>
                <a:cubicBezTo>
                  <a:pt x="204" y="129"/>
                  <a:pt x="204" y="128"/>
                  <a:pt x="204" y="128"/>
                </a:cubicBezTo>
                <a:cubicBezTo>
                  <a:pt x="202" y="128"/>
                  <a:pt x="200" y="128"/>
                  <a:pt x="199" y="128"/>
                </a:cubicBezTo>
                <a:cubicBezTo>
                  <a:pt x="199" y="127"/>
                  <a:pt x="201" y="127"/>
                  <a:pt x="202" y="127"/>
                </a:cubicBezTo>
                <a:cubicBezTo>
                  <a:pt x="203" y="121"/>
                  <a:pt x="210" y="127"/>
                  <a:pt x="212" y="128"/>
                </a:cubicBezTo>
                <a:cubicBezTo>
                  <a:pt x="215" y="130"/>
                  <a:pt x="220" y="130"/>
                  <a:pt x="224" y="128"/>
                </a:cubicBezTo>
                <a:cubicBezTo>
                  <a:pt x="222" y="129"/>
                  <a:pt x="220" y="132"/>
                  <a:pt x="219" y="132"/>
                </a:cubicBezTo>
                <a:cubicBezTo>
                  <a:pt x="217" y="133"/>
                  <a:pt x="217" y="132"/>
                  <a:pt x="216" y="132"/>
                </a:cubicBezTo>
                <a:cubicBezTo>
                  <a:pt x="215" y="131"/>
                  <a:pt x="213" y="132"/>
                  <a:pt x="212" y="131"/>
                </a:cubicBezTo>
                <a:cubicBezTo>
                  <a:pt x="210" y="129"/>
                  <a:pt x="209" y="126"/>
                  <a:pt x="206" y="129"/>
                </a:cubicBezTo>
                <a:cubicBezTo>
                  <a:pt x="205" y="131"/>
                  <a:pt x="206" y="134"/>
                  <a:pt x="204" y="135"/>
                </a:cubicBezTo>
                <a:cubicBezTo>
                  <a:pt x="205" y="136"/>
                  <a:pt x="206" y="136"/>
                  <a:pt x="206" y="137"/>
                </a:cubicBezTo>
                <a:cubicBezTo>
                  <a:pt x="204" y="138"/>
                  <a:pt x="204" y="142"/>
                  <a:pt x="204" y="144"/>
                </a:cubicBezTo>
                <a:cubicBezTo>
                  <a:pt x="205" y="144"/>
                  <a:pt x="206" y="144"/>
                  <a:pt x="207" y="144"/>
                </a:cubicBezTo>
                <a:cubicBezTo>
                  <a:pt x="208" y="142"/>
                  <a:pt x="215" y="142"/>
                  <a:pt x="217" y="143"/>
                </a:cubicBezTo>
                <a:cubicBezTo>
                  <a:pt x="215" y="144"/>
                  <a:pt x="213" y="145"/>
                  <a:pt x="210" y="145"/>
                </a:cubicBezTo>
                <a:cubicBezTo>
                  <a:pt x="208" y="145"/>
                  <a:pt x="205" y="144"/>
                  <a:pt x="204" y="146"/>
                </a:cubicBezTo>
                <a:cubicBezTo>
                  <a:pt x="204" y="148"/>
                  <a:pt x="204" y="150"/>
                  <a:pt x="204" y="151"/>
                </a:cubicBezTo>
                <a:cubicBezTo>
                  <a:pt x="204" y="153"/>
                  <a:pt x="203" y="155"/>
                  <a:pt x="203" y="156"/>
                </a:cubicBezTo>
                <a:cubicBezTo>
                  <a:pt x="204" y="156"/>
                  <a:pt x="212" y="157"/>
                  <a:pt x="212" y="158"/>
                </a:cubicBezTo>
                <a:cubicBezTo>
                  <a:pt x="212" y="159"/>
                  <a:pt x="212" y="159"/>
                  <a:pt x="212" y="159"/>
                </a:cubicBezTo>
                <a:cubicBezTo>
                  <a:pt x="210" y="159"/>
                  <a:pt x="207" y="158"/>
                  <a:pt x="204" y="159"/>
                </a:cubicBezTo>
                <a:cubicBezTo>
                  <a:pt x="204" y="159"/>
                  <a:pt x="204" y="160"/>
                  <a:pt x="205" y="160"/>
                </a:cubicBezTo>
                <a:cubicBezTo>
                  <a:pt x="205" y="161"/>
                  <a:pt x="205" y="161"/>
                  <a:pt x="205" y="162"/>
                </a:cubicBezTo>
                <a:cubicBezTo>
                  <a:pt x="208" y="162"/>
                  <a:pt x="209" y="162"/>
                  <a:pt x="211" y="161"/>
                </a:cubicBezTo>
                <a:cubicBezTo>
                  <a:pt x="213" y="160"/>
                  <a:pt x="213" y="158"/>
                  <a:pt x="215" y="159"/>
                </a:cubicBezTo>
                <a:cubicBezTo>
                  <a:pt x="214" y="159"/>
                  <a:pt x="214" y="159"/>
                  <a:pt x="214" y="159"/>
                </a:cubicBezTo>
                <a:cubicBezTo>
                  <a:pt x="214" y="161"/>
                  <a:pt x="212" y="162"/>
                  <a:pt x="210" y="164"/>
                </a:cubicBezTo>
                <a:cubicBezTo>
                  <a:pt x="210" y="165"/>
                  <a:pt x="210" y="165"/>
                  <a:pt x="209" y="166"/>
                </a:cubicBezTo>
                <a:cubicBezTo>
                  <a:pt x="208" y="167"/>
                  <a:pt x="206" y="166"/>
                  <a:pt x="206" y="168"/>
                </a:cubicBezTo>
                <a:cubicBezTo>
                  <a:pt x="207" y="168"/>
                  <a:pt x="207" y="168"/>
                  <a:pt x="207" y="168"/>
                </a:cubicBezTo>
                <a:cubicBezTo>
                  <a:pt x="207" y="170"/>
                  <a:pt x="207" y="171"/>
                  <a:pt x="206" y="173"/>
                </a:cubicBezTo>
                <a:cubicBezTo>
                  <a:pt x="206" y="174"/>
                  <a:pt x="205" y="174"/>
                  <a:pt x="205" y="175"/>
                </a:cubicBezTo>
                <a:cubicBezTo>
                  <a:pt x="205" y="176"/>
                  <a:pt x="205" y="177"/>
                  <a:pt x="206" y="177"/>
                </a:cubicBezTo>
                <a:cubicBezTo>
                  <a:pt x="205" y="178"/>
                  <a:pt x="205" y="179"/>
                  <a:pt x="205" y="181"/>
                </a:cubicBezTo>
                <a:cubicBezTo>
                  <a:pt x="206" y="181"/>
                  <a:pt x="210" y="180"/>
                  <a:pt x="210" y="182"/>
                </a:cubicBezTo>
                <a:cubicBezTo>
                  <a:pt x="208" y="182"/>
                  <a:pt x="207" y="183"/>
                  <a:pt x="207" y="184"/>
                </a:cubicBezTo>
                <a:cubicBezTo>
                  <a:pt x="209" y="184"/>
                  <a:pt x="211" y="184"/>
                  <a:pt x="213" y="184"/>
                </a:cubicBezTo>
                <a:cubicBezTo>
                  <a:pt x="213" y="185"/>
                  <a:pt x="213" y="185"/>
                  <a:pt x="213" y="185"/>
                </a:cubicBezTo>
                <a:cubicBezTo>
                  <a:pt x="211" y="185"/>
                  <a:pt x="210" y="185"/>
                  <a:pt x="209" y="186"/>
                </a:cubicBezTo>
                <a:cubicBezTo>
                  <a:pt x="210" y="187"/>
                  <a:pt x="210" y="189"/>
                  <a:pt x="210" y="190"/>
                </a:cubicBezTo>
                <a:cubicBezTo>
                  <a:pt x="212" y="190"/>
                  <a:pt x="214" y="190"/>
                  <a:pt x="215" y="190"/>
                </a:cubicBezTo>
                <a:cubicBezTo>
                  <a:pt x="215" y="191"/>
                  <a:pt x="215" y="192"/>
                  <a:pt x="215" y="193"/>
                </a:cubicBezTo>
                <a:cubicBezTo>
                  <a:pt x="213" y="193"/>
                  <a:pt x="212" y="193"/>
                  <a:pt x="210" y="194"/>
                </a:cubicBezTo>
                <a:cubicBezTo>
                  <a:pt x="210" y="195"/>
                  <a:pt x="211" y="197"/>
                  <a:pt x="212" y="198"/>
                </a:cubicBezTo>
                <a:cubicBezTo>
                  <a:pt x="213" y="199"/>
                  <a:pt x="214" y="198"/>
                  <a:pt x="216" y="198"/>
                </a:cubicBezTo>
                <a:cubicBezTo>
                  <a:pt x="216" y="201"/>
                  <a:pt x="213" y="200"/>
                  <a:pt x="212" y="201"/>
                </a:cubicBezTo>
                <a:cubicBezTo>
                  <a:pt x="212" y="205"/>
                  <a:pt x="212" y="208"/>
                  <a:pt x="210" y="212"/>
                </a:cubicBezTo>
                <a:cubicBezTo>
                  <a:pt x="210" y="212"/>
                  <a:pt x="210" y="213"/>
                  <a:pt x="209" y="214"/>
                </a:cubicBezTo>
                <a:cubicBezTo>
                  <a:pt x="209" y="215"/>
                  <a:pt x="209" y="216"/>
                  <a:pt x="208" y="217"/>
                </a:cubicBezTo>
                <a:cubicBezTo>
                  <a:pt x="208" y="217"/>
                  <a:pt x="207" y="217"/>
                  <a:pt x="206" y="218"/>
                </a:cubicBezTo>
                <a:cubicBezTo>
                  <a:pt x="205" y="219"/>
                  <a:pt x="206" y="221"/>
                  <a:pt x="205" y="222"/>
                </a:cubicBezTo>
                <a:cubicBezTo>
                  <a:pt x="204" y="223"/>
                  <a:pt x="201" y="222"/>
                  <a:pt x="201" y="223"/>
                </a:cubicBezTo>
                <a:cubicBezTo>
                  <a:pt x="201" y="225"/>
                  <a:pt x="202" y="226"/>
                  <a:pt x="202" y="227"/>
                </a:cubicBezTo>
                <a:cubicBezTo>
                  <a:pt x="202" y="228"/>
                  <a:pt x="202" y="228"/>
                  <a:pt x="201" y="228"/>
                </a:cubicBezTo>
                <a:cubicBezTo>
                  <a:pt x="203" y="229"/>
                  <a:pt x="204" y="229"/>
                  <a:pt x="206" y="229"/>
                </a:cubicBezTo>
                <a:cubicBezTo>
                  <a:pt x="206" y="227"/>
                  <a:pt x="207" y="226"/>
                  <a:pt x="209" y="225"/>
                </a:cubicBezTo>
                <a:cubicBezTo>
                  <a:pt x="210" y="225"/>
                  <a:pt x="212" y="225"/>
                  <a:pt x="213" y="226"/>
                </a:cubicBezTo>
                <a:cubicBezTo>
                  <a:pt x="224" y="230"/>
                  <a:pt x="224" y="230"/>
                  <a:pt x="224" y="230"/>
                </a:cubicBezTo>
                <a:cubicBezTo>
                  <a:pt x="225" y="230"/>
                  <a:pt x="227" y="231"/>
                  <a:pt x="228" y="230"/>
                </a:cubicBezTo>
                <a:cubicBezTo>
                  <a:pt x="229" y="230"/>
                  <a:pt x="229" y="228"/>
                  <a:pt x="229" y="228"/>
                </a:cubicBezTo>
                <a:cubicBezTo>
                  <a:pt x="231" y="228"/>
                  <a:pt x="232" y="229"/>
                  <a:pt x="233" y="228"/>
                </a:cubicBezTo>
                <a:cubicBezTo>
                  <a:pt x="233" y="227"/>
                  <a:pt x="232" y="223"/>
                  <a:pt x="235" y="222"/>
                </a:cubicBezTo>
                <a:cubicBezTo>
                  <a:pt x="237" y="221"/>
                  <a:pt x="235" y="218"/>
                  <a:pt x="236" y="216"/>
                </a:cubicBezTo>
                <a:cubicBezTo>
                  <a:pt x="236" y="214"/>
                  <a:pt x="240" y="207"/>
                  <a:pt x="235" y="206"/>
                </a:cubicBezTo>
                <a:cubicBezTo>
                  <a:pt x="236" y="205"/>
                  <a:pt x="236" y="204"/>
                  <a:pt x="237" y="203"/>
                </a:cubicBezTo>
                <a:cubicBezTo>
                  <a:pt x="239" y="203"/>
                  <a:pt x="239" y="204"/>
                  <a:pt x="240" y="206"/>
                </a:cubicBezTo>
                <a:cubicBezTo>
                  <a:pt x="242" y="207"/>
                  <a:pt x="244" y="207"/>
                  <a:pt x="246" y="207"/>
                </a:cubicBezTo>
                <a:cubicBezTo>
                  <a:pt x="246" y="208"/>
                  <a:pt x="246" y="209"/>
                  <a:pt x="246" y="210"/>
                </a:cubicBezTo>
                <a:cubicBezTo>
                  <a:pt x="248" y="210"/>
                  <a:pt x="248" y="211"/>
                  <a:pt x="249" y="212"/>
                </a:cubicBezTo>
                <a:cubicBezTo>
                  <a:pt x="250" y="209"/>
                  <a:pt x="256" y="212"/>
                  <a:pt x="257" y="208"/>
                </a:cubicBezTo>
                <a:cubicBezTo>
                  <a:pt x="257" y="207"/>
                  <a:pt x="255" y="206"/>
                  <a:pt x="255" y="205"/>
                </a:cubicBezTo>
                <a:cubicBezTo>
                  <a:pt x="255" y="204"/>
                  <a:pt x="260" y="204"/>
                  <a:pt x="261" y="204"/>
                </a:cubicBezTo>
                <a:cubicBezTo>
                  <a:pt x="262" y="198"/>
                  <a:pt x="261" y="194"/>
                  <a:pt x="256" y="190"/>
                </a:cubicBezTo>
                <a:cubicBezTo>
                  <a:pt x="254" y="188"/>
                  <a:pt x="254" y="187"/>
                  <a:pt x="250" y="187"/>
                </a:cubicBezTo>
                <a:cubicBezTo>
                  <a:pt x="250" y="187"/>
                  <a:pt x="248" y="187"/>
                  <a:pt x="247" y="187"/>
                </a:cubicBezTo>
                <a:cubicBezTo>
                  <a:pt x="247" y="185"/>
                  <a:pt x="247" y="185"/>
                  <a:pt x="247" y="185"/>
                </a:cubicBezTo>
                <a:cubicBezTo>
                  <a:pt x="249" y="185"/>
                  <a:pt x="251" y="185"/>
                  <a:pt x="254" y="185"/>
                </a:cubicBezTo>
                <a:cubicBezTo>
                  <a:pt x="255" y="185"/>
                  <a:pt x="256" y="184"/>
                  <a:pt x="257" y="183"/>
                </a:cubicBezTo>
                <a:cubicBezTo>
                  <a:pt x="260" y="183"/>
                  <a:pt x="258" y="180"/>
                  <a:pt x="259" y="179"/>
                </a:cubicBezTo>
                <a:cubicBezTo>
                  <a:pt x="261" y="176"/>
                  <a:pt x="265" y="177"/>
                  <a:pt x="267" y="177"/>
                </a:cubicBezTo>
                <a:cubicBezTo>
                  <a:pt x="267" y="176"/>
                  <a:pt x="267" y="175"/>
                  <a:pt x="267" y="174"/>
                </a:cubicBezTo>
                <a:cubicBezTo>
                  <a:pt x="269" y="174"/>
                  <a:pt x="271" y="175"/>
                  <a:pt x="272" y="174"/>
                </a:cubicBezTo>
                <a:cubicBezTo>
                  <a:pt x="272" y="173"/>
                  <a:pt x="273" y="172"/>
                  <a:pt x="274" y="172"/>
                </a:cubicBezTo>
                <a:cubicBezTo>
                  <a:pt x="275" y="171"/>
                  <a:pt x="277" y="172"/>
                  <a:pt x="279" y="172"/>
                </a:cubicBezTo>
                <a:cubicBezTo>
                  <a:pt x="281" y="172"/>
                  <a:pt x="282" y="171"/>
                  <a:pt x="284" y="171"/>
                </a:cubicBezTo>
                <a:cubicBezTo>
                  <a:pt x="280" y="168"/>
                  <a:pt x="273" y="164"/>
                  <a:pt x="268" y="168"/>
                </a:cubicBezTo>
                <a:cubicBezTo>
                  <a:pt x="262" y="173"/>
                  <a:pt x="264" y="164"/>
                  <a:pt x="261" y="164"/>
                </a:cubicBezTo>
                <a:cubicBezTo>
                  <a:pt x="260" y="163"/>
                  <a:pt x="262" y="161"/>
                  <a:pt x="263" y="161"/>
                </a:cubicBezTo>
                <a:cubicBezTo>
                  <a:pt x="263" y="159"/>
                  <a:pt x="263" y="158"/>
                  <a:pt x="263" y="157"/>
                </a:cubicBezTo>
                <a:cubicBezTo>
                  <a:pt x="262" y="156"/>
                  <a:pt x="259" y="156"/>
                  <a:pt x="260" y="154"/>
                </a:cubicBezTo>
                <a:cubicBezTo>
                  <a:pt x="262" y="154"/>
                  <a:pt x="263" y="155"/>
                  <a:pt x="265" y="154"/>
                </a:cubicBezTo>
                <a:cubicBezTo>
                  <a:pt x="267" y="154"/>
                  <a:pt x="267" y="151"/>
                  <a:pt x="269" y="151"/>
                </a:cubicBezTo>
                <a:cubicBezTo>
                  <a:pt x="270" y="151"/>
                  <a:pt x="271" y="151"/>
                  <a:pt x="272" y="151"/>
                </a:cubicBezTo>
                <a:cubicBezTo>
                  <a:pt x="273" y="151"/>
                  <a:pt x="274" y="149"/>
                  <a:pt x="275" y="149"/>
                </a:cubicBezTo>
                <a:cubicBezTo>
                  <a:pt x="276" y="149"/>
                  <a:pt x="276" y="149"/>
                  <a:pt x="277" y="149"/>
                </a:cubicBezTo>
                <a:cubicBezTo>
                  <a:pt x="276" y="149"/>
                  <a:pt x="276" y="149"/>
                  <a:pt x="276" y="149"/>
                </a:cubicBezTo>
                <a:cubicBezTo>
                  <a:pt x="275" y="148"/>
                  <a:pt x="275" y="147"/>
                  <a:pt x="274" y="145"/>
                </a:cubicBezTo>
                <a:cubicBezTo>
                  <a:pt x="274" y="143"/>
                  <a:pt x="277" y="141"/>
                  <a:pt x="276" y="139"/>
                </a:cubicBezTo>
                <a:cubicBezTo>
                  <a:pt x="275" y="137"/>
                  <a:pt x="274" y="135"/>
                  <a:pt x="272" y="133"/>
                </a:cubicBezTo>
                <a:cubicBezTo>
                  <a:pt x="269" y="129"/>
                  <a:pt x="283" y="129"/>
                  <a:pt x="284" y="129"/>
                </a:cubicBezTo>
                <a:cubicBezTo>
                  <a:pt x="285" y="121"/>
                  <a:pt x="272" y="127"/>
                  <a:pt x="274" y="119"/>
                </a:cubicBezTo>
                <a:cubicBezTo>
                  <a:pt x="277" y="119"/>
                  <a:pt x="279" y="121"/>
                  <a:pt x="281" y="119"/>
                </a:cubicBezTo>
                <a:cubicBezTo>
                  <a:pt x="283" y="118"/>
                  <a:pt x="283" y="116"/>
                  <a:pt x="284" y="115"/>
                </a:cubicBezTo>
                <a:cubicBezTo>
                  <a:pt x="288" y="114"/>
                  <a:pt x="289" y="115"/>
                  <a:pt x="292" y="112"/>
                </a:cubicBezTo>
                <a:cubicBezTo>
                  <a:pt x="294" y="110"/>
                  <a:pt x="296" y="108"/>
                  <a:pt x="296" y="105"/>
                </a:cubicBezTo>
                <a:cubicBezTo>
                  <a:pt x="296" y="102"/>
                  <a:pt x="294" y="103"/>
                  <a:pt x="292" y="102"/>
                </a:cubicBezTo>
                <a:cubicBezTo>
                  <a:pt x="289" y="101"/>
                  <a:pt x="289" y="98"/>
                  <a:pt x="289" y="96"/>
                </a:cubicBezTo>
                <a:cubicBezTo>
                  <a:pt x="289" y="95"/>
                  <a:pt x="289" y="94"/>
                  <a:pt x="289" y="93"/>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0" name="Freeform 282">
            <a:extLst>
              <a:ext uri="{FF2B5EF4-FFF2-40B4-BE49-F238E27FC236}">
                <a16:creationId xmlns:a16="http://schemas.microsoft.com/office/drawing/2014/main" id="{70F41A20-FBA9-4EB3-8499-E4099C39139D}"/>
              </a:ext>
            </a:extLst>
          </p:cNvPr>
          <p:cNvSpPr>
            <a:spLocks/>
          </p:cNvSpPr>
          <p:nvPr/>
        </p:nvSpPr>
        <p:spPr bwMode="auto">
          <a:xfrm>
            <a:off x="4255555" y="3318341"/>
            <a:ext cx="584382" cy="468066"/>
          </a:xfrm>
          <a:custGeom>
            <a:avLst/>
            <a:gdLst>
              <a:gd name="T0" fmla="*/ 154 w 257"/>
              <a:gd name="T1" fmla="*/ 192 h 213"/>
              <a:gd name="T2" fmla="*/ 161 w 257"/>
              <a:gd name="T3" fmla="*/ 181 h 213"/>
              <a:gd name="T4" fmla="*/ 162 w 257"/>
              <a:gd name="T5" fmla="*/ 161 h 213"/>
              <a:gd name="T6" fmla="*/ 166 w 257"/>
              <a:gd name="T7" fmla="*/ 142 h 213"/>
              <a:gd name="T8" fmla="*/ 184 w 257"/>
              <a:gd name="T9" fmla="*/ 129 h 213"/>
              <a:gd name="T10" fmla="*/ 208 w 257"/>
              <a:gd name="T11" fmla="*/ 107 h 213"/>
              <a:gd name="T12" fmla="*/ 224 w 257"/>
              <a:gd name="T13" fmla="*/ 100 h 213"/>
              <a:gd name="T14" fmla="*/ 237 w 257"/>
              <a:gd name="T15" fmla="*/ 103 h 213"/>
              <a:gd name="T16" fmla="*/ 246 w 257"/>
              <a:gd name="T17" fmla="*/ 104 h 213"/>
              <a:gd name="T18" fmla="*/ 238 w 257"/>
              <a:gd name="T19" fmla="*/ 96 h 213"/>
              <a:gd name="T20" fmla="*/ 256 w 257"/>
              <a:gd name="T21" fmla="*/ 72 h 213"/>
              <a:gd name="T22" fmla="*/ 252 w 257"/>
              <a:gd name="T23" fmla="*/ 56 h 213"/>
              <a:gd name="T24" fmla="*/ 237 w 257"/>
              <a:gd name="T25" fmla="*/ 52 h 213"/>
              <a:gd name="T26" fmla="*/ 216 w 257"/>
              <a:gd name="T27" fmla="*/ 48 h 213"/>
              <a:gd name="T28" fmla="*/ 208 w 257"/>
              <a:gd name="T29" fmla="*/ 48 h 213"/>
              <a:gd name="T30" fmla="*/ 216 w 257"/>
              <a:gd name="T31" fmla="*/ 33 h 213"/>
              <a:gd name="T32" fmla="*/ 201 w 257"/>
              <a:gd name="T33" fmla="*/ 25 h 213"/>
              <a:gd name="T34" fmla="*/ 196 w 257"/>
              <a:gd name="T35" fmla="*/ 19 h 213"/>
              <a:gd name="T36" fmla="*/ 199 w 257"/>
              <a:gd name="T37" fmla="*/ 10 h 213"/>
              <a:gd name="T38" fmla="*/ 188 w 257"/>
              <a:gd name="T39" fmla="*/ 3 h 213"/>
              <a:gd name="T40" fmla="*/ 168 w 257"/>
              <a:gd name="T41" fmla="*/ 16 h 213"/>
              <a:gd name="T42" fmla="*/ 161 w 257"/>
              <a:gd name="T43" fmla="*/ 25 h 213"/>
              <a:gd name="T44" fmla="*/ 127 w 257"/>
              <a:gd name="T45" fmla="*/ 14 h 213"/>
              <a:gd name="T46" fmla="*/ 107 w 257"/>
              <a:gd name="T47" fmla="*/ 34 h 213"/>
              <a:gd name="T48" fmla="*/ 92 w 257"/>
              <a:gd name="T49" fmla="*/ 46 h 213"/>
              <a:gd name="T50" fmla="*/ 69 w 257"/>
              <a:gd name="T51" fmla="*/ 52 h 213"/>
              <a:gd name="T52" fmla="*/ 62 w 257"/>
              <a:gd name="T53" fmla="*/ 69 h 213"/>
              <a:gd name="T54" fmla="*/ 48 w 257"/>
              <a:gd name="T55" fmla="*/ 79 h 213"/>
              <a:gd name="T56" fmla="*/ 31 w 257"/>
              <a:gd name="T57" fmla="*/ 93 h 213"/>
              <a:gd name="T58" fmla="*/ 21 w 257"/>
              <a:gd name="T59" fmla="*/ 97 h 213"/>
              <a:gd name="T60" fmla="*/ 0 w 257"/>
              <a:gd name="T61" fmla="*/ 104 h 213"/>
              <a:gd name="T62" fmla="*/ 14 w 257"/>
              <a:gd name="T63" fmla="*/ 114 h 213"/>
              <a:gd name="T64" fmla="*/ 24 w 257"/>
              <a:gd name="T65" fmla="*/ 121 h 213"/>
              <a:gd name="T66" fmla="*/ 27 w 257"/>
              <a:gd name="T67" fmla="*/ 140 h 213"/>
              <a:gd name="T68" fmla="*/ 42 w 257"/>
              <a:gd name="T69" fmla="*/ 136 h 213"/>
              <a:gd name="T70" fmla="*/ 62 w 257"/>
              <a:gd name="T71" fmla="*/ 133 h 213"/>
              <a:gd name="T72" fmla="*/ 88 w 257"/>
              <a:gd name="T73" fmla="*/ 132 h 213"/>
              <a:gd name="T74" fmla="*/ 100 w 257"/>
              <a:gd name="T75" fmla="*/ 126 h 213"/>
              <a:gd name="T76" fmla="*/ 110 w 257"/>
              <a:gd name="T77" fmla="*/ 113 h 213"/>
              <a:gd name="T78" fmla="*/ 119 w 257"/>
              <a:gd name="T79" fmla="*/ 105 h 213"/>
              <a:gd name="T80" fmla="*/ 124 w 257"/>
              <a:gd name="T81" fmla="*/ 100 h 213"/>
              <a:gd name="T82" fmla="*/ 142 w 257"/>
              <a:gd name="T83" fmla="*/ 93 h 213"/>
              <a:gd name="T84" fmla="*/ 147 w 257"/>
              <a:gd name="T85" fmla="*/ 90 h 213"/>
              <a:gd name="T86" fmla="*/ 157 w 257"/>
              <a:gd name="T87" fmla="*/ 85 h 213"/>
              <a:gd name="T88" fmla="*/ 165 w 257"/>
              <a:gd name="T89" fmla="*/ 82 h 213"/>
              <a:gd name="T90" fmla="*/ 182 w 257"/>
              <a:gd name="T91" fmla="*/ 76 h 213"/>
              <a:gd name="T92" fmla="*/ 188 w 257"/>
              <a:gd name="T93" fmla="*/ 82 h 213"/>
              <a:gd name="T94" fmla="*/ 195 w 257"/>
              <a:gd name="T95" fmla="*/ 101 h 213"/>
              <a:gd name="T96" fmla="*/ 185 w 257"/>
              <a:gd name="T97" fmla="*/ 111 h 213"/>
              <a:gd name="T98" fmla="*/ 169 w 257"/>
              <a:gd name="T99" fmla="*/ 120 h 213"/>
              <a:gd name="T100" fmla="*/ 160 w 257"/>
              <a:gd name="T101" fmla="*/ 126 h 213"/>
              <a:gd name="T102" fmla="*/ 148 w 257"/>
              <a:gd name="T103" fmla="*/ 135 h 213"/>
              <a:gd name="T104" fmla="*/ 127 w 257"/>
              <a:gd name="T105" fmla="*/ 153 h 213"/>
              <a:gd name="T106" fmla="*/ 116 w 257"/>
              <a:gd name="T107" fmla="*/ 160 h 213"/>
              <a:gd name="T108" fmla="*/ 103 w 257"/>
              <a:gd name="T109" fmla="*/ 182 h 213"/>
              <a:gd name="T110" fmla="*/ 92 w 257"/>
              <a:gd name="T111" fmla="*/ 192 h 213"/>
              <a:gd name="T112" fmla="*/ 90 w 257"/>
              <a:gd name="T113" fmla="*/ 205 h 213"/>
              <a:gd name="T114" fmla="*/ 105 w 257"/>
              <a:gd name="T115" fmla="*/ 205 h 213"/>
              <a:gd name="T116" fmla="*/ 120 w 257"/>
              <a:gd name="T117" fmla="*/ 199 h 213"/>
              <a:gd name="T118" fmla="*/ 134 w 257"/>
              <a:gd name="T119" fmla="*/ 197 h 213"/>
              <a:gd name="T120" fmla="*/ 140 w 257"/>
              <a:gd name="T121" fmla="*/ 19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7" h="213">
                <a:moveTo>
                  <a:pt x="145" y="200"/>
                </a:moveTo>
                <a:cubicBezTo>
                  <a:pt x="146" y="198"/>
                  <a:pt x="146" y="197"/>
                  <a:pt x="146" y="198"/>
                </a:cubicBezTo>
                <a:cubicBezTo>
                  <a:pt x="147" y="197"/>
                  <a:pt x="148" y="197"/>
                  <a:pt x="150" y="197"/>
                </a:cubicBezTo>
                <a:cubicBezTo>
                  <a:pt x="151" y="196"/>
                  <a:pt x="150" y="196"/>
                  <a:pt x="151" y="195"/>
                </a:cubicBezTo>
                <a:cubicBezTo>
                  <a:pt x="151" y="193"/>
                  <a:pt x="153" y="193"/>
                  <a:pt x="154" y="192"/>
                </a:cubicBezTo>
                <a:cubicBezTo>
                  <a:pt x="154" y="192"/>
                  <a:pt x="154" y="192"/>
                  <a:pt x="155" y="191"/>
                </a:cubicBezTo>
                <a:cubicBezTo>
                  <a:pt x="155" y="191"/>
                  <a:pt x="155" y="190"/>
                  <a:pt x="155" y="190"/>
                </a:cubicBezTo>
                <a:cubicBezTo>
                  <a:pt x="156" y="189"/>
                  <a:pt x="156" y="188"/>
                  <a:pt x="156" y="187"/>
                </a:cubicBezTo>
                <a:cubicBezTo>
                  <a:pt x="157" y="186"/>
                  <a:pt x="157" y="185"/>
                  <a:pt x="158" y="185"/>
                </a:cubicBezTo>
                <a:cubicBezTo>
                  <a:pt x="159" y="183"/>
                  <a:pt x="161" y="183"/>
                  <a:pt x="161" y="181"/>
                </a:cubicBezTo>
                <a:cubicBezTo>
                  <a:pt x="161" y="178"/>
                  <a:pt x="159" y="177"/>
                  <a:pt x="160" y="175"/>
                </a:cubicBezTo>
                <a:cubicBezTo>
                  <a:pt x="161" y="173"/>
                  <a:pt x="162" y="173"/>
                  <a:pt x="163" y="171"/>
                </a:cubicBezTo>
                <a:cubicBezTo>
                  <a:pt x="165" y="170"/>
                  <a:pt x="165" y="168"/>
                  <a:pt x="165" y="166"/>
                </a:cubicBezTo>
                <a:cubicBezTo>
                  <a:pt x="162" y="166"/>
                  <a:pt x="163" y="164"/>
                  <a:pt x="163" y="163"/>
                </a:cubicBezTo>
                <a:cubicBezTo>
                  <a:pt x="163" y="162"/>
                  <a:pt x="163" y="161"/>
                  <a:pt x="162" y="161"/>
                </a:cubicBezTo>
                <a:cubicBezTo>
                  <a:pt x="162" y="160"/>
                  <a:pt x="162" y="160"/>
                  <a:pt x="162" y="159"/>
                </a:cubicBezTo>
                <a:cubicBezTo>
                  <a:pt x="161" y="157"/>
                  <a:pt x="160" y="156"/>
                  <a:pt x="160" y="155"/>
                </a:cubicBezTo>
                <a:cubicBezTo>
                  <a:pt x="160" y="151"/>
                  <a:pt x="160" y="150"/>
                  <a:pt x="162" y="148"/>
                </a:cubicBezTo>
                <a:cubicBezTo>
                  <a:pt x="162" y="147"/>
                  <a:pt x="163" y="146"/>
                  <a:pt x="163" y="145"/>
                </a:cubicBezTo>
                <a:cubicBezTo>
                  <a:pt x="164" y="144"/>
                  <a:pt x="165" y="143"/>
                  <a:pt x="166" y="142"/>
                </a:cubicBezTo>
                <a:cubicBezTo>
                  <a:pt x="167" y="141"/>
                  <a:pt x="168" y="140"/>
                  <a:pt x="170" y="139"/>
                </a:cubicBezTo>
                <a:cubicBezTo>
                  <a:pt x="171" y="139"/>
                  <a:pt x="173" y="139"/>
                  <a:pt x="174" y="139"/>
                </a:cubicBezTo>
                <a:cubicBezTo>
                  <a:pt x="174" y="136"/>
                  <a:pt x="177" y="135"/>
                  <a:pt x="178" y="132"/>
                </a:cubicBezTo>
                <a:cubicBezTo>
                  <a:pt x="179" y="131"/>
                  <a:pt x="180" y="130"/>
                  <a:pt x="182" y="129"/>
                </a:cubicBezTo>
                <a:cubicBezTo>
                  <a:pt x="183" y="129"/>
                  <a:pt x="183" y="129"/>
                  <a:pt x="184" y="129"/>
                </a:cubicBezTo>
                <a:cubicBezTo>
                  <a:pt x="185" y="128"/>
                  <a:pt x="185" y="128"/>
                  <a:pt x="186" y="128"/>
                </a:cubicBezTo>
                <a:cubicBezTo>
                  <a:pt x="189" y="126"/>
                  <a:pt x="189" y="121"/>
                  <a:pt x="193" y="121"/>
                </a:cubicBezTo>
                <a:cubicBezTo>
                  <a:pt x="196" y="121"/>
                  <a:pt x="196" y="120"/>
                  <a:pt x="197" y="118"/>
                </a:cubicBezTo>
                <a:cubicBezTo>
                  <a:pt x="198" y="115"/>
                  <a:pt x="202" y="110"/>
                  <a:pt x="205" y="109"/>
                </a:cubicBezTo>
                <a:cubicBezTo>
                  <a:pt x="206" y="108"/>
                  <a:pt x="207" y="108"/>
                  <a:pt x="208" y="107"/>
                </a:cubicBezTo>
                <a:cubicBezTo>
                  <a:pt x="209" y="107"/>
                  <a:pt x="211" y="106"/>
                  <a:pt x="212" y="106"/>
                </a:cubicBezTo>
                <a:cubicBezTo>
                  <a:pt x="213" y="106"/>
                  <a:pt x="214" y="106"/>
                  <a:pt x="215" y="106"/>
                </a:cubicBezTo>
                <a:cubicBezTo>
                  <a:pt x="215" y="106"/>
                  <a:pt x="216" y="105"/>
                  <a:pt x="217" y="105"/>
                </a:cubicBezTo>
                <a:cubicBezTo>
                  <a:pt x="219" y="104"/>
                  <a:pt x="221" y="104"/>
                  <a:pt x="222" y="104"/>
                </a:cubicBezTo>
                <a:cubicBezTo>
                  <a:pt x="224" y="103"/>
                  <a:pt x="223" y="101"/>
                  <a:pt x="224" y="100"/>
                </a:cubicBezTo>
                <a:cubicBezTo>
                  <a:pt x="225" y="101"/>
                  <a:pt x="226" y="102"/>
                  <a:pt x="227" y="102"/>
                </a:cubicBezTo>
                <a:cubicBezTo>
                  <a:pt x="228" y="102"/>
                  <a:pt x="227" y="101"/>
                  <a:pt x="229" y="101"/>
                </a:cubicBezTo>
                <a:cubicBezTo>
                  <a:pt x="230" y="100"/>
                  <a:pt x="232" y="100"/>
                  <a:pt x="233" y="101"/>
                </a:cubicBezTo>
                <a:cubicBezTo>
                  <a:pt x="234" y="101"/>
                  <a:pt x="234" y="102"/>
                  <a:pt x="234" y="102"/>
                </a:cubicBezTo>
                <a:cubicBezTo>
                  <a:pt x="235" y="103"/>
                  <a:pt x="236" y="103"/>
                  <a:pt x="237" y="103"/>
                </a:cubicBezTo>
                <a:cubicBezTo>
                  <a:pt x="238" y="105"/>
                  <a:pt x="237" y="106"/>
                  <a:pt x="237" y="108"/>
                </a:cubicBezTo>
                <a:cubicBezTo>
                  <a:pt x="240" y="108"/>
                  <a:pt x="242" y="109"/>
                  <a:pt x="244" y="110"/>
                </a:cubicBezTo>
                <a:cubicBezTo>
                  <a:pt x="245" y="111"/>
                  <a:pt x="247" y="112"/>
                  <a:pt x="248" y="112"/>
                </a:cubicBezTo>
                <a:cubicBezTo>
                  <a:pt x="249" y="111"/>
                  <a:pt x="249" y="110"/>
                  <a:pt x="250" y="110"/>
                </a:cubicBezTo>
                <a:cubicBezTo>
                  <a:pt x="250" y="108"/>
                  <a:pt x="247" y="105"/>
                  <a:pt x="246" y="104"/>
                </a:cubicBezTo>
                <a:cubicBezTo>
                  <a:pt x="246" y="103"/>
                  <a:pt x="245" y="103"/>
                  <a:pt x="244" y="102"/>
                </a:cubicBezTo>
                <a:cubicBezTo>
                  <a:pt x="244" y="101"/>
                  <a:pt x="242" y="100"/>
                  <a:pt x="242" y="100"/>
                </a:cubicBezTo>
                <a:cubicBezTo>
                  <a:pt x="242" y="99"/>
                  <a:pt x="241" y="99"/>
                  <a:pt x="241" y="98"/>
                </a:cubicBezTo>
                <a:cubicBezTo>
                  <a:pt x="240" y="98"/>
                  <a:pt x="240" y="97"/>
                  <a:pt x="240" y="96"/>
                </a:cubicBezTo>
                <a:cubicBezTo>
                  <a:pt x="239" y="96"/>
                  <a:pt x="238" y="96"/>
                  <a:pt x="238" y="96"/>
                </a:cubicBezTo>
                <a:cubicBezTo>
                  <a:pt x="237" y="94"/>
                  <a:pt x="234" y="85"/>
                  <a:pt x="238" y="85"/>
                </a:cubicBezTo>
                <a:cubicBezTo>
                  <a:pt x="239" y="84"/>
                  <a:pt x="240" y="82"/>
                  <a:pt x="241" y="82"/>
                </a:cubicBezTo>
                <a:cubicBezTo>
                  <a:pt x="242" y="80"/>
                  <a:pt x="248" y="77"/>
                  <a:pt x="247" y="74"/>
                </a:cubicBezTo>
                <a:cubicBezTo>
                  <a:pt x="249" y="73"/>
                  <a:pt x="249" y="72"/>
                  <a:pt x="251" y="72"/>
                </a:cubicBezTo>
                <a:cubicBezTo>
                  <a:pt x="253" y="72"/>
                  <a:pt x="254" y="72"/>
                  <a:pt x="256" y="72"/>
                </a:cubicBezTo>
                <a:cubicBezTo>
                  <a:pt x="256" y="70"/>
                  <a:pt x="256" y="68"/>
                  <a:pt x="256" y="66"/>
                </a:cubicBezTo>
                <a:cubicBezTo>
                  <a:pt x="257" y="66"/>
                  <a:pt x="257" y="66"/>
                  <a:pt x="257" y="66"/>
                </a:cubicBezTo>
                <a:cubicBezTo>
                  <a:pt x="257" y="64"/>
                  <a:pt x="255" y="64"/>
                  <a:pt x="254" y="63"/>
                </a:cubicBezTo>
                <a:cubicBezTo>
                  <a:pt x="254" y="62"/>
                  <a:pt x="254" y="60"/>
                  <a:pt x="254" y="59"/>
                </a:cubicBezTo>
                <a:cubicBezTo>
                  <a:pt x="254" y="57"/>
                  <a:pt x="254" y="57"/>
                  <a:pt x="252" y="56"/>
                </a:cubicBezTo>
                <a:cubicBezTo>
                  <a:pt x="251" y="55"/>
                  <a:pt x="250" y="55"/>
                  <a:pt x="250" y="53"/>
                </a:cubicBezTo>
                <a:cubicBezTo>
                  <a:pt x="249" y="53"/>
                  <a:pt x="249" y="53"/>
                  <a:pt x="248" y="52"/>
                </a:cubicBezTo>
                <a:cubicBezTo>
                  <a:pt x="247" y="52"/>
                  <a:pt x="247" y="50"/>
                  <a:pt x="246" y="50"/>
                </a:cubicBezTo>
                <a:cubicBezTo>
                  <a:pt x="245" y="49"/>
                  <a:pt x="242" y="50"/>
                  <a:pt x="241" y="50"/>
                </a:cubicBezTo>
                <a:cubicBezTo>
                  <a:pt x="239" y="50"/>
                  <a:pt x="238" y="52"/>
                  <a:pt x="237" y="52"/>
                </a:cubicBezTo>
                <a:cubicBezTo>
                  <a:pt x="236" y="52"/>
                  <a:pt x="235" y="50"/>
                  <a:pt x="234" y="50"/>
                </a:cubicBezTo>
                <a:cubicBezTo>
                  <a:pt x="233" y="50"/>
                  <a:pt x="233" y="50"/>
                  <a:pt x="232" y="50"/>
                </a:cubicBezTo>
                <a:cubicBezTo>
                  <a:pt x="230" y="51"/>
                  <a:pt x="229" y="51"/>
                  <a:pt x="227" y="50"/>
                </a:cubicBezTo>
                <a:cubicBezTo>
                  <a:pt x="225" y="49"/>
                  <a:pt x="223" y="47"/>
                  <a:pt x="221" y="47"/>
                </a:cubicBezTo>
                <a:cubicBezTo>
                  <a:pt x="220" y="47"/>
                  <a:pt x="217" y="48"/>
                  <a:pt x="216" y="48"/>
                </a:cubicBezTo>
                <a:cubicBezTo>
                  <a:pt x="215" y="49"/>
                  <a:pt x="213" y="50"/>
                  <a:pt x="212" y="51"/>
                </a:cubicBezTo>
                <a:cubicBezTo>
                  <a:pt x="211" y="52"/>
                  <a:pt x="212" y="53"/>
                  <a:pt x="211" y="54"/>
                </a:cubicBezTo>
                <a:cubicBezTo>
                  <a:pt x="210" y="54"/>
                  <a:pt x="209" y="54"/>
                  <a:pt x="208" y="53"/>
                </a:cubicBezTo>
                <a:cubicBezTo>
                  <a:pt x="207" y="53"/>
                  <a:pt x="206" y="53"/>
                  <a:pt x="205" y="53"/>
                </a:cubicBezTo>
                <a:cubicBezTo>
                  <a:pt x="204" y="50"/>
                  <a:pt x="208" y="50"/>
                  <a:pt x="208" y="48"/>
                </a:cubicBezTo>
                <a:cubicBezTo>
                  <a:pt x="206" y="48"/>
                  <a:pt x="207" y="44"/>
                  <a:pt x="208" y="43"/>
                </a:cubicBezTo>
                <a:cubicBezTo>
                  <a:pt x="209" y="43"/>
                  <a:pt x="210" y="42"/>
                  <a:pt x="211" y="41"/>
                </a:cubicBezTo>
                <a:cubicBezTo>
                  <a:pt x="212" y="40"/>
                  <a:pt x="211" y="41"/>
                  <a:pt x="211" y="39"/>
                </a:cubicBezTo>
                <a:cubicBezTo>
                  <a:pt x="211" y="36"/>
                  <a:pt x="215" y="36"/>
                  <a:pt x="216" y="34"/>
                </a:cubicBezTo>
                <a:cubicBezTo>
                  <a:pt x="216" y="34"/>
                  <a:pt x="216" y="33"/>
                  <a:pt x="216" y="33"/>
                </a:cubicBezTo>
                <a:cubicBezTo>
                  <a:pt x="217" y="32"/>
                  <a:pt x="218" y="33"/>
                  <a:pt x="218" y="32"/>
                </a:cubicBezTo>
                <a:cubicBezTo>
                  <a:pt x="218" y="31"/>
                  <a:pt x="214" y="29"/>
                  <a:pt x="213" y="28"/>
                </a:cubicBezTo>
                <a:cubicBezTo>
                  <a:pt x="212" y="27"/>
                  <a:pt x="211" y="25"/>
                  <a:pt x="210" y="24"/>
                </a:cubicBezTo>
                <a:cubicBezTo>
                  <a:pt x="210" y="22"/>
                  <a:pt x="210" y="21"/>
                  <a:pt x="210" y="20"/>
                </a:cubicBezTo>
                <a:cubicBezTo>
                  <a:pt x="206" y="19"/>
                  <a:pt x="201" y="21"/>
                  <a:pt x="201" y="25"/>
                </a:cubicBezTo>
                <a:cubicBezTo>
                  <a:pt x="201" y="27"/>
                  <a:pt x="201" y="28"/>
                  <a:pt x="200" y="28"/>
                </a:cubicBezTo>
                <a:cubicBezTo>
                  <a:pt x="199" y="29"/>
                  <a:pt x="198" y="28"/>
                  <a:pt x="198" y="27"/>
                </a:cubicBezTo>
                <a:cubicBezTo>
                  <a:pt x="197" y="26"/>
                  <a:pt x="199" y="24"/>
                  <a:pt x="198" y="22"/>
                </a:cubicBezTo>
                <a:cubicBezTo>
                  <a:pt x="197" y="22"/>
                  <a:pt x="195" y="22"/>
                  <a:pt x="194" y="22"/>
                </a:cubicBezTo>
                <a:cubicBezTo>
                  <a:pt x="194" y="20"/>
                  <a:pt x="195" y="20"/>
                  <a:pt x="196" y="19"/>
                </a:cubicBezTo>
                <a:cubicBezTo>
                  <a:pt x="196" y="19"/>
                  <a:pt x="197" y="19"/>
                  <a:pt x="197" y="19"/>
                </a:cubicBezTo>
                <a:cubicBezTo>
                  <a:pt x="197" y="18"/>
                  <a:pt x="200" y="14"/>
                  <a:pt x="201" y="14"/>
                </a:cubicBezTo>
                <a:cubicBezTo>
                  <a:pt x="202" y="13"/>
                  <a:pt x="203" y="14"/>
                  <a:pt x="204" y="13"/>
                </a:cubicBezTo>
                <a:cubicBezTo>
                  <a:pt x="204" y="12"/>
                  <a:pt x="203" y="11"/>
                  <a:pt x="203" y="10"/>
                </a:cubicBezTo>
                <a:cubicBezTo>
                  <a:pt x="202" y="10"/>
                  <a:pt x="201" y="10"/>
                  <a:pt x="199" y="10"/>
                </a:cubicBezTo>
                <a:cubicBezTo>
                  <a:pt x="197" y="11"/>
                  <a:pt x="196" y="9"/>
                  <a:pt x="195" y="7"/>
                </a:cubicBezTo>
                <a:cubicBezTo>
                  <a:pt x="195" y="6"/>
                  <a:pt x="195" y="7"/>
                  <a:pt x="194" y="6"/>
                </a:cubicBezTo>
                <a:cubicBezTo>
                  <a:pt x="194" y="5"/>
                  <a:pt x="192" y="5"/>
                  <a:pt x="192" y="4"/>
                </a:cubicBezTo>
                <a:cubicBezTo>
                  <a:pt x="191" y="3"/>
                  <a:pt x="191" y="1"/>
                  <a:pt x="189" y="0"/>
                </a:cubicBezTo>
                <a:cubicBezTo>
                  <a:pt x="189" y="2"/>
                  <a:pt x="189" y="2"/>
                  <a:pt x="188" y="3"/>
                </a:cubicBezTo>
                <a:cubicBezTo>
                  <a:pt x="187" y="3"/>
                  <a:pt x="187" y="4"/>
                  <a:pt x="187" y="4"/>
                </a:cubicBezTo>
                <a:cubicBezTo>
                  <a:pt x="186" y="5"/>
                  <a:pt x="185" y="5"/>
                  <a:pt x="185" y="5"/>
                </a:cubicBezTo>
                <a:cubicBezTo>
                  <a:pt x="182" y="7"/>
                  <a:pt x="180" y="8"/>
                  <a:pt x="178" y="9"/>
                </a:cubicBezTo>
                <a:cubicBezTo>
                  <a:pt x="175" y="10"/>
                  <a:pt x="173" y="12"/>
                  <a:pt x="171" y="13"/>
                </a:cubicBezTo>
                <a:cubicBezTo>
                  <a:pt x="170" y="14"/>
                  <a:pt x="168" y="15"/>
                  <a:pt x="168" y="16"/>
                </a:cubicBezTo>
                <a:cubicBezTo>
                  <a:pt x="168" y="16"/>
                  <a:pt x="169" y="17"/>
                  <a:pt x="169" y="18"/>
                </a:cubicBezTo>
                <a:cubicBezTo>
                  <a:pt x="169" y="18"/>
                  <a:pt x="169" y="19"/>
                  <a:pt x="169" y="19"/>
                </a:cubicBezTo>
                <a:cubicBezTo>
                  <a:pt x="168" y="19"/>
                  <a:pt x="167" y="19"/>
                  <a:pt x="166" y="19"/>
                </a:cubicBezTo>
                <a:cubicBezTo>
                  <a:pt x="167" y="20"/>
                  <a:pt x="167" y="23"/>
                  <a:pt x="166" y="24"/>
                </a:cubicBezTo>
                <a:cubicBezTo>
                  <a:pt x="165" y="25"/>
                  <a:pt x="163" y="25"/>
                  <a:pt x="161" y="25"/>
                </a:cubicBezTo>
                <a:cubicBezTo>
                  <a:pt x="159" y="25"/>
                  <a:pt x="157" y="24"/>
                  <a:pt x="155" y="22"/>
                </a:cubicBezTo>
                <a:cubicBezTo>
                  <a:pt x="153" y="21"/>
                  <a:pt x="151" y="21"/>
                  <a:pt x="149" y="21"/>
                </a:cubicBezTo>
                <a:cubicBezTo>
                  <a:pt x="147" y="20"/>
                  <a:pt x="145" y="21"/>
                  <a:pt x="143" y="21"/>
                </a:cubicBezTo>
                <a:cubicBezTo>
                  <a:pt x="140" y="21"/>
                  <a:pt x="139" y="21"/>
                  <a:pt x="136" y="19"/>
                </a:cubicBezTo>
                <a:cubicBezTo>
                  <a:pt x="134" y="17"/>
                  <a:pt x="130" y="14"/>
                  <a:pt x="127" y="14"/>
                </a:cubicBezTo>
                <a:cubicBezTo>
                  <a:pt x="127" y="17"/>
                  <a:pt x="127" y="18"/>
                  <a:pt x="124" y="19"/>
                </a:cubicBezTo>
                <a:cubicBezTo>
                  <a:pt x="122" y="20"/>
                  <a:pt x="120" y="20"/>
                  <a:pt x="118" y="20"/>
                </a:cubicBezTo>
                <a:cubicBezTo>
                  <a:pt x="115" y="21"/>
                  <a:pt x="115" y="23"/>
                  <a:pt x="113" y="25"/>
                </a:cubicBezTo>
                <a:cubicBezTo>
                  <a:pt x="111" y="26"/>
                  <a:pt x="110" y="27"/>
                  <a:pt x="109" y="29"/>
                </a:cubicBezTo>
                <a:cubicBezTo>
                  <a:pt x="109" y="30"/>
                  <a:pt x="108" y="34"/>
                  <a:pt x="107" y="34"/>
                </a:cubicBezTo>
                <a:cubicBezTo>
                  <a:pt x="106" y="34"/>
                  <a:pt x="103" y="33"/>
                  <a:pt x="103" y="34"/>
                </a:cubicBezTo>
                <a:cubicBezTo>
                  <a:pt x="102" y="35"/>
                  <a:pt x="104" y="36"/>
                  <a:pt x="104" y="37"/>
                </a:cubicBezTo>
                <a:cubicBezTo>
                  <a:pt x="104" y="38"/>
                  <a:pt x="99" y="40"/>
                  <a:pt x="98" y="40"/>
                </a:cubicBezTo>
                <a:cubicBezTo>
                  <a:pt x="99" y="42"/>
                  <a:pt x="96" y="43"/>
                  <a:pt x="94" y="44"/>
                </a:cubicBezTo>
                <a:cubicBezTo>
                  <a:pt x="93" y="45"/>
                  <a:pt x="93" y="45"/>
                  <a:pt x="92" y="46"/>
                </a:cubicBezTo>
                <a:cubicBezTo>
                  <a:pt x="91" y="47"/>
                  <a:pt x="90" y="48"/>
                  <a:pt x="89" y="48"/>
                </a:cubicBezTo>
                <a:cubicBezTo>
                  <a:pt x="88" y="49"/>
                  <a:pt x="86" y="48"/>
                  <a:pt x="84" y="48"/>
                </a:cubicBezTo>
                <a:cubicBezTo>
                  <a:pt x="83" y="49"/>
                  <a:pt x="83" y="49"/>
                  <a:pt x="82" y="49"/>
                </a:cubicBezTo>
                <a:cubicBezTo>
                  <a:pt x="80" y="50"/>
                  <a:pt x="77" y="51"/>
                  <a:pt x="75" y="52"/>
                </a:cubicBezTo>
                <a:cubicBezTo>
                  <a:pt x="73" y="53"/>
                  <a:pt x="71" y="52"/>
                  <a:pt x="69" y="52"/>
                </a:cubicBezTo>
                <a:cubicBezTo>
                  <a:pt x="67" y="53"/>
                  <a:pt x="68" y="55"/>
                  <a:pt x="68" y="57"/>
                </a:cubicBezTo>
                <a:cubicBezTo>
                  <a:pt x="68" y="59"/>
                  <a:pt x="68" y="61"/>
                  <a:pt x="67" y="63"/>
                </a:cubicBezTo>
                <a:cubicBezTo>
                  <a:pt x="66" y="63"/>
                  <a:pt x="66" y="64"/>
                  <a:pt x="65" y="65"/>
                </a:cubicBezTo>
                <a:cubicBezTo>
                  <a:pt x="65" y="66"/>
                  <a:pt x="64" y="66"/>
                  <a:pt x="63" y="66"/>
                </a:cubicBezTo>
                <a:cubicBezTo>
                  <a:pt x="63" y="67"/>
                  <a:pt x="63" y="68"/>
                  <a:pt x="62" y="69"/>
                </a:cubicBezTo>
                <a:cubicBezTo>
                  <a:pt x="61" y="69"/>
                  <a:pt x="60" y="69"/>
                  <a:pt x="59" y="70"/>
                </a:cubicBezTo>
                <a:cubicBezTo>
                  <a:pt x="58" y="71"/>
                  <a:pt x="58" y="72"/>
                  <a:pt x="57" y="72"/>
                </a:cubicBezTo>
                <a:cubicBezTo>
                  <a:pt x="56" y="73"/>
                  <a:pt x="56" y="73"/>
                  <a:pt x="55" y="74"/>
                </a:cubicBezTo>
                <a:cubicBezTo>
                  <a:pt x="53" y="74"/>
                  <a:pt x="50" y="75"/>
                  <a:pt x="49" y="76"/>
                </a:cubicBezTo>
                <a:cubicBezTo>
                  <a:pt x="49" y="77"/>
                  <a:pt x="49" y="78"/>
                  <a:pt x="48" y="79"/>
                </a:cubicBezTo>
                <a:cubicBezTo>
                  <a:pt x="47" y="80"/>
                  <a:pt x="46" y="80"/>
                  <a:pt x="46" y="82"/>
                </a:cubicBezTo>
                <a:cubicBezTo>
                  <a:pt x="47" y="82"/>
                  <a:pt x="49" y="83"/>
                  <a:pt x="49" y="84"/>
                </a:cubicBezTo>
                <a:cubicBezTo>
                  <a:pt x="52" y="88"/>
                  <a:pt x="40" y="89"/>
                  <a:pt x="41" y="93"/>
                </a:cubicBezTo>
                <a:cubicBezTo>
                  <a:pt x="39" y="94"/>
                  <a:pt x="36" y="92"/>
                  <a:pt x="35" y="93"/>
                </a:cubicBezTo>
                <a:cubicBezTo>
                  <a:pt x="32" y="95"/>
                  <a:pt x="32" y="96"/>
                  <a:pt x="31" y="93"/>
                </a:cubicBezTo>
                <a:cubicBezTo>
                  <a:pt x="30" y="93"/>
                  <a:pt x="29" y="93"/>
                  <a:pt x="28" y="93"/>
                </a:cubicBezTo>
                <a:cubicBezTo>
                  <a:pt x="29" y="93"/>
                  <a:pt x="29" y="93"/>
                  <a:pt x="29" y="93"/>
                </a:cubicBezTo>
                <a:cubicBezTo>
                  <a:pt x="29" y="94"/>
                  <a:pt x="29" y="94"/>
                  <a:pt x="29" y="95"/>
                </a:cubicBezTo>
                <a:cubicBezTo>
                  <a:pt x="26" y="95"/>
                  <a:pt x="25" y="95"/>
                  <a:pt x="23" y="96"/>
                </a:cubicBezTo>
                <a:cubicBezTo>
                  <a:pt x="22" y="96"/>
                  <a:pt x="21" y="96"/>
                  <a:pt x="21" y="97"/>
                </a:cubicBezTo>
                <a:cubicBezTo>
                  <a:pt x="20" y="98"/>
                  <a:pt x="20" y="99"/>
                  <a:pt x="19" y="100"/>
                </a:cubicBezTo>
                <a:cubicBezTo>
                  <a:pt x="18" y="100"/>
                  <a:pt x="17" y="100"/>
                  <a:pt x="16" y="100"/>
                </a:cubicBezTo>
                <a:cubicBezTo>
                  <a:pt x="14" y="99"/>
                  <a:pt x="12" y="99"/>
                  <a:pt x="10" y="99"/>
                </a:cubicBezTo>
                <a:cubicBezTo>
                  <a:pt x="7" y="99"/>
                  <a:pt x="5" y="98"/>
                  <a:pt x="3" y="98"/>
                </a:cubicBezTo>
                <a:cubicBezTo>
                  <a:pt x="2" y="100"/>
                  <a:pt x="3" y="104"/>
                  <a:pt x="0" y="104"/>
                </a:cubicBezTo>
                <a:cubicBezTo>
                  <a:pt x="1" y="105"/>
                  <a:pt x="2" y="106"/>
                  <a:pt x="2" y="107"/>
                </a:cubicBezTo>
                <a:cubicBezTo>
                  <a:pt x="2" y="108"/>
                  <a:pt x="2" y="110"/>
                  <a:pt x="3" y="110"/>
                </a:cubicBezTo>
                <a:cubicBezTo>
                  <a:pt x="4" y="112"/>
                  <a:pt x="5" y="112"/>
                  <a:pt x="7" y="113"/>
                </a:cubicBezTo>
                <a:cubicBezTo>
                  <a:pt x="9" y="114"/>
                  <a:pt x="8" y="114"/>
                  <a:pt x="9" y="116"/>
                </a:cubicBezTo>
                <a:cubicBezTo>
                  <a:pt x="10" y="114"/>
                  <a:pt x="11" y="114"/>
                  <a:pt x="14" y="114"/>
                </a:cubicBezTo>
                <a:cubicBezTo>
                  <a:pt x="16" y="114"/>
                  <a:pt x="17" y="113"/>
                  <a:pt x="18" y="113"/>
                </a:cubicBezTo>
                <a:cubicBezTo>
                  <a:pt x="20" y="112"/>
                  <a:pt x="20" y="113"/>
                  <a:pt x="21" y="114"/>
                </a:cubicBezTo>
                <a:cubicBezTo>
                  <a:pt x="22" y="116"/>
                  <a:pt x="23" y="117"/>
                  <a:pt x="24" y="118"/>
                </a:cubicBezTo>
                <a:cubicBezTo>
                  <a:pt x="25" y="118"/>
                  <a:pt x="26" y="119"/>
                  <a:pt x="26" y="120"/>
                </a:cubicBezTo>
                <a:cubicBezTo>
                  <a:pt x="25" y="121"/>
                  <a:pt x="24" y="121"/>
                  <a:pt x="24" y="121"/>
                </a:cubicBezTo>
                <a:cubicBezTo>
                  <a:pt x="23" y="122"/>
                  <a:pt x="24" y="123"/>
                  <a:pt x="24" y="124"/>
                </a:cubicBezTo>
                <a:cubicBezTo>
                  <a:pt x="23" y="124"/>
                  <a:pt x="22" y="124"/>
                  <a:pt x="21" y="125"/>
                </a:cubicBezTo>
                <a:cubicBezTo>
                  <a:pt x="21" y="126"/>
                  <a:pt x="21" y="128"/>
                  <a:pt x="21" y="129"/>
                </a:cubicBezTo>
                <a:cubicBezTo>
                  <a:pt x="21" y="130"/>
                  <a:pt x="24" y="132"/>
                  <a:pt x="26" y="133"/>
                </a:cubicBezTo>
                <a:cubicBezTo>
                  <a:pt x="26" y="135"/>
                  <a:pt x="28" y="137"/>
                  <a:pt x="27" y="140"/>
                </a:cubicBezTo>
                <a:cubicBezTo>
                  <a:pt x="27" y="140"/>
                  <a:pt x="28" y="139"/>
                  <a:pt x="29" y="139"/>
                </a:cubicBezTo>
                <a:cubicBezTo>
                  <a:pt x="30" y="139"/>
                  <a:pt x="31" y="139"/>
                  <a:pt x="33" y="138"/>
                </a:cubicBezTo>
                <a:cubicBezTo>
                  <a:pt x="33" y="138"/>
                  <a:pt x="34" y="138"/>
                  <a:pt x="35" y="138"/>
                </a:cubicBezTo>
                <a:cubicBezTo>
                  <a:pt x="36" y="138"/>
                  <a:pt x="37" y="137"/>
                  <a:pt x="38" y="137"/>
                </a:cubicBezTo>
                <a:cubicBezTo>
                  <a:pt x="39" y="136"/>
                  <a:pt x="41" y="136"/>
                  <a:pt x="42" y="136"/>
                </a:cubicBezTo>
                <a:cubicBezTo>
                  <a:pt x="44" y="136"/>
                  <a:pt x="45" y="135"/>
                  <a:pt x="47" y="134"/>
                </a:cubicBezTo>
                <a:cubicBezTo>
                  <a:pt x="48" y="134"/>
                  <a:pt x="48" y="133"/>
                  <a:pt x="49" y="133"/>
                </a:cubicBezTo>
                <a:cubicBezTo>
                  <a:pt x="50" y="133"/>
                  <a:pt x="50" y="133"/>
                  <a:pt x="51" y="133"/>
                </a:cubicBezTo>
                <a:cubicBezTo>
                  <a:pt x="52" y="132"/>
                  <a:pt x="52" y="131"/>
                  <a:pt x="54" y="131"/>
                </a:cubicBezTo>
                <a:cubicBezTo>
                  <a:pt x="57" y="131"/>
                  <a:pt x="59" y="132"/>
                  <a:pt x="62" y="133"/>
                </a:cubicBezTo>
                <a:cubicBezTo>
                  <a:pt x="63" y="133"/>
                  <a:pt x="65" y="133"/>
                  <a:pt x="66" y="134"/>
                </a:cubicBezTo>
                <a:cubicBezTo>
                  <a:pt x="68" y="135"/>
                  <a:pt x="70" y="135"/>
                  <a:pt x="72" y="135"/>
                </a:cubicBezTo>
                <a:cubicBezTo>
                  <a:pt x="73" y="135"/>
                  <a:pt x="75" y="135"/>
                  <a:pt x="76" y="134"/>
                </a:cubicBezTo>
                <a:cubicBezTo>
                  <a:pt x="79" y="132"/>
                  <a:pt x="81" y="132"/>
                  <a:pt x="84" y="132"/>
                </a:cubicBezTo>
                <a:cubicBezTo>
                  <a:pt x="85" y="132"/>
                  <a:pt x="87" y="132"/>
                  <a:pt x="88" y="132"/>
                </a:cubicBezTo>
                <a:cubicBezTo>
                  <a:pt x="88" y="132"/>
                  <a:pt x="89" y="131"/>
                  <a:pt x="90" y="131"/>
                </a:cubicBezTo>
                <a:cubicBezTo>
                  <a:pt x="90" y="131"/>
                  <a:pt x="91" y="131"/>
                  <a:pt x="91" y="131"/>
                </a:cubicBezTo>
                <a:cubicBezTo>
                  <a:pt x="93" y="131"/>
                  <a:pt x="94" y="131"/>
                  <a:pt x="95" y="131"/>
                </a:cubicBezTo>
                <a:cubicBezTo>
                  <a:pt x="97" y="131"/>
                  <a:pt x="98" y="130"/>
                  <a:pt x="99" y="129"/>
                </a:cubicBezTo>
                <a:cubicBezTo>
                  <a:pt x="99" y="128"/>
                  <a:pt x="100" y="127"/>
                  <a:pt x="100" y="126"/>
                </a:cubicBezTo>
                <a:cubicBezTo>
                  <a:pt x="101" y="125"/>
                  <a:pt x="102" y="125"/>
                  <a:pt x="103" y="125"/>
                </a:cubicBezTo>
                <a:cubicBezTo>
                  <a:pt x="104" y="124"/>
                  <a:pt x="103" y="123"/>
                  <a:pt x="103" y="122"/>
                </a:cubicBezTo>
                <a:cubicBezTo>
                  <a:pt x="103" y="121"/>
                  <a:pt x="104" y="120"/>
                  <a:pt x="104" y="119"/>
                </a:cubicBezTo>
                <a:cubicBezTo>
                  <a:pt x="106" y="117"/>
                  <a:pt x="107" y="116"/>
                  <a:pt x="108" y="114"/>
                </a:cubicBezTo>
                <a:cubicBezTo>
                  <a:pt x="109" y="114"/>
                  <a:pt x="109" y="114"/>
                  <a:pt x="110" y="113"/>
                </a:cubicBezTo>
                <a:cubicBezTo>
                  <a:pt x="110" y="113"/>
                  <a:pt x="110" y="113"/>
                  <a:pt x="111" y="112"/>
                </a:cubicBezTo>
                <a:cubicBezTo>
                  <a:pt x="112" y="111"/>
                  <a:pt x="113" y="111"/>
                  <a:pt x="113" y="110"/>
                </a:cubicBezTo>
                <a:cubicBezTo>
                  <a:pt x="114" y="109"/>
                  <a:pt x="115" y="109"/>
                  <a:pt x="116" y="108"/>
                </a:cubicBezTo>
                <a:cubicBezTo>
                  <a:pt x="116" y="107"/>
                  <a:pt x="117" y="106"/>
                  <a:pt x="118" y="106"/>
                </a:cubicBezTo>
                <a:cubicBezTo>
                  <a:pt x="118" y="105"/>
                  <a:pt x="118" y="105"/>
                  <a:pt x="119" y="105"/>
                </a:cubicBezTo>
                <a:cubicBezTo>
                  <a:pt x="119" y="104"/>
                  <a:pt x="119" y="101"/>
                  <a:pt x="118" y="100"/>
                </a:cubicBezTo>
                <a:cubicBezTo>
                  <a:pt x="117" y="99"/>
                  <a:pt x="117" y="100"/>
                  <a:pt x="116" y="99"/>
                </a:cubicBezTo>
                <a:cubicBezTo>
                  <a:pt x="116" y="98"/>
                  <a:pt x="117" y="98"/>
                  <a:pt x="117" y="98"/>
                </a:cubicBezTo>
                <a:cubicBezTo>
                  <a:pt x="118" y="97"/>
                  <a:pt x="120" y="98"/>
                  <a:pt x="121" y="98"/>
                </a:cubicBezTo>
                <a:cubicBezTo>
                  <a:pt x="122" y="99"/>
                  <a:pt x="123" y="100"/>
                  <a:pt x="124" y="100"/>
                </a:cubicBezTo>
                <a:cubicBezTo>
                  <a:pt x="126" y="100"/>
                  <a:pt x="126" y="99"/>
                  <a:pt x="128" y="99"/>
                </a:cubicBezTo>
                <a:cubicBezTo>
                  <a:pt x="129" y="99"/>
                  <a:pt x="131" y="99"/>
                  <a:pt x="131" y="98"/>
                </a:cubicBezTo>
                <a:cubicBezTo>
                  <a:pt x="132" y="97"/>
                  <a:pt x="133" y="98"/>
                  <a:pt x="135" y="97"/>
                </a:cubicBezTo>
                <a:cubicBezTo>
                  <a:pt x="136" y="96"/>
                  <a:pt x="137" y="95"/>
                  <a:pt x="139" y="95"/>
                </a:cubicBezTo>
                <a:cubicBezTo>
                  <a:pt x="140" y="94"/>
                  <a:pt x="141" y="94"/>
                  <a:pt x="142" y="93"/>
                </a:cubicBezTo>
                <a:cubicBezTo>
                  <a:pt x="142" y="92"/>
                  <a:pt x="143" y="92"/>
                  <a:pt x="144" y="91"/>
                </a:cubicBezTo>
                <a:cubicBezTo>
                  <a:pt x="145" y="91"/>
                  <a:pt x="145" y="91"/>
                  <a:pt x="145" y="91"/>
                </a:cubicBezTo>
                <a:cubicBezTo>
                  <a:pt x="145" y="91"/>
                  <a:pt x="145" y="91"/>
                  <a:pt x="146" y="91"/>
                </a:cubicBezTo>
                <a:cubicBezTo>
                  <a:pt x="146" y="91"/>
                  <a:pt x="146" y="91"/>
                  <a:pt x="146" y="91"/>
                </a:cubicBezTo>
                <a:cubicBezTo>
                  <a:pt x="147" y="90"/>
                  <a:pt x="147" y="90"/>
                  <a:pt x="147" y="90"/>
                </a:cubicBezTo>
                <a:cubicBezTo>
                  <a:pt x="148" y="90"/>
                  <a:pt x="149" y="90"/>
                  <a:pt x="149" y="89"/>
                </a:cubicBezTo>
                <a:cubicBezTo>
                  <a:pt x="150" y="89"/>
                  <a:pt x="150" y="89"/>
                  <a:pt x="151" y="88"/>
                </a:cubicBezTo>
                <a:cubicBezTo>
                  <a:pt x="152" y="88"/>
                  <a:pt x="152" y="88"/>
                  <a:pt x="152" y="87"/>
                </a:cubicBezTo>
                <a:cubicBezTo>
                  <a:pt x="153" y="87"/>
                  <a:pt x="154" y="87"/>
                  <a:pt x="156" y="86"/>
                </a:cubicBezTo>
                <a:cubicBezTo>
                  <a:pt x="156" y="86"/>
                  <a:pt x="157" y="86"/>
                  <a:pt x="157" y="85"/>
                </a:cubicBezTo>
                <a:cubicBezTo>
                  <a:pt x="158" y="85"/>
                  <a:pt x="159" y="85"/>
                  <a:pt x="159" y="85"/>
                </a:cubicBezTo>
                <a:cubicBezTo>
                  <a:pt x="160" y="85"/>
                  <a:pt x="160" y="85"/>
                  <a:pt x="161" y="84"/>
                </a:cubicBezTo>
                <a:cubicBezTo>
                  <a:pt x="161" y="84"/>
                  <a:pt x="162" y="83"/>
                  <a:pt x="162" y="83"/>
                </a:cubicBezTo>
                <a:cubicBezTo>
                  <a:pt x="163" y="83"/>
                  <a:pt x="164" y="83"/>
                  <a:pt x="164" y="83"/>
                </a:cubicBezTo>
                <a:cubicBezTo>
                  <a:pt x="165" y="82"/>
                  <a:pt x="164" y="82"/>
                  <a:pt x="165" y="82"/>
                </a:cubicBezTo>
                <a:cubicBezTo>
                  <a:pt x="166" y="81"/>
                  <a:pt x="168" y="81"/>
                  <a:pt x="169" y="81"/>
                </a:cubicBezTo>
                <a:cubicBezTo>
                  <a:pt x="170" y="81"/>
                  <a:pt x="171" y="81"/>
                  <a:pt x="172" y="80"/>
                </a:cubicBezTo>
                <a:cubicBezTo>
                  <a:pt x="174" y="79"/>
                  <a:pt x="174" y="79"/>
                  <a:pt x="176" y="79"/>
                </a:cubicBezTo>
                <a:cubicBezTo>
                  <a:pt x="177" y="78"/>
                  <a:pt x="177" y="78"/>
                  <a:pt x="179" y="77"/>
                </a:cubicBezTo>
                <a:cubicBezTo>
                  <a:pt x="180" y="76"/>
                  <a:pt x="181" y="76"/>
                  <a:pt x="182" y="76"/>
                </a:cubicBezTo>
                <a:cubicBezTo>
                  <a:pt x="184" y="76"/>
                  <a:pt x="185" y="75"/>
                  <a:pt x="186" y="75"/>
                </a:cubicBezTo>
                <a:cubicBezTo>
                  <a:pt x="188" y="75"/>
                  <a:pt x="192" y="74"/>
                  <a:pt x="193" y="76"/>
                </a:cubicBezTo>
                <a:cubicBezTo>
                  <a:pt x="194" y="77"/>
                  <a:pt x="192" y="78"/>
                  <a:pt x="192" y="79"/>
                </a:cubicBezTo>
                <a:cubicBezTo>
                  <a:pt x="191" y="80"/>
                  <a:pt x="191" y="80"/>
                  <a:pt x="190" y="81"/>
                </a:cubicBezTo>
                <a:cubicBezTo>
                  <a:pt x="189" y="81"/>
                  <a:pt x="188" y="81"/>
                  <a:pt x="188" y="82"/>
                </a:cubicBezTo>
                <a:cubicBezTo>
                  <a:pt x="187" y="83"/>
                  <a:pt x="187" y="85"/>
                  <a:pt x="187" y="87"/>
                </a:cubicBezTo>
                <a:cubicBezTo>
                  <a:pt x="187" y="90"/>
                  <a:pt x="187" y="93"/>
                  <a:pt x="191" y="94"/>
                </a:cubicBezTo>
                <a:cubicBezTo>
                  <a:pt x="191" y="96"/>
                  <a:pt x="191" y="97"/>
                  <a:pt x="191" y="98"/>
                </a:cubicBezTo>
                <a:cubicBezTo>
                  <a:pt x="192" y="99"/>
                  <a:pt x="192" y="100"/>
                  <a:pt x="193" y="102"/>
                </a:cubicBezTo>
                <a:cubicBezTo>
                  <a:pt x="193" y="102"/>
                  <a:pt x="194" y="102"/>
                  <a:pt x="195" y="101"/>
                </a:cubicBezTo>
                <a:cubicBezTo>
                  <a:pt x="196" y="101"/>
                  <a:pt x="196" y="100"/>
                  <a:pt x="197" y="100"/>
                </a:cubicBezTo>
                <a:cubicBezTo>
                  <a:pt x="199" y="99"/>
                  <a:pt x="198" y="102"/>
                  <a:pt x="198" y="104"/>
                </a:cubicBezTo>
                <a:cubicBezTo>
                  <a:pt x="197" y="107"/>
                  <a:pt x="194" y="109"/>
                  <a:pt x="191" y="108"/>
                </a:cubicBezTo>
                <a:cubicBezTo>
                  <a:pt x="191" y="109"/>
                  <a:pt x="189" y="109"/>
                  <a:pt x="188" y="110"/>
                </a:cubicBezTo>
                <a:cubicBezTo>
                  <a:pt x="187" y="110"/>
                  <a:pt x="186" y="110"/>
                  <a:pt x="185" y="111"/>
                </a:cubicBezTo>
                <a:cubicBezTo>
                  <a:pt x="184" y="111"/>
                  <a:pt x="179" y="111"/>
                  <a:pt x="178" y="110"/>
                </a:cubicBezTo>
                <a:cubicBezTo>
                  <a:pt x="176" y="110"/>
                  <a:pt x="176" y="110"/>
                  <a:pt x="175" y="112"/>
                </a:cubicBezTo>
                <a:cubicBezTo>
                  <a:pt x="175" y="113"/>
                  <a:pt x="175" y="115"/>
                  <a:pt x="175" y="116"/>
                </a:cubicBezTo>
                <a:cubicBezTo>
                  <a:pt x="175" y="116"/>
                  <a:pt x="172" y="117"/>
                  <a:pt x="172" y="117"/>
                </a:cubicBezTo>
                <a:cubicBezTo>
                  <a:pt x="171" y="118"/>
                  <a:pt x="169" y="120"/>
                  <a:pt x="169" y="120"/>
                </a:cubicBezTo>
                <a:cubicBezTo>
                  <a:pt x="169" y="120"/>
                  <a:pt x="169" y="120"/>
                  <a:pt x="169" y="120"/>
                </a:cubicBezTo>
                <a:cubicBezTo>
                  <a:pt x="169" y="121"/>
                  <a:pt x="168" y="121"/>
                  <a:pt x="167" y="122"/>
                </a:cubicBezTo>
                <a:cubicBezTo>
                  <a:pt x="166" y="122"/>
                  <a:pt x="165" y="121"/>
                  <a:pt x="164" y="122"/>
                </a:cubicBezTo>
                <a:cubicBezTo>
                  <a:pt x="163" y="122"/>
                  <a:pt x="163" y="123"/>
                  <a:pt x="162" y="123"/>
                </a:cubicBezTo>
                <a:cubicBezTo>
                  <a:pt x="162" y="124"/>
                  <a:pt x="160" y="125"/>
                  <a:pt x="160" y="126"/>
                </a:cubicBezTo>
                <a:cubicBezTo>
                  <a:pt x="159" y="126"/>
                  <a:pt x="158" y="127"/>
                  <a:pt x="158" y="127"/>
                </a:cubicBezTo>
                <a:cubicBezTo>
                  <a:pt x="157" y="128"/>
                  <a:pt x="156" y="127"/>
                  <a:pt x="155" y="128"/>
                </a:cubicBezTo>
                <a:cubicBezTo>
                  <a:pt x="154" y="128"/>
                  <a:pt x="152" y="128"/>
                  <a:pt x="151" y="129"/>
                </a:cubicBezTo>
                <a:cubicBezTo>
                  <a:pt x="150" y="129"/>
                  <a:pt x="151" y="131"/>
                  <a:pt x="150" y="132"/>
                </a:cubicBezTo>
                <a:cubicBezTo>
                  <a:pt x="149" y="132"/>
                  <a:pt x="148" y="134"/>
                  <a:pt x="148" y="135"/>
                </a:cubicBezTo>
                <a:cubicBezTo>
                  <a:pt x="147" y="136"/>
                  <a:pt x="145" y="137"/>
                  <a:pt x="144" y="137"/>
                </a:cubicBezTo>
                <a:cubicBezTo>
                  <a:pt x="140" y="140"/>
                  <a:pt x="134" y="141"/>
                  <a:pt x="132" y="146"/>
                </a:cubicBezTo>
                <a:cubicBezTo>
                  <a:pt x="131" y="147"/>
                  <a:pt x="131" y="148"/>
                  <a:pt x="131" y="149"/>
                </a:cubicBezTo>
                <a:cubicBezTo>
                  <a:pt x="131" y="151"/>
                  <a:pt x="129" y="151"/>
                  <a:pt x="128" y="152"/>
                </a:cubicBezTo>
                <a:cubicBezTo>
                  <a:pt x="128" y="153"/>
                  <a:pt x="128" y="153"/>
                  <a:pt x="127" y="153"/>
                </a:cubicBezTo>
                <a:cubicBezTo>
                  <a:pt x="126" y="154"/>
                  <a:pt x="126" y="153"/>
                  <a:pt x="125" y="153"/>
                </a:cubicBezTo>
                <a:cubicBezTo>
                  <a:pt x="125" y="152"/>
                  <a:pt x="126" y="150"/>
                  <a:pt x="125" y="149"/>
                </a:cubicBezTo>
                <a:cubicBezTo>
                  <a:pt x="125" y="149"/>
                  <a:pt x="123" y="149"/>
                  <a:pt x="123" y="150"/>
                </a:cubicBezTo>
                <a:cubicBezTo>
                  <a:pt x="121" y="152"/>
                  <a:pt x="122" y="155"/>
                  <a:pt x="120" y="158"/>
                </a:cubicBezTo>
                <a:cubicBezTo>
                  <a:pt x="119" y="159"/>
                  <a:pt x="118" y="159"/>
                  <a:pt x="116" y="160"/>
                </a:cubicBezTo>
                <a:cubicBezTo>
                  <a:pt x="116" y="161"/>
                  <a:pt x="112" y="168"/>
                  <a:pt x="112" y="168"/>
                </a:cubicBezTo>
                <a:cubicBezTo>
                  <a:pt x="113" y="170"/>
                  <a:pt x="115" y="170"/>
                  <a:pt x="113" y="172"/>
                </a:cubicBezTo>
                <a:cubicBezTo>
                  <a:pt x="111" y="174"/>
                  <a:pt x="111" y="174"/>
                  <a:pt x="111" y="176"/>
                </a:cubicBezTo>
                <a:cubicBezTo>
                  <a:pt x="112" y="180"/>
                  <a:pt x="111" y="183"/>
                  <a:pt x="107" y="183"/>
                </a:cubicBezTo>
                <a:cubicBezTo>
                  <a:pt x="105" y="184"/>
                  <a:pt x="104" y="184"/>
                  <a:pt x="103" y="182"/>
                </a:cubicBezTo>
                <a:cubicBezTo>
                  <a:pt x="103" y="181"/>
                  <a:pt x="102" y="179"/>
                  <a:pt x="103" y="178"/>
                </a:cubicBezTo>
                <a:cubicBezTo>
                  <a:pt x="102" y="179"/>
                  <a:pt x="100" y="179"/>
                  <a:pt x="98" y="180"/>
                </a:cubicBezTo>
                <a:cubicBezTo>
                  <a:pt x="98" y="181"/>
                  <a:pt x="98" y="182"/>
                  <a:pt x="99" y="183"/>
                </a:cubicBezTo>
                <a:cubicBezTo>
                  <a:pt x="98" y="186"/>
                  <a:pt x="94" y="186"/>
                  <a:pt x="92" y="188"/>
                </a:cubicBezTo>
                <a:cubicBezTo>
                  <a:pt x="91" y="189"/>
                  <a:pt x="92" y="190"/>
                  <a:pt x="92" y="192"/>
                </a:cubicBezTo>
                <a:cubicBezTo>
                  <a:pt x="91" y="193"/>
                  <a:pt x="90" y="193"/>
                  <a:pt x="90" y="195"/>
                </a:cubicBezTo>
                <a:cubicBezTo>
                  <a:pt x="88" y="195"/>
                  <a:pt x="85" y="196"/>
                  <a:pt x="84" y="197"/>
                </a:cubicBezTo>
                <a:cubicBezTo>
                  <a:pt x="84" y="199"/>
                  <a:pt x="84" y="198"/>
                  <a:pt x="85" y="199"/>
                </a:cubicBezTo>
                <a:cubicBezTo>
                  <a:pt x="86" y="201"/>
                  <a:pt x="86" y="201"/>
                  <a:pt x="86" y="201"/>
                </a:cubicBezTo>
                <a:cubicBezTo>
                  <a:pt x="89" y="203"/>
                  <a:pt x="90" y="201"/>
                  <a:pt x="90" y="205"/>
                </a:cubicBezTo>
                <a:cubicBezTo>
                  <a:pt x="90" y="206"/>
                  <a:pt x="90" y="208"/>
                  <a:pt x="91" y="210"/>
                </a:cubicBezTo>
                <a:cubicBezTo>
                  <a:pt x="92" y="210"/>
                  <a:pt x="93" y="210"/>
                  <a:pt x="94" y="211"/>
                </a:cubicBezTo>
                <a:cubicBezTo>
                  <a:pt x="96" y="212"/>
                  <a:pt x="97" y="213"/>
                  <a:pt x="99" y="213"/>
                </a:cubicBezTo>
                <a:cubicBezTo>
                  <a:pt x="100" y="211"/>
                  <a:pt x="100" y="209"/>
                  <a:pt x="102" y="207"/>
                </a:cubicBezTo>
                <a:cubicBezTo>
                  <a:pt x="103" y="206"/>
                  <a:pt x="104" y="206"/>
                  <a:pt x="105" y="205"/>
                </a:cubicBezTo>
                <a:cubicBezTo>
                  <a:pt x="106" y="203"/>
                  <a:pt x="105" y="201"/>
                  <a:pt x="103" y="201"/>
                </a:cubicBezTo>
                <a:cubicBezTo>
                  <a:pt x="104" y="199"/>
                  <a:pt x="106" y="199"/>
                  <a:pt x="108" y="199"/>
                </a:cubicBezTo>
                <a:cubicBezTo>
                  <a:pt x="110" y="198"/>
                  <a:pt x="111" y="198"/>
                  <a:pt x="113" y="198"/>
                </a:cubicBezTo>
                <a:cubicBezTo>
                  <a:pt x="114" y="198"/>
                  <a:pt x="116" y="198"/>
                  <a:pt x="117" y="198"/>
                </a:cubicBezTo>
                <a:cubicBezTo>
                  <a:pt x="118" y="199"/>
                  <a:pt x="119" y="199"/>
                  <a:pt x="120" y="199"/>
                </a:cubicBezTo>
                <a:cubicBezTo>
                  <a:pt x="120" y="199"/>
                  <a:pt x="121" y="198"/>
                  <a:pt x="121" y="198"/>
                </a:cubicBezTo>
                <a:cubicBezTo>
                  <a:pt x="123" y="198"/>
                  <a:pt x="122" y="199"/>
                  <a:pt x="123" y="199"/>
                </a:cubicBezTo>
                <a:cubicBezTo>
                  <a:pt x="124" y="199"/>
                  <a:pt x="124" y="199"/>
                  <a:pt x="125" y="198"/>
                </a:cubicBezTo>
                <a:cubicBezTo>
                  <a:pt x="127" y="198"/>
                  <a:pt x="128" y="197"/>
                  <a:pt x="130" y="197"/>
                </a:cubicBezTo>
                <a:cubicBezTo>
                  <a:pt x="131" y="197"/>
                  <a:pt x="133" y="198"/>
                  <a:pt x="134" y="197"/>
                </a:cubicBezTo>
                <a:cubicBezTo>
                  <a:pt x="134" y="196"/>
                  <a:pt x="134" y="195"/>
                  <a:pt x="134" y="195"/>
                </a:cubicBezTo>
                <a:cubicBezTo>
                  <a:pt x="135" y="194"/>
                  <a:pt x="135" y="194"/>
                  <a:pt x="135" y="193"/>
                </a:cubicBezTo>
                <a:cubicBezTo>
                  <a:pt x="136" y="193"/>
                  <a:pt x="138" y="189"/>
                  <a:pt x="139" y="189"/>
                </a:cubicBezTo>
                <a:cubicBezTo>
                  <a:pt x="139" y="190"/>
                  <a:pt x="139" y="190"/>
                  <a:pt x="140" y="190"/>
                </a:cubicBezTo>
                <a:cubicBezTo>
                  <a:pt x="140" y="193"/>
                  <a:pt x="140" y="196"/>
                  <a:pt x="140" y="198"/>
                </a:cubicBezTo>
                <a:cubicBezTo>
                  <a:pt x="142" y="198"/>
                  <a:pt x="144" y="199"/>
                  <a:pt x="145" y="200"/>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1" name="Freeform 283">
            <a:extLst>
              <a:ext uri="{FF2B5EF4-FFF2-40B4-BE49-F238E27FC236}">
                <a16:creationId xmlns:a16="http://schemas.microsoft.com/office/drawing/2014/main" id="{6F59AE8A-A3D3-46A9-AFC2-9376AB27768E}"/>
              </a:ext>
            </a:extLst>
          </p:cNvPr>
          <p:cNvSpPr>
            <a:spLocks/>
          </p:cNvSpPr>
          <p:nvPr/>
        </p:nvSpPr>
        <p:spPr bwMode="auto">
          <a:xfrm>
            <a:off x="4344283" y="3867210"/>
            <a:ext cx="132582" cy="270000"/>
          </a:xfrm>
          <a:custGeom>
            <a:avLst/>
            <a:gdLst>
              <a:gd name="T0" fmla="*/ 5 w 58"/>
              <a:gd name="T1" fmla="*/ 45 h 123"/>
              <a:gd name="T2" fmla="*/ 5 w 58"/>
              <a:gd name="T3" fmla="*/ 52 h 123"/>
              <a:gd name="T4" fmla="*/ 8 w 58"/>
              <a:gd name="T5" fmla="*/ 65 h 123"/>
              <a:gd name="T6" fmla="*/ 9 w 58"/>
              <a:gd name="T7" fmla="*/ 74 h 123"/>
              <a:gd name="T8" fmla="*/ 12 w 58"/>
              <a:gd name="T9" fmla="*/ 81 h 123"/>
              <a:gd name="T10" fmla="*/ 15 w 58"/>
              <a:gd name="T11" fmla="*/ 90 h 123"/>
              <a:gd name="T12" fmla="*/ 18 w 58"/>
              <a:gd name="T13" fmla="*/ 96 h 123"/>
              <a:gd name="T14" fmla="*/ 20 w 58"/>
              <a:gd name="T15" fmla="*/ 114 h 123"/>
              <a:gd name="T16" fmla="*/ 24 w 58"/>
              <a:gd name="T17" fmla="*/ 120 h 123"/>
              <a:gd name="T18" fmla="*/ 26 w 58"/>
              <a:gd name="T19" fmla="*/ 113 h 123"/>
              <a:gd name="T20" fmla="*/ 30 w 58"/>
              <a:gd name="T21" fmla="*/ 116 h 123"/>
              <a:gd name="T22" fmla="*/ 34 w 58"/>
              <a:gd name="T23" fmla="*/ 122 h 123"/>
              <a:gd name="T24" fmla="*/ 40 w 58"/>
              <a:gd name="T25" fmla="*/ 117 h 123"/>
              <a:gd name="T26" fmla="*/ 44 w 58"/>
              <a:gd name="T27" fmla="*/ 111 h 123"/>
              <a:gd name="T28" fmla="*/ 49 w 58"/>
              <a:gd name="T29" fmla="*/ 110 h 123"/>
              <a:gd name="T30" fmla="*/ 51 w 58"/>
              <a:gd name="T31" fmla="*/ 102 h 123"/>
              <a:gd name="T32" fmla="*/ 48 w 58"/>
              <a:gd name="T33" fmla="*/ 98 h 123"/>
              <a:gd name="T34" fmla="*/ 46 w 58"/>
              <a:gd name="T35" fmla="*/ 86 h 123"/>
              <a:gd name="T36" fmla="*/ 43 w 58"/>
              <a:gd name="T37" fmla="*/ 78 h 123"/>
              <a:gd name="T38" fmla="*/ 46 w 58"/>
              <a:gd name="T39" fmla="*/ 74 h 123"/>
              <a:gd name="T40" fmla="*/ 53 w 58"/>
              <a:gd name="T41" fmla="*/ 72 h 123"/>
              <a:gd name="T42" fmla="*/ 56 w 58"/>
              <a:gd name="T43" fmla="*/ 66 h 123"/>
              <a:gd name="T44" fmla="*/ 58 w 58"/>
              <a:gd name="T45" fmla="*/ 49 h 123"/>
              <a:gd name="T46" fmla="*/ 54 w 58"/>
              <a:gd name="T47" fmla="*/ 33 h 123"/>
              <a:gd name="T48" fmla="*/ 50 w 58"/>
              <a:gd name="T49" fmla="*/ 25 h 123"/>
              <a:gd name="T50" fmla="*/ 49 w 58"/>
              <a:gd name="T51" fmla="*/ 19 h 123"/>
              <a:gd name="T52" fmla="*/ 45 w 58"/>
              <a:gd name="T53" fmla="*/ 17 h 123"/>
              <a:gd name="T54" fmla="*/ 39 w 58"/>
              <a:gd name="T55" fmla="*/ 15 h 123"/>
              <a:gd name="T56" fmla="*/ 34 w 58"/>
              <a:gd name="T57" fmla="*/ 11 h 123"/>
              <a:gd name="T58" fmla="*/ 34 w 58"/>
              <a:gd name="T59" fmla="*/ 2 h 123"/>
              <a:gd name="T60" fmla="*/ 33 w 58"/>
              <a:gd name="T61" fmla="*/ 4 h 123"/>
              <a:gd name="T62" fmla="*/ 24 w 58"/>
              <a:gd name="T63" fmla="*/ 6 h 123"/>
              <a:gd name="T64" fmla="*/ 18 w 58"/>
              <a:gd name="T65" fmla="*/ 7 h 123"/>
              <a:gd name="T66" fmla="*/ 15 w 58"/>
              <a:gd name="T67" fmla="*/ 12 h 123"/>
              <a:gd name="T68" fmla="*/ 11 w 58"/>
              <a:gd name="T69" fmla="*/ 16 h 123"/>
              <a:gd name="T70" fmla="*/ 6 w 58"/>
              <a:gd name="T71" fmla="*/ 12 h 123"/>
              <a:gd name="T72" fmla="*/ 1 w 58"/>
              <a:gd name="T73" fmla="*/ 18 h 123"/>
              <a:gd name="T74" fmla="*/ 2 w 58"/>
              <a:gd name="T75" fmla="*/ 25 h 123"/>
              <a:gd name="T76" fmla="*/ 2 w 58"/>
              <a:gd name="T77" fmla="*/ 3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8" h="123">
                <a:moveTo>
                  <a:pt x="2" y="39"/>
                </a:moveTo>
                <a:cubicBezTo>
                  <a:pt x="4" y="40"/>
                  <a:pt x="4" y="44"/>
                  <a:pt x="5" y="45"/>
                </a:cubicBezTo>
                <a:cubicBezTo>
                  <a:pt x="5" y="46"/>
                  <a:pt x="5" y="47"/>
                  <a:pt x="5" y="49"/>
                </a:cubicBezTo>
                <a:cubicBezTo>
                  <a:pt x="5" y="50"/>
                  <a:pt x="4" y="51"/>
                  <a:pt x="5" y="52"/>
                </a:cubicBezTo>
                <a:cubicBezTo>
                  <a:pt x="6" y="54"/>
                  <a:pt x="8" y="54"/>
                  <a:pt x="8" y="56"/>
                </a:cubicBezTo>
                <a:cubicBezTo>
                  <a:pt x="8" y="59"/>
                  <a:pt x="8" y="62"/>
                  <a:pt x="8" y="65"/>
                </a:cubicBezTo>
                <a:cubicBezTo>
                  <a:pt x="7" y="66"/>
                  <a:pt x="7" y="68"/>
                  <a:pt x="7" y="69"/>
                </a:cubicBezTo>
                <a:cubicBezTo>
                  <a:pt x="7" y="71"/>
                  <a:pt x="8" y="72"/>
                  <a:pt x="9" y="74"/>
                </a:cubicBezTo>
                <a:cubicBezTo>
                  <a:pt x="9" y="76"/>
                  <a:pt x="9" y="77"/>
                  <a:pt x="10" y="79"/>
                </a:cubicBezTo>
                <a:cubicBezTo>
                  <a:pt x="11" y="80"/>
                  <a:pt x="11" y="80"/>
                  <a:pt x="12" y="81"/>
                </a:cubicBezTo>
                <a:cubicBezTo>
                  <a:pt x="13" y="83"/>
                  <a:pt x="14" y="86"/>
                  <a:pt x="15" y="88"/>
                </a:cubicBezTo>
                <a:cubicBezTo>
                  <a:pt x="15" y="89"/>
                  <a:pt x="15" y="90"/>
                  <a:pt x="15" y="90"/>
                </a:cubicBezTo>
                <a:cubicBezTo>
                  <a:pt x="16" y="92"/>
                  <a:pt x="16" y="93"/>
                  <a:pt x="17" y="94"/>
                </a:cubicBezTo>
                <a:cubicBezTo>
                  <a:pt x="17" y="94"/>
                  <a:pt x="18" y="95"/>
                  <a:pt x="18" y="96"/>
                </a:cubicBezTo>
                <a:cubicBezTo>
                  <a:pt x="18" y="98"/>
                  <a:pt x="19" y="99"/>
                  <a:pt x="19" y="101"/>
                </a:cubicBezTo>
                <a:cubicBezTo>
                  <a:pt x="19" y="105"/>
                  <a:pt x="20" y="110"/>
                  <a:pt x="20" y="114"/>
                </a:cubicBezTo>
                <a:cubicBezTo>
                  <a:pt x="20" y="116"/>
                  <a:pt x="22" y="116"/>
                  <a:pt x="22" y="118"/>
                </a:cubicBezTo>
                <a:cubicBezTo>
                  <a:pt x="22" y="120"/>
                  <a:pt x="22" y="120"/>
                  <a:pt x="24" y="120"/>
                </a:cubicBezTo>
                <a:cubicBezTo>
                  <a:pt x="26" y="119"/>
                  <a:pt x="25" y="118"/>
                  <a:pt x="25" y="117"/>
                </a:cubicBezTo>
                <a:cubicBezTo>
                  <a:pt x="25" y="115"/>
                  <a:pt x="25" y="113"/>
                  <a:pt x="26" y="113"/>
                </a:cubicBezTo>
                <a:cubicBezTo>
                  <a:pt x="27" y="113"/>
                  <a:pt x="27" y="114"/>
                  <a:pt x="28" y="114"/>
                </a:cubicBezTo>
                <a:cubicBezTo>
                  <a:pt x="28" y="115"/>
                  <a:pt x="29" y="115"/>
                  <a:pt x="30" y="116"/>
                </a:cubicBezTo>
                <a:cubicBezTo>
                  <a:pt x="31" y="117"/>
                  <a:pt x="32" y="118"/>
                  <a:pt x="32" y="120"/>
                </a:cubicBezTo>
                <a:cubicBezTo>
                  <a:pt x="33" y="121"/>
                  <a:pt x="33" y="122"/>
                  <a:pt x="34" y="122"/>
                </a:cubicBezTo>
                <a:cubicBezTo>
                  <a:pt x="36" y="123"/>
                  <a:pt x="37" y="122"/>
                  <a:pt x="38" y="122"/>
                </a:cubicBezTo>
                <a:cubicBezTo>
                  <a:pt x="39" y="121"/>
                  <a:pt x="39" y="119"/>
                  <a:pt x="40" y="117"/>
                </a:cubicBezTo>
                <a:cubicBezTo>
                  <a:pt x="41" y="116"/>
                  <a:pt x="42" y="117"/>
                  <a:pt x="43" y="115"/>
                </a:cubicBezTo>
                <a:cubicBezTo>
                  <a:pt x="43" y="114"/>
                  <a:pt x="42" y="112"/>
                  <a:pt x="44" y="111"/>
                </a:cubicBezTo>
                <a:cubicBezTo>
                  <a:pt x="45" y="110"/>
                  <a:pt x="47" y="113"/>
                  <a:pt x="48" y="112"/>
                </a:cubicBezTo>
                <a:cubicBezTo>
                  <a:pt x="49" y="110"/>
                  <a:pt x="49" y="110"/>
                  <a:pt x="49" y="110"/>
                </a:cubicBezTo>
                <a:cubicBezTo>
                  <a:pt x="49" y="110"/>
                  <a:pt x="49" y="110"/>
                  <a:pt x="50" y="109"/>
                </a:cubicBezTo>
                <a:cubicBezTo>
                  <a:pt x="50" y="108"/>
                  <a:pt x="49" y="103"/>
                  <a:pt x="51" y="102"/>
                </a:cubicBezTo>
                <a:cubicBezTo>
                  <a:pt x="51" y="101"/>
                  <a:pt x="50" y="101"/>
                  <a:pt x="50" y="100"/>
                </a:cubicBezTo>
                <a:cubicBezTo>
                  <a:pt x="49" y="99"/>
                  <a:pt x="48" y="98"/>
                  <a:pt x="48" y="98"/>
                </a:cubicBezTo>
                <a:cubicBezTo>
                  <a:pt x="46" y="96"/>
                  <a:pt x="47" y="94"/>
                  <a:pt x="46" y="92"/>
                </a:cubicBezTo>
                <a:cubicBezTo>
                  <a:pt x="46" y="90"/>
                  <a:pt x="45" y="88"/>
                  <a:pt x="46" y="86"/>
                </a:cubicBezTo>
                <a:cubicBezTo>
                  <a:pt x="47" y="84"/>
                  <a:pt x="46" y="82"/>
                  <a:pt x="46" y="79"/>
                </a:cubicBezTo>
                <a:cubicBezTo>
                  <a:pt x="45" y="80"/>
                  <a:pt x="44" y="80"/>
                  <a:pt x="43" y="78"/>
                </a:cubicBezTo>
                <a:cubicBezTo>
                  <a:pt x="43" y="77"/>
                  <a:pt x="42" y="75"/>
                  <a:pt x="43" y="74"/>
                </a:cubicBezTo>
                <a:cubicBezTo>
                  <a:pt x="44" y="73"/>
                  <a:pt x="44" y="74"/>
                  <a:pt x="46" y="74"/>
                </a:cubicBezTo>
                <a:cubicBezTo>
                  <a:pt x="47" y="74"/>
                  <a:pt x="48" y="74"/>
                  <a:pt x="50" y="74"/>
                </a:cubicBezTo>
                <a:cubicBezTo>
                  <a:pt x="51" y="74"/>
                  <a:pt x="53" y="74"/>
                  <a:pt x="53" y="72"/>
                </a:cubicBezTo>
                <a:cubicBezTo>
                  <a:pt x="54" y="71"/>
                  <a:pt x="54" y="69"/>
                  <a:pt x="55" y="68"/>
                </a:cubicBezTo>
                <a:cubicBezTo>
                  <a:pt x="55" y="67"/>
                  <a:pt x="56" y="67"/>
                  <a:pt x="56" y="66"/>
                </a:cubicBezTo>
                <a:cubicBezTo>
                  <a:pt x="56" y="64"/>
                  <a:pt x="57" y="62"/>
                  <a:pt x="57" y="60"/>
                </a:cubicBezTo>
                <a:cubicBezTo>
                  <a:pt x="57" y="56"/>
                  <a:pt x="58" y="52"/>
                  <a:pt x="58" y="49"/>
                </a:cubicBezTo>
                <a:cubicBezTo>
                  <a:pt x="58" y="45"/>
                  <a:pt x="57" y="42"/>
                  <a:pt x="56" y="40"/>
                </a:cubicBezTo>
                <a:cubicBezTo>
                  <a:pt x="55" y="37"/>
                  <a:pt x="55" y="35"/>
                  <a:pt x="54" y="33"/>
                </a:cubicBezTo>
                <a:cubicBezTo>
                  <a:pt x="53" y="31"/>
                  <a:pt x="51" y="29"/>
                  <a:pt x="51" y="28"/>
                </a:cubicBezTo>
                <a:cubicBezTo>
                  <a:pt x="50" y="27"/>
                  <a:pt x="50" y="26"/>
                  <a:pt x="50" y="25"/>
                </a:cubicBezTo>
                <a:cubicBezTo>
                  <a:pt x="50" y="23"/>
                  <a:pt x="50" y="23"/>
                  <a:pt x="49" y="22"/>
                </a:cubicBezTo>
                <a:cubicBezTo>
                  <a:pt x="47" y="21"/>
                  <a:pt x="49" y="20"/>
                  <a:pt x="49" y="19"/>
                </a:cubicBezTo>
                <a:cubicBezTo>
                  <a:pt x="50" y="18"/>
                  <a:pt x="50" y="17"/>
                  <a:pt x="50" y="16"/>
                </a:cubicBezTo>
                <a:cubicBezTo>
                  <a:pt x="48" y="16"/>
                  <a:pt x="46" y="17"/>
                  <a:pt x="45" y="17"/>
                </a:cubicBezTo>
                <a:cubicBezTo>
                  <a:pt x="44" y="17"/>
                  <a:pt x="42" y="17"/>
                  <a:pt x="41" y="16"/>
                </a:cubicBezTo>
                <a:cubicBezTo>
                  <a:pt x="40" y="16"/>
                  <a:pt x="40" y="16"/>
                  <a:pt x="39" y="15"/>
                </a:cubicBezTo>
                <a:cubicBezTo>
                  <a:pt x="36" y="15"/>
                  <a:pt x="35" y="15"/>
                  <a:pt x="32" y="14"/>
                </a:cubicBezTo>
                <a:cubicBezTo>
                  <a:pt x="32" y="13"/>
                  <a:pt x="33" y="13"/>
                  <a:pt x="34" y="11"/>
                </a:cubicBezTo>
                <a:cubicBezTo>
                  <a:pt x="35" y="11"/>
                  <a:pt x="34" y="9"/>
                  <a:pt x="34" y="8"/>
                </a:cubicBezTo>
                <a:cubicBezTo>
                  <a:pt x="34" y="6"/>
                  <a:pt x="35" y="4"/>
                  <a:pt x="34" y="2"/>
                </a:cubicBezTo>
                <a:cubicBezTo>
                  <a:pt x="34" y="1"/>
                  <a:pt x="34" y="1"/>
                  <a:pt x="34" y="1"/>
                </a:cubicBezTo>
                <a:cubicBezTo>
                  <a:pt x="33" y="2"/>
                  <a:pt x="33" y="3"/>
                  <a:pt x="33" y="4"/>
                </a:cubicBezTo>
                <a:cubicBezTo>
                  <a:pt x="32" y="4"/>
                  <a:pt x="30" y="3"/>
                  <a:pt x="28" y="4"/>
                </a:cubicBezTo>
                <a:cubicBezTo>
                  <a:pt x="27" y="4"/>
                  <a:pt x="26" y="6"/>
                  <a:pt x="24" y="6"/>
                </a:cubicBezTo>
                <a:cubicBezTo>
                  <a:pt x="23" y="3"/>
                  <a:pt x="20" y="2"/>
                  <a:pt x="19" y="0"/>
                </a:cubicBezTo>
                <a:cubicBezTo>
                  <a:pt x="19" y="2"/>
                  <a:pt x="19" y="5"/>
                  <a:pt x="18" y="7"/>
                </a:cubicBezTo>
                <a:cubicBezTo>
                  <a:pt x="17" y="8"/>
                  <a:pt x="16" y="7"/>
                  <a:pt x="15" y="9"/>
                </a:cubicBezTo>
                <a:cubicBezTo>
                  <a:pt x="15" y="9"/>
                  <a:pt x="15" y="11"/>
                  <a:pt x="15" y="12"/>
                </a:cubicBezTo>
                <a:cubicBezTo>
                  <a:pt x="14" y="12"/>
                  <a:pt x="13" y="12"/>
                  <a:pt x="12" y="12"/>
                </a:cubicBezTo>
                <a:cubicBezTo>
                  <a:pt x="12" y="14"/>
                  <a:pt x="12" y="15"/>
                  <a:pt x="11" y="16"/>
                </a:cubicBezTo>
                <a:cubicBezTo>
                  <a:pt x="10" y="17"/>
                  <a:pt x="8" y="18"/>
                  <a:pt x="6" y="18"/>
                </a:cubicBezTo>
                <a:cubicBezTo>
                  <a:pt x="6" y="16"/>
                  <a:pt x="6" y="14"/>
                  <a:pt x="6" y="12"/>
                </a:cubicBezTo>
                <a:cubicBezTo>
                  <a:pt x="6" y="12"/>
                  <a:pt x="3" y="13"/>
                  <a:pt x="1" y="13"/>
                </a:cubicBezTo>
                <a:cubicBezTo>
                  <a:pt x="0" y="15"/>
                  <a:pt x="0" y="16"/>
                  <a:pt x="1" y="18"/>
                </a:cubicBezTo>
                <a:cubicBezTo>
                  <a:pt x="1" y="19"/>
                  <a:pt x="3" y="19"/>
                  <a:pt x="3" y="21"/>
                </a:cubicBezTo>
                <a:cubicBezTo>
                  <a:pt x="3" y="22"/>
                  <a:pt x="2" y="23"/>
                  <a:pt x="2" y="25"/>
                </a:cubicBezTo>
                <a:cubicBezTo>
                  <a:pt x="3" y="26"/>
                  <a:pt x="4" y="27"/>
                  <a:pt x="4" y="29"/>
                </a:cubicBezTo>
                <a:cubicBezTo>
                  <a:pt x="4" y="32"/>
                  <a:pt x="3" y="35"/>
                  <a:pt x="2" y="39"/>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2" name="Freeform 284">
            <a:extLst>
              <a:ext uri="{FF2B5EF4-FFF2-40B4-BE49-F238E27FC236}">
                <a16:creationId xmlns:a16="http://schemas.microsoft.com/office/drawing/2014/main" id="{90CCF824-D61C-42E3-8BFA-D8B08EEFA92C}"/>
              </a:ext>
            </a:extLst>
          </p:cNvPr>
          <p:cNvSpPr>
            <a:spLocks/>
          </p:cNvSpPr>
          <p:nvPr/>
        </p:nvSpPr>
        <p:spPr bwMode="auto">
          <a:xfrm>
            <a:off x="4081157" y="3709546"/>
            <a:ext cx="316158" cy="109380"/>
          </a:xfrm>
          <a:custGeom>
            <a:avLst/>
            <a:gdLst>
              <a:gd name="T0" fmla="*/ 2 w 139"/>
              <a:gd name="T1" fmla="*/ 39 h 50"/>
              <a:gd name="T2" fmla="*/ 16 w 139"/>
              <a:gd name="T3" fmla="*/ 43 h 50"/>
              <a:gd name="T4" fmla="*/ 28 w 139"/>
              <a:gd name="T5" fmla="*/ 46 h 50"/>
              <a:gd name="T6" fmla="*/ 54 w 139"/>
              <a:gd name="T7" fmla="*/ 45 h 50"/>
              <a:gd name="T8" fmla="*/ 65 w 139"/>
              <a:gd name="T9" fmla="*/ 46 h 50"/>
              <a:gd name="T10" fmla="*/ 77 w 139"/>
              <a:gd name="T11" fmla="*/ 47 h 50"/>
              <a:gd name="T12" fmla="*/ 82 w 139"/>
              <a:gd name="T13" fmla="*/ 47 h 50"/>
              <a:gd name="T14" fmla="*/ 89 w 139"/>
              <a:gd name="T15" fmla="*/ 47 h 50"/>
              <a:gd name="T16" fmla="*/ 94 w 139"/>
              <a:gd name="T17" fmla="*/ 45 h 50"/>
              <a:gd name="T18" fmla="*/ 115 w 139"/>
              <a:gd name="T19" fmla="*/ 49 h 50"/>
              <a:gd name="T20" fmla="*/ 123 w 139"/>
              <a:gd name="T21" fmla="*/ 47 h 50"/>
              <a:gd name="T22" fmla="*/ 135 w 139"/>
              <a:gd name="T23" fmla="*/ 40 h 50"/>
              <a:gd name="T24" fmla="*/ 138 w 139"/>
              <a:gd name="T25" fmla="*/ 33 h 50"/>
              <a:gd name="T26" fmla="*/ 133 w 139"/>
              <a:gd name="T27" fmla="*/ 21 h 50"/>
              <a:gd name="T28" fmla="*/ 123 w 139"/>
              <a:gd name="T29" fmla="*/ 16 h 50"/>
              <a:gd name="T30" fmla="*/ 111 w 139"/>
              <a:gd name="T31" fmla="*/ 18 h 50"/>
              <a:gd name="T32" fmla="*/ 109 w 139"/>
              <a:gd name="T33" fmla="*/ 7 h 50"/>
              <a:gd name="T34" fmla="*/ 114 w 139"/>
              <a:gd name="T35" fmla="*/ 2 h 50"/>
              <a:gd name="T36" fmla="*/ 103 w 139"/>
              <a:gd name="T37" fmla="*/ 2 h 50"/>
              <a:gd name="T38" fmla="*/ 91 w 139"/>
              <a:gd name="T39" fmla="*/ 6 h 50"/>
              <a:gd name="T40" fmla="*/ 87 w 139"/>
              <a:gd name="T41" fmla="*/ 6 h 50"/>
              <a:gd name="T42" fmla="*/ 80 w 139"/>
              <a:gd name="T43" fmla="*/ 9 h 50"/>
              <a:gd name="T44" fmla="*/ 73 w 139"/>
              <a:gd name="T45" fmla="*/ 16 h 50"/>
              <a:gd name="T46" fmla="*/ 70 w 139"/>
              <a:gd name="T47" fmla="*/ 19 h 50"/>
              <a:gd name="T48" fmla="*/ 66 w 139"/>
              <a:gd name="T49" fmla="*/ 13 h 50"/>
              <a:gd name="T50" fmla="*/ 60 w 139"/>
              <a:gd name="T51" fmla="*/ 16 h 50"/>
              <a:gd name="T52" fmla="*/ 53 w 139"/>
              <a:gd name="T53" fmla="*/ 11 h 50"/>
              <a:gd name="T54" fmla="*/ 43 w 139"/>
              <a:gd name="T55" fmla="*/ 10 h 50"/>
              <a:gd name="T56" fmla="*/ 33 w 139"/>
              <a:gd name="T57" fmla="*/ 8 h 50"/>
              <a:gd name="T58" fmla="*/ 22 w 139"/>
              <a:gd name="T59" fmla="*/ 9 h 50"/>
              <a:gd name="T60" fmla="*/ 9 w 139"/>
              <a:gd name="T61" fmla="*/ 13 h 50"/>
              <a:gd name="T62" fmla="*/ 5 w 139"/>
              <a:gd name="T63" fmla="*/ 20 h 50"/>
              <a:gd name="T64" fmla="*/ 7 w 139"/>
              <a:gd name="T65"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50">
                <a:moveTo>
                  <a:pt x="0" y="27"/>
                </a:moveTo>
                <a:cubicBezTo>
                  <a:pt x="0" y="31"/>
                  <a:pt x="0" y="36"/>
                  <a:pt x="2" y="39"/>
                </a:cubicBezTo>
                <a:cubicBezTo>
                  <a:pt x="3" y="41"/>
                  <a:pt x="6" y="40"/>
                  <a:pt x="9" y="40"/>
                </a:cubicBezTo>
                <a:cubicBezTo>
                  <a:pt x="12" y="39"/>
                  <a:pt x="13" y="42"/>
                  <a:pt x="16" y="43"/>
                </a:cubicBezTo>
                <a:cubicBezTo>
                  <a:pt x="17" y="43"/>
                  <a:pt x="20" y="44"/>
                  <a:pt x="22" y="44"/>
                </a:cubicBezTo>
                <a:cubicBezTo>
                  <a:pt x="24" y="45"/>
                  <a:pt x="26" y="45"/>
                  <a:pt x="28" y="46"/>
                </a:cubicBezTo>
                <a:cubicBezTo>
                  <a:pt x="32" y="46"/>
                  <a:pt x="37" y="46"/>
                  <a:pt x="41" y="45"/>
                </a:cubicBezTo>
                <a:cubicBezTo>
                  <a:pt x="45" y="45"/>
                  <a:pt x="50" y="45"/>
                  <a:pt x="54" y="45"/>
                </a:cubicBezTo>
                <a:cubicBezTo>
                  <a:pt x="56" y="45"/>
                  <a:pt x="58" y="45"/>
                  <a:pt x="59" y="45"/>
                </a:cubicBezTo>
                <a:cubicBezTo>
                  <a:pt x="61" y="45"/>
                  <a:pt x="63" y="46"/>
                  <a:pt x="65" y="46"/>
                </a:cubicBezTo>
                <a:cubicBezTo>
                  <a:pt x="67" y="46"/>
                  <a:pt x="69" y="44"/>
                  <a:pt x="71" y="44"/>
                </a:cubicBezTo>
                <a:cubicBezTo>
                  <a:pt x="73" y="44"/>
                  <a:pt x="75" y="47"/>
                  <a:pt x="77" y="47"/>
                </a:cubicBezTo>
                <a:cubicBezTo>
                  <a:pt x="78" y="47"/>
                  <a:pt x="80" y="45"/>
                  <a:pt x="81" y="46"/>
                </a:cubicBezTo>
                <a:cubicBezTo>
                  <a:pt x="82" y="47"/>
                  <a:pt x="82" y="47"/>
                  <a:pt x="82" y="47"/>
                </a:cubicBezTo>
                <a:cubicBezTo>
                  <a:pt x="83" y="47"/>
                  <a:pt x="83" y="47"/>
                  <a:pt x="83" y="47"/>
                </a:cubicBezTo>
                <a:cubicBezTo>
                  <a:pt x="84" y="47"/>
                  <a:pt x="88" y="47"/>
                  <a:pt x="89" y="47"/>
                </a:cubicBezTo>
                <a:cubicBezTo>
                  <a:pt x="90" y="46"/>
                  <a:pt x="89" y="45"/>
                  <a:pt x="91" y="45"/>
                </a:cubicBezTo>
                <a:cubicBezTo>
                  <a:pt x="92" y="44"/>
                  <a:pt x="93" y="45"/>
                  <a:pt x="94" y="45"/>
                </a:cubicBezTo>
                <a:cubicBezTo>
                  <a:pt x="98" y="44"/>
                  <a:pt x="102" y="45"/>
                  <a:pt x="106" y="45"/>
                </a:cubicBezTo>
                <a:cubicBezTo>
                  <a:pt x="110" y="45"/>
                  <a:pt x="113" y="46"/>
                  <a:pt x="115" y="49"/>
                </a:cubicBezTo>
                <a:cubicBezTo>
                  <a:pt x="117" y="49"/>
                  <a:pt x="120" y="49"/>
                  <a:pt x="122" y="50"/>
                </a:cubicBezTo>
                <a:cubicBezTo>
                  <a:pt x="122" y="49"/>
                  <a:pt x="122" y="48"/>
                  <a:pt x="123" y="47"/>
                </a:cubicBezTo>
                <a:cubicBezTo>
                  <a:pt x="125" y="46"/>
                  <a:pt x="127" y="46"/>
                  <a:pt x="129" y="45"/>
                </a:cubicBezTo>
                <a:cubicBezTo>
                  <a:pt x="132" y="44"/>
                  <a:pt x="133" y="41"/>
                  <a:pt x="135" y="40"/>
                </a:cubicBezTo>
                <a:cubicBezTo>
                  <a:pt x="136" y="39"/>
                  <a:pt x="138" y="39"/>
                  <a:pt x="138" y="39"/>
                </a:cubicBezTo>
                <a:cubicBezTo>
                  <a:pt x="139" y="37"/>
                  <a:pt x="139" y="35"/>
                  <a:pt x="138" y="33"/>
                </a:cubicBezTo>
                <a:cubicBezTo>
                  <a:pt x="136" y="31"/>
                  <a:pt x="132" y="31"/>
                  <a:pt x="131" y="28"/>
                </a:cubicBezTo>
                <a:cubicBezTo>
                  <a:pt x="131" y="26"/>
                  <a:pt x="131" y="21"/>
                  <a:pt x="133" y="21"/>
                </a:cubicBezTo>
                <a:cubicBezTo>
                  <a:pt x="131" y="21"/>
                  <a:pt x="128" y="21"/>
                  <a:pt x="127" y="20"/>
                </a:cubicBezTo>
                <a:cubicBezTo>
                  <a:pt x="125" y="19"/>
                  <a:pt x="125" y="16"/>
                  <a:pt x="123" y="16"/>
                </a:cubicBezTo>
                <a:cubicBezTo>
                  <a:pt x="121" y="15"/>
                  <a:pt x="118" y="16"/>
                  <a:pt x="116" y="16"/>
                </a:cubicBezTo>
                <a:cubicBezTo>
                  <a:pt x="114" y="17"/>
                  <a:pt x="113" y="19"/>
                  <a:pt x="111" y="18"/>
                </a:cubicBezTo>
                <a:cubicBezTo>
                  <a:pt x="110" y="16"/>
                  <a:pt x="111" y="14"/>
                  <a:pt x="111" y="12"/>
                </a:cubicBezTo>
                <a:cubicBezTo>
                  <a:pt x="112" y="10"/>
                  <a:pt x="112" y="8"/>
                  <a:pt x="109" y="7"/>
                </a:cubicBezTo>
                <a:cubicBezTo>
                  <a:pt x="109" y="6"/>
                  <a:pt x="110" y="4"/>
                  <a:pt x="111" y="4"/>
                </a:cubicBezTo>
                <a:cubicBezTo>
                  <a:pt x="112" y="3"/>
                  <a:pt x="114" y="4"/>
                  <a:pt x="114" y="2"/>
                </a:cubicBezTo>
                <a:cubicBezTo>
                  <a:pt x="112" y="2"/>
                  <a:pt x="110" y="2"/>
                  <a:pt x="108" y="2"/>
                </a:cubicBezTo>
                <a:cubicBezTo>
                  <a:pt x="106" y="2"/>
                  <a:pt x="104" y="2"/>
                  <a:pt x="103" y="2"/>
                </a:cubicBezTo>
                <a:cubicBezTo>
                  <a:pt x="100" y="6"/>
                  <a:pt x="96" y="0"/>
                  <a:pt x="93" y="2"/>
                </a:cubicBezTo>
                <a:cubicBezTo>
                  <a:pt x="91" y="3"/>
                  <a:pt x="92" y="4"/>
                  <a:pt x="91" y="6"/>
                </a:cubicBezTo>
                <a:cubicBezTo>
                  <a:pt x="91" y="8"/>
                  <a:pt x="90" y="8"/>
                  <a:pt x="90" y="10"/>
                </a:cubicBezTo>
                <a:cubicBezTo>
                  <a:pt x="88" y="10"/>
                  <a:pt x="88" y="7"/>
                  <a:pt x="87" y="6"/>
                </a:cubicBezTo>
                <a:cubicBezTo>
                  <a:pt x="86" y="5"/>
                  <a:pt x="84" y="5"/>
                  <a:pt x="83" y="5"/>
                </a:cubicBezTo>
                <a:cubicBezTo>
                  <a:pt x="83" y="7"/>
                  <a:pt x="80" y="7"/>
                  <a:pt x="80" y="9"/>
                </a:cubicBezTo>
                <a:cubicBezTo>
                  <a:pt x="79" y="11"/>
                  <a:pt x="83" y="12"/>
                  <a:pt x="79" y="13"/>
                </a:cubicBezTo>
                <a:cubicBezTo>
                  <a:pt x="77" y="13"/>
                  <a:pt x="74" y="12"/>
                  <a:pt x="73" y="16"/>
                </a:cubicBezTo>
                <a:cubicBezTo>
                  <a:pt x="73" y="16"/>
                  <a:pt x="72" y="16"/>
                  <a:pt x="71" y="16"/>
                </a:cubicBezTo>
                <a:cubicBezTo>
                  <a:pt x="70" y="17"/>
                  <a:pt x="70" y="18"/>
                  <a:pt x="70" y="19"/>
                </a:cubicBezTo>
                <a:cubicBezTo>
                  <a:pt x="68" y="19"/>
                  <a:pt x="67" y="20"/>
                  <a:pt x="66" y="18"/>
                </a:cubicBezTo>
                <a:cubicBezTo>
                  <a:pt x="65" y="16"/>
                  <a:pt x="66" y="14"/>
                  <a:pt x="66" y="13"/>
                </a:cubicBezTo>
                <a:cubicBezTo>
                  <a:pt x="65" y="13"/>
                  <a:pt x="64" y="13"/>
                  <a:pt x="63" y="13"/>
                </a:cubicBezTo>
                <a:cubicBezTo>
                  <a:pt x="62" y="14"/>
                  <a:pt x="62" y="16"/>
                  <a:pt x="60" y="16"/>
                </a:cubicBezTo>
                <a:cubicBezTo>
                  <a:pt x="59" y="15"/>
                  <a:pt x="59" y="13"/>
                  <a:pt x="58" y="12"/>
                </a:cubicBezTo>
                <a:cubicBezTo>
                  <a:pt x="56" y="10"/>
                  <a:pt x="55" y="12"/>
                  <a:pt x="53" y="11"/>
                </a:cubicBezTo>
                <a:cubicBezTo>
                  <a:pt x="51" y="10"/>
                  <a:pt x="50" y="9"/>
                  <a:pt x="48" y="9"/>
                </a:cubicBezTo>
                <a:cubicBezTo>
                  <a:pt x="46" y="9"/>
                  <a:pt x="45" y="10"/>
                  <a:pt x="43" y="10"/>
                </a:cubicBezTo>
                <a:cubicBezTo>
                  <a:pt x="41" y="10"/>
                  <a:pt x="38" y="10"/>
                  <a:pt x="36" y="10"/>
                </a:cubicBezTo>
                <a:cubicBezTo>
                  <a:pt x="35" y="10"/>
                  <a:pt x="34" y="9"/>
                  <a:pt x="33" y="8"/>
                </a:cubicBezTo>
                <a:cubicBezTo>
                  <a:pt x="31" y="8"/>
                  <a:pt x="30" y="8"/>
                  <a:pt x="28" y="8"/>
                </a:cubicBezTo>
                <a:cubicBezTo>
                  <a:pt x="26" y="9"/>
                  <a:pt x="24" y="9"/>
                  <a:pt x="22" y="9"/>
                </a:cubicBezTo>
                <a:cubicBezTo>
                  <a:pt x="22" y="13"/>
                  <a:pt x="14" y="11"/>
                  <a:pt x="12" y="12"/>
                </a:cubicBezTo>
                <a:cubicBezTo>
                  <a:pt x="10" y="12"/>
                  <a:pt x="10" y="12"/>
                  <a:pt x="9" y="13"/>
                </a:cubicBezTo>
                <a:cubicBezTo>
                  <a:pt x="8" y="14"/>
                  <a:pt x="7" y="16"/>
                  <a:pt x="5" y="16"/>
                </a:cubicBezTo>
                <a:cubicBezTo>
                  <a:pt x="5" y="18"/>
                  <a:pt x="5" y="19"/>
                  <a:pt x="5" y="20"/>
                </a:cubicBezTo>
                <a:cubicBezTo>
                  <a:pt x="5" y="20"/>
                  <a:pt x="6" y="20"/>
                  <a:pt x="6" y="20"/>
                </a:cubicBezTo>
                <a:cubicBezTo>
                  <a:pt x="7" y="21"/>
                  <a:pt x="9" y="26"/>
                  <a:pt x="7" y="27"/>
                </a:cubicBezTo>
                <a:cubicBezTo>
                  <a:pt x="6" y="28"/>
                  <a:pt x="3" y="28"/>
                  <a:pt x="0" y="27"/>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3" name="Line 285">
            <a:extLst>
              <a:ext uri="{FF2B5EF4-FFF2-40B4-BE49-F238E27FC236}">
                <a16:creationId xmlns:a16="http://schemas.microsoft.com/office/drawing/2014/main" id="{0BC894B3-2DC3-40DE-8178-0C0FE6A7EC3B}"/>
              </a:ext>
            </a:extLst>
          </p:cNvPr>
          <p:cNvSpPr>
            <a:spLocks noChangeShapeType="1"/>
          </p:cNvSpPr>
          <p:nvPr/>
        </p:nvSpPr>
        <p:spPr bwMode="auto">
          <a:xfrm>
            <a:off x="4260654" y="3810057"/>
            <a:ext cx="0" cy="0"/>
          </a:xfrm>
          <a:prstGeom prst="line">
            <a:avLst/>
          </a:prstGeom>
          <a:noFill/>
          <a:ln w="3175">
            <a:solidFill>
              <a:schemeClr val="bg1"/>
            </a:solidFill>
            <a:round/>
            <a:headEnd/>
            <a:tailEnd/>
          </a:ln>
          <a:extLst>
            <a:ext uri="{909E8E84-426E-40DD-AFC4-6F175D3DCCD1}">
              <a14:hiddenFill xmlns:a14="http://schemas.microsoft.com/office/drawing/2010/main">
                <a:noFill/>
              </a14:hiddenFill>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4" name="Line 286">
            <a:extLst>
              <a:ext uri="{FF2B5EF4-FFF2-40B4-BE49-F238E27FC236}">
                <a16:creationId xmlns:a16="http://schemas.microsoft.com/office/drawing/2014/main" id="{6EADD009-CF4A-4E5B-9477-EEF60EE21AF9}"/>
              </a:ext>
            </a:extLst>
          </p:cNvPr>
          <p:cNvSpPr>
            <a:spLocks noChangeShapeType="1"/>
          </p:cNvSpPr>
          <p:nvPr/>
        </p:nvSpPr>
        <p:spPr bwMode="auto">
          <a:xfrm>
            <a:off x="4260654" y="3810057"/>
            <a:ext cx="0" cy="0"/>
          </a:xfrm>
          <a:prstGeom prst="line">
            <a:avLst/>
          </a:prstGeom>
          <a:noFill/>
          <a:ln w="3175">
            <a:solidFill>
              <a:schemeClr val="bg1"/>
            </a:solidFill>
            <a:round/>
            <a:headEnd/>
            <a:tailEnd/>
          </a:ln>
          <a:extLst>
            <a:ext uri="{909E8E84-426E-40DD-AFC4-6F175D3DCCD1}">
              <a14:hiddenFill xmlns:a14="http://schemas.microsoft.com/office/drawing/2010/main">
                <a:noFill/>
              </a14:hiddenFill>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5" name="Freeform 287">
            <a:extLst>
              <a:ext uri="{FF2B5EF4-FFF2-40B4-BE49-F238E27FC236}">
                <a16:creationId xmlns:a16="http://schemas.microsoft.com/office/drawing/2014/main" id="{F522CAF0-4C50-45B7-A594-E00E2A62AE92}"/>
              </a:ext>
            </a:extLst>
          </p:cNvPr>
          <p:cNvSpPr>
            <a:spLocks/>
          </p:cNvSpPr>
          <p:nvPr/>
        </p:nvSpPr>
        <p:spPr bwMode="auto">
          <a:xfrm>
            <a:off x="3874126" y="382188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6" name="Freeform 288">
            <a:extLst>
              <a:ext uri="{FF2B5EF4-FFF2-40B4-BE49-F238E27FC236}">
                <a16:creationId xmlns:a16="http://schemas.microsoft.com/office/drawing/2014/main" id="{592FDE2B-8F7A-44CE-B365-82BC4875A7E3}"/>
              </a:ext>
            </a:extLst>
          </p:cNvPr>
          <p:cNvSpPr>
            <a:spLocks/>
          </p:cNvSpPr>
          <p:nvPr/>
        </p:nvSpPr>
        <p:spPr bwMode="auto">
          <a:xfrm>
            <a:off x="3874126" y="3821880"/>
            <a:ext cx="0" cy="1971"/>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7" name="Freeform 289">
            <a:extLst>
              <a:ext uri="{FF2B5EF4-FFF2-40B4-BE49-F238E27FC236}">
                <a16:creationId xmlns:a16="http://schemas.microsoft.com/office/drawing/2014/main" id="{A316B941-E454-49E4-99C4-AE94E0845975}"/>
              </a:ext>
            </a:extLst>
          </p:cNvPr>
          <p:cNvSpPr>
            <a:spLocks/>
          </p:cNvSpPr>
          <p:nvPr/>
        </p:nvSpPr>
        <p:spPr bwMode="auto">
          <a:xfrm>
            <a:off x="3874126" y="382385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8" name="Freeform 290">
            <a:extLst>
              <a:ext uri="{FF2B5EF4-FFF2-40B4-BE49-F238E27FC236}">
                <a16:creationId xmlns:a16="http://schemas.microsoft.com/office/drawing/2014/main" id="{AAB6385A-6AD1-4125-B77E-F2DD63C37BA5}"/>
              </a:ext>
            </a:extLst>
          </p:cNvPr>
          <p:cNvSpPr>
            <a:spLocks/>
          </p:cNvSpPr>
          <p:nvPr/>
        </p:nvSpPr>
        <p:spPr bwMode="auto">
          <a:xfrm>
            <a:off x="3874126" y="382385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59" name="Freeform 291">
            <a:extLst>
              <a:ext uri="{FF2B5EF4-FFF2-40B4-BE49-F238E27FC236}">
                <a16:creationId xmlns:a16="http://schemas.microsoft.com/office/drawing/2014/main" id="{7F103861-5CC6-4885-89ED-601FDF57095F}"/>
              </a:ext>
            </a:extLst>
          </p:cNvPr>
          <p:cNvSpPr>
            <a:spLocks/>
          </p:cNvSpPr>
          <p:nvPr/>
        </p:nvSpPr>
        <p:spPr bwMode="auto">
          <a:xfrm>
            <a:off x="3413147" y="3573560"/>
            <a:ext cx="508912" cy="350803"/>
          </a:xfrm>
          <a:custGeom>
            <a:avLst/>
            <a:gdLst>
              <a:gd name="T0" fmla="*/ 26 w 224"/>
              <a:gd name="T1" fmla="*/ 5 h 160"/>
              <a:gd name="T2" fmla="*/ 40 w 224"/>
              <a:gd name="T3" fmla="*/ 2 h 160"/>
              <a:gd name="T4" fmla="*/ 60 w 224"/>
              <a:gd name="T5" fmla="*/ 9 h 160"/>
              <a:gd name="T6" fmla="*/ 63 w 224"/>
              <a:gd name="T7" fmla="*/ 26 h 160"/>
              <a:gd name="T8" fmla="*/ 84 w 224"/>
              <a:gd name="T9" fmla="*/ 32 h 160"/>
              <a:gd name="T10" fmla="*/ 96 w 224"/>
              <a:gd name="T11" fmla="*/ 36 h 160"/>
              <a:gd name="T12" fmla="*/ 107 w 224"/>
              <a:gd name="T13" fmla="*/ 43 h 160"/>
              <a:gd name="T14" fmla="*/ 117 w 224"/>
              <a:gd name="T15" fmla="*/ 45 h 160"/>
              <a:gd name="T16" fmla="*/ 126 w 224"/>
              <a:gd name="T17" fmla="*/ 44 h 160"/>
              <a:gd name="T18" fmla="*/ 142 w 224"/>
              <a:gd name="T19" fmla="*/ 46 h 160"/>
              <a:gd name="T20" fmla="*/ 153 w 224"/>
              <a:gd name="T21" fmla="*/ 53 h 160"/>
              <a:gd name="T22" fmla="*/ 163 w 224"/>
              <a:gd name="T23" fmla="*/ 47 h 160"/>
              <a:gd name="T24" fmla="*/ 169 w 224"/>
              <a:gd name="T25" fmla="*/ 53 h 160"/>
              <a:gd name="T26" fmla="*/ 179 w 224"/>
              <a:gd name="T27" fmla="*/ 56 h 160"/>
              <a:gd name="T28" fmla="*/ 194 w 224"/>
              <a:gd name="T29" fmla="*/ 52 h 160"/>
              <a:gd name="T30" fmla="*/ 209 w 224"/>
              <a:gd name="T31" fmla="*/ 54 h 160"/>
              <a:gd name="T32" fmla="*/ 213 w 224"/>
              <a:gd name="T33" fmla="*/ 46 h 160"/>
              <a:gd name="T34" fmla="*/ 217 w 224"/>
              <a:gd name="T35" fmla="*/ 40 h 160"/>
              <a:gd name="T36" fmla="*/ 221 w 224"/>
              <a:gd name="T37" fmla="*/ 58 h 160"/>
              <a:gd name="T38" fmla="*/ 211 w 224"/>
              <a:gd name="T39" fmla="*/ 66 h 160"/>
              <a:gd name="T40" fmla="*/ 203 w 224"/>
              <a:gd name="T41" fmla="*/ 79 h 160"/>
              <a:gd name="T42" fmla="*/ 210 w 224"/>
              <a:gd name="T43" fmla="*/ 94 h 160"/>
              <a:gd name="T44" fmla="*/ 207 w 224"/>
              <a:gd name="T45" fmla="*/ 108 h 160"/>
              <a:gd name="T46" fmla="*/ 203 w 224"/>
              <a:gd name="T47" fmla="*/ 114 h 160"/>
              <a:gd name="T48" fmla="*/ 189 w 224"/>
              <a:gd name="T49" fmla="*/ 112 h 160"/>
              <a:gd name="T50" fmla="*/ 175 w 224"/>
              <a:gd name="T51" fmla="*/ 122 h 160"/>
              <a:gd name="T52" fmla="*/ 168 w 224"/>
              <a:gd name="T53" fmla="*/ 143 h 160"/>
              <a:gd name="T54" fmla="*/ 157 w 224"/>
              <a:gd name="T55" fmla="*/ 145 h 160"/>
              <a:gd name="T56" fmla="*/ 147 w 224"/>
              <a:gd name="T57" fmla="*/ 148 h 160"/>
              <a:gd name="T58" fmla="*/ 136 w 224"/>
              <a:gd name="T59" fmla="*/ 155 h 160"/>
              <a:gd name="T60" fmla="*/ 128 w 224"/>
              <a:gd name="T61" fmla="*/ 141 h 160"/>
              <a:gd name="T62" fmla="*/ 115 w 224"/>
              <a:gd name="T63" fmla="*/ 136 h 160"/>
              <a:gd name="T64" fmla="*/ 107 w 224"/>
              <a:gd name="T65" fmla="*/ 143 h 160"/>
              <a:gd name="T66" fmla="*/ 102 w 224"/>
              <a:gd name="T67" fmla="*/ 148 h 160"/>
              <a:gd name="T68" fmla="*/ 83 w 224"/>
              <a:gd name="T69" fmla="*/ 155 h 160"/>
              <a:gd name="T70" fmla="*/ 70 w 224"/>
              <a:gd name="T71" fmla="*/ 151 h 160"/>
              <a:gd name="T72" fmla="*/ 60 w 224"/>
              <a:gd name="T73" fmla="*/ 160 h 160"/>
              <a:gd name="T74" fmla="*/ 38 w 224"/>
              <a:gd name="T75" fmla="*/ 151 h 160"/>
              <a:gd name="T76" fmla="*/ 8 w 224"/>
              <a:gd name="T77" fmla="*/ 147 h 160"/>
              <a:gd name="T78" fmla="*/ 5 w 224"/>
              <a:gd name="T79" fmla="*/ 133 h 160"/>
              <a:gd name="T80" fmla="*/ 7 w 224"/>
              <a:gd name="T81" fmla="*/ 108 h 160"/>
              <a:gd name="T82" fmla="*/ 29 w 224"/>
              <a:gd name="T83" fmla="*/ 94 h 160"/>
              <a:gd name="T84" fmla="*/ 41 w 224"/>
              <a:gd name="T85" fmla="*/ 89 h 160"/>
              <a:gd name="T86" fmla="*/ 55 w 224"/>
              <a:gd name="T87" fmla="*/ 81 h 160"/>
              <a:gd name="T88" fmla="*/ 38 w 224"/>
              <a:gd name="T89" fmla="*/ 69 h 160"/>
              <a:gd name="T90" fmla="*/ 39 w 224"/>
              <a:gd name="T91" fmla="*/ 55 h 160"/>
              <a:gd name="T92" fmla="*/ 31 w 224"/>
              <a:gd name="T93" fmla="*/ 47 h 160"/>
              <a:gd name="T94" fmla="*/ 49 w 224"/>
              <a:gd name="T95" fmla="*/ 41 h 160"/>
              <a:gd name="T96" fmla="*/ 42 w 224"/>
              <a:gd name="T97" fmla="*/ 32 h 160"/>
              <a:gd name="T98" fmla="*/ 29 w 224"/>
              <a:gd name="T99" fmla="*/ 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4" h="160">
                <a:moveTo>
                  <a:pt x="23" y="7"/>
                </a:moveTo>
                <a:cubicBezTo>
                  <a:pt x="23" y="6"/>
                  <a:pt x="23" y="6"/>
                  <a:pt x="23" y="6"/>
                </a:cubicBezTo>
                <a:cubicBezTo>
                  <a:pt x="24" y="6"/>
                  <a:pt x="25" y="5"/>
                  <a:pt x="26" y="5"/>
                </a:cubicBezTo>
                <a:cubicBezTo>
                  <a:pt x="28" y="4"/>
                  <a:pt x="30" y="4"/>
                  <a:pt x="33" y="3"/>
                </a:cubicBezTo>
                <a:cubicBezTo>
                  <a:pt x="36" y="3"/>
                  <a:pt x="35" y="3"/>
                  <a:pt x="36" y="1"/>
                </a:cubicBezTo>
                <a:cubicBezTo>
                  <a:pt x="38" y="0"/>
                  <a:pt x="38" y="2"/>
                  <a:pt x="40" y="2"/>
                </a:cubicBezTo>
                <a:cubicBezTo>
                  <a:pt x="41" y="3"/>
                  <a:pt x="42" y="2"/>
                  <a:pt x="43" y="3"/>
                </a:cubicBezTo>
                <a:cubicBezTo>
                  <a:pt x="44" y="3"/>
                  <a:pt x="44" y="5"/>
                  <a:pt x="45" y="6"/>
                </a:cubicBezTo>
                <a:cubicBezTo>
                  <a:pt x="48" y="10"/>
                  <a:pt x="56" y="8"/>
                  <a:pt x="60" y="9"/>
                </a:cubicBezTo>
                <a:cubicBezTo>
                  <a:pt x="60" y="11"/>
                  <a:pt x="61" y="13"/>
                  <a:pt x="62" y="14"/>
                </a:cubicBezTo>
                <a:cubicBezTo>
                  <a:pt x="62" y="16"/>
                  <a:pt x="62" y="17"/>
                  <a:pt x="61" y="19"/>
                </a:cubicBezTo>
                <a:cubicBezTo>
                  <a:pt x="60" y="22"/>
                  <a:pt x="58" y="25"/>
                  <a:pt x="63" y="26"/>
                </a:cubicBezTo>
                <a:cubicBezTo>
                  <a:pt x="66" y="27"/>
                  <a:pt x="70" y="25"/>
                  <a:pt x="73" y="27"/>
                </a:cubicBezTo>
                <a:cubicBezTo>
                  <a:pt x="75" y="28"/>
                  <a:pt x="78" y="29"/>
                  <a:pt x="79" y="32"/>
                </a:cubicBezTo>
                <a:cubicBezTo>
                  <a:pt x="80" y="32"/>
                  <a:pt x="83" y="32"/>
                  <a:pt x="84" y="32"/>
                </a:cubicBezTo>
                <a:cubicBezTo>
                  <a:pt x="86" y="33"/>
                  <a:pt x="85" y="35"/>
                  <a:pt x="86" y="37"/>
                </a:cubicBezTo>
                <a:cubicBezTo>
                  <a:pt x="87" y="38"/>
                  <a:pt x="89" y="38"/>
                  <a:pt x="91" y="38"/>
                </a:cubicBezTo>
                <a:cubicBezTo>
                  <a:pt x="94" y="38"/>
                  <a:pt x="94" y="37"/>
                  <a:pt x="96" y="36"/>
                </a:cubicBezTo>
                <a:cubicBezTo>
                  <a:pt x="96" y="35"/>
                  <a:pt x="100" y="33"/>
                  <a:pt x="101" y="33"/>
                </a:cubicBezTo>
                <a:cubicBezTo>
                  <a:pt x="103" y="32"/>
                  <a:pt x="106" y="32"/>
                  <a:pt x="108" y="32"/>
                </a:cubicBezTo>
                <a:cubicBezTo>
                  <a:pt x="108" y="36"/>
                  <a:pt x="107" y="40"/>
                  <a:pt x="107" y="43"/>
                </a:cubicBezTo>
                <a:cubicBezTo>
                  <a:pt x="109" y="43"/>
                  <a:pt x="110" y="44"/>
                  <a:pt x="111" y="44"/>
                </a:cubicBezTo>
                <a:cubicBezTo>
                  <a:pt x="112" y="45"/>
                  <a:pt x="113" y="47"/>
                  <a:pt x="114" y="47"/>
                </a:cubicBezTo>
                <a:cubicBezTo>
                  <a:pt x="114" y="47"/>
                  <a:pt x="116" y="45"/>
                  <a:pt x="117" y="45"/>
                </a:cubicBezTo>
                <a:cubicBezTo>
                  <a:pt x="118" y="44"/>
                  <a:pt x="118" y="44"/>
                  <a:pt x="119" y="43"/>
                </a:cubicBezTo>
                <a:cubicBezTo>
                  <a:pt x="121" y="42"/>
                  <a:pt x="120" y="42"/>
                  <a:pt x="122" y="42"/>
                </a:cubicBezTo>
                <a:cubicBezTo>
                  <a:pt x="124" y="42"/>
                  <a:pt x="125" y="43"/>
                  <a:pt x="126" y="44"/>
                </a:cubicBezTo>
                <a:cubicBezTo>
                  <a:pt x="128" y="45"/>
                  <a:pt x="130" y="45"/>
                  <a:pt x="133" y="44"/>
                </a:cubicBezTo>
                <a:cubicBezTo>
                  <a:pt x="133" y="43"/>
                  <a:pt x="137" y="45"/>
                  <a:pt x="139" y="46"/>
                </a:cubicBezTo>
                <a:cubicBezTo>
                  <a:pt x="140" y="46"/>
                  <a:pt x="141" y="46"/>
                  <a:pt x="142" y="46"/>
                </a:cubicBezTo>
                <a:cubicBezTo>
                  <a:pt x="143" y="46"/>
                  <a:pt x="143" y="47"/>
                  <a:pt x="144" y="47"/>
                </a:cubicBezTo>
                <a:cubicBezTo>
                  <a:pt x="145" y="48"/>
                  <a:pt x="148" y="49"/>
                  <a:pt x="149" y="50"/>
                </a:cubicBezTo>
                <a:cubicBezTo>
                  <a:pt x="150" y="51"/>
                  <a:pt x="151" y="53"/>
                  <a:pt x="153" y="53"/>
                </a:cubicBezTo>
                <a:cubicBezTo>
                  <a:pt x="153" y="53"/>
                  <a:pt x="154" y="52"/>
                  <a:pt x="154" y="52"/>
                </a:cubicBezTo>
                <a:cubicBezTo>
                  <a:pt x="158" y="52"/>
                  <a:pt x="159" y="51"/>
                  <a:pt x="162" y="49"/>
                </a:cubicBezTo>
                <a:cubicBezTo>
                  <a:pt x="162" y="48"/>
                  <a:pt x="162" y="48"/>
                  <a:pt x="163" y="47"/>
                </a:cubicBezTo>
                <a:cubicBezTo>
                  <a:pt x="164" y="47"/>
                  <a:pt x="165" y="47"/>
                  <a:pt x="165" y="47"/>
                </a:cubicBezTo>
                <a:cubicBezTo>
                  <a:pt x="167" y="46"/>
                  <a:pt x="166" y="44"/>
                  <a:pt x="168" y="44"/>
                </a:cubicBezTo>
                <a:cubicBezTo>
                  <a:pt x="169" y="46"/>
                  <a:pt x="169" y="50"/>
                  <a:pt x="169" y="53"/>
                </a:cubicBezTo>
                <a:cubicBezTo>
                  <a:pt x="171" y="53"/>
                  <a:pt x="173" y="52"/>
                  <a:pt x="174" y="53"/>
                </a:cubicBezTo>
                <a:cubicBezTo>
                  <a:pt x="174" y="54"/>
                  <a:pt x="174" y="54"/>
                  <a:pt x="174" y="54"/>
                </a:cubicBezTo>
                <a:cubicBezTo>
                  <a:pt x="177" y="54"/>
                  <a:pt x="178" y="57"/>
                  <a:pt x="179" y="56"/>
                </a:cubicBezTo>
                <a:cubicBezTo>
                  <a:pt x="181" y="55"/>
                  <a:pt x="180" y="52"/>
                  <a:pt x="183" y="52"/>
                </a:cubicBezTo>
                <a:cubicBezTo>
                  <a:pt x="186" y="51"/>
                  <a:pt x="188" y="54"/>
                  <a:pt x="191" y="53"/>
                </a:cubicBezTo>
                <a:cubicBezTo>
                  <a:pt x="192" y="53"/>
                  <a:pt x="193" y="52"/>
                  <a:pt x="194" y="52"/>
                </a:cubicBezTo>
                <a:cubicBezTo>
                  <a:pt x="194" y="52"/>
                  <a:pt x="202" y="50"/>
                  <a:pt x="202" y="51"/>
                </a:cubicBezTo>
                <a:cubicBezTo>
                  <a:pt x="202" y="50"/>
                  <a:pt x="203" y="50"/>
                  <a:pt x="203" y="49"/>
                </a:cubicBezTo>
                <a:cubicBezTo>
                  <a:pt x="205" y="50"/>
                  <a:pt x="208" y="55"/>
                  <a:pt x="209" y="54"/>
                </a:cubicBezTo>
                <a:cubicBezTo>
                  <a:pt x="210" y="53"/>
                  <a:pt x="211" y="51"/>
                  <a:pt x="211" y="50"/>
                </a:cubicBezTo>
                <a:cubicBezTo>
                  <a:pt x="212" y="48"/>
                  <a:pt x="211" y="46"/>
                  <a:pt x="213" y="45"/>
                </a:cubicBezTo>
                <a:cubicBezTo>
                  <a:pt x="212" y="45"/>
                  <a:pt x="213" y="46"/>
                  <a:pt x="213" y="46"/>
                </a:cubicBezTo>
                <a:cubicBezTo>
                  <a:pt x="216" y="47"/>
                  <a:pt x="217" y="46"/>
                  <a:pt x="217" y="42"/>
                </a:cubicBezTo>
                <a:cubicBezTo>
                  <a:pt x="217" y="42"/>
                  <a:pt x="217" y="41"/>
                  <a:pt x="217" y="40"/>
                </a:cubicBezTo>
                <a:cubicBezTo>
                  <a:pt x="217" y="40"/>
                  <a:pt x="217" y="40"/>
                  <a:pt x="217" y="40"/>
                </a:cubicBezTo>
                <a:cubicBezTo>
                  <a:pt x="221" y="44"/>
                  <a:pt x="221" y="44"/>
                  <a:pt x="221" y="44"/>
                </a:cubicBezTo>
                <a:cubicBezTo>
                  <a:pt x="221" y="45"/>
                  <a:pt x="220" y="46"/>
                  <a:pt x="220" y="47"/>
                </a:cubicBezTo>
                <a:cubicBezTo>
                  <a:pt x="220" y="51"/>
                  <a:pt x="224" y="55"/>
                  <a:pt x="221" y="58"/>
                </a:cubicBezTo>
                <a:cubicBezTo>
                  <a:pt x="220" y="59"/>
                  <a:pt x="219" y="60"/>
                  <a:pt x="217" y="61"/>
                </a:cubicBezTo>
                <a:cubicBezTo>
                  <a:pt x="216" y="61"/>
                  <a:pt x="215" y="63"/>
                  <a:pt x="214" y="64"/>
                </a:cubicBezTo>
                <a:cubicBezTo>
                  <a:pt x="214" y="65"/>
                  <a:pt x="212" y="65"/>
                  <a:pt x="211" y="66"/>
                </a:cubicBezTo>
                <a:cubicBezTo>
                  <a:pt x="210" y="67"/>
                  <a:pt x="210" y="69"/>
                  <a:pt x="209" y="70"/>
                </a:cubicBezTo>
                <a:cubicBezTo>
                  <a:pt x="208" y="70"/>
                  <a:pt x="206" y="70"/>
                  <a:pt x="205" y="70"/>
                </a:cubicBezTo>
                <a:cubicBezTo>
                  <a:pt x="205" y="73"/>
                  <a:pt x="202" y="76"/>
                  <a:pt x="203" y="79"/>
                </a:cubicBezTo>
                <a:cubicBezTo>
                  <a:pt x="204" y="81"/>
                  <a:pt x="207" y="81"/>
                  <a:pt x="207" y="83"/>
                </a:cubicBezTo>
                <a:cubicBezTo>
                  <a:pt x="214" y="84"/>
                  <a:pt x="215" y="91"/>
                  <a:pt x="215" y="96"/>
                </a:cubicBezTo>
                <a:cubicBezTo>
                  <a:pt x="213" y="96"/>
                  <a:pt x="212" y="94"/>
                  <a:pt x="210" y="94"/>
                </a:cubicBezTo>
                <a:cubicBezTo>
                  <a:pt x="207" y="95"/>
                  <a:pt x="207" y="97"/>
                  <a:pt x="207" y="99"/>
                </a:cubicBezTo>
                <a:cubicBezTo>
                  <a:pt x="205" y="99"/>
                  <a:pt x="204" y="99"/>
                  <a:pt x="202" y="99"/>
                </a:cubicBezTo>
                <a:cubicBezTo>
                  <a:pt x="202" y="101"/>
                  <a:pt x="205" y="108"/>
                  <a:pt x="207" y="108"/>
                </a:cubicBezTo>
                <a:cubicBezTo>
                  <a:pt x="206" y="110"/>
                  <a:pt x="203" y="111"/>
                  <a:pt x="203" y="113"/>
                </a:cubicBezTo>
                <a:cubicBezTo>
                  <a:pt x="204" y="114"/>
                  <a:pt x="204" y="114"/>
                  <a:pt x="204" y="114"/>
                </a:cubicBezTo>
                <a:cubicBezTo>
                  <a:pt x="203" y="114"/>
                  <a:pt x="203" y="114"/>
                  <a:pt x="203" y="114"/>
                </a:cubicBezTo>
                <a:cubicBezTo>
                  <a:pt x="201" y="114"/>
                  <a:pt x="200" y="112"/>
                  <a:pt x="198" y="111"/>
                </a:cubicBezTo>
                <a:cubicBezTo>
                  <a:pt x="196" y="109"/>
                  <a:pt x="192" y="108"/>
                  <a:pt x="189" y="108"/>
                </a:cubicBezTo>
                <a:cubicBezTo>
                  <a:pt x="189" y="112"/>
                  <a:pt x="189" y="112"/>
                  <a:pt x="189" y="112"/>
                </a:cubicBezTo>
                <a:cubicBezTo>
                  <a:pt x="187" y="112"/>
                  <a:pt x="188" y="113"/>
                  <a:pt x="188" y="115"/>
                </a:cubicBezTo>
                <a:cubicBezTo>
                  <a:pt x="185" y="115"/>
                  <a:pt x="183" y="114"/>
                  <a:pt x="180" y="115"/>
                </a:cubicBezTo>
                <a:cubicBezTo>
                  <a:pt x="179" y="117"/>
                  <a:pt x="179" y="122"/>
                  <a:pt x="175" y="122"/>
                </a:cubicBezTo>
                <a:cubicBezTo>
                  <a:pt x="170" y="123"/>
                  <a:pt x="174" y="129"/>
                  <a:pt x="172" y="132"/>
                </a:cubicBezTo>
                <a:cubicBezTo>
                  <a:pt x="171" y="134"/>
                  <a:pt x="169" y="133"/>
                  <a:pt x="169" y="136"/>
                </a:cubicBezTo>
                <a:cubicBezTo>
                  <a:pt x="169" y="138"/>
                  <a:pt x="169" y="141"/>
                  <a:pt x="168" y="143"/>
                </a:cubicBezTo>
                <a:cubicBezTo>
                  <a:pt x="167" y="144"/>
                  <a:pt x="165" y="144"/>
                  <a:pt x="164" y="144"/>
                </a:cubicBezTo>
                <a:cubicBezTo>
                  <a:pt x="162" y="145"/>
                  <a:pt x="164" y="146"/>
                  <a:pt x="163" y="148"/>
                </a:cubicBezTo>
                <a:cubicBezTo>
                  <a:pt x="161" y="149"/>
                  <a:pt x="159" y="145"/>
                  <a:pt x="157" y="145"/>
                </a:cubicBezTo>
                <a:cubicBezTo>
                  <a:pt x="157" y="147"/>
                  <a:pt x="153" y="149"/>
                  <a:pt x="151" y="149"/>
                </a:cubicBezTo>
                <a:cubicBezTo>
                  <a:pt x="151" y="147"/>
                  <a:pt x="150" y="144"/>
                  <a:pt x="148" y="146"/>
                </a:cubicBezTo>
                <a:cubicBezTo>
                  <a:pt x="147" y="146"/>
                  <a:pt x="148" y="147"/>
                  <a:pt x="147" y="148"/>
                </a:cubicBezTo>
                <a:cubicBezTo>
                  <a:pt x="146" y="149"/>
                  <a:pt x="145" y="149"/>
                  <a:pt x="145" y="150"/>
                </a:cubicBezTo>
                <a:cubicBezTo>
                  <a:pt x="144" y="152"/>
                  <a:pt x="145" y="158"/>
                  <a:pt x="140" y="157"/>
                </a:cubicBezTo>
                <a:cubicBezTo>
                  <a:pt x="140" y="154"/>
                  <a:pt x="137" y="156"/>
                  <a:pt x="136" y="155"/>
                </a:cubicBezTo>
                <a:cubicBezTo>
                  <a:pt x="135" y="154"/>
                  <a:pt x="136" y="151"/>
                  <a:pt x="136" y="150"/>
                </a:cubicBezTo>
                <a:cubicBezTo>
                  <a:pt x="136" y="144"/>
                  <a:pt x="132" y="149"/>
                  <a:pt x="129" y="148"/>
                </a:cubicBezTo>
                <a:cubicBezTo>
                  <a:pt x="128" y="146"/>
                  <a:pt x="130" y="143"/>
                  <a:pt x="128" y="141"/>
                </a:cubicBezTo>
                <a:cubicBezTo>
                  <a:pt x="127" y="140"/>
                  <a:pt x="125" y="140"/>
                  <a:pt x="125" y="138"/>
                </a:cubicBezTo>
                <a:cubicBezTo>
                  <a:pt x="125" y="137"/>
                  <a:pt x="125" y="138"/>
                  <a:pt x="124" y="137"/>
                </a:cubicBezTo>
                <a:cubicBezTo>
                  <a:pt x="123" y="137"/>
                  <a:pt x="115" y="140"/>
                  <a:pt x="115" y="136"/>
                </a:cubicBezTo>
                <a:cubicBezTo>
                  <a:pt x="114" y="136"/>
                  <a:pt x="111" y="135"/>
                  <a:pt x="110" y="136"/>
                </a:cubicBezTo>
                <a:cubicBezTo>
                  <a:pt x="108" y="137"/>
                  <a:pt x="110" y="139"/>
                  <a:pt x="109" y="140"/>
                </a:cubicBezTo>
                <a:cubicBezTo>
                  <a:pt x="109" y="141"/>
                  <a:pt x="107" y="141"/>
                  <a:pt x="107" y="143"/>
                </a:cubicBezTo>
                <a:cubicBezTo>
                  <a:pt x="107" y="144"/>
                  <a:pt x="107" y="144"/>
                  <a:pt x="107" y="145"/>
                </a:cubicBezTo>
                <a:cubicBezTo>
                  <a:pt x="107" y="146"/>
                  <a:pt x="106" y="146"/>
                  <a:pt x="105" y="147"/>
                </a:cubicBezTo>
                <a:cubicBezTo>
                  <a:pt x="103" y="147"/>
                  <a:pt x="103" y="147"/>
                  <a:pt x="102" y="148"/>
                </a:cubicBezTo>
                <a:cubicBezTo>
                  <a:pt x="102" y="149"/>
                  <a:pt x="101" y="150"/>
                  <a:pt x="100" y="150"/>
                </a:cubicBezTo>
                <a:cubicBezTo>
                  <a:pt x="97" y="151"/>
                  <a:pt x="93" y="150"/>
                  <a:pt x="89" y="152"/>
                </a:cubicBezTo>
                <a:cubicBezTo>
                  <a:pt x="90" y="156"/>
                  <a:pt x="85" y="155"/>
                  <a:pt x="83" y="155"/>
                </a:cubicBezTo>
                <a:cubicBezTo>
                  <a:pt x="81" y="156"/>
                  <a:pt x="81" y="157"/>
                  <a:pt x="80" y="158"/>
                </a:cubicBezTo>
                <a:cubicBezTo>
                  <a:pt x="79" y="158"/>
                  <a:pt x="77" y="157"/>
                  <a:pt x="76" y="157"/>
                </a:cubicBezTo>
                <a:cubicBezTo>
                  <a:pt x="73" y="155"/>
                  <a:pt x="73" y="150"/>
                  <a:pt x="70" y="151"/>
                </a:cubicBezTo>
                <a:cubicBezTo>
                  <a:pt x="67" y="151"/>
                  <a:pt x="67" y="153"/>
                  <a:pt x="66" y="155"/>
                </a:cubicBezTo>
                <a:cubicBezTo>
                  <a:pt x="65" y="156"/>
                  <a:pt x="63" y="156"/>
                  <a:pt x="61" y="156"/>
                </a:cubicBezTo>
                <a:cubicBezTo>
                  <a:pt x="61" y="157"/>
                  <a:pt x="61" y="159"/>
                  <a:pt x="60" y="160"/>
                </a:cubicBezTo>
                <a:cubicBezTo>
                  <a:pt x="57" y="160"/>
                  <a:pt x="50" y="160"/>
                  <a:pt x="50" y="156"/>
                </a:cubicBezTo>
                <a:cubicBezTo>
                  <a:pt x="49" y="153"/>
                  <a:pt x="50" y="148"/>
                  <a:pt x="46" y="149"/>
                </a:cubicBezTo>
                <a:cubicBezTo>
                  <a:pt x="44" y="150"/>
                  <a:pt x="40" y="154"/>
                  <a:pt x="38" y="151"/>
                </a:cubicBezTo>
                <a:cubicBezTo>
                  <a:pt x="37" y="148"/>
                  <a:pt x="36" y="145"/>
                  <a:pt x="32" y="145"/>
                </a:cubicBezTo>
                <a:cubicBezTo>
                  <a:pt x="32" y="150"/>
                  <a:pt x="29" y="149"/>
                  <a:pt x="24" y="149"/>
                </a:cubicBezTo>
                <a:cubicBezTo>
                  <a:pt x="19" y="149"/>
                  <a:pt x="13" y="150"/>
                  <a:pt x="8" y="147"/>
                </a:cubicBezTo>
                <a:cubicBezTo>
                  <a:pt x="7" y="146"/>
                  <a:pt x="6" y="146"/>
                  <a:pt x="4" y="145"/>
                </a:cubicBezTo>
                <a:cubicBezTo>
                  <a:pt x="7" y="145"/>
                  <a:pt x="10" y="144"/>
                  <a:pt x="10" y="140"/>
                </a:cubicBezTo>
                <a:cubicBezTo>
                  <a:pt x="10" y="137"/>
                  <a:pt x="8" y="135"/>
                  <a:pt x="5" y="133"/>
                </a:cubicBezTo>
                <a:cubicBezTo>
                  <a:pt x="2" y="131"/>
                  <a:pt x="3" y="127"/>
                  <a:pt x="2" y="124"/>
                </a:cubicBezTo>
                <a:cubicBezTo>
                  <a:pt x="0" y="121"/>
                  <a:pt x="0" y="118"/>
                  <a:pt x="2" y="114"/>
                </a:cubicBezTo>
                <a:cubicBezTo>
                  <a:pt x="3" y="112"/>
                  <a:pt x="4" y="109"/>
                  <a:pt x="7" y="108"/>
                </a:cubicBezTo>
                <a:cubicBezTo>
                  <a:pt x="11" y="108"/>
                  <a:pt x="12" y="106"/>
                  <a:pt x="16" y="104"/>
                </a:cubicBezTo>
                <a:cubicBezTo>
                  <a:pt x="18" y="103"/>
                  <a:pt x="22" y="103"/>
                  <a:pt x="23" y="100"/>
                </a:cubicBezTo>
                <a:cubicBezTo>
                  <a:pt x="25" y="98"/>
                  <a:pt x="26" y="94"/>
                  <a:pt x="29" y="94"/>
                </a:cubicBezTo>
                <a:cubicBezTo>
                  <a:pt x="30" y="93"/>
                  <a:pt x="32" y="93"/>
                  <a:pt x="33" y="92"/>
                </a:cubicBezTo>
                <a:cubicBezTo>
                  <a:pt x="35" y="91"/>
                  <a:pt x="35" y="90"/>
                  <a:pt x="35" y="88"/>
                </a:cubicBezTo>
                <a:cubicBezTo>
                  <a:pt x="36" y="85"/>
                  <a:pt x="41" y="86"/>
                  <a:pt x="41" y="89"/>
                </a:cubicBezTo>
                <a:cubicBezTo>
                  <a:pt x="43" y="90"/>
                  <a:pt x="44" y="88"/>
                  <a:pt x="45" y="87"/>
                </a:cubicBezTo>
                <a:cubicBezTo>
                  <a:pt x="48" y="85"/>
                  <a:pt x="51" y="88"/>
                  <a:pt x="54" y="88"/>
                </a:cubicBezTo>
                <a:cubicBezTo>
                  <a:pt x="60" y="89"/>
                  <a:pt x="60" y="83"/>
                  <a:pt x="55" y="81"/>
                </a:cubicBezTo>
                <a:cubicBezTo>
                  <a:pt x="50" y="80"/>
                  <a:pt x="47" y="77"/>
                  <a:pt x="43" y="75"/>
                </a:cubicBezTo>
                <a:cubicBezTo>
                  <a:pt x="41" y="74"/>
                  <a:pt x="40" y="74"/>
                  <a:pt x="39" y="73"/>
                </a:cubicBezTo>
                <a:cubicBezTo>
                  <a:pt x="38" y="72"/>
                  <a:pt x="38" y="71"/>
                  <a:pt x="38" y="69"/>
                </a:cubicBezTo>
                <a:cubicBezTo>
                  <a:pt x="36" y="66"/>
                  <a:pt x="33" y="65"/>
                  <a:pt x="31" y="62"/>
                </a:cubicBezTo>
                <a:cubicBezTo>
                  <a:pt x="34" y="62"/>
                  <a:pt x="37" y="61"/>
                  <a:pt x="39" y="60"/>
                </a:cubicBezTo>
                <a:cubicBezTo>
                  <a:pt x="40" y="59"/>
                  <a:pt x="39" y="57"/>
                  <a:pt x="39" y="55"/>
                </a:cubicBezTo>
                <a:cubicBezTo>
                  <a:pt x="38" y="54"/>
                  <a:pt x="37" y="54"/>
                  <a:pt x="35" y="54"/>
                </a:cubicBezTo>
                <a:cubicBezTo>
                  <a:pt x="33" y="53"/>
                  <a:pt x="31" y="52"/>
                  <a:pt x="29" y="52"/>
                </a:cubicBezTo>
                <a:cubicBezTo>
                  <a:pt x="27" y="49"/>
                  <a:pt x="28" y="47"/>
                  <a:pt x="31" y="47"/>
                </a:cubicBezTo>
                <a:cubicBezTo>
                  <a:pt x="35" y="46"/>
                  <a:pt x="33" y="45"/>
                  <a:pt x="36" y="44"/>
                </a:cubicBezTo>
                <a:cubicBezTo>
                  <a:pt x="40" y="43"/>
                  <a:pt x="44" y="44"/>
                  <a:pt x="47" y="44"/>
                </a:cubicBezTo>
                <a:cubicBezTo>
                  <a:pt x="49" y="44"/>
                  <a:pt x="50" y="43"/>
                  <a:pt x="49" y="41"/>
                </a:cubicBezTo>
                <a:cubicBezTo>
                  <a:pt x="48" y="40"/>
                  <a:pt x="46" y="40"/>
                  <a:pt x="45" y="40"/>
                </a:cubicBezTo>
                <a:cubicBezTo>
                  <a:pt x="45" y="39"/>
                  <a:pt x="44" y="38"/>
                  <a:pt x="43" y="38"/>
                </a:cubicBezTo>
                <a:cubicBezTo>
                  <a:pt x="42" y="36"/>
                  <a:pt x="42" y="34"/>
                  <a:pt x="42" y="32"/>
                </a:cubicBezTo>
                <a:cubicBezTo>
                  <a:pt x="40" y="32"/>
                  <a:pt x="37" y="33"/>
                  <a:pt x="34" y="31"/>
                </a:cubicBezTo>
                <a:cubicBezTo>
                  <a:pt x="32" y="29"/>
                  <a:pt x="34" y="26"/>
                  <a:pt x="33" y="23"/>
                </a:cubicBezTo>
                <a:cubicBezTo>
                  <a:pt x="32" y="20"/>
                  <a:pt x="28" y="21"/>
                  <a:pt x="29" y="18"/>
                </a:cubicBezTo>
                <a:cubicBezTo>
                  <a:pt x="30" y="15"/>
                  <a:pt x="26" y="13"/>
                  <a:pt x="27" y="10"/>
                </a:cubicBezTo>
                <a:cubicBezTo>
                  <a:pt x="24" y="10"/>
                  <a:pt x="23" y="8"/>
                  <a:pt x="23" y="7"/>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0" name="Rectangle 292">
            <a:extLst>
              <a:ext uri="{FF2B5EF4-FFF2-40B4-BE49-F238E27FC236}">
                <a16:creationId xmlns:a16="http://schemas.microsoft.com/office/drawing/2014/main" id="{E9311209-D0AC-4DAA-8F6D-03D3B86A317B}"/>
              </a:ext>
            </a:extLst>
          </p:cNvPr>
          <p:cNvSpPr>
            <a:spLocks noChangeArrowheads="1"/>
          </p:cNvSpPr>
          <p:nvPr/>
        </p:nvSpPr>
        <p:spPr bwMode="auto">
          <a:xfrm>
            <a:off x="3805794" y="4152976"/>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1" name="Freeform 293">
            <a:extLst>
              <a:ext uri="{FF2B5EF4-FFF2-40B4-BE49-F238E27FC236}">
                <a16:creationId xmlns:a16="http://schemas.microsoft.com/office/drawing/2014/main" id="{63750A11-89C3-46D2-AAE1-D0F266430B40}"/>
              </a:ext>
            </a:extLst>
          </p:cNvPr>
          <p:cNvSpPr>
            <a:spLocks/>
          </p:cNvSpPr>
          <p:nvPr/>
        </p:nvSpPr>
        <p:spPr bwMode="auto">
          <a:xfrm>
            <a:off x="3805794" y="415100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2" name="Freeform 294">
            <a:extLst>
              <a:ext uri="{FF2B5EF4-FFF2-40B4-BE49-F238E27FC236}">
                <a16:creationId xmlns:a16="http://schemas.microsoft.com/office/drawing/2014/main" id="{9F0C7E3E-2CC1-45BA-BC54-708A47EF0910}"/>
              </a:ext>
            </a:extLst>
          </p:cNvPr>
          <p:cNvSpPr>
            <a:spLocks/>
          </p:cNvSpPr>
          <p:nvPr/>
        </p:nvSpPr>
        <p:spPr bwMode="auto">
          <a:xfrm>
            <a:off x="3183678" y="4097793"/>
            <a:ext cx="679229" cy="502555"/>
          </a:xfrm>
          <a:custGeom>
            <a:avLst/>
            <a:gdLst>
              <a:gd name="T0" fmla="*/ 278 w 299"/>
              <a:gd name="T1" fmla="*/ 32 h 229"/>
              <a:gd name="T2" fmla="*/ 259 w 299"/>
              <a:gd name="T3" fmla="*/ 16 h 229"/>
              <a:gd name="T4" fmla="*/ 232 w 299"/>
              <a:gd name="T5" fmla="*/ 4 h 229"/>
              <a:gd name="T6" fmla="*/ 224 w 299"/>
              <a:gd name="T7" fmla="*/ 27 h 229"/>
              <a:gd name="T8" fmla="*/ 198 w 299"/>
              <a:gd name="T9" fmla="*/ 19 h 229"/>
              <a:gd name="T10" fmla="*/ 184 w 299"/>
              <a:gd name="T11" fmla="*/ 17 h 229"/>
              <a:gd name="T12" fmla="*/ 160 w 299"/>
              <a:gd name="T13" fmla="*/ 6 h 229"/>
              <a:gd name="T14" fmla="*/ 132 w 299"/>
              <a:gd name="T15" fmla="*/ 0 h 229"/>
              <a:gd name="T16" fmla="*/ 113 w 299"/>
              <a:gd name="T17" fmla="*/ 20 h 229"/>
              <a:gd name="T18" fmla="*/ 106 w 299"/>
              <a:gd name="T19" fmla="*/ 41 h 229"/>
              <a:gd name="T20" fmla="*/ 94 w 299"/>
              <a:gd name="T21" fmla="*/ 58 h 229"/>
              <a:gd name="T22" fmla="*/ 81 w 299"/>
              <a:gd name="T23" fmla="*/ 66 h 229"/>
              <a:gd name="T24" fmla="*/ 55 w 299"/>
              <a:gd name="T25" fmla="*/ 78 h 229"/>
              <a:gd name="T26" fmla="*/ 54 w 299"/>
              <a:gd name="T27" fmla="*/ 100 h 229"/>
              <a:gd name="T28" fmla="*/ 67 w 299"/>
              <a:gd name="T29" fmla="*/ 123 h 229"/>
              <a:gd name="T30" fmla="*/ 52 w 299"/>
              <a:gd name="T31" fmla="*/ 130 h 229"/>
              <a:gd name="T32" fmla="*/ 28 w 299"/>
              <a:gd name="T33" fmla="*/ 129 h 229"/>
              <a:gd name="T34" fmla="*/ 37 w 299"/>
              <a:gd name="T35" fmla="*/ 147 h 229"/>
              <a:gd name="T36" fmla="*/ 40 w 299"/>
              <a:gd name="T37" fmla="*/ 176 h 229"/>
              <a:gd name="T38" fmla="*/ 30 w 299"/>
              <a:gd name="T39" fmla="*/ 194 h 229"/>
              <a:gd name="T40" fmla="*/ 13 w 299"/>
              <a:gd name="T41" fmla="*/ 205 h 229"/>
              <a:gd name="T42" fmla="*/ 0 w 299"/>
              <a:gd name="T43" fmla="*/ 229 h 229"/>
              <a:gd name="T44" fmla="*/ 20 w 299"/>
              <a:gd name="T45" fmla="*/ 227 h 229"/>
              <a:gd name="T46" fmla="*/ 42 w 299"/>
              <a:gd name="T47" fmla="*/ 220 h 229"/>
              <a:gd name="T48" fmla="*/ 51 w 299"/>
              <a:gd name="T49" fmla="*/ 216 h 229"/>
              <a:gd name="T50" fmla="*/ 51 w 299"/>
              <a:gd name="T51" fmla="*/ 207 h 229"/>
              <a:gd name="T52" fmla="*/ 62 w 299"/>
              <a:gd name="T53" fmla="*/ 205 h 229"/>
              <a:gd name="T54" fmla="*/ 75 w 299"/>
              <a:gd name="T55" fmla="*/ 203 h 229"/>
              <a:gd name="T56" fmla="*/ 86 w 299"/>
              <a:gd name="T57" fmla="*/ 199 h 229"/>
              <a:gd name="T58" fmla="*/ 86 w 299"/>
              <a:gd name="T59" fmla="*/ 185 h 229"/>
              <a:gd name="T60" fmla="*/ 100 w 299"/>
              <a:gd name="T61" fmla="*/ 179 h 229"/>
              <a:gd name="T62" fmla="*/ 107 w 299"/>
              <a:gd name="T63" fmla="*/ 174 h 229"/>
              <a:gd name="T64" fmla="*/ 117 w 299"/>
              <a:gd name="T65" fmla="*/ 174 h 229"/>
              <a:gd name="T66" fmla="*/ 136 w 299"/>
              <a:gd name="T67" fmla="*/ 186 h 229"/>
              <a:gd name="T68" fmla="*/ 148 w 299"/>
              <a:gd name="T69" fmla="*/ 176 h 229"/>
              <a:gd name="T70" fmla="*/ 159 w 299"/>
              <a:gd name="T71" fmla="*/ 169 h 229"/>
              <a:gd name="T72" fmla="*/ 165 w 299"/>
              <a:gd name="T73" fmla="*/ 172 h 229"/>
              <a:gd name="T74" fmla="*/ 183 w 299"/>
              <a:gd name="T75" fmla="*/ 154 h 229"/>
              <a:gd name="T76" fmla="*/ 190 w 299"/>
              <a:gd name="T77" fmla="*/ 145 h 229"/>
              <a:gd name="T78" fmla="*/ 184 w 299"/>
              <a:gd name="T79" fmla="*/ 147 h 229"/>
              <a:gd name="T80" fmla="*/ 193 w 299"/>
              <a:gd name="T81" fmla="*/ 135 h 229"/>
              <a:gd name="T82" fmla="*/ 193 w 299"/>
              <a:gd name="T83" fmla="*/ 145 h 229"/>
              <a:gd name="T84" fmla="*/ 218 w 299"/>
              <a:gd name="T85" fmla="*/ 135 h 229"/>
              <a:gd name="T86" fmla="*/ 255 w 299"/>
              <a:gd name="T87" fmla="*/ 114 h 229"/>
              <a:gd name="T88" fmla="*/ 267 w 299"/>
              <a:gd name="T89" fmla="*/ 98 h 229"/>
              <a:gd name="T90" fmla="*/ 270 w 299"/>
              <a:gd name="T91" fmla="*/ 90 h 229"/>
              <a:gd name="T92" fmla="*/ 269 w 299"/>
              <a:gd name="T93" fmla="*/ 88 h 229"/>
              <a:gd name="T94" fmla="*/ 271 w 299"/>
              <a:gd name="T95" fmla="*/ 58 h 229"/>
              <a:gd name="T96" fmla="*/ 294 w 299"/>
              <a:gd name="T97" fmla="*/ 5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9" h="229">
                <a:moveTo>
                  <a:pt x="293" y="38"/>
                </a:moveTo>
                <a:cubicBezTo>
                  <a:pt x="291" y="36"/>
                  <a:pt x="287" y="37"/>
                  <a:pt x="286" y="34"/>
                </a:cubicBezTo>
                <a:cubicBezTo>
                  <a:pt x="286" y="31"/>
                  <a:pt x="285" y="28"/>
                  <a:pt x="282" y="29"/>
                </a:cubicBezTo>
                <a:cubicBezTo>
                  <a:pt x="281" y="32"/>
                  <a:pt x="281" y="31"/>
                  <a:pt x="278" y="32"/>
                </a:cubicBezTo>
                <a:cubicBezTo>
                  <a:pt x="278" y="35"/>
                  <a:pt x="275" y="33"/>
                  <a:pt x="274" y="32"/>
                </a:cubicBezTo>
                <a:cubicBezTo>
                  <a:pt x="272" y="29"/>
                  <a:pt x="276" y="26"/>
                  <a:pt x="273" y="23"/>
                </a:cubicBezTo>
                <a:cubicBezTo>
                  <a:pt x="269" y="20"/>
                  <a:pt x="264" y="23"/>
                  <a:pt x="263" y="17"/>
                </a:cubicBezTo>
                <a:cubicBezTo>
                  <a:pt x="262" y="17"/>
                  <a:pt x="261" y="16"/>
                  <a:pt x="259" y="16"/>
                </a:cubicBezTo>
                <a:cubicBezTo>
                  <a:pt x="260" y="11"/>
                  <a:pt x="251" y="6"/>
                  <a:pt x="250" y="12"/>
                </a:cubicBezTo>
                <a:cubicBezTo>
                  <a:pt x="249" y="13"/>
                  <a:pt x="248" y="13"/>
                  <a:pt x="248" y="13"/>
                </a:cubicBezTo>
                <a:cubicBezTo>
                  <a:pt x="248" y="11"/>
                  <a:pt x="244" y="7"/>
                  <a:pt x="243" y="5"/>
                </a:cubicBezTo>
                <a:cubicBezTo>
                  <a:pt x="241" y="3"/>
                  <a:pt x="236" y="4"/>
                  <a:pt x="232" y="4"/>
                </a:cubicBezTo>
                <a:cubicBezTo>
                  <a:pt x="233" y="0"/>
                  <a:pt x="227" y="2"/>
                  <a:pt x="225" y="2"/>
                </a:cubicBezTo>
                <a:cubicBezTo>
                  <a:pt x="226" y="4"/>
                  <a:pt x="231" y="12"/>
                  <a:pt x="227" y="14"/>
                </a:cubicBezTo>
                <a:cubicBezTo>
                  <a:pt x="226" y="16"/>
                  <a:pt x="229" y="18"/>
                  <a:pt x="228" y="21"/>
                </a:cubicBezTo>
                <a:cubicBezTo>
                  <a:pt x="224" y="21"/>
                  <a:pt x="225" y="25"/>
                  <a:pt x="224" y="27"/>
                </a:cubicBezTo>
                <a:cubicBezTo>
                  <a:pt x="221" y="27"/>
                  <a:pt x="220" y="26"/>
                  <a:pt x="218" y="26"/>
                </a:cubicBezTo>
                <a:cubicBezTo>
                  <a:pt x="219" y="24"/>
                  <a:pt x="221" y="22"/>
                  <a:pt x="218" y="21"/>
                </a:cubicBezTo>
                <a:cubicBezTo>
                  <a:pt x="215" y="24"/>
                  <a:pt x="211" y="21"/>
                  <a:pt x="208" y="20"/>
                </a:cubicBezTo>
                <a:cubicBezTo>
                  <a:pt x="205" y="19"/>
                  <a:pt x="201" y="17"/>
                  <a:pt x="198" y="19"/>
                </a:cubicBezTo>
                <a:cubicBezTo>
                  <a:pt x="195" y="20"/>
                  <a:pt x="194" y="24"/>
                  <a:pt x="191" y="24"/>
                </a:cubicBezTo>
                <a:cubicBezTo>
                  <a:pt x="187" y="25"/>
                  <a:pt x="184" y="21"/>
                  <a:pt x="180" y="21"/>
                </a:cubicBezTo>
                <a:cubicBezTo>
                  <a:pt x="181" y="19"/>
                  <a:pt x="183" y="19"/>
                  <a:pt x="183" y="17"/>
                </a:cubicBezTo>
                <a:cubicBezTo>
                  <a:pt x="184" y="17"/>
                  <a:pt x="184" y="17"/>
                  <a:pt x="184" y="17"/>
                </a:cubicBezTo>
                <a:cubicBezTo>
                  <a:pt x="185" y="12"/>
                  <a:pt x="185" y="7"/>
                  <a:pt x="185" y="2"/>
                </a:cubicBezTo>
                <a:cubicBezTo>
                  <a:pt x="182" y="1"/>
                  <a:pt x="180" y="4"/>
                  <a:pt x="178" y="4"/>
                </a:cubicBezTo>
                <a:cubicBezTo>
                  <a:pt x="175" y="5"/>
                  <a:pt x="173" y="6"/>
                  <a:pt x="170" y="6"/>
                </a:cubicBezTo>
                <a:cubicBezTo>
                  <a:pt x="167" y="7"/>
                  <a:pt x="163" y="5"/>
                  <a:pt x="160" y="6"/>
                </a:cubicBezTo>
                <a:cubicBezTo>
                  <a:pt x="158" y="6"/>
                  <a:pt x="157" y="8"/>
                  <a:pt x="155" y="8"/>
                </a:cubicBezTo>
                <a:cubicBezTo>
                  <a:pt x="151" y="10"/>
                  <a:pt x="143" y="9"/>
                  <a:pt x="140" y="6"/>
                </a:cubicBezTo>
                <a:cubicBezTo>
                  <a:pt x="139" y="5"/>
                  <a:pt x="139" y="3"/>
                  <a:pt x="137" y="1"/>
                </a:cubicBezTo>
                <a:cubicBezTo>
                  <a:pt x="136" y="0"/>
                  <a:pt x="134" y="0"/>
                  <a:pt x="132" y="0"/>
                </a:cubicBezTo>
                <a:cubicBezTo>
                  <a:pt x="133" y="1"/>
                  <a:pt x="133" y="1"/>
                  <a:pt x="133" y="1"/>
                </a:cubicBezTo>
                <a:cubicBezTo>
                  <a:pt x="133" y="6"/>
                  <a:pt x="134" y="8"/>
                  <a:pt x="128" y="9"/>
                </a:cubicBezTo>
                <a:cubicBezTo>
                  <a:pt x="125" y="10"/>
                  <a:pt x="120" y="13"/>
                  <a:pt x="117" y="15"/>
                </a:cubicBezTo>
                <a:cubicBezTo>
                  <a:pt x="116" y="16"/>
                  <a:pt x="113" y="18"/>
                  <a:pt x="113" y="20"/>
                </a:cubicBezTo>
                <a:cubicBezTo>
                  <a:pt x="113" y="23"/>
                  <a:pt x="111" y="21"/>
                  <a:pt x="110" y="23"/>
                </a:cubicBezTo>
                <a:cubicBezTo>
                  <a:pt x="108" y="27"/>
                  <a:pt x="112" y="28"/>
                  <a:pt x="113" y="31"/>
                </a:cubicBezTo>
                <a:cubicBezTo>
                  <a:pt x="110" y="33"/>
                  <a:pt x="108" y="34"/>
                  <a:pt x="107" y="38"/>
                </a:cubicBezTo>
                <a:cubicBezTo>
                  <a:pt x="105" y="38"/>
                  <a:pt x="106" y="40"/>
                  <a:pt x="106" y="41"/>
                </a:cubicBezTo>
                <a:cubicBezTo>
                  <a:pt x="106" y="43"/>
                  <a:pt x="103" y="43"/>
                  <a:pt x="102" y="44"/>
                </a:cubicBezTo>
                <a:cubicBezTo>
                  <a:pt x="101" y="46"/>
                  <a:pt x="101" y="50"/>
                  <a:pt x="101" y="52"/>
                </a:cubicBezTo>
                <a:cubicBezTo>
                  <a:pt x="101" y="54"/>
                  <a:pt x="104" y="55"/>
                  <a:pt x="103" y="57"/>
                </a:cubicBezTo>
                <a:cubicBezTo>
                  <a:pt x="101" y="57"/>
                  <a:pt x="96" y="56"/>
                  <a:pt x="94" y="58"/>
                </a:cubicBezTo>
                <a:cubicBezTo>
                  <a:pt x="94" y="60"/>
                  <a:pt x="94" y="62"/>
                  <a:pt x="94" y="63"/>
                </a:cubicBezTo>
                <a:cubicBezTo>
                  <a:pt x="93" y="65"/>
                  <a:pt x="92" y="66"/>
                  <a:pt x="92" y="68"/>
                </a:cubicBezTo>
                <a:cubicBezTo>
                  <a:pt x="90" y="68"/>
                  <a:pt x="88" y="68"/>
                  <a:pt x="87" y="67"/>
                </a:cubicBezTo>
                <a:cubicBezTo>
                  <a:pt x="85" y="65"/>
                  <a:pt x="82" y="66"/>
                  <a:pt x="81" y="66"/>
                </a:cubicBezTo>
                <a:cubicBezTo>
                  <a:pt x="75" y="66"/>
                  <a:pt x="70" y="65"/>
                  <a:pt x="65" y="65"/>
                </a:cubicBezTo>
                <a:cubicBezTo>
                  <a:pt x="65" y="70"/>
                  <a:pt x="63" y="74"/>
                  <a:pt x="61" y="77"/>
                </a:cubicBezTo>
                <a:cubicBezTo>
                  <a:pt x="61" y="79"/>
                  <a:pt x="60" y="81"/>
                  <a:pt x="58" y="82"/>
                </a:cubicBezTo>
                <a:cubicBezTo>
                  <a:pt x="56" y="82"/>
                  <a:pt x="55" y="80"/>
                  <a:pt x="55" y="78"/>
                </a:cubicBezTo>
                <a:cubicBezTo>
                  <a:pt x="54" y="78"/>
                  <a:pt x="53" y="77"/>
                  <a:pt x="52" y="77"/>
                </a:cubicBezTo>
                <a:cubicBezTo>
                  <a:pt x="52" y="83"/>
                  <a:pt x="52" y="88"/>
                  <a:pt x="52" y="93"/>
                </a:cubicBezTo>
                <a:cubicBezTo>
                  <a:pt x="52" y="94"/>
                  <a:pt x="52" y="96"/>
                  <a:pt x="52" y="98"/>
                </a:cubicBezTo>
                <a:cubicBezTo>
                  <a:pt x="52" y="100"/>
                  <a:pt x="54" y="99"/>
                  <a:pt x="54" y="100"/>
                </a:cubicBezTo>
                <a:cubicBezTo>
                  <a:pt x="57" y="104"/>
                  <a:pt x="55" y="109"/>
                  <a:pt x="54" y="113"/>
                </a:cubicBezTo>
                <a:cubicBezTo>
                  <a:pt x="54" y="115"/>
                  <a:pt x="53" y="118"/>
                  <a:pt x="53" y="120"/>
                </a:cubicBezTo>
                <a:cubicBezTo>
                  <a:pt x="54" y="123"/>
                  <a:pt x="58" y="123"/>
                  <a:pt x="60" y="123"/>
                </a:cubicBezTo>
                <a:cubicBezTo>
                  <a:pt x="61" y="123"/>
                  <a:pt x="67" y="123"/>
                  <a:pt x="67" y="123"/>
                </a:cubicBezTo>
                <a:cubicBezTo>
                  <a:pt x="69" y="125"/>
                  <a:pt x="68" y="128"/>
                  <a:pt x="67" y="131"/>
                </a:cubicBezTo>
                <a:cubicBezTo>
                  <a:pt x="66" y="132"/>
                  <a:pt x="65" y="134"/>
                  <a:pt x="62" y="133"/>
                </a:cubicBezTo>
                <a:cubicBezTo>
                  <a:pt x="62" y="132"/>
                  <a:pt x="63" y="130"/>
                  <a:pt x="62" y="128"/>
                </a:cubicBezTo>
                <a:cubicBezTo>
                  <a:pt x="60" y="127"/>
                  <a:pt x="52" y="126"/>
                  <a:pt x="52" y="130"/>
                </a:cubicBezTo>
                <a:cubicBezTo>
                  <a:pt x="48" y="131"/>
                  <a:pt x="50" y="125"/>
                  <a:pt x="50" y="123"/>
                </a:cubicBezTo>
                <a:cubicBezTo>
                  <a:pt x="46" y="120"/>
                  <a:pt x="40" y="121"/>
                  <a:pt x="35" y="120"/>
                </a:cubicBezTo>
                <a:cubicBezTo>
                  <a:pt x="35" y="117"/>
                  <a:pt x="31" y="118"/>
                  <a:pt x="29" y="118"/>
                </a:cubicBezTo>
                <a:cubicBezTo>
                  <a:pt x="29" y="122"/>
                  <a:pt x="26" y="125"/>
                  <a:pt x="28" y="129"/>
                </a:cubicBezTo>
                <a:cubicBezTo>
                  <a:pt x="29" y="130"/>
                  <a:pt x="31" y="129"/>
                  <a:pt x="32" y="129"/>
                </a:cubicBezTo>
                <a:cubicBezTo>
                  <a:pt x="32" y="133"/>
                  <a:pt x="36" y="131"/>
                  <a:pt x="37" y="134"/>
                </a:cubicBezTo>
                <a:cubicBezTo>
                  <a:pt x="39" y="138"/>
                  <a:pt x="34" y="142"/>
                  <a:pt x="34" y="147"/>
                </a:cubicBezTo>
                <a:cubicBezTo>
                  <a:pt x="35" y="146"/>
                  <a:pt x="37" y="147"/>
                  <a:pt x="37" y="147"/>
                </a:cubicBezTo>
                <a:cubicBezTo>
                  <a:pt x="38" y="149"/>
                  <a:pt x="40" y="149"/>
                  <a:pt x="41" y="151"/>
                </a:cubicBezTo>
                <a:cubicBezTo>
                  <a:pt x="42" y="153"/>
                  <a:pt x="41" y="156"/>
                  <a:pt x="41" y="159"/>
                </a:cubicBezTo>
                <a:cubicBezTo>
                  <a:pt x="41" y="164"/>
                  <a:pt x="44" y="170"/>
                  <a:pt x="43" y="176"/>
                </a:cubicBezTo>
                <a:cubicBezTo>
                  <a:pt x="42" y="176"/>
                  <a:pt x="41" y="176"/>
                  <a:pt x="40" y="176"/>
                </a:cubicBezTo>
                <a:cubicBezTo>
                  <a:pt x="40" y="178"/>
                  <a:pt x="40" y="182"/>
                  <a:pt x="38" y="183"/>
                </a:cubicBezTo>
                <a:cubicBezTo>
                  <a:pt x="36" y="185"/>
                  <a:pt x="33" y="184"/>
                  <a:pt x="33" y="187"/>
                </a:cubicBezTo>
                <a:cubicBezTo>
                  <a:pt x="31" y="187"/>
                  <a:pt x="28" y="187"/>
                  <a:pt x="27" y="187"/>
                </a:cubicBezTo>
                <a:cubicBezTo>
                  <a:pt x="30" y="189"/>
                  <a:pt x="30" y="190"/>
                  <a:pt x="30" y="194"/>
                </a:cubicBezTo>
                <a:cubicBezTo>
                  <a:pt x="28" y="194"/>
                  <a:pt x="27" y="194"/>
                  <a:pt x="25" y="194"/>
                </a:cubicBezTo>
                <a:cubicBezTo>
                  <a:pt x="23" y="197"/>
                  <a:pt x="22" y="202"/>
                  <a:pt x="19" y="204"/>
                </a:cubicBezTo>
                <a:cubicBezTo>
                  <a:pt x="18" y="205"/>
                  <a:pt x="16" y="204"/>
                  <a:pt x="15" y="204"/>
                </a:cubicBezTo>
                <a:cubicBezTo>
                  <a:pt x="14" y="204"/>
                  <a:pt x="14" y="205"/>
                  <a:pt x="13" y="205"/>
                </a:cubicBezTo>
                <a:cubicBezTo>
                  <a:pt x="11" y="207"/>
                  <a:pt x="10" y="208"/>
                  <a:pt x="8" y="209"/>
                </a:cubicBezTo>
                <a:cubicBezTo>
                  <a:pt x="7" y="212"/>
                  <a:pt x="7" y="216"/>
                  <a:pt x="5" y="219"/>
                </a:cubicBezTo>
                <a:cubicBezTo>
                  <a:pt x="3" y="222"/>
                  <a:pt x="1" y="224"/>
                  <a:pt x="0" y="227"/>
                </a:cubicBezTo>
                <a:cubicBezTo>
                  <a:pt x="0" y="228"/>
                  <a:pt x="0" y="229"/>
                  <a:pt x="0" y="229"/>
                </a:cubicBezTo>
                <a:cubicBezTo>
                  <a:pt x="0" y="229"/>
                  <a:pt x="0" y="229"/>
                  <a:pt x="0" y="229"/>
                </a:cubicBezTo>
                <a:cubicBezTo>
                  <a:pt x="3" y="229"/>
                  <a:pt x="7" y="228"/>
                  <a:pt x="10" y="229"/>
                </a:cubicBezTo>
                <a:cubicBezTo>
                  <a:pt x="12" y="229"/>
                  <a:pt x="13" y="228"/>
                  <a:pt x="16" y="227"/>
                </a:cubicBezTo>
                <a:cubicBezTo>
                  <a:pt x="17" y="227"/>
                  <a:pt x="19" y="228"/>
                  <a:pt x="20" y="227"/>
                </a:cubicBezTo>
                <a:cubicBezTo>
                  <a:pt x="21" y="227"/>
                  <a:pt x="22" y="227"/>
                  <a:pt x="23" y="226"/>
                </a:cubicBezTo>
                <a:cubicBezTo>
                  <a:pt x="24" y="222"/>
                  <a:pt x="26" y="223"/>
                  <a:pt x="29" y="223"/>
                </a:cubicBezTo>
                <a:cubicBezTo>
                  <a:pt x="33" y="222"/>
                  <a:pt x="33" y="218"/>
                  <a:pt x="37" y="218"/>
                </a:cubicBezTo>
                <a:cubicBezTo>
                  <a:pt x="39" y="219"/>
                  <a:pt x="41" y="218"/>
                  <a:pt x="42" y="220"/>
                </a:cubicBezTo>
                <a:cubicBezTo>
                  <a:pt x="42" y="221"/>
                  <a:pt x="42" y="223"/>
                  <a:pt x="44" y="223"/>
                </a:cubicBezTo>
                <a:cubicBezTo>
                  <a:pt x="46" y="223"/>
                  <a:pt x="46" y="221"/>
                  <a:pt x="47" y="220"/>
                </a:cubicBezTo>
                <a:cubicBezTo>
                  <a:pt x="47" y="218"/>
                  <a:pt x="48" y="219"/>
                  <a:pt x="49" y="219"/>
                </a:cubicBezTo>
                <a:cubicBezTo>
                  <a:pt x="50" y="217"/>
                  <a:pt x="49" y="215"/>
                  <a:pt x="51" y="216"/>
                </a:cubicBezTo>
                <a:cubicBezTo>
                  <a:pt x="51" y="215"/>
                  <a:pt x="51" y="214"/>
                  <a:pt x="51" y="214"/>
                </a:cubicBezTo>
                <a:cubicBezTo>
                  <a:pt x="50" y="214"/>
                  <a:pt x="50" y="213"/>
                  <a:pt x="49" y="213"/>
                </a:cubicBezTo>
                <a:cubicBezTo>
                  <a:pt x="49" y="212"/>
                  <a:pt x="48" y="209"/>
                  <a:pt x="50" y="209"/>
                </a:cubicBezTo>
                <a:cubicBezTo>
                  <a:pt x="51" y="208"/>
                  <a:pt x="52" y="208"/>
                  <a:pt x="51" y="207"/>
                </a:cubicBezTo>
                <a:cubicBezTo>
                  <a:pt x="51" y="207"/>
                  <a:pt x="51" y="207"/>
                  <a:pt x="51" y="207"/>
                </a:cubicBezTo>
                <a:cubicBezTo>
                  <a:pt x="51" y="205"/>
                  <a:pt x="50" y="203"/>
                  <a:pt x="50" y="201"/>
                </a:cubicBezTo>
                <a:cubicBezTo>
                  <a:pt x="53" y="200"/>
                  <a:pt x="54" y="199"/>
                  <a:pt x="56" y="197"/>
                </a:cubicBezTo>
                <a:cubicBezTo>
                  <a:pt x="59" y="198"/>
                  <a:pt x="61" y="202"/>
                  <a:pt x="62" y="205"/>
                </a:cubicBezTo>
                <a:cubicBezTo>
                  <a:pt x="64" y="206"/>
                  <a:pt x="61" y="207"/>
                  <a:pt x="60" y="208"/>
                </a:cubicBezTo>
                <a:cubicBezTo>
                  <a:pt x="62" y="214"/>
                  <a:pt x="68" y="205"/>
                  <a:pt x="70" y="205"/>
                </a:cubicBezTo>
                <a:cubicBezTo>
                  <a:pt x="71" y="204"/>
                  <a:pt x="71" y="203"/>
                  <a:pt x="71" y="202"/>
                </a:cubicBezTo>
                <a:cubicBezTo>
                  <a:pt x="72" y="201"/>
                  <a:pt x="74" y="202"/>
                  <a:pt x="75" y="203"/>
                </a:cubicBezTo>
                <a:cubicBezTo>
                  <a:pt x="76" y="204"/>
                  <a:pt x="77" y="206"/>
                  <a:pt x="78" y="206"/>
                </a:cubicBezTo>
                <a:cubicBezTo>
                  <a:pt x="80" y="206"/>
                  <a:pt x="81" y="203"/>
                  <a:pt x="84" y="203"/>
                </a:cubicBezTo>
                <a:cubicBezTo>
                  <a:pt x="84" y="202"/>
                  <a:pt x="84" y="202"/>
                  <a:pt x="83" y="202"/>
                </a:cubicBezTo>
                <a:cubicBezTo>
                  <a:pt x="83" y="200"/>
                  <a:pt x="83" y="198"/>
                  <a:pt x="86" y="199"/>
                </a:cubicBezTo>
                <a:cubicBezTo>
                  <a:pt x="86" y="198"/>
                  <a:pt x="86" y="197"/>
                  <a:pt x="84" y="197"/>
                </a:cubicBezTo>
                <a:cubicBezTo>
                  <a:pt x="84" y="195"/>
                  <a:pt x="81" y="195"/>
                  <a:pt x="82" y="193"/>
                </a:cubicBezTo>
                <a:cubicBezTo>
                  <a:pt x="82" y="191"/>
                  <a:pt x="83" y="190"/>
                  <a:pt x="84" y="190"/>
                </a:cubicBezTo>
                <a:cubicBezTo>
                  <a:pt x="87" y="189"/>
                  <a:pt x="85" y="185"/>
                  <a:pt x="86" y="185"/>
                </a:cubicBezTo>
                <a:cubicBezTo>
                  <a:pt x="88" y="185"/>
                  <a:pt x="89" y="185"/>
                  <a:pt x="91" y="185"/>
                </a:cubicBezTo>
                <a:cubicBezTo>
                  <a:pt x="93" y="185"/>
                  <a:pt x="95" y="185"/>
                  <a:pt x="96" y="184"/>
                </a:cubicBezTo>
                <a:cubicBezTo>
                  <a:pt x="98" y="183"/>
                  <a:pt x="99" y="179"/>
                  <a:pt x="101" y="179"/>
                </a:cubicBezTo>
                <a:cubicBezTo>
                  <a:pt x="100" y="179"/>
                  <a:pt x="100" y="179"/>
                  <a:pt x="100" y="179"/>
                </a:cubicBezTo>
                <a:cubicBezTo>
                  <a:pt x="100" y="178"/>
                  <a:pt x="95" y="177"/>
                  <a:pt x="97" y="175"/>
                </a:cubicBezTo>
                <a:cubicBezTo>
                  <a:pt x="100" y="172"/>
                  <a:pt x="101" y="176"/>
                  <a:pt x="103" y="177"/>
                </a:cubicBezTo>
                <a:cubicBezTo>
                  <a:pt x="103" y="175"/>
                  <a:pt x="104" y="172"/>
                  <a:pt x="105" y="171"/>
                </a:cubicBezTo>
                <a:cubicBezTo>
                  <a:pt x="106" y="171"/>
                  <a:pt x="106" y="173"/>
                  <a:pt x="107" y="174"/>
                </a:cubicBezTo>
                <a:cubicBezTo>
                  <a:pt x="107" y="173"/>
                  <a:pt x="107" y="173"/>
                  <a:pt x="108" y="172"/>
                </a:cubicBezTo>
                <a:cubicBezTo>
                  <a:pt x="111" y="175"/>
                  <a:pt x="111" y="169"/>
                  <a:pt x="111" y="167"/>
                </a:cubicBezTo>
                <a:cubicBezTo>
                  <a:pt x="112" y="167"/>
                  <a:pt x="112" y="167"/>
                  <a:pt x="112" y="168"/>
                </a:cubicBezTo>
                <a:cubicBezTo>
                  <a:pt x="112" y="170"/>
                  <a:pt x="114" y="175"/>
                  <a:pt x="117" y="174"/>
                </a:cubicBezTo>
                <a:cubicBezTo>
                  <a:pt x="117" y="173"/>
                  <a:pt x="118" y="173"/>
                  <a:pt x="119" y="173"/>
                </a:cubicBezTo>
                <a:cubicBezTo>
                  <a:pt x="120" y="176"/>
                  <a:pt x="122" y="178"/>
                  <a:pt x="123" y="181"/>
                </a:cubicBezTo>
                <a:cubicBezTo>
                  <a:pt x="123" y="184"/>
                  <a:pt x="126" y="183"/>
                  <a:pt x="128" y="183"/>
                </a:cubicBezTo>
                <a:cubicBezTo>
                  <a:pt x="131" y="183"/>
                  <a:pt x="133" y="184"/>
                  <a:pt x="136" y="186"/>
                </a:cubicBezTo>
                <a:cubicBezTo>
                  <a:pt x="138" y="186"/>
                  <a:pt x="141" y="186"/>
                  <a:pt x="144" y="186"/>
                </a:cubicBezTo>
                <a:cubicBezTo>
                  <a:pt x="144" y="185"/>
                  <a:pt x="144" y="185"/>
                  <a:pt x="144" y="184"/>
                </a:cubicBezTo>
                <a:cubicBezTo>
                  <a:pt x="148" y="184"/>
                  <a:pt x="147" y="180"/>
                  <a:pt x="151" y="180"/>
                </a:cubicBezTo>
                <a:cubicBezTo>
                  <a:pt x="150" y="180"/>
                  <a:pt x="148" y="177"/>
                  <a:pt x="148" y="176"/>
                </a:cubicBezTo>
                <a:cubicBezTo>
                  <a:pt x="149" y="175"/>
                  <a:pt x="150" y="176"/>
                  <a:pt x="151" y="176"/>
                </a:cubicBezTo>
                <a:cubicBezTo>
                  <a:pt x="152" y="176"/>
                  <a:pt x="152" y="175"/>
                  <a:pt x="153" y="174"/>
                </a:cubicBezTo>
                <a:cubicBezTo>
                  <a:pt x="154" y="173"/>
                  <a:pt x="161" y="174"/>
                  <a:pt x="160" y="171"/>
                </a:cubicBezTo>
                <a:cubicBezTo>
                  <a:pt x="159" y="171"/>
                  <a:pt x="158" y="170"/>
                  <a:pt x="159" y="169"/>
                </a:cubicBezTo>
                <a:cubicBezTo>
                  <a:pt x="160" y="168"/>
                  <a:pt x="161" y="168"/>
                  <a:pt x="164" y="168"/>
                </a:cubicBezTo>
                <a:cubicBezTo>
                  <a:pt x="164" y="170"/>
                  <a:pt x="163" y="172"/>
                  <a:pt x="165" y="173"/>
                </a:cubicBezTo>
                <a:cubicBezTo>
                  <a:pt x="165" y="173"/>
                  <a:pt x="165" y="174"/>
                  <a:pt x="165" y="174"/>
                </a:cubicBezTo>
                <a:cubicBezTo>
                  <a:pt x="165" y="173"/>
                  <a:pt x="165" y="173"/>
                  <a:pt x="165" y="172"/>
                </a:cubicBezTo>
                <a:cubicBezTo>
                  <a:pt x="167" y="170"/>
                  <a:pt x="169" y="169"/>
                  <a:pt x="171" y="166"/>
                </a:cubicBezTo>
                <a:cubicBezTo>
                  <a:pt x="172" y="165"/>
                  <a:pt x="172" y="164"/>
                  <a:pt x="173" y="162"/>
                </a:cubicBezTo>
                <a:cubicBezTo>
                  <a:pt x="174" y="161"/>
                  <a:pt x="175" y="158"/>
                  <a:pt x="177" y="157"/>
                </a:cubicBezTo>
                <a:cubicBezTo>
                  <a:pt x="178" y="155"/>
                  <a:pt x="181" y="155"/>
                  <a:pt x="183" y="154"/>
                </a:cubicBezTo>
                <a:cubicBezTo>
                  <a:pt x="185" y="152"/>
                  <a:pt x="184" y="151"/>
                  <a:pt x="187" y="150"/>
                </a:cubicBezTo>
                <a:cubicBezTo>
                  <a:pt x="189" y="149"/>
                  <a:pt x="190" y="147"/>
                  <a:pt x="192" y="147"/>
                </a:cubicBezTo>
                <a:cubicBezTo>
                  <a:pt x="192" y="146"/>
                  <a:pt x="192" y="146"/>
                  <a:pt x="192" y="145"/>
                </a:cubicBezTo>
                <a:cubicBezTo>
                  <a:pt x="191" y="145"/>
                  <a:pt x="191" y="145"/>
                  <a:pt x="190" y="145"/>
                </a:cubicBezTo>
                <a:cubicBezTo>
                  <a:pt x="189" y="146"/>
                  <a:pt x="188" y="146"/>
                  <a:pt x="186" y="146"/>
                </a:cubicBezTo>
                <a:cubicBezTo>
                  <a:pt x="187" y="145"/>
                  <a:pt x="189" y="144"/>
                  <a:pt x="190" y="143"/>
                </a:cubicBezTo>
                <a:cubicBezTo>
                  <a:pt x="189" y="143"/>
                  <a:pt x="188" y="142"/>
                  <a:pt x="187" y="142"/>
                </a:cubicBezTo>
                <a:cubicBezTo>
                  <a:pt x="187" y="144"/>
                  <a:pt x="186" y="146"/>
                  <a:pt x="184" y="147"/>
                </a:cubicBezTo>
                <a:cubicBezTo>
                  <a:pt x="184" y="148"/>
                  <a:pt x="183" y="148"/>
                  <a:pt x="182" y="148"/>
                </a:cubicBezTo>
                <a:cubicBezTo>
                  <a:pt x="183" y="147"/>
                  <a:pt x="183" y="143"/>
                  <a:pt x="183" y="142"/>
                </a:cubicBezTo>
                <a:cubicBezTo>
                  <a:pt x="184" y="141"/>
                  <a:pt x="186" y="139"/>
                  <a:pt x="186" y="138"/>
                </a:cubicBezTo>
                <a:cubicBezTo>
                  <a:pt x="188" y="137"/>
                  <a:pt x="191" y="136"/>
                  <a:pt x="193" y="135"/>
                </a:cubicBezTo>
                <a:cubicBezTo>
                  <a:pt x="196" y="133"/>
                  <a:pt x="200" y="130"/>
                  <a:pt x="202" y="133"/>
                </a:cubicBezTo>
                <a:cubicBezTo>
                  <a:pt x="204" y="136"/>
                  <a:pt x="201" y="138"/>
                  <a:pt x="200" y="139"/>
                </a:cubicBezTo>
                <a:cubicBezTo>
                  <a:pt x="199" y="140"/>
                  <a:pt x="193" y="143"/>
                  <a:pt x="193" y="142"/>
                </a:cubicBezTo>
                <a:cubicBezTo>
                  <a:pt x="193" y="143"/>
                  <a:pt x="193" y="144"/>
                  <a:pt x="193" y="145"/>
                </a:cubicBezTo>
                <a:cubicBezTo>
                  <a:pt x="194" y="146"/>
                  <a:pt x="194" y="144"/>
                  <a:pt x="195" y="144"/>
                </a:cubicBezTo>
                <a:cubicBezTo>
                  <a:pt x="196" y="143"/>
                  <a:pt x="198" y="143"/>
                  <a:pt x="199" y="142"/>
                </a:cubicBezTo>
                <a:cubicBezTo>
                  <a:pt x="201" y="142"/>
                  <a:pt x="204" y="142"/>
                  <a:pt x="206" y="141"/>
                </a:cubicBezTo>
                <a:cubicBezTo>
                  <a:pt x="210" y="139"/>
                  <a:pt x="214" y="137"/>
                  <a:pt x="218" y="135"/>
                </a:cubicBezTo>
                <a:cubicBezTo>
                  <a:pt x="223" y="133"/>
                  <a:pt x="228" y="134"/>
                  <a:pt x="233" y="132"/>
                </a:cubicBezTo>
                <a:cubicBezTo>
                  <a:pt x="236" y="130"/>
                  <a:pt x="241" y="129"/>
                  <a:pt x="242" y="125"/>
                </a:cubicBezTo>
                <a:cubicBezTo>
                  <a:pt x="243" y="123"/>
                  <a:pt x="243" y="120"/>
                  <a:pt x="246" y="120"/>
                </a:cubicBezTo>
                <a:cubicBezTo>
                  <a:pt x="246" y="117"/>
                  <a:pt x="253" y="115"/>
                  <a:pt x="255" y="114"/>
                </a:cubicBezTo>
                <a:cubicBezTo>
                  <a:pt x="256" y="113"/>
                  <a:pt x="259" y="113"/>
                  <a:pt x="260" y="112"/>
                </a:cubicBezTo>
                <a:cubicBezTo>
                  <a:pt x="261" y="111"/>
                  <a:pt x="261" y="108"/>
                  <a:pt x="261" y="106"/>
                </a:cubicBezTo>
                <a:cubicBezTo>
                  <a:pt x="260" y="106"/>
                  <a:pt x="259" y="106"/>
                  <a:pt x="258" y="106"/>
                </a:cubicBezTo>
                <a:cubicBezTo>
                  <a:pt x="258" y="102"/>
                  <a:pt x="263" y="100"/>
                  <a:pt x="267" y="98"/>
                </a:cubicBezTo>
                <a:cubicBezTo>
                  <a:pt x="270" y="96"/>
                  <a:pt x="273" y="92"/>
                  <a:pt x="275" y="89"/>
                </a:cubicBezTo>
                <a:cubicBezTo>
                  <a:pt x="274" y="88"/>
                  <a:pt x="274" y="88"/>
                  <a:pt x="273" y="88"/>
                </a:cubicBezTo>
                <a:cubicBezTo>
                  <a:pt x="272" y="89"/>
                  <a:pt x="273" y="89"/>
                  <a:pt x="272" y="90"/>
                </a:cubicBezTo>
                <a:cubicBezTo>
                  <a:pt x="272" y="90"/>
                  <a:pt x="271" y="90"/>
                  <a:pt x="270" y="90"/>
                </a:cubicBezTo>
                <a:cubicBezTo>
                  <a:pt x="270" y="90"/>
                  <a:pt x="269" y="91"/>
                  <a:pt x="269" y="91"/>
                </a:cubicBezTo>
                <a:cubicBezTo>
                  <a:pt x="268" y="92"/>
                  <a:pt x="267" y="91"/>
                  <a:pt x="265" y="92"/>
                </a:cubicBezTo>
                <a:cubicBezTo>
                  <a:pt x="264" y="92"/>
                  <a:pt x="264" y="93"/>
                  <a:pt x="263" y="93"/>
                </a:cubicBezTo>
                <a:cubicBezTo>
                  <a:pt x="263" y="89"/>
                  <a:pt x="264" y="88"/>
                  <a:pt x="269" y="88"/>
                </a:cubicBezTo>
                <a:cubicBezTo>
                  <a:pt x="274" y="88"/>
                  <a:pt x="270" y="83"/>
                  <a:pt x="269" y="81"/>
                </a:cubicBezTo>
                <a:cubicBezTo>
                  <a:pt x="267" y="78"/>
                  <a:pt x="266" y="75"/>
                  <a:pt x="265" y="73"/>
                </a:cubicBezTo>
                <a:cubicBezTo>
                  <a:pt x="265" y="71"/>
                  <a:pt x="265" y="64"/>
                  <a:pt x="267" y="63"/>
                </a:cubicBezTo>
                <a:cubicBezTo>
                  <a:pt x="267" y="61"/>
                  <a:pt x="269" y="59"/>
                  <a:pt x="271" y="58"/>
                </a:cubicBezTo>
                <a:cubicBezTo>
                  <a:pt x="273" y="56"/>
                  <a:pt x="275" y="54"/>
                  <a:pt x="277" y="53"/>
                </a:cubicBezTo>
                <a:cubicBezTo>
                  <a:pt x="279" y="52"/>
                  <a:pt x="282" y="50"/>
                  <a:pt x="285" y="50"/>
                </a:cubicBezTo>
                <a:cubicBezTo>
                  <a:pt x="286" y="50"/>
                  <a:pt x="287" y="50"/>
                  <a:pt x="289" y="50"/>
                </a:cubicBezTo>
                <a:cubicBezTo>
                  <a:pt x="291" y="50"/>
                  <a:pt x="292" y="51"/>
                  <a:pt x="294" y="51"/>
                </a:cubicBezTo>
                <a:cubicBezTo>
                  <a:pt x="294" y="51"/>
                  <a:pt x="296" y="47"/>
                  <a:pt x="297" y="47"/>
                </a:cubicBezTo>
                <a:cubicBezTo>
                  <a:pt x="298" y="46"/>
                  <a:pt x="298" y="46"/>
                  <a:pt x="298" y="46"/>
                </a:cubicBezTo>
                <a:cubicBezTo>
                  <a:pt x="299" y="41"/>
                  <a:pt x="296" y="41"/>
                  <a:pt x="293" y="38"/>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3" name="Freeform 295">
            <a:extLst>
              <a:ext uri="{FF2B5EF4-FFF2-40B4-BE49-F238E27FC236}">
                <a16:creationId xmlns:a16="http://schemas.microsoft.com/office/drawing/2014/main" id="{4638847B-59E9-4702-9ED8-F121330DD55F}"/>
              </a:ext>
            </a:extLst>
          </p:cNvPr>
          <p:cNvSpPr>
            <a:spLocks/>
          </p:cNvSpPr>
          <p:nvPr/>
        </p:nvSpPr>
        <p:spPr bwMode="auto">
          <a:xfrm>
            <a:off x="3555929" y="4482100"/>
            <a:ext cx="3060" cy="0"/>
          </a:xfrm>
          <a:custGeom>
            <a:avLst/>
            <a:gdLst>
              <a:gd name="T0" fmla="*/ 3 w 3"/>
              <a:gd name="T1" fmla="*/ 0 w 3"/>
              <a:gd name="T2" fmla="*/ 3 w 3"/>
            </a:gdLst>
            <a:ahLst/>
            <a:cxnLst>
              <a:cxn ang="0">
                <a:pos x="T0" y="0"/>
              </a:cxn>
              <a:cxn ang="0">
                <a:pos x="T1" y="0"/>
              </a:cxn>
              <a:cxn ang="0">
                <a:pos x="T2" y="0"/>
              </a:cxn>
            </a:cxnLst>
            <a:rect l="0" t="0" r="r" b="b"/>
            <a:pathLst>
              <a:path w="3">
                <a:moveTo>
                  <a:pt x="3" y="0"/>
                </a:moveTo>
                <a:lnTo>
                  <a:pt x="0" y="0"/>
                </a:lnTo>
                <a:lnTo>
                  <a:pt x="3"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7" name="Freeform 299">
            <a:extLst>
              <a:ext uri="{FF2B5EF4-FFF2-40B4-BE49-F238E27FC236}">
                <a16:creationId xmlns:a16="http://schemas.microsoft.com/office/drawing/2014/main" id="{41928D09-68D5-425F-AEC1-4E310C6002D8}"/>
              </a:ext>
            </a:extLst>
          </p:cNvPr>
          <p:cNvSpPr>
            <a:spLocks/>
          </p:cNvSpPr>
          <p:nvPr/>
        </p:nvSpPr>
        <p:spPr bwMode="auto">
          <a:xfrm>
            <a:off x="2536065" y="5320676"/>
            <a:ext cx="0" cy="1971"/>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0"/>
                  <a:pt x="0" y="1"/>
                  <a:pt x="0" y="1"/>
                </a:cubicBezTo>
                <a:cubicBezTo>
                  <a:pt x="0" y="1"/>
                  <a:pt x="0" y="1"/>
                  <a:pt x="0" y="1"/>
                </a:cubicBezTo>
                <a:cubicBezTo>
                  <a:pt x="0" y="1"/>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68" name="Rectangle 300">
            <a:extLst>
              <a:ext uri="{FF2B5EF4-FFF2-40B4-BE49-F238E27FC236}">
                <a16:creationId xmlns:a16="http://schemas.microsoft.com/office/drawing/2014/main" id="{F5D757C3-FBDB-468A-9CAB-C7A40297F963}"/>
              </a:ext>
            </a:extLst>
          </p:cNvPr>
          <p:cNvSpPr>
            <a:spLocks noChangeArrowheads="1"/>
          </p:cNvSpPr>
          <p:nvPr/>
        </p:nvSpPr>
        <p:spPr bwMode="auto">
          <a:xfrm>
            <a:off x="2633972" y="5297026"/>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70" name="Freeform 302">
            <a:extLst>
              <a:ext uri="{FF2B5EF4-FFF2-40B4-BE49-F238E27FC236}">
                <a16:creationId xmlns:a16="http://schemas.microsoft.com/office/drawing/2014/main" id="{3F1D2340-45BB-4AE1-95CE-4DECDCEB52E3}"/>
              </a:ext>
            </a:extLst>
          </p:cNvPr>
          <p:cNvSpPr>
            <a:spLocks/>
          </p:cNvSpPr>
          <p:nvPr/>
        </p:nvSpPr>
        <p:spPr bwMode="auto">
          <a:xfrm>
            <a:off x="2633972" y="529407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71" name="Freeform 303">
            <a:extLst>
              <a:ext uri="{FF2B5EF4-FFF2-40B4-BE49-F238E27FC236}">
                <a16:creationId xmlns:a16="http://schemas.microsoft.com/office/drawing/2014/main" id="{AE57BF43-A183-475A-AC7F-5FDA84BD229E}"/>
              </a:ext>
            </a:extLst>
          </p:cNvPr>
          <p:cNvSpPr>
            <a:spLocks/>
          </p:cNvSpPr>
          <p:nvPr/>
        </p:nvSpPr>
        <p:spPr bwMode="auto">
          <a:xfrm>
            <a:off x="2345350" y="4521516"/>
            <a:ext cx="510952" cy="727227"/>
          </a:xfrm>
          <a:custGeom>
            <a:avLst/>
            <a:gdLst>
              <a:gd name="T0" fmla="*/ 214 w 225"/>
              <a:gd name="T1" fmla="*/ 235 h 331"/>
              <a:gd name="T2" fmla="*/ 201 w 225"/>
              <a:gd name="T3" fmla="*/ 231 h 331"/>
              <a:gd name="T4" fmla="*/ 196 w 225"/>
              <a:gd name="T5" fmla="*/ 216 h 331"/>
              <a:gd name="T6" fmla="*/ 188 w 225"/>
              <a:gd name="T7" fmla="*/ 220 h 331"/>
              <a:gd name="T8" fmla="*/ 171 w 225"/>
              <a:gd name="T9" fmla="*/ 227 h 331"/>
              <a:gd name="T10" fmla="*/ 154 w 225"/>
              <a:gd name="T11" fmla="*/ 223 h 331"/>
              <a:gd name="T12" fmla="*/ 147 w 225"/>
              <a:gd name="T13" fmla="*/ 206 h 331"/>
              <a:gd name="T14" fmla="*/ 158 w 225"/>
              <a:gd name="T15" fmla="*/ 212 h 331"/>
              <a:gd name="T16" fmla="*/ 171 w 225"/>
              <a:gd name="T17" fmla="*/ 201 h 331"/>
              <a:gd name="T18" fmla="*/ 164 w 225"/>
              <a:gd name="T19" fmla="*/ 196 h 331"/>
              <a:gd name="T20" fmla="*/ 147 w 225"/>
              <a:gd name="T21" fmla="*/ 201 h 331"/>
              <a:gd name="T22" fmla="*/ 148 w 225"/>
              <a:gd name="T23" fmla="*/ 191 h 331"/>
              <a:gd name="T24" fmla="*/ 140 w 225"/>
              <a:gd name="T25" fmla="*/ 175 h 331"/>
              <a:gd name="T26" fmla="*/ 146 w 225"/>
              <a:gd name="T27" fmla="*/ 163 h 331"/>
              <a:gd name="T28" fmla="*/ 157 w 225"/>
              <a:gd name="T29" fmla="*/ 151 h 331"/>
              <a:gd name="T30" fmla="*/ 156 w 225"/>
              <a:gd name="T31" fmla="*/ 125 h 331"/>
              <a:gd name="T32" fmla="*/ 177 w 225"/>
              <a:gd name="T33" fmla="*/ 99 h 331"/>
              <a:gd name="T34" fmla="*/ 177 w 225"/>
              <a:gd name="T35" fmla="*/ 86 h 331"/>
              <a:gd name="T36" fmla="*/ 178 w 225"/>
              <a:gd name="T37" fmla="*/ 62 h 331"/>
              <a:gd name="T38" fmla="*/ 180 w 225"/>
              <a:gd name="T39" fmla="*/ 42 h 331"/>
              <a:gd name="T40" fmla="*/ 194 w 225"/>
              <a:gd name="T41" fmla="*/ 18 h 331"/>
              <a:gd name="T42" fmla="*/ 187 w 225"/>
              <a:gd name="T43" fmla="*/ 7 h 331"/>
              <a:gd name="T44" fmla="*/ 162 w 225"/>
              <a:gd name="T45" fmla="*/ 15 h 331"/>
              <a:gd name="T46" fmla="*/ 151 w 225"/>
              <a:gd name="T47" fmla="*/ 20 h 331"/>
              <a:gd name="T48" fmla="*/ 139 w 225"/>
              <a:gd name="T49" fmla="*/ 29 h 331"/>
              <a:gd name="T50" fmla="*/ 128 w 225"/>
              <a:gd name="T51" fmla="*/ 41 h 331"/>
              <a:gd name="T52" fmla="*/ 115 w 225"/>
              <a:gd name="T53" fmla="*/ 46 h 331"/>
              <a:gd name="T54" fmla="*/ 91 w 225"/>
              <a:gd name="T55" fmla="*/ 44 h 331"/>
              <a:gd name="T56" fmla="*/ 86 w 225"/>
              <a:gd name="T57" fmla="*/ 61 h 331"/>
              <a:gd name="T58" fmla="*/ 54 w 225"/>
              <a:gd name="T59" fmla="*/ 63 h 331"/>
              <a:gd name="T60" fmla="*/ 40 w 225"/>
              <a:gd name="T61" fmla="*/ 79 h 331"/>
              <a:gd name="T62" fmla="*/ 22 w 225"/>
              <a:gd name="T63" fmla="*/ 82 h 331"/>
              <a:gd name="T64" fmla="*/ 28 w 225"/>
              <a:gd name="T65" fmla="*/ 103 h 331"/>
              <a:gd name="T66" fmla="*/ 17 w 225"/>
              <a:gd name="T67" fmla="*/ 116 h 331"/>
              <a:gd name="T68" fmla="*/ 16 w 225"/>
              <a:gd name="T69" fmla="*/ 131 h 331"/>
              <a:gd name="T70" fmla="*/ 16 w 225"/>
              <a:gd name="T71" fmla="*/ 148 h 331"/>
              <a:gd name="T72" fmla="*/ 9 w 225"/>
              <a:gd name="T73" fmla="*/ 158 h 331"/>
              <a:gd name="T74" fmla="*/ 3 w 225"/>
              <a:gd name="T75" fmla="*/ 166 h 331"/>
              <a:gd name="T76" fmla="*/ 14 w 225"/>
              <a:gd name="T77" fmla="*/ 175 h 331"/>
              <a:gd name="T78" fmla="*/ 19 w 225"/>
              <a:gd name="T79" fmla="*/ 190 h 331"/>
              <a:gd name="T80" fmla="*/ 26 w 225"/>
              <a:gd name="T81" fmla="*/ 209 h 331"/>
              <a:gd name="T82" fmla="*/ 29 w 225"/>
              <a:gd name="T83" fmla="*/ 231 h 331"/>
              <a:gd name="T84" fmla="*/ 32 w 225"/>
              <a:gd name="T85" fmla="*/ 245 h 331"/>
              <a:gd name="T86" fmla="*/ 38 w 225"/>
              <a:gd name="T87" fmla="*/ 268 h 331"/>
              <a:gd name="T88" fmla="*/ 48 w 225"/>
              <a:gd name="T89" fmla="*/ 274 h 331"/>
              <a:gd name="T90" fmla="*/ 58 w 225"/>
              <a:gd name="T91" fmla="*/ 276 h 331"/>
              <a:gd name="T92" fmla="*/ 62 w 225"/>
              <a:gd name="T93" fmla="*/ 286 h 331"/>
              <a:gd name="T94" fmla="*/ 84 w 225"/>
              <a:gd name="T95" fmla="*/ 306 h 331"/>
              <a:gd name="T96" fmla="*/ 103 w 225"/>
              <a:gd name="T97" fmla="*/ 316 h 331"/>
              <a:gd name="T98" fmla="*/ 115 w 225"/>
              <a:gd name="T99" fmla="*/ 326 h 331"/>
              <a:gd name="T100" fmla="*/ 130 w 225"/>
              <a:gd name="T101" fmla="*/ 330 h 331"/>
              <a:gd name="T102" fmla="*/ 149 w 225"/>
              <a:gd name="T103" fmla="*/ 322 h 331"/>
              <a:gd name="T104" fmla="*/ 179 w 225"/>
              <a:gd name="T105" fmla="*/ 312 h 331"/>
              <a:gd name="T106" fmla="*/ 175 w 225"/>
              <a:gd name="T107" fmla="*/ 288 h 331"/>
              <a:gd name="T108" fmla="*/ 193 w 225"/>
              <a:gd name="T109" fmla="*/ 272 h 331"/>
              <a:gd name="T110" fmla="*/ 209 w 225"/>
              <a:gd name="T111" fmla="*/ 271 h 331"/>
              <a:gd name="T112" fmla="*/ 222 w 225"/>
              <a:gd name="T113" fmla="*/ 26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5" h="331">
                <a:moveTo>
                  <a:pt x="224" y="249"/>
                </a:moveTo>
                <a:cubicBezTo>
                  <a:pt x="221" y="247"/>
                  <a:pt x="218" y="248"/>
                  <a:pt x="215" y="248"/>
                </a:cubicBezTo>
                <a:cubicBezTo>
                  <a:pt x="215" y="247"/>
                  <a:pt x="215" y="246"/>
                  <a:pt x="214" y="245"/>
                </a:cubicBezTo>
                <a:cubicBezTo>
                  <a:pt x="214" y="244"/>
                  <a:pt x="214" y="242"/>
                  <a:pt x="214" y="241"/>
                </a:cubicBezTo>
                <a:cubicBezTo>
                  <a:pt x="214" y="240"/>
                  <a:pt x="216" y="236"/>
                  <a:pt x="214" y="235"/>
                </a:cubicBezTo>
                <a:cubicBezTo>
                  <a:pt x="213" y="234"/>
                  <a:pt x="206" y="234"/>
                  <a:pt x="206" y="236"/>
                </a:cubicBezTo>
                <a:cubicBezTo>
                  <a:pt x="205" y="236"/>
                  <a:pt x="205" y="236"/>
                  <a:pt x="205" y="236"/>
                </a:cubicBezTo>
                <a:cubicBezTo>
                  <a:pt x="205" y="235"/>
                  <a:pt x="206" y="233"/>
                  <a:pt x="205" y="232"/>
                </a:cubicBezTo>
                <a:cubicBezTo>
                  <a:pt x="205" y="232"/>
                  <a:pt x="204" y="231"/>
                  <a:pt x="204" y="231"/>
                </a:cubicBezTo>
                <a:cubicBezTo>
                  <a:pt x="203" y="231"/>
                  <a:pt x="202" y="232"/>
                  <a:pt x="201" y="231"/>
                </a:cubicBezTo>
                <a:cubicBezTo>
                  <a:pt x="199" y="230"/>
                  <a:pt x="201" y="229"/>
                  <a:pt x="202" y="230"/>
                </a:cubicBezTo>
                <a:cubicBezTo>
                  <a:pt x="202" y="228"/>
                  <a:pt x="204" y="222"/>
                  <a:pt x="201" y="221"/>
                </a:cubicBezTo>
                <a:cubicBezTo>
                  <a:pt x="200" y="220"/>
                  <a:pt x="196" y="220"/>
                  <a:pt x="196" y="222"/>
                </a:cubicBezTo>
                <a:cubicBezTo>
                  <a:pt x="196" y="222"/>
                  <a:pt x="195" y="222"/>
                  <a:pt x="195" y="222"/>
                </a:cubicBezTo>
                <a:cubicBezTo>
                  <a:pt x="195" y="220"/>
                  <a:pt x="196" y="219"/>
                  <a:pt x="196" y="216"/>
                </a:cubicBezTo>
                <a:cubicBezTo>
                  <a:pt x="196" y="216"/>
                  <a:pt x="195" y="216"/>
                  <a:pt x="195" y="216"/>
                </a:cubicBezTo>
                <a:cubicBezTo>
                  <a:pt x="194" y="217"/>
                  <a:pt x="195" y="218"/>
                  <a:pt x="194" y="218"/>
                </a:cubicBezTo>
                <a:cubicBezTo>
                  <a:pt x="194" y="218"/>
                  <a:pt x="193" y="218"/>
                  <a:pt x="193" y="218"/>
                </a:cubicBezTo>
                <a:cubicBezTo>
                  <a:pt x="193" y="216"/>
                  <a:pt x="189" y="217"/>
                  <a:pt x="187" y="217"/>
                </a:cubicBezTo>
                <a:cubicBezTo>
                  <a:pt x="188" y="218"/>
                  <a:pt x="188" y="219"/>
                  <a:pt x="188" y="220"/>
                </a:cubicBezTo>
                <a:cubicBezTo>
                  <a:pt x="186" y="220"/>
                  <a:pt x="185" y="221"/>
                  <a:pt x="184" y="223"/>
                </a:cubicBezTo>
                <a:cubicBezTo>
                  <a:pt x="183" y="224"/>
                  <a:pt x="181" y="224"/>
                  <a:pt x="180" y="224"/>
                </a:cubicBezTo>
                <a:cubicBezTo>
                  <a:pt x="180" y="225"/>
                  <a:pt x="180" y="225"/>
                  <a:pt x="180" y="225"/>
                </a:cubicBezTo>
                <a:cubicBezTo>
                  <a:pt x="177" y="225"/>
                  <a:pt x="174" y="224"/>
                  <a:pt x="172" y="224"/>
                </a:cubicBezTo>
                <a:cubicBezTo>
                  <a:pt x="172" y="225"/>
                  <a:pt x="172" y="226"/>
                  <a:pt x="171" y="227"/>
                </a:cubicBezTo>
                <a:cubicBezTo>
                  <a:pt x="171" y="225"/>
                  <a:pt x="171" y="225"/>
                  <a:pt x="171" y="225"/>
                </a:cubicBezTo>
                <a:cubicBezTo>
                  <a:pt x="167" y="225"/>
                  <a:pt x="168" y="222"/>
                  <a:pt x="168" y="220"/>
                </a:cubicBezTo>
                <a:cubicBezTo>
                  <a:pt x="166" y="220"/>
                  <a:pt x="161" y="220"/>
                  <a:pt x="159" y="218"/>
                </a:cubicBezTo>
                <a:cubicBezTo>
                  <a:pt x="158" y="217"/>
                  <a:pt x="157" y="215"/>
                  <a:pt x="155" y="216"/>
                </a:cubicBezTo>
                <a:cubicBezTo>
                  <a:pt x="154" y="217"/>
                  <a:pt x="155" y="223"/>
                  <a:pt x="154" y="223"/>
                </a:cubicBezTo>
                <a:cubicBezTo>
                  <a:pt x="152" y="223"/>
                  <a:pt x="149" y="223"/>
                  <a:pt x="147" y="222"/>
                </a:cubicBezTo>
                <a:cubicBezTo>
                  <a:pt x="147" y="221"/>
                  <a:pt x="148" y="219"/>
                  <a:pt x="148" y="217"/>
                </a:cubicBezTo>
                <a:cubicBezTo>
                  <a:pt x="152" y="217"/>
                  <a:pt x="152" y="214"/>
                  <a:pt x="150" y="212"/>
                </a:cubicBezTo>
                <a:cubicBezTo>
                  <a:pt x="149" y="211"/>
                  <a:pt x="148" y="211"/>
                  <a:pt x="147" y="210"/>
                </a:cubicBezTo>
                <a:cubicBezTo>
                  <a:pt x="146" y="209"/>
                  <a:pt x="147" y="208"/>
                  <a:pt x="147" y="206"/>
                </a:cubicBezTo>
                <a:cubicBezTo>
                  <a:pt x="146" y="206"/>
                  <a:pt x="144" y="205"/>
                  <a:pt x="143" y="205"/>
                </a:cubicBezTo>
                <a:cubicBezTo>
                  <a:pt x="143" y="204"/>
                  <a:pt x="143" y="203"/>
                  <a:pt x="143" y="202"/>
                </a:cubicBezTo>
                <a:cubicBezTo>
                  <a:pt x="147" y="203"/>
                  <a:pt x="150" y="205"/>
                  <a:pt x="151" y="208"/>
                </a:cubicBezTo>
                <a:cubicBezTo>
                  <a:pt x="152" y="211"/>
                  <a:pt x="155" y="209"/>
                  <a:pt x="156" y="213"/>
                </a:cubicBezTo>
                <a:cubicBezTo>
                  <a:pt x="157" y="214"/>
                  <a:pt x="157" y="213"/>
                  <a:pt x="158" y="212"/>
                </a:cubicBezTo>
                <a:cubicBezTo>
                  <a:pt x="161" y="211"/>
                  <a:pt x="164" y="213"/>
                  <a:pt x="166" y="216"/>
                </a:cubicBezTo>
                <a:cubicBezTo>
                  <a:pt x="168" y="220"/>
                  <a:pt x="173" y="215"/>
                  <a:pt x="168" y="213"/>
                </a:cubicBezTo>
                <a:cubicBezTo>
                  <a:pt x="166" y="212"/>
                  <a:pt x="165" y="208"/>
                  <a:pt x="167" y="206"/>
                </a:cubicBezTo>
                <a:cubicBezTo>
                  <a:pt x="169" y="205"/>
                  <a:pt x="174" y="207"/>
                  <a:pt x="174" y="204"/>
                </a:cubicBezTo>
                <a:cubicBezTo>
                  <a:pt x="172" y="204"/>
                  <a:pt x="171" y="202"/>
                  <a:pt x="171" y="201"/>
                </a:cubicBezTo>
                <a:cubicBezTo>
                  <a:pt x="170" y="200"/>
                  <a:pt x="170" y="200"/>
                  <a:pt x="170" y="199"/>
                </a:cubicBezTo>
                <a:cubicBezTo>
                  <a:pt x="170" y="197"/>
                  <a:pt x="169" y="198"/>
                  <a:pt x="168" y="197"/>
                </a:cubicBezTo>
                <a:cubicBezTo>
                  <a:pt x="168" y="198"/>
                  <a:pt x="169" y="202"/>
                  <a:pt x="168" y="202"/>
                </a:cubicBezTo>
                <a:cubicBezTo>
                  <a:pt x="168" y="203"/>
                  <a:pt x="165" y="200"/>
                  <a:pt x="164" y="200"/>
                </a:cubicBezTo>
                <a:cubicBezTo>
                  <a:pt x="164" y="199"/>
                  <a:pt x="164" y="198"/>
                  <a:pt x="164" y="196"/>
                </a:cubicBezTo>
                <a:cubicBezTo>
                  <a:pt x="163" y="196"/>
                  <a:pt x="163" y="196"/>
                  <a:pt x="163" y="196"/>
                </a:cubicBezTo>
                <a:cubicBezTo>
                  <a:pt x="163" y="198"/>
                  <a:pt x="160" y="197"/>
                  <a:pt x="158" y="197"/>
                </a:cubicBezTo>
                <a:cubicBezTo>
                  <a:pt x="155" y="197"/>
                  <a:pt x="155" y="199"/>
                  <a:pt x="155" y="201"/>
                </a:cubicBezTo>
                <a:cubicBezTo>
                  <a:pt x="154" y="201"/>
                  <a:pt x="153" y="201"/>
                  <a:pt x="152" y="201"/>
                </a:cubicBezTo>
                <a:cubicBezTo>
                  <a:pt x="151" y="200"/>
                  <a:pt x="149" y="201"/>
                  <a:pt x="147" y="201"/>
                </a:cubicBezTo>
                <a:cubicBezTo>
                  <a:pt x="145" y="200"/>
                  <a:pt x="146" y="197"/>
                  <a:pt x="146" y="196"/>
                </a:cubicBezTo>
                <a:cubicBezTo>
                  <a:pt x="144" y="196"/>
                  <a:pt x="144" y="195"/>
                  <a:pt x="144" y="193"/>
                </a:cubicBezTo>
                <a:cubicBezTo>
                  <a:pt x="144" y="193"/>
                  <a:pt x="144" y="193"/>
                  <a:pt x="144" y="193"/>
                </a:cubicBezTo>
                <a:cubicBezTo>
                  <a:pt x="145" y="193"/>
                  <a:pt x="145" y="193"/>
                  <a:pt x="145" y="192"/>
                </a:cubicBezTo>
                <a:cubicBezTo>
                  <a:pt x="145" y="191"/>
                  <a:pt x="146" y="191"/>
                  <a:pt x="148" y="191"/>
                </a:cubicBezTo>
                <a:cubicBezTo>
                  <a:pt x="148" y="189"/>
                  <a:pt x="147" y="189"/>
                  <a:pt x="145" y="189"/>
                </a:cubicBezTo>
                <a:cubicBezTo>
                  <a:pt x="143" y="190"/>
                  <a:pt x="143" y="188"/>
                  <a:pt x="141" y="187"/>
                </a:cubicBezTo>
                <a:cubicBezTo>
                  <a:pt x="141" y="186"/>
                  <a:pt x="140" y="186"/>
                  <a:pt x="139" y="185"/>
                </a:cubicBezTo>
                <a:cubicBezTo>
                  <a:pt x="138" y="184"/>
                  <a:pt x="138" y="182"/>
                  <a:pt x="138" y="180"/>
                </a:cubicBezTo>
                <a:cubicBezTo>
                  <a:pt x="139" y="180"/>
                  <a:pt x="140" y="175"/>
                  <a:pt x="140" y="175"/>
                </a:cubicBezTo>
                <a:cubicBezTo>
                  <a:pt x="140" y="175"/>
                  <a:pt x="141" y="174"/>
                  <a:pt x="141" y="175"/>
                </a:cubicBezTo>
                <a:cubicBezTo>
                  <a:pt x="142" y="171"/>
                  <a:pt x="142" y="168"/>
                  <a:pt x="143" y="165"/>
                </a:cubicBezTo>
                <a:cubicBezTo>
                  <a:pt x="139" y="165"/>
                  <a:pt x="139" y="164"/>
                  <a:pt x="139" y="161"/>
                </a:cubicBezTo>
                <a:cubicBezTo>
                  <a:pt x="140" y="161"/>
                  <a:pt x="140" y="160"/>
                  <a:pt x="141" y="159"/>
                </a:cubicBezTo>
                <a:cubicBezTo>
                  <a:pt x="142" y="160"/>
                  <a:pt x="143" y="163"/>
                  <a:pt x="146" y="163"/>
                </a:cubicBezTo>
                <a:cubicBezTo>
                  <a:pt x="148" y="163"/>
                  <a:pt x="150" y="162"/>
                  <a:pt x="152" y="163"/>
                </a:cubicBezTo>
                <a:cubicBezTo>
                  <a:pt x="154" y="163"/>
                  <a:pt x="155" y="165"/>
                  <a:pt x="156" y="162"/>
                </a:cubicBezTo>
                <a:cubicBezTo>
                  <a:pt x="158" y="160"/>
                  <a:pt x="161" y="160"/>
                  <a:pt x="159" y="157"/>
                </a:cubicBezTo>
                <a:cubicBezTo>
                  <a:pt x="159" y="157"/>
                  <a:pt x="158" y="156"/>
                  <a:pt x="158" y="156"/>
                </a:cubicBezTo>
                <a:cubicBezTo>
                  <a:pt x="157" y="155"/>
                  <a:pt x="157" y="152"/>
                  <a:pt x="157" y="151"/>
                </a:cubicBezTo>
                <a:cubicBezTo>
                  <a:pt x="157" y="148"/>
                  <a:pt x="154" y="146"/>
                  <a:pt x="152" y="144"/>
                </a:cubicBezTo>
                <a:cubicBezTo>
                  <a:pt x="150" y="142"/>
                  <a:pt x="154" y="141"/>
                  <a:pt x="154" y="139"/>
                </a:cubicBezTo>
                <a:cubicBezTo>
                  <a:pt x="154" y="136"/>
                  <a:pt x="154" y="134"/>
                  <a:pt x="158" y="134"/>
                </a:cubicBezTo>
                <a:cubicBezTo>
                  <a:pt x="158" y="133"/>
                  <a:pt x="158" y="132"/>
                  <a:pt x="158" y="131"/>
                </a:cubicBezTo>
                <a:cubicBezTo>
                  <a:pt x="155" y="131"/>
                  <a:pt x="155" y="128"/>
                  <a:pt x="156" y="125"/>
                </a:cubicBezTo>
                <a:cubicBezTo>
                  <a:pt x="159" y="116"/>
                  <a:pt x="172" y="122"/>
                  <a:pt x="179" y="122"/>
                </a:cubicBezTo>
                <a:cubicBezTo>
                  <a:pt x="179" y="117"/>
                  <a:pt x="177" y="108"/>
                  <a:pt x="181" y="104"/>
                </a:cubicBezTo>
                <a:cubicBezTo>
                  <a:pt x="183" y="104"/>
                  <a:pt x="185" y="104"/>
                  <a:pt x="185" y="101"/>
                </a:cubicBezTo>
                <a:cubicBezTo>
                  <a:pt x="185" y="101"/>
                  <a:pt x="184" y="101"/>
                  <a:pt x="183" y="101"/>
                </a:cubicBezTo>
                <a:cubicBezTo>
                  <a:pt x="182" y="99"/>
                  <a:pt x="178" y="99"/>
                  <a:pt x="177" y="99"/>
                </a:cubicBezTo>
                <a:cubicBezTo>
                  <a:pt x="173" y="99"/>
                  <a:pt x="170" y="97"/>
                  <a:pt x="167" y="96"/>
                </a:cubicBezTo>
                <a:cubicBezTo>
                  <a:pt x="166" y="92"/>
                  <a:pt x="172" y="94"/>
                  <a:pt x="175" y="93"/>
                </a:cubicBezTo>
                <a:cubicBezTo>
                  <a:pt x="175" y="92"/>
                  <a:pt x="177" y="90"/>
                  <a:pt x="178" y="90"/>
                </a:cubicBezTo>
                <a:cubicBezTo>
                  <a:pt x="178" y="89"/>
                  <a:pt x="178" y="88"/>
                  <a:pt x="179" y="88"/>
                </a:cubicBezTo>
                <a:cubicBezTo>
                  <a:pt x="179" y="86"/>
                  <a:pt x="179" y="86"/>
                  <a:pt x="177" y="86"/>
                </a:cubicBezTo>
                <a:cubicBezTo>
                  <a:pt x="178" y="84"/>
                  <a:pt x="177" y="82"/>
                  <a:pt x="177" y="80"/>
                </a:cubicBezTo>
                <a:cubicBezTo>
                  <a:pt x="178" y="80"/>
                  <a:pt x="179" y="80"/>
                  <a:pt x="180" y="80"/>
                </a:cubicBezTo>
                <a:cubicBezTo>
                  <a:pt x="180" y="78"/>
                  <a:pt x="177" y="76"/>
                  <a:pt x="179" y="74"/>
                </a:cubicBezTo>
                <a:cubicBezTo>
                  <a:pt x="181" y="71"/>
                  <a:pt x="181" y="69"/>
                  <a:pt x="181" y="66"/>
                </a:cubicBezTo>
                <a:cubicBezTo>
                  <a:pt x="182" y="62"/>
                  <a:pt x="180" y="63"/>
                  <a:pt x="178" y="62"/>
                </a:cubicBezTo>
                <a:cubicBezTo>
                  <a:pt x="175" y="60"/>
                  <a:pt x="178" y="57"/>
                  <a:pt x="180" y="58"/>
                </a:cubicBezTo>
                <a:cubicBezTo>
                  <a:pt x="181" y="52"/>
                  <a:pt x="189" y="47"/>
                  <a:pt x="194" y="47"/>
                </a:cubicBezTo>
                <a:cubicBezTo>
                  <a:pt x="195" y="44"/>
                  <a:pt x="190" y="44"/>
                  <a:pt x="189" y="44"/>
                </a:cubicBezTo>
                <a:cubicBezTo>
                  <a:pt x="187" y="44"/>
                  <a:pt x="186" y="44"/>
                  <a:pt x="184" y="44"/>
                </a:cubicBezTo>
                <a:cubicBezTo>
                  <a:pt x="182" y="43"/>
                  <a:pt x="182" y="42"/>
                  <a:pt x="180" y="42"/>
                </a:cubicBezTo>
                <a:cubicBezTo>
                  <a:pt x="179" y="39"/>
                  <a:pt x="181" y="39"/>
                  <a:pt x="183" y="39"/>
                </a:cubicBezTo>
                <a:cubicBezTo>
                  <a:pt x="184" y="36"/>
                  <a:pt x="184" y="36"/>
                  <a:pt x="187" y="35"/>
                </a:cubicBezTo>
                <a:cubicBezTo>
                  <a:pt x="187" y="34"/>
                  <a:pt x="187" y="33"/>
                  <a:pt x="187" y="32"/>
                </a:cubicBezTo>
                <a:cubicBezTo>
                  <a:pt x="189" y="32"/>
                  <a:pt x="193" y="28"/>
                  <a:pt x="193" y="27"/>
                </a:cubicBezTo>
                <a:cubicBezTo>
                  <a:pt x="194" y="24"/>
                  <a:pt x="190" y="18"/>
                  <a:pt x="194" y="18"/>
                </a:cubicBezTo>
                <a:cubicBezTo>
                  <a:pt x="194" y="17"/>
                  <a:pt x="194" y="16"/>
                  <a:pt x="194" y="15"/>
                </a:cubicBezTo>
                <a:cubicBezTo>
                  <a:pt x="193" y="15"/>
                  <a:pt x="193" y="11"/>
                  <a:pt x="193" y="10"/>
                </a:cubicBezTo>
                <a:cubicBezTo>
                  <a:pt x="194" y="10"/>
                  <a:pt x="194" y="10"/>
                  <a:pt x="195" y="10"/>
                </a:cubicBezTo>
                <a:cubicBezTo>
                  <a:pt x="194" y="7"/>
                  <a:pt x="194" y="7"/>
                  <a:pt x="194" y="7"/>
                </a:cubicBezTo>
                <a:cubicBezTo>
                  <a:pt x="194" y="7"/>
                  <a:pt x="188" y="5"/>
                  <a:pt x="187" y="7"/>
                </a:cubicBezTo>
                <a:cubicBezTo>
                  <a:pt x="183" y="13"/>
                  <a:pt x="184" y="2"/>
                  <a:pt x="183" y="0"/>
                </a:cubicBezTo>
                <a:cubicBezTo>
                  <a:pt x="179" y="0"/>
                  <a:pt x="180" y="0"/>
                  <a:pt x="178" y="3"/>
                </a:cubicBezTo>
                <a:cubicBezTo>
                  <a:pt x="177" y="6"/>
                  <a:pt x="174" y="7"/>
                  <a:pt x="172" y="9"/>
                </a:cubicBezTo>
                <a:cubicBezTo>
                  <a:pt x="170" y="13"/>
                  <a:pt x="163" y="6"/>
                  <a:pt x="160" y="13"/>
                </a:cubicBezTo>
                <a:cubicBezTo>
                  <a:pt x="162" y="13"/>
                  <a:pt x="162" y="14"/>
                  <a:pt x="162" y="15"/>
                </a:cubicBezTo>
                <a:cubicBezTo>
                  <a:pt x="162" y="17"/>
                  <a:pt x="162" y="17"/>
                  <a:pt x="160" y="17"/>
                </a:cubicBezTo>
                <a:cubicBezTo>
                  <a:pt x="160" y="18"/>
                  <a:pt x="160" y="20"/>
                  <a:pt x="160" y="20"/>
                </a:cubicBezTo>
                <a:cubicBezTo>
                  <a:pt x="159" y="21"/>
                  <a:pt x="159" y="21"/>
                  <a:pt x="159" y="21"/>
                </a:cubicBezTo>
                <a:cubicBezTo>
                  <a:pt x="156" y="23"/>
                  <a:pt x="154" y="23"/>
                  <a:pt x="151" y="22"/>
                </a:cubicBezTo>
                <a:cubicBezTo>
                  <a:pt x="151" y="21"/>
                  <a:pt x="151" y="21"/>
                  <a:pt x="151" y="20"/>
                </a:cubicBezTo>
                <a:cubicBezTo>
                  <a:pt x="151" y="20"/>
                  <a:pt x="151" y="20"/>
                  <a:pt x="151" y="20"/>
                </a:cubicBezTo>
                <a:cubicBezTo>
                  <a:pt x="151" y="22"/>
                  <a:pt x="150" y="24"/>
                  <a:pt x="151" y="25"/>
                </a:cubicBezTo>
                <a:cubicBezTo>
                  <a:pt x="153" y="26"/>
                  <a:pt x="153" y="27"/>
                  <a:pt x="150" y="28"/>
                </a:cubicBezTo>
                <a:cubicBezTo>
                  <a:pt x="147" y="29"/>
                  <a:pt x="147" y="35"/>
                  <a:pt x="145" y="29"/>
                </a:cubicBezTo>
                <a:cubicBezTo>
                  <a:pt x="143" y="30"/>
                  <a:pt x="141" y="28"/>
                  <a:pt x="139" y="29"/>
                </a:cubicBezTo>
                <a:cubicBezTo>
                  <a:pt x="137" y="29"/>
                  <a:pt x="137" y="31"/>
                  <a:pt x="135" y="32"/>
                </a:cubicBezTo>
                <a:cubicBezTo>
                  <a:pt x="134" y="33"/>
                  <a:pt x="135" y="36"/>
                  <a:pt x="133" y="36"/>
                </a:cubicBezTo>
                <a:cubicBezTo>
                  <a:pt x="132" y="36"/>
                  <a:pt x="130" y="35"/>
                  <a:pt x="128" y="35"/>
                </a:cubicBezTo>
                <a:cubicBezTo>
                  <a:pt x="128" y="36"/>
                  <a:pt x="129" y="37"/>
                  <a:pt x="129" y="38"/>
                </a:cubicBezTo>
                <a:cubicBezTo>
                  <a:pt x="130" y="39"/>
                  <a:pt x="128" y="40"/>
                  <a:pt x="128" y="41"/>
                </a:cubicBezTo>
                <a:cubicBezTo>
                  <a:pt x="128" y="43"/>
                  <a:pt x="129" y="46"/>
                  <a:pt x="131" y="47"/>
                </a:cubicBezTo>
                <a:cubicBezTo>
                  <a:pt x="131" y="48"/>
                  <a:pt x="130" y="49"/>
                  <a:pt x="129" y="50"/>
                </a:cubicBezTo>
                <a:cubicBezTo>
                  <a:pt x="126" y="48"/>
                  <a:pt x="126" y="47"/>
                  <a:pt x="122" y="47"/>
                </a:cubicBezTo>
                <a:cubicBezTo>
                  <a:pt x="115" y="44"/>
                  <a:pt x="115" y="44"/>
                  <a:pt x="115" y="44"/>
                </a:cubicBezTo>
                <a:cubicBezTo>
                  <a:pt x="115" y="46"/>
                  <a:pt x="115" y="46"/>
                  <a:pt x="115" y="46"/>
                </a:cubicBezTo>
                <a:cubicBezTo>
                  <a:pt x="113" y="46"/>
                  <a:pt x="110" y="46"/>
                  <a:pt x="108" y="45"/>
                </a:cubicBezTo>
                <a:cubicBezTo>
                  <a:pt x="107" y="44"/>
                  <a:pt x="105" y="40"/>
                  <a:pt x="102" y="40"/>
                </a:cubicBezTo>
                <a:cubicBezTo>
                  <a:pt x="102" y="42"/>
                  <a:pt x="98" y="41"/>
                  <a:pt x="98" y="40"/>
                </a:cubicBezTo>
                <a:cubicBezTo>
                  <a:pt x="96" y="38"/>
                  <a:pt x="95" y="36"/>
                  <a:pt x="92" y="37"/>
                </a:cubicBezTo>
                <a:cubicBezTo>
                  <a:pt x="92" y="39"/>
                  <a:pt x="91" y="41"/>
                  <a:pt x="91" y="44"/>
                </a:cubicBezTo>
                <a:cubicBezTo>
                  <a:pt x="91" y="46"/>
                  <a:pt x="93" y="48"/>
                  <a:pt x="93" y="51"/>
                </a:cubicBezTo>
                <a:cubicBezTo>
                  <a:pt x="91" y="51"/>
                  <a:pt x="90" y="53"/>
                  <a:pt x="91" y="55"/>
                </a:cubicBezTo>
                <a:cubicBezTo>
                  <a:pt x="92" y="57"/>
                  <a:pt x="92" y="58"/>
                  <a:pt x="92" y="60"/>
                </a:cubicBezTo>
                <a:cubicBezTo>
                  <a:pt x="92" y="62"/>
                  <a:pt x="92" y="65"/>
                  <a:pt x="90" y="63"/>
                </a:cubicBezTo>
                <a:cubicBezTo>
                  <a:pt x="88" y="62"/>
                  <a:pt x="89" y="61"/>
                  <a:pt x="86" y="61"/>
                </a:cubicBezTo>
                <a:cubicBezTo>
                  <a:pt x="86" y="62"/>
                  <a:pt x="86" y="63"/>
                  <a:pt x="86" y="64"/>
                </a:cubicBezTo>
                <a:cubicBezTo>
                  <a:pt x="81" y="64"/>
                  <a:pt x="75" y="62"/>
                  <a:pt x="71" y="63"/>
                </a:cubicBezTo>
                <a:cubicBezTo>
                  <a:pt x="71" y="65"/>
                  <a:pt x="72" y="66"/>
                  <a:pt x="70" y="67"/>
                </a:cubicBezTo>
                <a:cubicBezTo>
                  <a:pt x="69" y="68"/>
                  <a:pt x="67" y="68"/>
                  <a:pt x="66" y="67"/>
                </a:cubicBezTo>
                <a:cubicBezTo>
                  <a:pt x="63" y="63"/>
                  <a:pt x="58" y="63"/>
                  <a:pt x="54" y="63"/>
                </a:cubicBezTo>
                <a:cubicBezTo>
                  <a:pt x="55" y="63"/>
                  <a:pt x="54" y="66"/>
                  <a:pt x="54" y="67"/>
                </a:cubicBezTo>
                <a:cubicBezTo>
                  <a:pt x="54" y="67"/>
                  <a:pt x="53" y="67"/>
                  <a:pt x="52" y="67"/>
                </a:cubicBezTo>
                <a:cubicBezTo>
                  <a:pt x="52" y="70"/>
                  <a:pt x="51" y="72"/>
                  <a:pt x="48" y="72"/>
                </a:cubicBezTo>
                <a:cubicBezTo>
                  <a:pt x="47" y="72"/>
                  <a:pt x="43" y="73"/>
                  <a:pt x="43" y="74"/>
                </a:cubicBezTo>
                <a:cubicBezTo>
                  <a:pt x="39" y="74"/>
                  <a:pt x="37" y="77"/>
                  <a:pt x="40" y="79"/>
                </a:cubicBezTo>
                <a:cubicBezTo>
                  <a:pt x="38" y="79"/>
                  <a:pt x="36" y="80"/>
                  <a:pt x="34" y="80"/>
                </a:cubicBezTo>
                <a:cubicBezTo>
                  <a:pt x="34" y="78"/>
                  <a:pt x="34" y="77"/>
                  <a:pt x="32" y="76"/>
                </a:cubicBezTo>
                <a:cubicBezTo>
                  <a:pt x="30" y="76"/>
                  <a:pt x="28" y="75"/>
                  <a:pt x="27" y="77"/>
                </a:cubicBezTo>
                <a:cubicBezTo>
                  <a:pt x="26" y="79"/>
                  <a:pt x="27" y="79"/>
                  <a:pt x="24" y="79"/>
                </a:cubicBezTo>
                <a:cubicBezTo>
                  <a:pt x="22" y="80"/>
                  <a:pt x="22" y="81"/>
                  <a:pt x="22" y="82"/>
                </a:cubicBezTo>
                <a:cubicBezTo>
                  <a:pt x="20" y="83"/>
                  <a:pt x="20" y="80"/>
                  <a:pt x="18" y="81"/>
                </a:cubicBezTo>
                <a:cubicBezTo>
                  <a:pt x="17" y="83"/>
                  <a:pt x="23" y="87"/>
                  <a:pt x="21" y="89"/>
                </a:cubicBezTo>
                <a:cubicBezTo>
                  <a:pt x="20" y="90"/>
                  <a:pt x="19" y="90"/>
                  <a:pt x="20" y="93"/>
                </a:cubicBezTo>
                <a:cubicBezTo>
                  <a:pt x="20" y="94"/>
                  <a:pt x="22" y="96"/>
                  <a:pt x="22" y="94"/>
                </a:cubicBezTo>
                <a:cubicBezTo>
                  <a:pt x="27" y="93"/>
                  <a:pt x="28" y="100"/>
                  <a:pt x="28" y="103"/>
                </a:cubicBezTo>
                <a:cubicBezTo>
                  <a:pt x="26" y="103"/>
                  <a:pt x="24" y="103"/>
                  <a:pt x="21" y="104"/>
                </a:cubicBezTo>
                <a:cubicBezTo>
                  <a:pt x="20" y="107"/>
                  <a:pt x="24" y="106"/>
                  <a:pt x="26" y="107"/>
                </a:cubicBezTo>
                <a:cubicBezTo>
                  <a:pt x="28" y="109"/>
                  <a:pt x="24" y="113"/>
                  <a:pt x="22" y="113"/>
                </a:cubicBezTo>
                <a:cubicBezTo>
                  <a:pt x="22" y="114"/>
                  <a:pt x="22" y="116"/>
                  <a:pt x="22" y="117"/>
                </a:cubicBezTo>
                <a:cubicBezTo>
                  <a:pt x="20" y="117"/>
                  <a:pt x="19" y="116"/>
                  <a:pt x="17" y="116"/>
                </a:cubicBezTo>
                <a:cubicBezTo>
                  <a:pt x="17" y="117"/>
                  <a:pt x="17" y="117"/>
                  <a:pt x="17" y="117"/>
                </a:cubicBezTo>
                <a:cubicBezTo>
                  <a:pt x="18" y="117"/>
                  <a:pt x="18" y="117"/>
                  <a:pt x="18" y="118"/>
                </a:cubicBezTo>
                <a:cubicBezTo>
                  <a:pt x="15" y="118"/>
                  <a:pt x="7" y="119"/>
                  <a:pt x="8" y="124"/>
                </a:cubicBezTo>
                <a:cubicBezTo>
                  <a:pt x="12" y="124"/>
                  <a:pt x="12" y="124"/>
                  <a:pt x="15" y="126"/>
                </a:cubicBezTo>
                <a:cubicBezTo>
                  <a:pt x="16" y="127"/>
                  <a:pt x="19" y="130"/>
                  <a:pt x="16" y="131"/>
                </a:cubicBezTo>
                <a:cubicBezTo>
                  <a:pt x="17" y="133"/>
                  <a:pt x="15" y="136"/>
                  <a:pt x="15" y="138"/>
                </a:cubicBezTo>
                <a:cubicBezTo>
                  <a:pt x="17" y="138"/>
                  <a:pt x="19" y="140"/>
                  <a:pt x="18" y="142"/>
                </a:cubicBezTo>
                <a:cubicBezTo>
                  <a:pt x="18" y="142"/>
                  <a:pt x="17" y="142"/>
                  <a:pt x="17" y="143"/>
                </a:cubicBezTo>
                <a:cubicBezTo>
                  <a:pt x="17" y="144"/>
                  <a:pt x="14" y="144"/>
                  <a:pt x="14" y="144"/>
                </a:cubicBezTo>
                <a:cubicBezTo>
                  <a:pt x="13" y="146"/>
                  <a:pt x="17" y="145"/>
                  <a:pt x="16" y="148"/>
                </a:cubicBezTo>
                <a:cubicBezTo>
                  <a:pt x="16" y="148"/>
                  <a:pt x="16" y="148"/>
                  <a:pt x="16" y="148"/>
                </a:cubicBezTo>
                <a:cubicBezTo>
                  <a:pt x="15" y="150"/>
                  <a:pt x="16" y="153"/>
                  <a:pt x="14" y="154"/>
                </a:cubicBezTo>
                <a:cubicBezTo>
                  <a:pt x="13" y="155"/>
                  <a:pt x="13" y="156"/>
                  <a:pt x="13" y="158"/>
                </a:cubicBezTo>
                <a:cubicBezTo>
                  <a:pt x="11" y="158"/>
                  <a:pt x="10" y="156"/>
                  <a:pt x="9" y="156"/>
                </a:cubicBezTo>
                <a:cubicBezTo>
                  <a:pt x="9" y="157"/>
                  <a:pt x="9" y="158"/>
                  <a:pt x="9" y="158"/>
                </a:cubicBezTo>
                <a:cubicBezTo>
                  <a:pt x="7" y="158"/>
                  <a:pt x="5" y="158"/>
                  <a:pt x="3" y="158"/>
                </a:cubicBezTo>
                <a:cubicBezTo>
                  <a:pt x="3" y="159"/>
                  <a:pt x="3" y="159"/>
                  <a:pt x="3" y="159"/>
                </a:cubicBezTo>
                <a:cubicBezTo>
                  <a:pt x="4" y="160"/>
                  <a:pt x="6" y="160"/>
                  <a:pt x="6" y="162"/>
                </a:cubicBezTo>
                <a:cubicBezTo>
                  <a:pt x="4" y="162"/>
                  <a:pt x="0" y="160"/>
                  <a:pt x="1" y="163"/>
                </a:cubicBezTo>
                <a:cubicBezTo>
                  <a:pt x="3" y="164"/>
                  <a:pt x="2" y="165"/>
                  <a:pt x="3" y="166"/>
                </a:cubicBezTo>
                <a:cubicBezTo>
                  <a:pt x="4" y="166"/>
                  <a:pt x="6" y="165"/>
                  <a:pt x="7" y="166"/>
                </a:cubicBezTo>
                <a:cubicBezTo>
                  <a:pt x="8" y="166"/>
                  <a:pt x="8" y="168"/>
                  <a:pt x="9" y="168"/>
                </a:cubicBezTo>
                <a:cubicBezTo>
                  <a:pt x="10" y="169"/>
                  <a:pt x="11" y="168"/>
                  <a:pt x="12" y="169"/>
                </a:cubicBezTo>
                <a:cubicBezTo>
                  <a:pt x="13" y="170"/>
                  <a:pt x="12" y="172"/>
                  <a:pt x="12" y="172"/>
                </a:cubicBezTo>
                <a:cubicBezTo>
                  <a:pt x="13" y="174"/>
                  <a:pt x="14" y="173"/>
                  <a:pt x="14" y="175"/>
                </a:cubicBezTo>
                <a:cubicBezTo>
                  <a:pt x="14" y="177"/>
                  <a:pt x="14" y="179"/>
                  <a:pt x="18" y="179"/>
                </a:cubicBezTo>
                <a:cubicBezTo>
                  <a:pt x="18" y="180"/>
                  <a:pt x="16" y="180"/>
                  <a:pt x="16" y="182"/>
                </a:cubicBezTo>
                <a:cubicBezTo>
                  <a:pt x="16" y="182"/>
                  <a:pt x="17" y="184"/>
                  <a:pt x="17" y="185"/>
                </a:cubicBezTo>
                <a:cubicBezTo>
                  <a:pt x="17" y="186"/>
                  <a:pt x="18" y="186"/>
                  <a:pt x="18" y="187"/>
                </a:cubicBezTo>
                <a:cubicBezTo>
                  <a:pt x="19" y="188"/>
                  <a:pt x="20" y="188"/>
                  <a:pt x="19" y="190"/>
                </a:cubicBezTo>
                <a:cubicBezTo>
                  <a:pt x="19" y="190"/>
                  <a:pt x="19" y="190"/>
                  <a:pt x="19" y="190"/>
                </a:cubicBezTo>
                <a:cubicBezTo>
                  <a:pt x="19" y="191"/>
                  <a:pt x="19" y="191"/>
                  <a:pt x="19" y="191"/>
                </a:cubicBezTo>
                <a:cubicBezTo>
                  <a:pt x="22" y="191"/>
                  <a:pt x="19" y="197"/>
                  <a:pt x="18" y="198"/>
                </a:cubicBezTo>
                <a:cubicBezTo>
                  <a:pt x="21" y="199"/>
                  <a:pt x="24" y="203"/>
                  <a:pt x="25" y="206"/>
                </a:cubicBezTo>
                <a:cubicBezTo>
                  <a:pt x="25" y="207"/>
                  <a:pt x="26" y="208"/>
                  <a:pt x="26" y="209"/>
                </a:cubicBezTo>
                <a:cubicBezTo>
                  <a:pt x="26" y="210"/>
                  <a:pt x="27" y="210"/>
                  <a:pt x="27" y="211"/>
                </a:cubicBezTo>
                <a:cubicBezTo>
                  <a:pt x="27" y="212"/>
                  <a:pt x="27" y="214"/>
                  <a:pt x="27" y="216"/>
                </a:cubicBezTo>
                <a:cubicBezTo>
                  <a:pt x="28" y="216"/>
                  <a:pt x="30" y="216"/>
                  <a:pt x="30" y="218"/>
                </a:cubicBezTo>
                <a:cubicBezTo>
                  <a:pt x="26" y="219"/>
                  <a:pt x="29" y="221"/>
                  <a:pt x="29" y="224"/>
                </a:cubicBezTo>
                <a:cubicBezTo>
                  <a:pt x="30" y="227"/>
                  <a:pt x="30" y="229"/>
                  <a:pt x="29" y="231"/>
                </a:cubicBezTo>
                <a:cubicBezTo>
                  <a:pt x="29" y="231"/>
                  <a:pt x="26" y="232"/>
                  <a:pt x="26" y="233"/>
                </a:cubicBezTo>
                <a:cubicBezTo>
                  <a:pt x="25" y="234"/>
                  <a:pt x="27" y="234"/>
                  <a:pt x="28" y="234"/>
                </a:cubicBezTo>
                <a:cubicBezTo>
                  <a:pt x="29" y="235"/>
                  <a:pt x="29" y="235"/>
                  <a:pt x="30" y="237"/>
                </a:cubicBezTo>
                <a:cubicBezTo>
                  <a:pt x="30" y="238"/>
                  <a:pt x="30" y="239"/>
                  <a:pt x="31" y="241"/>
                </a:cubicBezTo>
                <a:cubicBezTo>
                  <a:pt x="32" y="242"/>
                  <a:pt x="32" y="243"/>
                  <a:pt x="32" y="245"/>
                </a:cubicBezTo>
                <a:cubicBezTo>
                  <a:pt x="32" y="246"/>
                  <a:pt x="32" y="247"/>
                  <a:pt x="32" y="249"/>
                </a:cubicBezTo>
                <a:cubicBezTo>
                  <a:pt x="32" y="250"/>
                  <a:pt x="32" y="251"/>
                  <a:pt x="32" y="252"/>
                </a:cubicBezTo>
                <a:cubicBezTo>
                  <a:pt x="33" y="254"/>
                  <a:pt x="34" y="253"/>
                  <a:pt x="35" y="254"/>
                </a:cubicBezTo>
                <a:cubicBezTo>
                  <a:pt x="32" y="256"/>
                  <a:pt x="35" y="259"/>
                  <a:pt x="36" y="262"/>
                </a:cubicBezTo>
                <a:cubicBezTo>
                  <a:pt x="37" y="264"/>
                  <a:pt x="37" y="266"/>
                  <a:pt x="38" y="268"/>
                </a:cubicBezTo>
                <a:cubicBezTo>
                  <a:pt x="38" y="268"/>
                  <a:pt x="39" y="268"/>
                  <a:pt x="40" y="268"/>
                </a:cubicBezTo>
                <a:cubicBezTo>
                  <a:pt x="42" y="268"/>
                  <a:pt x="42" y="267"/>
                  <a:pt x="44" y="267"/>
                </a:cubicBezTo>
                <a:cubicBezTo>
                  <a:pt x="45" y="267"/>
                  <a:pt x="44" y="270"/>
                  <a:pt x="44" y="270"/>
                </a:cubicBezTo>
                <a:cubicBezTo>
                  <a:pt x="46" y="270"/>
                  <a:pt x="48" y="272"/>
                  <a:pt x="46" y="272"/>
                </a:cubicBezTo>
                <a:cubicBezTo>
                  <a:pt x="46" y="273"/>
                  <a:pt x="47" y="274"/>
                  <a:pt x="48" y="274"/>
                </a:cubicBezTo>
                <a:cubicBezTo>
                  <a:pt x="48" y="272"/>
                  <a:pt x="49" y="272"/>
                  <a:pt x="51" y="273"/>
                </a:cubicBezTo>
                <a:cubicBezTo>
                  <a:pt x="54" y="275"/>
                  <a:pt x="51" y="275"/>
                  <a:pt x="52" y="276"/>
                </a:cubicBezTo>
                <a:cubicBezTo>
                  <a:pt x="53" y="277"/>
                  <a:pt x="54" y="277"/>
                  <a:pt x="55" y="277"/>
                </a:cubicBezTo>
                <a:cubicBezTo>
                  <a:pt x="55" y="277"/>
                  <a:pt x="55" y="278"/>
                  <a:pt x="55" y="279"/>
                </a:cubicBezTo>
                <a:cubicBezTo>
                  <a:pt x="55" y="278"/>
                  <a:pt x="57" y="276"/>
                  <a:pt x="58" y="276"/>
                </a:cubicBezTo>
                <a:cubicBezTo>
                  <a:pt x="58" y="278"/>
                  <a:pt x="58" y="279"/>
                  <a:pt x="57" y="280"/>
                </a:cubicBezTo>
                <a:cubicBezTo>
                  <a:pt x="59" y="280"/>
                  <a:pt x="60" y="282"/>
                  <a:pt x="60" y="283"/>
                </a:cubicBezTo>
                <a:cubicBezTo>
                  <a:pt x="62" y="283"/>
                  <a:pt x="62" y="283"/>
                  <a:pt x="62" y="283"/>
                </a:cubicBezTo>
                <a:cubicBezTo>
                  <a:pt x="62" y="282"/>
                  <a:pt x="65" y="282"/>
                  <a:pt x="64" y="283"/>
                </a:cubicBezTo>
                <a:cubicBezTo>
                  <a:pt x="64" y="285"/>
                  <a:pt x="62" y="285"/>
                  <a:pt x="62" y="286"/>
                </a:cubicBezTo>
                <a:cubicBezTo>
                  <a:pt x="62" y="288"/>
                  <a:pt x="63" y="288"/>
                  <a:pt x="63" y="290"/>
                </a:cubicBezTo>
                <a:cubicBezTo>
                  <a:pt x="63" y="293"/>
                  <a:pt x="64" y="292"/>
                  <a:pt x="67" y="293"/>
                </a:cubicBezTo>
                <a:cubicBezTo>
                  <a:pt x="69" y="293"/>
                  <a:pt x="71" y="298"/>
                  <a:pt x="71" y="300"/>
                </a:cubicBezTo>
                <a:cubicBezTo>
                  <a:pt x="74" y="300"/>
                  <a:pt x="75" y="302"/>
                  <a:pt x="77" y="303"/>
                </a:cubicBezTo>
                <a:cubicBezTo>
                  <a:pt x="78" y="305"/>
                  <a:pt x="83" y="304"/>
                  <a:pt x="84" y="306"/>
                </a:cubicBezTo>
                <a:cubicBezTo>
                  <a:pt x="84" y="309"/>
                  <a:pt x="85" y="310"/>
                  <a:pt x="88" y="312"/>
                </a:cubicBezTo>
                <a:cubicBezTo>
                  <a:pt x="89" y="312"/>
                  <a:pt x="91" y="312"/>
                  <a:pt x="92" y="312"/>
                </a:cubicBezTo>
                <a:cubicBezTo>
                  <a:pt x="94" y="312"/>
                  <a:pt x="96" y="311"/>
                  <a:pt x="98" y="311"/>
                </a:cubicBezTo>
                <a:cubicBezTo>
                  <a:pt x="98" y="312"/>
                  <a:pt x="98" y="314"/>
                  <a:pt x="98" y="315"/>
                </a:cubicBezTo>
                <a:cubicBezTo>
                  <a:pt x="99" y="315"/>
                  <a:pt x="102" y="315"/>
                  <a:pt x="103" y="316"/>
                </a:cubicBezTo>
                <a:cubicBezTo>
                  <a:pt x="103" y="317"/>
                  <a:pt x="104" y="319"/>
                  <a:pt x="104" y="319"/>
                </a:cubicBezTo>
                <a:cubicBezTo>
                  <a:pt x="104" y="319"/>
                  <a:pt x="104" y="319"/>
                  <a:pt x="104" y="319"/>
                </a:cubicBezTo>
                <a:cubicBezTo>
                  <a:pt x="106" y="318"/>
                  <a:pt x="107" y="321"/>
                  <a:pt x="109" y="322"/>
                </a:cubicBezTo>
                <a:cubicBezTo>
                  <a:pt x="111" y="322"/>
                  <a:pt x="114" y="322"/>
                  <a:pt x="114" y="324"/>
                </a:cubicBezTo>
                <a:cubicBezTo>
                  <a:pt x="114" y="324"/>
                  <a:pt x="115" y="325"/>
                  <a:pt x="115" y="326"/>
                </a:cubicBezTo>
                <a:cubicBezTo>
                  <a:pt x="115" y="326"/>
                  <a:pt x="115" y="326"/>
                  <a:pt x="115" y="326"/>
                </a:cubicBezTo>
                <a:cubicBezTo>
                  <a:pt x="117" y="326"/>
                  <a:pt x="119" y="325"/>
                  <a:pt x="120" y="326"/>
                </a:cubicBezTo>
                <a:cubicBezTo>
                  <a:pt x="121" y="327"/>
                  <a:pt x="121" y="331"/>
                  <a:pt x="121" y="331"/>
                </a:cubicBezTo>
                <a:cubicBezTo>
                  <a:pt x="122" y="331"/>
                  <a:pt x="123" y="330"/>
                  <a:pt x="125" y="330"/>
                </a:cubicBezTo>
                <a:cubicBezTo>
                  <a:pt x="126" y="330"/>
                  <a:pt x="128" y="330"/>
                  <a:pt x="130" y="330"/>
                </a:cubicBezTo>
                <a:cubicBezTo>
                  <a:pt x="135" y="330"/>
                  <a:pt x="135" y="330"/>
                  <a:pt x="136" y="326"/>
                </a:cubicBezTo>
                <a:cubicBezTo>
                  <a:pt x="136" y="323"/>
                  <a:pt x="139" y="321"/>
                  <a:pt x="142" y="321"/>
                </a:cubicBezTo>
                <a:cubicBezTo>
                  <a:pt x="143" y="321"/>
                  <a:pt x="145" y="320"/>
                  <a:pt x="146" y="321"/>
                </a:cubicBezTo>
                <a:cubicBezTo>
                  <a:pt x="147" y="322"/>
                  <a:pt x="148" y="324"/>
                  <a:pt x="149" y="324"/>
                </a:cubicBezTo>
                <a:cubicBezTo>
                  <a:pt x="149" y="323"/>
                  <a:pt x="150" y="322"/>
                  <a:pt x="149" y="322"/>
                </a:cubicBezTo>
                <a:cubicBezTo>
                  <a:pt x="153" y="321"/>
                  <a:pt x="155" y="321"/>
                  <a:pt x="158" y="322"/>
                </a:cubicBezTo>
                <a:cubicBezTo>
                  <a:pt x="160" y="322"/>
                  <a:pt x="164" y="324"/>
                  <a:pt x="166" y="324"/>
                </a:cubicBezTo>
                <a:cubicBezTo>
                  <a:pt x="166" y="322"/>
                  <a:pt x="166" y="319"/>
                  <a:pt x="168" y="317"/>
                </a:cubicBezTo>
                <a:cubicBezTo>
                  <a:pt x="171" y="315"/>
                  <a:pt x="175" y="315"/>
                  <a:pt x="178" y="315"/>
                </a:cubicBezTo>
                <a:cubicBezTo>
                  <a:pt x="178" y="314"/>
                  <a:pt x="178" y="312"/>
                  <a:pt x="179" y="312"/>
                </a:cubicBezTo>
                <a:cubicBezTo>
                  <a:pt x="180" y="311"/>
                  <a:pt x="181" y="311"/>
                  <a:pt x="181" y="310"/>
                </a:cubicBezTo>
                <a:cubicBezTo>
                  <a:pt x="181" y="308"/>
                  <a:pt x="182" y="306"/>
                  <a:pt x="181" y="304"/>
                </a:cubicBezTo>
                <a:cubicBezTo>
                  <a:pt x="180" y="300"/>
                  <a:pt x="170" y="303"/>
                  <a:pt x="167" y="300"/>
                </a:cubicBezTo>
                <a:cubicBezTo>
                  <a:pt x="169" y="299"/>
                  <a:pt x="173" y="297"/>
                  <a:pt x="174" y="296"/>
                </a:cubicBezTo>
                <a:cubicBezTo>
                  <a:pt x="176" y="294"/>
                  <a:pt x="175" y="290"/>
                  <a:pt x="175" y="288"/>
                </a:cubicBezTo>
                <a:cubicBezTo>
                  <a:pt x="175" y="288"/>
                  <a:pt x="174" y="288"/>
                  <a:pt x="174" y="288"/>
                </a:cubicBezTo>
                <a:cubicBezTo>
                  <a:pt x="175" y="285"/>
                  <a:pt x="174" y="282"/>
                  <a:pt x="174" y="280"/>
                </a:cubicBezTo>
                <a:cubicBezTo>
                  <a:pt x="177" y="280"/>
                  <a:pt x="182" y="281"/>
                  <a:pt x="183" y="278"/>
                </a:cubicBezTo>
                <a:cubicBezTo>
                  <a:pt x="185" y="276"/>
                  <a:pt x="185" y="273"/>
                  <a:pt x="185" y="271"/>
                </a:cubicBezTo>
                <a:cubicBezTo>
                  <a:pt x="186" y="269"/>
                  <a:pt x="192" y="271"/>
                  <a:pt x="193" y="272"/>
                </a:cubicBezTo>
                <a:cubicBezTo>
                  <a:pt x="196" y="276"/>
                  <a:pt x="196" y="270"/>
                  <a:pt x="199" y="271"/>
                </a:cubicBezTo>
                <a:cubicBezTo>
                  <a:pt x="200" y="272"/>
                  <a:pt x="201" y="274"/>
                  <a:pt x="202" y="274"/>
                </a:cubicBezTo>
                <a:cubicBezTo>
                  <a:pt x="204" y="275"/>
                  <a:pt x="205" y="275"/>
                  <a:pt x="206" y="275"/>
                </a:cubicBezTo>
                <a:cubicBezTo>
                  <a:pt x="206" y="275"/>
                  <a:pt x="206" y="275"/>
                  <a:pt x="206" y="275"/>
                </a:cubicBezTo>
                <a:cubicBezTo>
                  <a:pt x="207" y="274"/>
                  <a:pt x="207" y="272"/>
                  <a:pt x="209" y="271"/>
                </a:cubicBezTo>
                <a:cubicBezTo>
                  <a:pt x="210" y="270"/>
                  <a:pt x="213" y="270"/>
                  <a:pt x="213" y="269"/>
                </a:cubicBezTo>
                <a:cubicBezTo>
                  <a:pt x="211" y="269"/>
                  <a:pt x="208" y="266"/>
                  <a:pt x="211" y="265"/>
                </a:cubicBezTo>
                <a:cubicBezTo>
                  <a:pt x="214" y="265"/>
                  <a:pt x="215" y="270"/>
                  <a:pt x="217" y="270"/>
                </a:cubicBezTo>
                <a:cubicBezTo>
                  <a:pt x="220" y="270"/>
                  <a:pt x="217" y="264"/>
                  <a:pt x="218" y="263"/>
                </a:cubicBezTo>
                <a:cubicBezTo>
                  <a:pt x="218" y="260"/>
                  <a:pt x="220" y="260"/>
                  <a:pt x="222" y="260"/>
                </a:cubicBezTo>
                <a:cubicBezTo>
                  <a:pt x="222" y="259"/>
                  <a:pt x="222" y="257"/>
                  <a:pt x="223" y="257"/>
                </a:cubicBezTo>
                <a:cubicBezTo>
                  <a:pt x="224" y="255"/>
                  <a:pt x="225" y="249"/>
                  <a:pt x="224" y="249"/>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72" name="Freeform 304">
            <a:extLst>
              <a:ext uri="{FF2B5EF4-FFF2-40B4-BE49-F238E27FC236}">
                <a16:creationId xmlns:a16="http://schemas.microsoft.com/office/drawing/2014/main" id="{72AE0ECA-E1F0-40E1-B059-3AA9501D1B6E}"/>
              </a:ext>
            </a:extLst>
          </p:cNvPr>
          <p:cNvSpPr>
            <a:spLocks/>
          </p:cNvSpPr>
          <p:nvPr/>
        </p:nvSpPr>
        <p:spPr bwMode="auto">
          <a:xfrm>
            <a:off x="2543204" y="5331516"/>
            <a:ext cx="2039" cy="1971"/>
          </a:xfrm>
          <a:custGeom>
            <a:avLst/>
            <a:gdLst>
              <a:gd name="T0" fmla="*/ 0 w 1"/>
              <a:gd name="T1" fmla="*/ 0 h 1"/>
              <a:gd name="T2" fmla="*/ 0 w 1"/>
              <a:gd name="T3" fmla="*/ 0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77" name="Freeform 305">
            <a:extLst>
              <a:ext uri="{FF2B5EF4-FFF2-40B4-BE49-F238E27FC236}">
                <a16:creationId xmlns:a16="http://schemas.microsoft.com/office/drawing/2014/main" id="{DDAA3BBE-D398-4E77-923A-E30243C27A4A}"/>
              </a:ext>
            </a:extLst>
          </p:cNvPr>
          <p:cNvSpPr>
            <a:spLocks/>
          </p:cNvSpPr>
          <p:nvPr/>
        </p:nvSpPr>
        <p:spPr bwMode="auto">
          <a:xfrm>
            <a:off x="2581958" y="5043779"/>
            <a:ext cx="474237" cy="588285"/>
          </a:xfrm>
          <a:custGeom>
            <a:avLst/>
            <a:gdLst>
              <a:gd name="T0" fmla="*/ 121 w 209"/>
              <a:gd name="T1" fmla="*/ 214 h 268"/>
              <a:gd name="T2" fmla="*/ 104 w 209"/>
              <a:gd name="T3" fmla="*/ 218 h 268"/>
              <a:gd name="T4" fmla="*/ 95 w 209"/>
              <a:gd name="T5" fmla="*/ 224 h 268"/>
              <a:gd name="T6" fmla="*/ 90 w 209"/>
              <a:gd name="T7" fmla="*/ 242 h 268"/>
              <a:gd name="T8" fmla="*/ 90 w 209"/>
              <a:gd name="T9" fmla="*/ 246 h 268"/>
              <a:gd name="T10" fmla="*/ 81 w 209"/>
              <a:gd name="T11" fmla="*/ 256 h 268"/>
              <a:gd name="T12" fmla="*/ 72 w 209"/>
              <a:gd name="T13" fmla="*/ 262 h 268"/>
              <a:gd name="T14" fmla="*/ 61 w 209"/>
              <a:gd name="T15" fmla="*/ 267 h 268"/>
              <a:gd name="T16" fmla="*/ 54 w 209"/>
              <a:gd name="T17" fmla="*/ 268 h 268"/>
              <a:gd name="T18" fmla="*/ 39 w 209"/>
              <a:gd name="T19" fmla="*/ 255 h 268"/>
              <a:gd name="T20" fmla="*/ 42 w 209"/>
              <a:gd name="T21" fmla="*/ 247 h 268"/>
              <a:gd name="T22" fmla="*/ 46 w 209"/>
              <a:gd name="T23" fmla="*/ 232 h 268"/>
              <a:gd name="T24" fmla="*/ 50 w 209"/>
              <a:gd name="T25" fmla="*/ 207 h 268"/>
              <a:gd name="T26" fmla="*/ 43 w 209"/>
              <a:gd name="T27" fmla="*/ 192 h 268"/>
              <a:gd name="T28" fmla="*/ 47 w 209"/>
              <a:gd name="T29" fmla="*/ 170 h 268"/>
              <a:gd name="T30" fmla="*/ 35 w 209"/>
              <a:gd name="T31" fmla="*/ 162 h 268"/>
              <a:gd name="T32" fmla="*/ 28 w 209"/>
              <a:gd name="T33" fmla="*/ 147 h 268"/>
              <a:gd name="T34" fmla="*/ 21 w 209"/>
              <a:gd name="T35" fmla="*/ 121 h 268"/>
              <a:gd name="T36" fmla="*/ 10 w 209"/>
              <a:gd name="T37" fmla="*/ 112 h 268"/>
              <a:gd name="T38" fmla="*/ 5 w 209"/>
              <a:gd name="T39" fmla="*/ 100 h 268"/>
              <a:gd name="T40" fmla="*/ 10 w 209"/>
              <a:gd name="T41" fmla="*/ 88 h 268"/>
              <a:gd name="T42" fmla="*/ 26 w 209"/>
              <a:gd name="T43" fmla="*/ 92 h 268"/>
              <a:gd name="T44" fmla="*/ 45 w 209"/>
              <a:gd name="T45" fmla="*/ 86 h 268"/>
              <a:gd name="T46" fmla="*/ 64 w 209"/>
              <a:gd name="T47" fmla="*/ 79 h 268"/>
              <a:gd name="T48" fmla="*/ 77 w 209"/>
              <a:gd name="T49" fmla="*/ 66 h 268"/>
              <a:gd name="T50" fmla="*/ 70 w 209"/>
              <a:gd name="T51" fmla="*/ 50 h 268"/>
              <a:gd name="T52" fmla="*/ 89 w 209"/>
              <a:gd name="T53" fmla="*/ 34 h 268"/>
              <a:gd name="T54" fmla="*/ 103 w 209"/>
              <a:gd name="T55" fmla="*/ 40 h 268"/>
              <a:gd name="T56" fmla="*/ 123 w 209"/>
              <a:gd name="T57" fmla="*/ 28 h 268"/>
              <a:gd name="T58" fmla="*/ 146 w 209"/>
              <a:gd name="T59" fmla="*/ 26 h 268"/>
              <a:gd name="T60" fmla="*/ 161 w 209"/>
              <a:gd name="T61" fmla="*/ 19 h 268"/>
              <a:gd name="T62" fmla="*/ 173 w 209"/>
              <a:gd name="T63" fmla="*/ 15 h 268"/>
              <a:gd name="T64" fmla="*/ 187 w 209"/>
              <a:gd name="T65" fmla="*/ 11 h 268"/>
              <a:gd name="T66" fmla="*/ 197 w 209"/>
              <a:gd name="T67" fmla="*/ 2 h 268"/>
              <a:gd name="T68" fmla="*/ 202 w 209"/>
              <a:gd name="T69" fmla="*/ 3 h 268"/>
              <a:gd name="T70" fmla="*/ 205 w 209"/>
              <a:gd name="T71" fmla="*/ 33 h 268"/>
              <a:gd name="T72" fmla="*/ 196 w 209"/>
              <a:gd name="T73" fmla="*/ 52 h 268"/>
              <a:gd name="T74" fmla="*/ 197 w 209"/>
              <a:gd name="T75" fmla="*/ 58 h 268"/>
              <a:gd name="T76" fmla="*/ 187 w 209"/>
              <a:gd name="T77" fmla="*/ 67 h 268"/>
              <a:gd name="T78" fmla="*/ 185 w 209"/>
              <a:gd name="T79" fmla="*/ 72 h 268"/>
              <a:gd name="T80" fmla="*/ 184 w 209"/>
              <a:gd name="T81" fmla="*/ 76 h 268"/>
              <a:gd name="T82" fmla="*/ 180 w 209"/>
              <a:gd name="T83" fmla="*/ 95 h 268"/>
              <a:gd name="T84" fmla="*/ 181 w 209"/>
              <a:gd name="T85" fmla="*/ 109 h 268"/>
              <a:gd name="T86" fmla="*/ 182 w 209"/>
              <a:gd name="T87" fmla="*/ 158 h 268"/>
              <a:gd name="T88" fmla="*/ 181 w 209"/>
              <a:gd name="T89" fmla="*/ 162 h 268"/>
              <a:gd name="T90" fmla="*/ 181 w 209"/>
              <a:gd name="T91" fmla="*/ 160 h 268"/>
              <a:gd name="T92" fmla="*/ 168 w 209"/>
              <a:gd name="T93" fmla="*/ 159 h 268"/>
              <a:gd name="T94" fmla="*/ 162 w 209"/>
              <a:gd name="T95" fmla="*/ 161 h 268"/>
              <a:gd name="T96" fmla="*/ 152 w 209"/>
              <a:gd name="T97" fmla="*/ 167 h 268"/>
              <a:gd name="T98" fmla="*/ 148 w 209"/>
              <a:gd name="T99" fmla="*/ 177 h 268"/>
              <a:gd name="T100" fmla="*/ 135 w 209"/>
              <a:gd name="T101" fmla="*/ 206 h 268"/>
              <a:gd name="T102" fmla="*/ 144 w 209"/>
              <a:gd name="T103" fmla="*/ 21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9" h="268">
                <a:moveTo>
                  <a:pt x="128" y="212"/>
                </a:moveTo>
                <a:cubicBezTo>
                  <a:pt x="127" y="212"/>
                  <a:pt x="127" y="212"/>
                  <a:pt x="126" y="212"/>
                </a:cubicBezTo>
                <a:cubicBezTo>
                  <a:pt x="125" y="212"/>
                  <a:pt x="125" y="213"/>
                  <a:pt x="124" y="213"/>
                </a:cubicBezTo>
                <a:cubicBezTo>
                  <a:pt x="124" y="213"/>
                  <a:pt x="122" y="214"/>
                  <a:pt x="121" y="214"/>
                </a:cubicBezTo>
                <a:cubicBezTo>
                  <a:pt x="121" y="215"/>
                  <a:pt x="121" y="215"/>
                  <a:pt x="121" y="215"/>
                </a:cubicBezTo>
                <a:cubicBezTo>
                  <a:pt x="120" y="215"/>
                  <a:pt x="119" y="215"/>
                  <a:pt x="118" y="216"/>
                </a:cubicBezTo>
                <a:cubicBezTo>
                  <a:pt x="115" y="217"/>
                  <a:pt x="112" y="217"/>
                  <a:pt x="108" y="218"/>
                </a:cubicBezTo>
                <a:cubicBezTo>
                  <a:pt x="107" y="218"/>
                  <a:pt x="105" y="218"/>
                  <a:pt x="104" y="218"/>
                </a:cubicBezTo>
                <a:cubicBezTo>
                  <a:pt x="103" y="219"/>
                  <a:pt x="103" y="221"/>
                  <a:pt x="102" y="222"/>
                </a:cubicBezTo>
                <a:cubicBezTo>
                  <a:pt x="100" y="222"/>
                  <a:pt x="99" y="222"/>
                  <a:pt x="98" y="223"/>
                </a:cubicBezTo>
                <a:cubicBezTo>
                  <a:pt x="97" y="223"/>
                  <a:pt x="97" y="224"/>
                  <a:pt x="96" y="224"/>
                </a:cubicBezTo>
                <a:cubicBezTo>
                  <a:pt x="96" y="224"/>
                  <a:pt x="95" y="224"/>
                  <a:pt x="95" y="224"/>
                </a:cubicBezTo>
                <a:cubicBezTo>
                  <a:pt x="94" y="225"/>
                  <a:pt x="93" y="228"/>
                  <a:pt x="93" y="229"/>
                </a:cubicBezTo>
                <a:cubicBezTo>
                  <a:pt x="93" y="231"/>
                  <a:pt x="94" y="234"/>
                  <a:pt x="93" y="236"/>
                </a:cubicBezTo>
                <a:cubicBezTo>
                  <a:pt x="93" y="237"/>
                  <a:pt x="92" y="238"/>
                  <a:pt x="91" y="239"/>
                </a:cubicBezTo>
                <a:cubicBezTo>
                  <a:pt x="90" y="240"/>
                  <a:pt x="91" y="241"/>
                  <a:pt x="90" y="242"/>
                </a:cubicBezTo>
                <a:cubicBezTo>
                  <a:pt x="89" y="242"/>
                  <a:pt x="85" y="241"/>
                  <a:pt x="85" y="243"/>
                </a:cubicBezTo>
                <a:cubicBezTo>
                  <a:pt x="86" y="243"/>
                  <a:pt x="87" y="243"/>
                  <a:pt x="88" y="243"/>
                </a:cubicBezTo>
                <a:cubicBezTo>
                  <a:pt x="88" y="242"/>
                  <a:pt x="90" y="243"/>
                  <a:pt x="90" y="243"/>
                </a:cubicBezTo>
                <a:cubicBezTo>
                  <a:pt x="91" y="244"/>
                  <a:pt x="90" y="245"/>
                  <a:pt x="90" y="246"/>
                </a:cubicBezTo>
                <a:cubicBezTo>
                  <a:pt x="90" y="247"/>
                  <a:pt x="90" y="247"/>
                  <a:pt x="89" y="248"/>
                </a:cubicBezTo>
                <a:cubicBezTo>
                  <a:pt x="89" y="248"/>
                  <a:pt x="88" y="249"/>
                  <a:pt x="88" y="250"/>
                </a:cubicBezTo>
                <a:cubicBezTo>
                  <a:pt x="87" y="252"/>
                  <a:pt x="87" y="253"/>
                  <a:pt x="85" y="254"/>
                </a:cubicBezTo>
                <a:cubicBezTo>
                  <a:pt x="84" y="255"/>
                  <a:pt x="83" y="256"/>
                  <a:pt x="81" y="256"/>
                </a:cubicBezTo>
                <a:cubicBezTo>
                  <a:pt x="81" y="257"/>
                  <a:pt x="80" y="257"/>
                  <a:pt x="79" y="258"/>
                </a:cubicBezTo>
                <a:cubicBezTo>
                  <a:pt x="79" y="258"/>
                  <a:pt x="78" y="258"/>
                  <a:pt x="77" y="258"/>
                </a:cubicBezTo>
                <a:cubicBezTo>
                  <a:pt x="77" y="258"/>
                  <a:pt x="75" y="258"/>
                  <a:pt x="75" y="259"/>
                </a:cubicBezTo>
                <a:cubicBezTo>
                  <a:pt x="73" y="259"/>
                  <a:pt x="73" y="261"/>
                  <a:pt x="72" y="262"/>
                </a:cubicBezTo>
                <a:cubicBezTo>
                  <a:pt x="72" y="263"/>
                  <a:pt x="71" y="263"/>
                  <a:pt x="70" y="263"/>
                </a:cubicBezTo>
                <a:cubicBezTo>
                  <a:pt x="69" y="264"/>
                  <a:pt x="67" y="265"/>
                  <a:pt x="66" y="265"/>
                </a:cubicBezTo>
                <a:cubicBezTo>
                  <a:pt x="65" y="265"/>
                  <a:pt x="63" y="264"/>
                  <a:pt x="62" y="264"/>
                </a:cubicBezTo>
                <a:cubicBezTo>
                  <a:pt x="61" y="265"/>
                  <a:pt x="61" y="266"/>
                  <a:pt x="61" y="267"/>
                </a:cubicBezTo>
                <a:cubicBezTo>
                  <a:pt x="60" y="267"/>
                  <a:pt x="60" y="267"/>
                  <a:pt x="60" y="267"/>
                </a:cubicBezTo>
                <a:cubicBezTo>
                  <a:pt x="60" y="268"/>
                  <a:pt x="60" y="268"/>
                  <a:pt x="60" y="268"/>
                </a:cubicBezTo>
                <a:cubicBezTo>
                  <a:pt x="59" y="268"/>
                  <a:pt x="58" y="268"/>
                  <a:pt x="58" y="268"/>
                </a:cubicBezTo>
                <a:cubicBezTo>
                  <a:pt x="57" y="268"/>
                  <a:pt x="55" y="268"/>
                  <a:pt x="54" y="268"/>
                </a:cubicBezTo>
                <a:cubicBezTo>
                  <a:pt x="51" y="267"/>
                  <a:pt x="47" y="266"/>
                  <a:pt x="44" y="264"/>
                </a:cubicBezTo>
                <a:cubicBezTo>
                  <a:pt x="42" y="264"/>
                  <a:pt x="40" y="263"/>
                  <a:pt x="38" y="261"/>
                </a:cubicBezTo>
                <a:cubicBezTo>
                  <a:pt x="36" y="260"/>
                  <a:pt x="36" y="259"/>
                  <a:pt x="35" y="257"/>
                </a:cubicBezTo>
                <a:cubicBezTo>
                  <a:pt x="37" y="257"/>
                  <a:pt x="39" y="256"/>
                  <a:pt x="39" y="255"/>
                </a:cubicBezTo>
                <a:cubicBezTo>
                  <a:pt x="41" y="255"/>
                  <a:pt x="41" y="255"/>
                  <a:pt x="41" y="255"/>
                </a:cubicBezTo>
                <a:cubicBezTo>
                  <a:pt x="41" y="254"/>
                  <a:pt x="41" y="252"/>
                  <a:pt x="41" y="250"/>
                </a:cubicBezTo>
                <a:cubicBezTo>
                  <a:pt x="42" y="250"/>
                  <a:pt x="42" y="250"/>
                  <a:pt x="42" y="250"/>
                </a:cubicBezTo>
                <a:cubicBezTo>
                  <a:pt x="42" y="249"/>
                  <a:pt x="42" y="248"/>
                  <a:pt x="42" y="247"/>
                </a:cubicBezTo>
                <a:cubicBezTo>
                  <a:pt x="47" y="249"/>
                  <a:pt x="45" y="245"/>
                  <a:pt x="44" y="242"/>
                </a:cubicBezTo>
                <a:cubicBezTo>
                  <a:pt x="44" y="242"/>
                  <a:pt x="44" y="242"/>
                  <a:pt x="44" y="242"/>
                </a:cubicBezTo>
                <a:cubicBezTo>
                  <a:pt x="44" y="240"/>
                  <a:pt x="41" y="238"/>
                  <a:pt x="42" y="236"/>
                </a:cubicBezTo>
                <a:cubicBezTo>
                  <a:pt x="42" y="235"/>
                  <a:pt x="44" y="232"/>
                  <a:pt x="46" y="232"/>
                </a:cubicBezTo>
                <a:cubicBezTo>
                  <a:pt x="46" y="231"/>
                  <a:pt x="46" y="229"/>
                  <a:pt x="46" y="227"/>
                </a:cubicBezTo>
                <a:cubicBezTo>
                  <a:pt x="44" y="227"/>
                  <a:pt x="42" y="223"/>
                  <a:pt x="42" y="221"/>
                </a:cubicBezTo>
                <a:cubicBezTo>
                  <a:pt x="41" y="219"/>
                  <a:pt x="44" y="220"/>
                  <a:pt x="45" y="218"/>
                </a:cubicBezTo>
                <a:cubicBezTo>
                  <a:pt x="47" y="215"/>
                  <a:pt x="46" y="206"/>
                  <a:pt x="50" y="207"/>
                </a:cubicBezTo>
                <a:cubicBezTo>
                  <a:pt x="50" y="205"/>
                  <a:pt x="51" y="200"/>
                  <a:pt x="53" y="199"/>
                </a:cubicBezTo>
                <a:cubicBezTo>
                  <a:pt x="56" y="197"/>
                  <a:pt x="52" y="196"/>
                  <a:pt x="52" y="193"/>
                </a:cubicBezTo>
                <a:cubicBezTo>
                  <a:pt x="50" y="193"/>
                  <a:pt x="50" y="194"/>
                  <a:pt x="49" y="195"/>
                </a:cubicBezTo>
                <a:cubicBezTo>
                  <a:pt x="46" y="195"/>
                  <a:pt x="45" y="192"/>
                  <a:pt x="43" y="192"/>
                </a:cubicBezTo>
                <a:cubicBezTo>
                  <a:pt x="46" y="192"/>
                  <a:pt x="43" y="185"/>
                  <a:pt x="47" y="184"/>
                </a:cubicBezTo>
                <a:cubicBezTo>
                  <a:pt x="47" y="183"/>
                  <a:pt x="47" y="182"/>
                  <a:pt x="47" y="181"/>
                </a:cubicBezTo>
                <a:cubicBezTo>
                  <a:pt x="46" y="181"/>
                  <a:pt x="46" y="181"/>
                  <a:pt x="46" y="181"/>
                </a:cubicBezTo>
                <a:cubicBezTo>
                  <a:pt x="46" y="177"/>
                  <a:pt x="54" y="172"/>
                  <a:pt x="47" y="170"/>
                </a:cubicBezTo>
                <a:cubicBezTo>
                  <a:pt x="47" y="169"/>
                  <a:pt x="46" y="169"/>
                  <a:pt x="46" y="167"/>
                </a:cubicBezTo>
                <a:cubicBezTo>
                  <a:pt x="51" y="168"/>
                  <a:pt x="50" y="158"/>
                  <a:pt x="47" y="157"/>
                </a:cubicBezTo>
                <a:cubicBezTo>
                  <a:pt x="45" y="156"/>
                  <a:pt x="42" y="156"/>
                  <a:pt x="41" y="158"/>
                </a:cubicBezTo>
                <a:cubicBezTo>
                  <a:pt x="39" y="160"/>
                  <a:pt x="35" y="159"/>
                  <a:pt x="35" y="162"/>
                </a:cubicBezTo>
                <a:cubicBezTo>
                  <a:pt x="35" y="163"/>
                  <a:pt x="34" y="163"/>
                  <a:pt x="34" y="163"/>
                </a:cubicBezTo>
                <a:cubicBezTo>
                  <a:pt x="33" y="160"/>
                  <a:pt x="31" y="161"/>
                  <a:pt x="30" y="160"/>
                </a:cubicBezTo>
                <a:cubicBezTo>
                  <a:pt x="28" y="159"/>
                  <a:pt x="28" y="156"/>
                  <a:pt x="28" y="154"/>
                </a:cubicBezTo>
                <a:cubicBezTo>
                  <a:pt x="27" y="151"/>
                  <a:pt x="27" y="149"/>
                  <a:pt x="28" y="147"/>
                </a:cubicBezTo>
                <a:cubicBezTo>
                  <a:pt x="29" y="144"/>
                  <a:pt x="28" y="141"/>
                  <a:pt x="30" y="139"/>
                </a:cubicBezTo>
                <a:cubicBezTo>
                  <a:pt x="31" y="137"/>
                  <a:pt x="31" y="133"/>
                  <a:pt x="29" y="131"/>
                </a:cubicBezTo>
                <a:cubicBezTo>
                  <a:pt x="28" y="130"/>
                  <a:pt x="22" y="127"/>
                  <a:pt x="20" y="127"/>
                </a:cubicBezTo>
                <a:cubicBezTo>
                  <a:pt x="21" y="125"/>
                  <a:pt x="20" y="123"/>
                  <a:pt x="21" y="121"/>
                </a:cubicBezTo>
                <a:cubicBezTo>
                  <a:pt x="22" y="121"/>
                  <a:pt x="23" y="121"/>
                  <a:pt x="23" y="121"/>
                </a:cubicBezTo>
                <a:cubicBezTo>
                  <a:pt x="24" y="119"/>
                  <a:pt x="25" y="114"/>
                  <a:pt x="22" y="113"/>
                </a:cubicBezTo>
                <a:cubicBezTo>
                  <a:pt x="18" y="111"/>
                  <a:pt x="13" y="113"/>
                  <a:pt x="9" y="112"/>
                </a:cubicBezTo>
                <a:cubicBezTo>
                  <a:pt x="10" y="112"/>
                  <a:pt x="10" y="112"/>
                  <a:pt x="10" y="112"/>
                </a:cubicBezTo>
                <a:cubicBezTo>
                  <a:pt x="10" y="111"/>
                  <a:pt x="13" y="106"/>
                  <a:pt x="15" y="106"/>
                </a:cubicBezTo>
                <a:cubicBezTo>
                  <a:pt x="15" y="104"/>
                  <a:pt x="13" y="104"/>
                  <a:pt x="12" y="104"/>
                </a:cubicBezTo>
                <a:cubicBezTo>
                  <a:pt x="11" y="103"/>
                  <a:pt x="10" y="102"/>
                  <a:pt x="9" y="101"/>
                </a:cubicBezTo>
                <a:cubicBezTo>
                  <a:pt x="8" y="100"/>
                  <a:pt x="6" y="101"/>
                  <a:pt x="5" y="100"/>
                </a:cubicBezTo>
                <a:cubicBezTo>
                  <a:pt x="4" y="98"/>
                  <a:pt x="2" y="99"/>
                  <a:pt x="0" y="99"/>
                </a:cubicBezTo>
                <a:cubicBezTo>
                  <a:pt x="0" y="96"/>
                  <a:pt x="0" y="94"/>
                  <a:pt x="0" y="91"/>
                </a:cubicBezTo>
                <a:cubicBezTo>
                  <a:pt x="2" y="92"/>
                  <a:pt x="3" y="93"/>
                  <a:pt x="6" y="93"/>
                </a:cubicBezTo>
                <a:cubicBezTo>
                  <a:pt x="6" y="90"/>
                  <a:pt x="10" y="92"/>
                  <a:pt x="10" y="88"/>
                </a:cubicBezTo>
                <a:cubicBezTo>
                  <a:pt x="12" y="88"/>
                  <a:pt x="15" y="87"/>
                  <a:pt x="16" y="88"/>
                </a:cubicBezTo>
                <a:cubicBezTo>
                  <a:pt x="17" y="89"/>
                  <a:pt x="17" y="93"/>
                  <a:pt x="17" y="93"/>
                </a:cubicBezTo>
                <a:cubicBezTo>
                  <a:pt x="18" y="93"/>
                  <a:pt x="19" y="92"/>
                  <a:pt x="21" y="92"/>
                </a:cubicBezTo>
                <a:cubicBezTo>
                  <a:pt x="22" y="92"/>
                  <a:pt x="24" y="92"/>
                  <a:pt x="26" y="92"/>
                </a:cubicBezTo>
                <a:cubicBezTo>
                  <a:pt x="31" y="92"/>
                  <a:pt x="31" y="92"/>
                  <a:pt x="32" y="88"/>
                </a:cubicBezTo>
                <a:cubicBezTo>
                  <a:pt x="32" y="85"/>
                  <a:pt x="35" y="83"/>
                  <a:pt x="38" y="83"/>
                </a:cubicBezTo>
                <a:cubicBezTo>
                  <a:pt x="39" y="83"/>
                  <a:pt x="41" y="82"/>
                  <a:pt x="42" y="83"/>
                </a:cubicBezTo>
                <a:cubicBezTo>
                  <a:pt x="43" y="84"/>
                  <a:pt x="44" y="86"/>
                  <a:pt x="45" y="86"/>
                </a:cubicBezTo>
                <a:cubicBezTo>
                  <a:pt x="45" y="85"/>
                  <a:pt x="46" y="84"/>
                  <a:pt x="45" y="84"/>
                </a:cubicBezTo>
                <a:cubicBezTo>
                  <a:pt x="49" y="83"/>
                  <a:pt x="51" y="83"/>
                  <a:pt x="54" y="84"/>
                </a:cubicBezTo>
                <a:cubicBezTo>
                  <a:pt x="56" y="84"/>
                  <a:pt x="60" y="86"/>
                  <a:pt x="62" y="86"/>
                </a:cubicBezTo>
                <a:cubicBezTo>
                  <a:pt x="62" y="84"/>
                  <a:pt x="62" y="81"/>
                  <a:pt x="64" y="79"/>
                </a:cubicBezTo>
                <a:cubicBezTo>
                  <a:pt x="67" y="77"/>
                  <a:pt x="71" y="77"/>
                  <a:pt x="74" y="77"/>
                </a:cubicBezTo>
                <a:cubicBezTo>
                  <a:pt x="74" y="76"/>
                  <a:pt x="74" y="74"/>
                  <a:pt x="75" y="74"/>
                </a:cubicBezTo>
                <a:cubicBezTo>
                  <a:pt x="76" y="73"/>
                  <a:pt x="77" y="73"/>
                  <a:pt x="77" y="72"/>
                </a:cubicBezTo>
                <a:cubicBezTo>
                  <a:pt x="77" y="70"/>
                  <a:pt x="78" y="68"/>
                  <a:pt x="77" y="66"/>
                </a:cubicBezTo>
                <a:cubicBezTo>
                  <a:pt x="76" y="62"/>
                  <a:pt x="66" y="65"/>
                  <a:pt x="63" y="62"/>
                </a:cubicBezTo>
                <a:cubicBezTo>
                  <a:pt x="65" y="61"/>
                  <a:pt x="69" y="59"/>
                  <a:pt x="70" y="58"/>
                </a:cubicBezTo>
                <a:cubicBezTo>
                  <a:pt x="72" y="56"/>
                  <a:pt x="71" y="52"/>
                  <a:pt x="71" y="50"/>
                </a:cubicBezTo>
                <a:cubicBezTo>
                  <a:pt x="71" y="50"/>
                  <a:pt x="70" y="50"/>
                  <a:pt x="70" y="50"/>
                </a:cubicBezTo>
                <a:cubicBezTo>
                  <a:pt x="71" y="47"/>
                  <a:pt x="70" y="44"/>
                  <a:pt x="70" y="42"/>
                </a:cubicBezTo>
                <a:cubicBezTo>
                  <a:pt x="73" y="42"/>
                  <a:pt x="78" y="43"/>
                  <a:pt x="79" y="40"/>
                </a:cubicBezTo>
                <a:cubicBezTo>
                  <a:pt x="81" y="38"/>
                  <a:pt x="81" y="35"/>
                  <a:pt x="81" y="33"/>
                </a:cubicBezTo>
                <a:cubicBezTo>
                  <a:pt x="82" y="31"/>
                  <a:pt x="88" y="33"/>
                  <a:pt x="89" y="34"/>
                </a:cubicBezTo>
                <a:cubicBezTo>
                  <a:pt x="92" y="38"/>
                  <a:pt x="92" y="32"/>
                  <a:pt x="95" y="33"/>
                </a:cubicBezTo>
                <a:cubicBezTo>
                  <a:pt x="96" y="34"/>
                  <a:pt x="97" y="36"/>
                  <a:pt x="98" y="36"/>
                </a:cubicBezTo>
                <a:cubicBezTo>
                  <a:pt x="100" y="37"/>
                  <a:pt x="101" y="37"/>
                  <a:pt x="102" y="37"/>
                </a:cubicBezTo>
                <a:cubicBezTo>
                  <a:pt x="103" y="38"/>
                  <a:pt x="103" y="40"/>
                  <a:pt x="103" y="40"/>
                </a:cubicBezTo>
                <a:cubicBezTo>
                  <a:pt x="104" y="42"/>
                  <a:pt x="107" y="43"/>
                  <a:pt x="109" y="44"/>
                </a:cubicBezTo>
                <a:cubicBezTo>
                  <a:pt x="112" y="46"/>
                  <a:pt x="115" y="42"/>
                  <a:pt x="117" y="40"/>
                </a:cubicBezTo>
                <a:cubicBezTo>
                  <a:pt x="119" y="39"/>
                  <a:pt x="120" y="34"/>
                  <a:pt x="123" y="34"/>
                </a:cubicBezTo>
                <a:cubicBezTo>
                  <a:pt x="123" y="32"/>
                  <a:pt x="123" y="30"/>
                  <a:pt x="123" y="28"/>
                </a:cubicBezTo>
                <a:cubicBezTo>
                  <a:pt x="123" y="28"/>
                  <a:pt x="123" y="28"/>
                  <a:pt x="123" y="28"/>
                </a:cubicBezTo>
                <a:cubicBezTo>
                  <a:pt x="122" y="27"/>
                  <a:pt x="123" y="26"/>
                  <a:pt x="123" y="25"/>
                </a:cubicBezTo>
                <a:cubicBezTo>
                  <a:pt x="128" y="23"/>
                  <a:pt x="135" y="21"/>
                  <a:pt x="140" y="22"/>
                </a:cubicBezTo>
                <a:cubicBezTo>
                  <a:pt x="143" y="23"/>
                  <a:pt x="143" y="26"/>
                  <a:pt x="146" y="26"/>
                </a:cubicBezTo>
                <a:cubicBezTo>
                  <a:pt x="148" y="27"/>
                  <a:pt x="151" y="26"/>
                  <a:pt x="151" y="24"/>
                </a:cubicBezTo>
                <a:cubicBezTo>
                  <a:pt x="151" y="24"/>
                  <a:pt x="152" y="24"/>
                  <a:pt x="153" y="24"/>
                </a:cubicBezTo>
                <a:cubicBezTo>
                  <a:pt x="153" y="18"/>
                  <a:pt x="156" y="25"/>
                  <a:pt x="158" y="22"/>
                </a:cubicBezTo>
                <a:cubicBezTo>
                  <a:pt x="159" y="20"/>
                  <a:pt x="159" y="19"/>
                  <a:pt x="161" y="19"/>
                </a:cubicBezTo>
                <a:cubicBezTo>
                  <a:pt x="164" y="18"/>
                  <a:pt x="161" y="15"/>
                  <a:pt x="164" y="14"/>
                </a:cubicBezTo>
                <a:cubicBezTo>
                  <a:pt x="159" y="12"/>
                  <a:pt x="163" y="11"/>
                  <a:pt x="166" y="11"/>
                </a:cubicBezTo>
                <a:cubicBezTo>
                  <a:pt x="170" y="12"/>
                  <a:pt x="170" y="13"/>
                  <a:pt x="170" y="16"/>
                </a:cubicBezTo>
                <a:cubicBezTo>
                  <a:pt x="171" y="16"/>
                  <a:pt x="172" y="16"/>
                  <a:pt x="173" y="15"/>
                </a:cubicBezTo>
                <a:cubicBezTo>
                  <a:pt x="173" y="11"/>
                  <a:pt x="177" y="15"/>
                  <a:pt x="177" y="18"/>
                </a:cubicBezTo>
                <a:cubicBezTo>
                  <a:pt x="178" y="18"/>
                  <a:pt x="180" y="18"/>
                  <a:pt x="181" y="18"/>
                </a:cubicBezTo>
                <a:cubicBezTo>
                  <a:pt x="181" y="13"/>
                  <a:pt x="184" y="14"/>
                  <a:pt x="188" y="14"/>
                </a:cubicBezTo>
                <a:cubicBezTo>
                  <a:pt x="188" y="13"/>
                  <a:pt x="186" y="12"/>
                  <a:pt x="187" y="11"/>
                </a:cubicBezTo>
                <a:cubicBezTo>
                  <a:pt x="190" y="9"/>
                  <a:pt x="189" y="5"/>
                  <a:pt x="193" y="5"/>
                </a:cubicBezTo>
                <a:cubicBezTo>
                  <a:pt x="193" y="4"/>
                  <a:pt x="193" y="2"/>
                  <a:pt x="193" y="1"/>
                </a:cubicBezTo>
                <a:cubicBezTo>
                  <a:pt x="194" y="0"/>
                  <a:pt x="195" y="1"/>
                  <a:pt x="196" y="1"/>
                </a:cubicBezTo>
                <a:cubicBezTo>
                  <a:pt x="197" y="2"/>
                  <a:pt x="197" y="2"/>
                  <a:pt x="197" y="2"/>
                </a:cubicBezTo>
                <a:cubicBezTo>
                  <a:pt x="197" y="2"/>
                  <a:pt x="197" y="3"/>
                  <a:pt x="197" y="4"/>
                </a:cubicBezTo>
                <a:cubicBezTo>
                  <a:pt x="199" y="4"/>
                  <a:pt x="199" y="3"/>
                  <a:pt x="200" y="2"/>
                </a:cubicBezTo>
                <a:cubicBezTo>
                  <a:pt x="201" y="2"/>
                  <a:pt x="201" y="2"/>
                  <a:pt x="202" y="2"/>
                </a:cubicBezTo>
                <a:cubicBezTo>
                  <a:pt x="202" y="3"/>
                  <a:pt x="202" y="3"/>
                  <a:pt x="202" y="3"/>
                </a:cubicBezTo>
                <a:cubicBezTo>
                  <a:pt x="204" y="3"/>
                  <a:pt x="205" y="4"/>
                  <a:pt x="205" y="6"/>
                </a:cubicBezTo>
                <a:cubicBezTo>
                  <a:pt x="205" y="8"/>
                  <a:pt x="208" y="9"/>
                  <a:pt x="208" y="12"/>
                </a:cubicBezTo>
                <a:cubicBezTo>
                  <a:pt x="209" y="15"/>
                  <a:pt x="209" y="19"/>
                  <a:pt x="209" y="22"/>
                </a:cubicBezTo>
                <a:cubicBezTo>
                  <a:pt x="209" y="26"/>
                  <a:pt x="205" y="29"/>
                  <a:pt x="205" y="33"/>
                </a:cubicBezTo>
                <a:cubicBezTo>
                  <a:pt x="205" y="35"/>
                  <a:pt x="205" y="37"/>
                  <a:pt x="205" y="39"/>
                </a:cubicBezTo>
                <a:cubicBezTo>
                  <a:pt x="205" y="41"/>
                  <a:pt x="204" y="42"/>
                  <a:pt x="203" y="44"/>
                </a:cubicBezTo>
                <a:cubicBezTo>
                  <a:pt x="202" y="46"/>
                  <a:pt x="200" y="54"/>
                  <a:pt x="197" y="53"/>
                </a:cubicBezTo>
                <a:cubicBezTo>
                  <a:pt x="197" y="53"/>
                  <a:pt x="196" y="53"/>
                  <a:pt x="196" y="52"/>
                </a:cubicBezTo>
                <a:cubicBezTo>
                  <a:pt x="195" y="52"/>
                  <a:pt x="194" y="52"/>
                  <a:pt x="194" y="52"/>
                </a:cubicBezTo>
                <a:cubicBezTo>
                  <a:pt x="194" y="52"/>
                  <a:pt x="195" y="53"/>
                  <a:pt x="195" y="53"/>
                </a:cubicBezTo>
                <a:cubicBezTo>
                  <a:pt x="196" y="54"/>
                  <a:pt x="197" y="54"/>
                  <a:pt x="197" y="55"/>
                </a:cubicBezTo>
                <a:cubicBezTo>
                  <a:pt x="198" y="56"/>
                  <a:pt x="198" y="57"/>
                  <a:pt x="197" y="58"/>
                </a:cubicBezTo>
                <a:cubicBezTo>
                  <a:pt x="196" y="58"/>
                  <a:pt x="196" y="59"/>
                  <a:pt x="195" y="60"/>
                </a:cubicBezTo>
                <a:cubicBezTo>
                  <a:pt x="195" y="60"/>
                  <a:pt x="195" y="61"/>
                  <a:pt x="194" y="62"/>
                </a:cubicBezTo>
                <a:cubicBezTo>
                  <a:pt x="193" y="63"/>
                  <a:pt x="191" y="65"/>
                  <a:pt x="189" y="66"/>
                </a:cubicBezTo>
                <a:cubicBezTo>
                  <a:pt x="189" y="66"/>
                  <a:pt x="188" y="67"/>
                  <a:pt x="187" y="67"/>
                </a:cubicBezTo>
                <a:cubicBezTo>
                  <a:pt x="187" y="68"/>
                  <a:pt x="187" y="68"/>
                  <a:pt x="187" y="69"/>
                </a:cubicBezTo>
                <a:cubicBezTo>
                  <a:pt x="187" y="70"/>
                  <a:pt x="186" y="70"/>
                  <a:pt x="186" y="70"/>
                </a:cubicBezTo>
                <a:cubicBezTo>
                  <a:pt x="186" y="71"/>
                  <a:pt x="186" y="71"/>
                  <a:pt x="186" y="71"/>
                </a:cubicBezTo>
                <a:cubicBezTo>
                  <a:pt x="186" y="72"/>
                  <a:pt x="186" y="72"/>
                  <a:pt x="185" y="72"/>
                </a:cubicBezTo>
                <a:cubicBezTo>
                  <a:pt x="185" y="72"/>
                  <a:pt x="185" y="71"/>
                  <a:pt x="184" y="70"/>
                </a:cubicBezTo>
                <a:cubicBezTo>
                  <a:pt x="183" y="70"/>
                  <a:pt x="181" y="71"/>
                  <a:pt x="181" y="72"/>
                </a:cubicBezTo>
                <a:cubicBezTo>
                  <a:pt x="181" y="74"/>
                  <a:pt x="184" y="72"/>
                  <a:pt x="184" y="73"/>
                </a:cubicBezTo>
                <a:cubicBezTo>
                  <a:pt x="184" y="74"/>
                  <a:pt x="184" y="75"/>
                  <a:pt x="184" y="76"/>
                </a:cubicBezTo>
                <a:cubicBezTo>
                  <a:pt x="183" y="77"/>
                  <a:pt x="183" y="78"/>
                  <a:pt x="183" y="79"/>
                </a:cubicBezTo>
                <a:cubicBezTo>
                  <a:pt x="182" y="81"/>
                  <a:pt x="181" y="82"/>
                  <a:pt x="181" y="84"/>
                </a:cubicBezTo>
                <a:cubicBezTo>
                  <a:pt x="180" y="85"/>
                  <a:pt x="180" y="88"/>
                  <a:pt x="180" y="89"/>
                </a:cubicBezTo>
                <a:cubicBezTo>
                  <a:pt x="180" y="91"/>
                  <a:pt x="180" y="93"/>
                  <a:pt x="180" y="95"/>
                </a:cubicBezTo>
                <a:cubicBezTo>
                  <a:pt x="179" y="97"/>
                  <a:pt x="178" y="102"/>
                  <a:pt x="180" y="104"/>
                </a:cubicBezTo>
                <a:cubicBezTo>
                  <a:pt x="180" y="105"/>
                  <a:pt x="180" y="104"/>
                  <a:pt x="181" y="105"/>
                </a:cubicBezTo>
                <a:cubicBezTo>
                  <a:pt x="181" y="106"/>
                  <a:pt x="180" y="107"/>
                  <a:pt x="180" y="108"/>
                </a:cubicBezTo>
                <a:cubicBezTo>
                  <a:pt x="181" y="108"/>
                  <a:pt x="181" y="108"/>
                  <a:pt x="181" y="109"/>
                </a:cubicBezTo>
                <a:cubicBezTo>
                  <a:pt x="182" y="111"/>
                  <a:pt x="182" y="114"/>
                  <a:pt x="182" y="117"/>
                </a:cubicBezTo>
                <a:cubicBezTo>
                  <a:pt x="181" y="122"/>
                  <a:pt x="181" y="127"/>
                  <a:pt x="181" y="132"/>
                </a:cubicBezTo>
                <a:cubicBezTo>
                  <a:pt x="182" y="138"/>
                  <a:pt x="182" y="143"/>
                  <a:pt x="182" y="149"/>
                </a:cubicBezTo>
                <a:cubicBezTo>
                  <a:pt x="182" y="152"/>
                  <a:pt x="183" y="155"/>
                  <a:pt x="182" y="158"/>
                </a:cubicBezTo>
                <a:cubicBezTo>
                  <a:pt x="182" y="159"/>
                  <a:pt x="182" y="159"/>
                  <a:pt x="182" y="160"/>
                </a:cubicBezTo>
                <a:cubicBezTo>
                  <a:pt x="182" y="160"/>
                  <a:pt x="182" y="160"/>
                  <a:pt x="182" y="161"/>
                </a:cubicBezTo>
                <a:cubicBezTo>
                  <a:pt x="181" y="161"/>
                  <a:pt x="182" y="162"/>
                  <a:pt x="182" y="162"/>
                </a:cubicBezTo>
                <a:cubicBezTo>
                  <a:pt x="181" y="162"/>
                  <a:pt x="181" y="162"/>
                  <a:pt x="181" y="162"/>
                </a:cubicBezTo>
                <a:cubicBezTo>
                  <a:pt x="181" y="163"/>
                  <a:pt x="181" y="163"/>
                  <a:pt x="181" y="163"/>
                </a:cubicBezTo>
                <a:cubicBezTo>
                  <a:pt x="181" y="162"/>
                  <a:pt x="181" y="162"/>
                  <a:pt x="181" y="162"/>
                </a:cubicBezTo>
                <a:cubicBezTo>
                  <a:pt x="180" y="162"/>
                  <a:pt x="179" y="163"/>
                  <a:pt x="179" y="162"/>
                </a:cubicBezTo>
                <a:cubicBezTo>
                  <a:pt x="180" y="162"/>
                  <a:pt x="182" y="161"/>
                  <a:pt x="181" y="160"/>
                </a:cubicBezTo>
                <a:cubicBezTo>
                  <a:pt x="180" y="159"/>
                  <a:pt x="179" y="160"/>
                  <a:pt x="178" y="160"/>
                </a:cubicBezTo>
                <a:cubicBezTo>
                  <a:pt x="178" y="160"/>
                  <a:pt x="177" y="159"/>
                  <a:pt x="176" y="159"/>
                </a:cubicBezTo>
                <a:cubicBezTo>
                  <a:pt x="176" y="159"/>
                  <a:pt x="175" y="159"/>
                  <a:pt x="174" y="159"/>
                </a:cubicBezTo>
                <a:cubicBezTo>
                  <a:pt x="172" y="159"/>
                  <a:pt x="170" y="159"/>
                  <a:pt x="168" y="159"/>
                </a:cubicBezTo>
                <a:cubicBezTo>
                  <a:pt x="168" y="158"/>
                  <a:pt x="167" y="158"/>
                  <a:pt x="166" y="159"/>
                </a:cubicBezTo>
                <a:cubicBezTo>
                  <a:pt x="167" y="160"/>
                  <a:pt x="167" y="161"/>
                  <a:pt x="167" y="161"/>
                </a:cubicBezTo>
                <a:cubicBezTo>
                  <a:pt x="166" y="162"/>
                  <a:pt x="165" y="161"/>
                  <a:pt x="164" y="161"/>
                </a:cubicBezTo>
                <a:cubicBezTo>
                  <a:pt x="163" y="161"/>
                  <a:pt x="163" y="161"/>
                  <a:pt x="162" y="161"/>
                </a:cubicBezTo>
                <a:cubicBezTo>
                  <a:pt x="161" y="160"/>
                  <a:pt x="160" y="160"/>
                  <a:pt x="160" y="160"/>
                </a:cubicBezTo>
                <a:cubicBezTo>
                  <a:pt x="158" y="160"/>
                  <a:pt x="157" y="160"/>
                  <a:pt x="156" y="161"/>
                </a:cubicBezTo>
                <a:cubicBezTo>
                  <a:pt x="155" y="161"/>
                  <a:pt x="153" y="163"/>
                  <a:pt x="152" y="164"/>
                </a:cubicBezTo>
                <a:cubicBezTo>
                  <a:pt x="152" y="165"/>
                  <a:pt x="152" y="166"/>
                  <a:pt x="152" y="167"/>
                </a:cubicBezTo>
                <a:cubicBezTo>
                  <a:pt x="150" y="166"/>
                  <a:pt x="150" y="171"/>
                  <a:pt x="150" y="172"/>
                </a:cubicBezTo>
                <a:cubicBezTo>
                  <a:pt x="151" y="172"/>
                  <a:pt x="153" y="173"/>
                  <a:pt x="151" y="174"/>
                </a:cubicBezTo>
                <a:cubicBezTo>
                  <a:pt x="151" y="175"/>
                  <a:pt x="150" y="174"/>
                  <a:pt x="149" y="175"/>
                </a:cubicBezTo>
                <a:cubicBezTo>
                  <a:pt x="149" y="175"/>
                  <a:pt x="148" y="176"/>
                  <a:pt x="148" y="177"/>
                </a:cubicBezTo>
                <a:cubicBezTo>
                  <a:pt x="146" y="179"/>
                  <a:pt x="143" y="180"/>
                  <a:pt x="143" y="183"/>
                </a:cubicBezTo>
                <a:cubicBezTo>
                  <a:pt x="141" y="184"/>
                  <a:pt x="140" y="186"/>
                  <a:pt x="139" y="188"/>
                </a:cubicBezTo>
                <a:cubicBezTo>
                  <a:pt x="139" y="190"/>
                  <a:pt x="136" y="191"/>
                  <a:pt x="135" y="193"/>
                </a:cubicBezTo>
                <a:cubicBezTo>
                  <a:pt x="133" y="196"/>
                  <a:pt x="130" y="204"/>
                  <a:pt x="135" y="206"/>
                </a:cubicBezTo>
                <a:cubicBezTo>
                  <a:pt x="137" y="207"/>
                  <a:pt x="138" y="207"/>
                  <a:pt x="139" y="208"/>
                </a:cubicBezTo>
                <a:cubicBezTo>
                  <a:pt x="139" y="209"/>
                  <a:pt x="140" y="209"/>
                  <a:pt x="141" y="209"/>
                </a:cubicBezTo>
                <a:cubicBezTo>
                  <a:pt x="141" y="209"/>
                  <a:pt x="141" y="210"/>
                  <a:pt x="142" y="210"/>
                </a:cubicBezTo>
                <a:cubicBezTo>
                  <a:pt x="142" y="210"/>
                  <a:pt x="143" y="211"/>
                  <a:pt x="144" y="211"/>
                </a:cubicBezTo>
                <a:cubicBezTo>
                  <a:pt x="143" y="211"/>
                  <a:pt x="142" y="212"/>
                  <a:pt x="141" y="212"/>
                </a:cubicBezTo>
                <a:cubicBezTo>
                  <a:pt x="139" y="212"/>
                  <a:pt x="137" y="211"/>
                  <a:pt x="136" y="211"/>
                </a:cubicBezTo>
                <a:cubicBezTo>
                  <a:pt x="133" y="211"/>
                  <a:pt x="130" y="211"/>
                  <a:pt x="128" y="212"/>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81" name="Freeform 307">
            <a:extLst>
              <a:ext uri="{FF2B5EF4-FFF2-40B4-BE49-F238E27FC236}">
                <a16:creationId xmlns:a16="http://schemas.microsoft.com/office/drawing/2014/main" id="{31DA6747-7C38-450D-ADEB-C08E3055E9D1}"/>
              </a:ext>
            </a:extLst>
          </p:cNvPr>
          <p:cNvSpPr>
            <a:spLocks/>
          </p:cNvSpPr>
          <p:nvPr/>
        </p:nvSpPr>
        <p:spPr bwMode="auto">
          <a:xfrm>
            <a:off x="2811428" y="3516407"/>
            <a:ext cx="13258" cy="1971"/>
          </a:xfrm>
          <a:custGeom>
            <a:avLst/>
            <a:gdLst>
              <a:gd name="T0" fmla="*/ 0 w 6"/>
              <a:gd name="T1" fmla="*/ 1 h 1"/>
              <a:gd name="T2" fmla="*/ 1 w 6"/>
              <a:gd name="T3" fmla="*/ 1 h 1"/>
              <a:gd name="T4" fmla="*/ 1 w 6"/>
              <a:gd name="T5" fmla="*/ 1 h 1"/>
              <a:gd name="T6" fmla="*/ 6 w 6"/>
              <a:gd name="T7" fmla="*/ 0 h 1"/>
              <a:gd name="T8" fmla="*/ 6 w 6"/>
              <a:gd name="T9" fmla="*/ 0 h 1"/>
              <a:gd name="T10" fmla="*/ 0 w 6"/>
              <a:gd name="T11" fmla="*/ 1 h 1"/>
            </a:gdLst>
            <a:ahLst/>
            <a:cxnLst>
              <a:cxn ang="0">
                <a:pos x="T0" y="T1"/>
              </a:cxn>
              <a:cxn ang="0">
                <a:pos x="T2" y="T3"/>
              </a:cxn>
              <a:cxn ang="0">
                <a:pos x="T4" y="T5"/>
              </a:cxn>
              <a:cxn ang="0">
                <a:pos x="T6" y="T7"/>
              </a:cxn>
              <a:cxn ang="0">
                <a:pos x="T8" y="T9"/>
              </a:cxn>
              <a:cxn ang="0">
                <a:pos x="T10" y="T11"/>
              </a:cxn>
            </a:cxnLst>
            <a:rect l="0" t="0" r="r" b="b"/>
            <a:pathLst>
              <a:path w="6" h="1">
                <a:moveTo>
                  <a:pt x="0" y="1"/>
                </a:moveTo>
                <a:cubicBezTo>
                  <a:pt x="1" y="1"/>
                  <a:pt x="1" y="1"/>
                  <a:pt x="1" y="1"/>
                </a:cubicBezTo>
                <a:cubicBezTo>
                  <a:pt x="1" y="1"/>
                  <a:pt x="1" y="1"/>
                  <a:pt x="1" y="1"/>
                </a:cubicBezTo>
                <a:cubicBezTo>
                  <a:pt x="2" y="0"/>
                  <a:pt x="4" y="1"/>
                  <a:pt x="6" y="0"/>
                </a:cubicBezTo>
                <a:cubicBezTo>
                  <a:pt x="6" y="0"/>
                  <a:pt x="6" y="0"/>
                  <a:pt x="6" y="0"/>
                </a:cubicBezTo>
                <a:cubicBezTo>
                  <a:pt x="4" y="1"/>
                  <a:pt x="2" y="0"/>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84" name="Freeform 308">
            <a:extLst>
              <a:ext uri="{FF2B5EF4-FFF2-40B4-BE49-F238E27FC236}">
                <a16:creationId xmlns:a16="http://schemas.microsoft.com/office/drawing/2014/main" id="{FF24AB1A-2ED1-443E-903A-B0F0D0EDAB21}"/>
              </a:ext>
            </a:extLst>
          </p:cNvPr>
          <p:cNvSpPr>
            <a:spLocks/>
          </p:cNvSpPr>
          <p:nvPr/>
        </p:nvSpPr>
        <p:spPr bwMode="auto">
          <a:xfrm>
            <a:off x="2824686" y="35164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86" name="Freeform 309">
            <a:extLst>
              <a:ext uri="{FF2B5EF4-FFF2-40B4-BE49-F238E27FC236}">
                <a16:creationId xmlns:a16="http://schemas.microsoft.com/office/drawing/2014/main" id="{BF84E0C8-1601-497D-9151-DC4B95997B3A}"/>
              </a:ext>
            </a:extLst>
          </p:cNvPr>
          <p:cNvSpPr>
            <a:spLocks/>
          </p:cNvSpPr>
          <p:nvPr/>
        </p:nvSpPr>
        <p:spPr bwMode="auto">
          <a:xfrm>
            <a:off x="2824686" y="35164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88" name="Freeform 310">
            <a:extLst>
              <a:ext uri="{FF2B5EF4-FFF2-40B4-BE49-F238E27FC236}">
                <a16:creationId xmlns:a16="http://schemas.microsoft.com/office/drawing/2014/main" id="{C13CCBCD-D037-49FC-A6C5-90E8D245D2B7}"/>
              </a:ext>
            </a:extLst>
          </p:cNvPr>
          <p:cNvSpPr>
            <a:spLocks/>
          </p:cNvSpPr>
          <p:nvPr/>
        </p:nvSpPr>
        <p:spPr bwMode="auto">
          <a:xfrm>
            <a:off x="2824686" y="3516407"/>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0" name="Rectangle 311">
            <a:extLst>
              <a:ext uri="{FF2B5EF4-FFF2-40B4-BE49-F238E27FC236}">
                <a16:creationId xmlns:a16="http://schemas.microsoft.com/office/drawing/2014/main" id="{BC175FE9-1604-4B2A-BDC2-74E772A10EBB}"/>
              </a:ext>
            </a:extLst>
          </p:cNvPr>
          <p:cNvSpPr>
            <a:spLocks noChangeArrowheads="1"/>
          </p:cNvSpPr>
          <p:nvPr/>
        </p:nvSpPr>
        <p:spPr bwMode="auto">
          <a:xfrm>
            <a:off x="2826726" y="351640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4" name="Freeform 312">
            <a:extLst>
              <a:ext uri="{FF2B5EF4-FFF2-40B4-BE49-F238E27FC236}">
                <a16:creationId xmlns:a16="http://schemas.microsoft.com/office/drawing/2014/main" id="{D18383E3-EA92-42D0-A9A3-AC966DA46D5D}"/>
              </a:ext>
            </a:extLst>
          </p:cNvPr>
          <p:cNvSpPr>
            <a:spLocks/>
          </p:cNvSpPr>
          <p:nvPr/>
        </p:nvSpPr>
        <p:spPr bwMode="auto">
          <a:xfrm>
            <a:off x="2674767" y="3307501"/>
            <a:ext cx="4080" cy="2956"/>
          </a:xfrm>
          <a:custGeom>
            <a:avLst/>
            <a:gdLst>
              <a:gd name="T0" fmla="*/ 0 w 2"/>
              <a:gd name="T1" fmla="*/ 0 h 1"/>
              <a:gd name="T2" fmla="*/ 2 w 2"/>
              <a:gd name="T3" fmla="*/ 1 h 1"/>
              <a:gd name="T4" fmla="*/ 0 w 2"/>
              <a:gd name="T5" fmla="*/ 1 h 1"/>
              <a:gd name="T6" fmla="*/ 0 w 2"/>
              <a:gd name="T7" fmla="*/ 0 h 1"/>
            </a:gdLst>
            <a:ahLst/>
            <a:cxnLst>
              <a:cxn ang="0">
                <a:pos x="T0" y="T1"/>
              </a:cxn>
              <a:cxn ang="0">
                <a:pos x="T2" y="T3"/>
              </a:cxn>
              <a:cxn ang="0">
                <a:pos x="T4" y="T5"/>
              </a:cxn>
              <a:cxn ang="0">
                <a:pos x="T6" y="T7"/>
              </a:cxn>
            </a:cxnLst>
            <a:rect l="0" t="0" r="r" b="b"/>
            <a:pathLst>
              <a:path w="2" h="1">
                <a:moveTo>
                  <a:pt x="0" y="0"/>
                </a:moveTo>
                <a:cubicBezTo>
                  <a:pt x="2" y="1"/>
                  <a:pt x="2" y="1"/>
                  <a:pt x="2" y="1"/>
                </a:cubicBezTo>
                <a:cubicBezTo>
                  <a:pt x="1" y="1"/>
                  <a:pt x="1" y="1"/>
                  <a:pt x="0" y="1"/>
                </a:cubicBez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5" name="Freeform 313">
            <a:extLst>
              <a:ext uri="{FF2B5EF4-FFF2-40B4-BE49-F238E27FC236}">
                <a16:creationId xmlns:a16="http://schemas.microsoft.com/office/drawing/2014/main" id="{1A8111D3-E5B5-4BEA-946C-51E5F2CB3347}"/>
              </a:ext>
            </a:extLst>
          </p:cNvPr>
          <p:cNvSpPr>
            <a:spLocks/>
          </p:cNvSpPr>
          <p:nvPr/>
        </p:nvSpPr>
        <p:spPr bwMode="auto">
          <a:xfrm>
            <a:off x="2841004" y="3138998"/>
            <a:ext cx="351854" cy="304489"/>
          </a:xfrm>
          <a:custGeom>
            <a:avLst/>
            <a:gdLst>
              <a:gd name="T0" fmla="*/ 65 w 155"/>
              <a:gd name="T1" fmla="*/ 8 h 139"/>
              <a:gd name="T2" fmla="*/ 69 w 155"/>
              <a:gd name="T3" fmla="*/ 3 h 139"/>
              <a:gd name="T4" fmla="*/ 74 w 155"/>
              <a:gd name="T5" fmla="*/ 6 h 139"/>
              <a:gd name="T6" fmla="*/ 80 w 155"/>
              <a:gd name="T7" fmla="*/ 14 h 139"/>
              <a:gd name="T8" fmla="*/ 86 w 155"/>
              <a:gd name="T9" fmla="*/ 21 h 139"/>
              <a:gd name="T10" fmla="*/ 94 w 155"/>
              <a:gd name="T11" fmla="*/ 26 h 139"/>
              <a:gd name="T12" fmla="*/ 104 w 155"/>
              <a:gd name="T13" fmla="*/ 26 h 139"/>
              <a:gd name="T14" fmla="*/ 113 w 155"/>
              <a:gd name="T15" fmla="*/ 33 h 139"/>
              <a:gd name="T16" fmla="*/ 116 w 155"/>
              <a:gd name="T17" fmla="*/ 36 h 139"/>
              <a:gd name="T18" fmla="*/ 120 w 155"/>
              <a:gd name="T19" fmla="*/ 47 h 139"/>
              <a:gd name="T20" fmla="*/ 132 w 155"/>
              <a:gd name="T21" fmla="*/ 49 h 139"/>
              <a:gd name="T22" fmla="*/ 140 w 155"/>
              <a:gd name="T23" fmla="*/ 53 h 139"/>
              <a:gd name="T24" fmla="*/ 148 w 155"/>
              <a:gd name="T25" fmla="*/ 60 h 139"/>
              <a:gd name="T26" fmla="*/ 152 w 155"/>
              <a:gd name="T27" fmla="*/ 67 h 139"/>
              <a:gd name="T28" fmla="*/ 143 w 155"/>
              <a:gd name="T29" fmla="*/ 75 h 139"/>
              <a:gd name="T30" fmla="*/ 137 w 155"/>
              <a:gd name="T31" fmla="*/ 80 h 139"/>
              <a:gd name="T32" fmla="*/ 129 w 155"/>
              <a:gd name="T33" fmla="*/ 86 h 139"/>
              <a:gd name="T34" fmla="*/ 125 w 155"/>
              <a:gd name="T35" fmla="*/ 97 h 139"/>
              <a:gd name="T36" fmla="*/ 125 w 155"/>
              <a:gd name="T37" fmla="*/ 109 h 139"/>
              <a:gd name="T38" fmla="*/ 123 w 155"/>
              <a:gd name="T39" fmla="*/ 111 h 139"/>
              <a:gd name="T40" fmla="*/ 119 w 155"/>
              <a:gd name="T41" fmla="*/ 119 h 139"/>
              <a:gd name="T42" fmla="*/ 111 w 155"/>
              <a:gd name="T43" fmla="*/ 132 h 139"/>
              <a:gd name="T44" fmla="*/ 110 w 155"/>
              <a:gd name="T45" fmla="*/ 138 h 139"/>
              <a:gd name="T46" fmla="*/ 103 w 155"/>
              <a:gd name="T47" fmla="*/ 135 h 139"/>
              <a:gd name="T48" fmla="*/ 100 w 155"/>
              <a:gd name="T49" fmla="*/ 130 h 139"/>
              <a:gd name="T50" fmla="*/ 82 w 155"/>
              <a:gd name="T51" fmla="*/ 130 h 139"/>
              <a:gd name="T52" fmla="*/ 69 w 155"/>
              <a:gd name="T53" fmla="*/ 122 h 139"/>
              <a:gd name="T54" fmla="*/ 57 w 155"/>
              <a:gd name="T55" fmla="*/ 114 h 139"/>
              <a:gd name="T56" fmla="*/ 52 w 155"/>
              <a:gd name="T57" fmla="*/ 106 h 139"/>
              <a:gd name="T58" fmla="*/ 52 w 155"/>
              <a:gd name="T59" fmla="*/ 99 h 139"/>
              <a:gd name="T60" fmla="*/ 37 w 155"/>
              <a:gd name="T61" fmla="*/ 84 h 139"/>
              <a:gd name="T62" fmla="*/ 25 w 155"/>
              <a:gd name="T63" fmla="*/ 88 h 139"/>
              <a:gd name="T64" fmla="*/ 16 w 155"/>
              <a:gd name="T65" fmla="*/ 90 h 139"/>
              <a:gd name="T66" fmla="*/ 7 w 155"/>
              <a:gd name="T67" fmla="*/ 86 h 139"/>
              <a:gd name="T68" fmla="*/ 9 w 155"/>
              <a:gd name="T69" fmla="*/ 71 h 139"/>
              <a:gd name="T70" fmla="*/ 17 w 155"/>
              <a:gd name="T71" fmla="*/ 61 h 139"/>
              <a:gd name="T72" fmla="*/ 1 w 155"/>
              <a:gd name="T73" fmla="*/ 50 h 139"/>
              <a:gd name="T74" fmla="*/ 9 w 155"/>
              <a:gd name="T75" fmla="*/ 47 h 139"/>
              <a:gd name="T76" fmla="*/ 7 w 155"/>
              <a:gd name="T77" fmla="*/ 36 h 139"/>
              <a:gd name="T78" fmla="*/ 11 w 155"/>
              <a:gd name="T79" fmla="*/ 27 h 139"/>
              <a:gd name="T80" fmla="*/ 10 w 155"/>
              <a:gd name="T81" fmla="*/ 23 h 139"/>
              <a:gd name="T82" fmla="*/ 13 w 155"/>
              <a:gd name="T83" fmla="*/ 21 h 139"/>
              <a:gd name="T84" fmla="*/ 24 w 155"/>
              <a:gd name="T85" fmla="*/ 16 h 139"/>
              <a:gd name="T86" fmla="*/ 34 w 155"/>
              <a:gd name="T87" fmla="*/ 10 h 139"/>
              <a:gd name="T88" fmla="*/ 51 w 155"/>
              <a:gd name="T89" fmla="*/ 12 h 139"/>
              <a:gd name="T90" fmla="*/ 68 w 155"/>
              <a:gd name="T91" fmla="*/ 17 h 139"/>
              <a:gd name="T92" fmla="*/ 63 w 155"/>
              <a:gd name="T93" fmla="*/ 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5" h="139">
                <a:moveTo>
                  <a:pt x="63" y="9"/>
                </a:moveTo>
                <a:cubicBezTo>
                  <a:pt x="64" y="9"/>
                  <a:pt x="65" y="9"/>
                  <a:pt x="65" y="8"/>
                </a:cubicBezTo>
                <a:cubicBezTo>
                  <a:pt x="66" y="6"/>
                  <a:pt x="65" y="5"/>
                  <a:pt x="67" y="4"/>
                </a:cubicBezTo>
                <a:cubicBezTo>
                  <a:pt x="67" y="3"/>
                  <a:pt x="69" y="4"/>
                  <a:pt x="69" y="3"/>
                </a:cubicBezTo>
                <a:cubicBezTo>
                  <a:pt x="70" y="2"/>
                  <a:pt x="69" y="1"/>
                  <a:pt x="70" y="0"/>
                </a:cubicBezTo>
                <a:cubicBezTo>
                  <a:pt x="71" y="0"/>
                  <a:pt x="76" y="6"/>
                  <a:pt x="74" y="6"/>
                </a:cubicBezTo>
                <a:cubicBezTo>
                  <a:pt x="75" y="6"/>
                  <a:pt x="76" y="7"/>
                  <a:pt x="77" y="7"/>
                </a:cubicBezTo>
                <a:cubicBezTo>
                  <a:pt x="78" y="10"/>
                  <a:pt x="76" y="13"/>
                  <a:pt x="80" y="14"/>
                </a:cubicBezTo>
                <a:cubicBezTo>
                  <a:pt x="82" y="15"/>
                  <a:pt x="81" y="17"/>
                  <a:pt x="82" y="18"/>
                </a:cubicBezTo>
                <a:cubicBezTo>
                  <a:pt x="83" y="20"/>
                  <a:pt x="85" y="20"/>
                  <a:pt x="86" y="21"/>
                </a:cubicBezTo>
                <a:cubicBezTo>
                  <a:pt x="88" y="23"/>
                  <a:pt x="89" y="28"/>
                  <a:pt x="94" y="27"/>
                </a:cubicBezTo>
                <a:cubicBezTo>
                  <a:pt x="94" y="26"/>
                  <a:pt x="94" y="26"/>
                  <a:pt x="94" y="26"/>
                </a:cubicBezTo>
                <a:cubicBezTo>
                  <a:pt x="95" y="26"/>
                  <a:pt x="97" y="25"/>
                  <a:pt x="98" y="24"/>
                </a:cubicBezTo>
                <a:cubicBezTo>
                  <a:pt x="101" y="24"/>
                  <a:pt x="102" y="26"/>
                  <a:pt x="104" y="26"/>
                </a:cubicBezTo>
                <a:cubicBezTo>
                  <a:pt x="104" y="28"/>
                  <a:pt x="107" y="32"/>
                  <a:pt x="109" y="32"/>
                </a:cubicBezTo>
                <a:cubicBezTo>
                  <a:pt x="110" y="33"/>
                  <a:pt x="111" y="32"/>
                  <a:pt x="113" y="33"/>
                </a:cubicBezTo>
                <a:cubicBezTo>
                  <a:pt x="113" y="33"/>
                  <a:pt x="114" y="33"/>
                  <a:pt x="115" y="34"/>
                </a:cubicBezTo>
                <a:cubicBezTo>
                  <a:pt x="116" y="35"/>
                  <a:pt x="115" y="35"/>
                  <a:pt x="116" y="36"/>
                </a:cubicBezTo>
                <a:cubicBezTo>
                  <a:pt x="117" y="37"/>
                  <a:pt x="117" y="38"/>
                  <a:pt x="119" y="38"/>
                </a:cubicBezTo>
                <a:cubicBezTo>
                  <a:pt x="118" y="41"/>
                  <a:pt x="119" y="45"/>
                  <a:pt x="120" y="47"/>
                </a:cubicBezTo>
                <a:cubicBezTo>
                  <a:pt x="121" y="48"/>
                  <a:pt x="124" y="48"/>
                  <a:pt x="126" y="48"/>
                </a:cubicBezTo>
                <a:cubicBezTo>
                  <a:pt x="128" y="48"/>
                  <a:pt x="130" y="49"/>
                  <a:pt x="132" y="49"/>
                </a:cubicBezTo>
                <a:cubicBezTo>
                  <a:pt x="134" y="50"/>
                  <a:pt x="135" y="51"/>
                  <a:pt x="136" y="52"/>
                </a:cubicBezTo>
                <a:cubicBezTo>
                  <a:pt x="138" y="52"/>
                  <a:pt x="138" y="52"/>
                  <a:pt x="140" y="53"/>
                </a:cubicBezTo>
                <a:cubicBezTo>
                  <a:pt x="142" y="53"/>
                  <a:pt x="142" y="55"/>
                  <a:pt x="143" y="57"/>
                </a:cubicBezTo>
                <a:cubicBezTo>
                  <a:pt x="145" y="60"/>
                  <a:pt x="145" y="60"/>
                  <a:pt x="148" y="60"/>
                </a:cubicBezTo>
                <a:cubicBezTo>
                  <a:pt x="150" y="61"/>
                  <a:pt x="151" y="62"/>
                  <a:pt x="152" y="63"/>
                </a:cubicBezTo>
                <a:cubicBezTo>
                  <a:pt x="152" y="63"/>
                  <a:pt x="155" y="68"/>
                  <a:pt x="152" y="67"/>
                </a:cubicBezTo>
                <a:cubicBezTo>
                  <a:pt x="150" y="67"/>
                  <a:pt x="149" y="67"/>
                  <a:pt x="148" y="69"/>
                </a:cubicBezTo>
                <a:cubicBezTo>
                  <a:pt x="147" y="71"/>
                  <a:pt x="144" y="73"/>
                  <a:pt x="143" y="75"/>
                </a:cubicBezTo>
                <a:cubicBezTo>
                  <a:pt x="142" y="75"/>
                  <a:pt x="140" y="75"/>
                  <a:pt x="138" y="76"/>
                </a:cubicBezTo>
                <a:cubicBezTo>
                  <a:pt x="137" y="77"/>
                  <a:pt x="137" y="79"/>
                  <a:pt x="137" y="80"/>
                </a:cubicBezTo>
                <a:cubicBezTo>
                  <a:pt x="136" y="82"/>
                  <a:pt x="135" y="83"/>
                  <a:pt x="133" y="84"/>
                </a:cubicBezTo>
                <a:cubicBezTo>
                  <a:pt x="132" y="84"/>
                  <a:pt x="130" y="84"/>
                  <a:pt x="129" y="86"/>
                </a:cubicBezTo>
                <a:cubicBezTo>
                  <a:pt x="128" y="88"/>
                  <a:pt x="131" y="93"/>
                  <a:pt x="129" y="95"/>
                </a:cubicBezTo>
                <a:cubicBezTo>
                  <a:pt x="127" y="97"/>
                  <a:pt x="126" y="96"/>
                  <a:pt x="125" y="97"/>
                </a:cubicBezTo>
                <a:cubicBezTo>
                  <a:pt x="124" y="99"/>
                  <a:pt x="125" y="101"/>
                  <a:pt x="123" y="101"/>
                </a:cubicBezTo>
                <a:cubicBezTo>
                  <a:pt x="122" y="104"/>
                  <a:pt x="124" y="107"/>
                  <a:pt x="125" y="109"/>
                </a:cubicBezTo>
                <a:cubicBezTo>
                  <a:pt x="126" y="109"/>
                  <a:pt x="126" y="110"/>
                  <a:pt x="126" y="111"/>
                </a:cubicBezTo>
                <a:cubicBezTo>
                  <a:pt x="125" y="111"/>
                  <a:pt x="124" y="111"/>
                  <a:pt x="123" y="111"/>
                </a:cubicBezTo>
                <a:cubicBezTo>
                  <a:pt x="123" y="112"/>
                  <a:pt x="122" y="112"/>
                  <a:pt x="122" y="113"/>
                </a:cubicBezTo>
                <a:cubicBezTo>
                  <a:pt x="121" y="114"/>
                  <a:pt x="120" y="117"/>
                  <a:pt x="119" y="119"/>
                </a:cubicBezTo>
                <a:cubicBezTo>
                  <a:pt x="117" y="122"/>
                  <a:pt x="115" y="125"/>
                  <a:pt x="113" y="127"/>
                </a:cubicBezTo>
                <a:cubicBezTo>
                  <a:pt x="112" y="128"/>
                  <a:pt x="110" y="130"/>
                  <a:pt x="111" y="132"/>
                </a:cubicBezTo>
                <a:cubicBezTo>
                  <a:pt x="111" y="133"/>
                  <a:pt x="112" y="134"/>
                  <a:pt x="113" y="134"/>
                </a:cubicBezTo>
                <a:cubicBezTo>
                  <a:pt x="111" y="135"/>
                  <a:pt x="111" y="137"/>
                  <a:pt x="110" y="138"/>
                </a:cubicBezTo>
                <a:cubicBezTo>
                  <a:pt x="109" y="139"/>
                  <a:pt x="107" y="138"/>
                  <a:pt x="106" y="138"/>
                </a:cubicBezTo>
                <a:cubicBezTo>
                  <a:pt x="107" y="135"/>
                  <a:pt x="103" y="137"/>
                  <a:pt x="103" y="135"/>
                </a:cubicBezTo>
                <a:cubicBezTo>
                  <a:pt x="102" y="134"/>
                  <a:pt x="101" y="134"/>
                  <a:pt x="100" y="135"/>
                </a:cubicBezTo>
                <a:cubicBezTo>
                  <a:pt x="100" y="133"/>
                  <a:pt x="100" y="132"/>
                  <a:pt x="100" y="130"/>
                </a:cubicBezTo>
                <a:cubicBezTo>
                  <a:pt x="97" y="130"/>
                  <a:pt x="94" y="132"/>
                  <a:pt x="90" y="131"/>
                </a:cubicBezTo>
                <a:cubicBezTo>
                  <a:pt x="87" y="130"/>
                  <a:pt x="85" y="130"/>
                  <a:pt x="82" y="130"/>
                </a:cubicBezTo>
                <a:cubicBezTo>
                  <a:pt x="82" y="127"/>
                  <a:pt x="81" y="127"/>
                  <a:pt x="78" y="126"/>
                </a:cubicBezTo>
                <a:cubicBezTo>
                  <a:pt x="75" y="125"/>
                  <a:pt x="72" y="122"/>
                  <a:pt x="69" y="122"/>
                </a:cubicBezTo>
                <a:cubicBezTo>
                  <a:pt x="69" y="119"/>
                  <a:pt x="69" y="117"/>
                  <a:pt x="64" y="116"/>
                </a:cubicBezTo>
                <a:cubicBezTo>
                  <a:pt x="61" y="116"/>
                  <a:pt x="57" y="118"/>
                  <a:pt x="57" y="114"/>
                </a:cubicBezTo>
                <a:cubicBezTo>
                  <a:pt x="54" y="113"/>
                  <a:pt x="54" y="110"/>
                  <a:pt x="51" y="109"/>
                </a:cubicBezTo>
                <a:cubicBezTo>
                  <a:pt x="51" y="108"/>
                  <a:pt x="52" y="107"/>
                  <a:pt x="52" y="106"/>
                </a:cubicBezTo>
                <a:cubicBezTo>
                  <a:pt x="54" y="106"/>
                  <a:pt x="59" y="106"/>
                  <a:pt x="59" y="104"/>
                </a:cubicBezTo>
                <a:cubicBezTo>
                  <a:pt x="58" y="102"/>
                  <a:pt x="53" y="100"/>
                  <a:pt x="52" y="99"/>
                </a:cubicBezTo>
                <a:cubicBezTo>
                  <a:pt x="49" y="97"/>
                  <a:pt x="45" y="94"/>
                  <a:pt x="42" y="91"/>
                </a:cubicBezTo>
                <a:cubicBezTo>
                  <a:pt x="40" y="89"/>
                  <a:pt x="40" y="86"/>
                  <a:pt x="37" y="84"/>
                </a:cubicBezTo>
                <a:cubicBezTo>
                  <a:pt x="34" y="82"/>
                  <a:pt x="32" y="85"/>
                  <a:pt x="29" y="84"/>
                </a:cubicBezTo>
                <a:cubicBezTo>
                  <a:pt x="27" y="84"/>
                  <a:pt x="27" y="87"/>
                  <a:pt x="25" y="88"/>
                </a:cubicBezTo>
                <a:cubicBezTo>
                  <a:pt x="22" y="89"/>
                  <a:pt x="23" y="91"/>
                  <a:pt x="21" y="93"/>
                </a:cubicBezTo>
                <a:cubicBezTo>
                  <a:pt x="19" y="94"/>
                  <a:pt x="17" y="90"/>
                  <a:pt x="16" y="90"/>
                </a:cubicBezTo>
                <a:cubicBezTo>
                  <a:pt x="17" y="88"/>
                  <a:pt x="16" y="86"/>
                  <a:pt x="16" y="85"/>
                </a:cubicBezTo>
                <a:cubicBezTo>
                  <a:pt x="14" y="86"/>
                  <a:pt x="10" y="87"/>
                  <a:pt x="7" y="86"/>
                </a:cubicBezTo>
                <a:cubicBezTo>
                  <a:pt x="6" y="85"/>
                  <a:pt x="6" y="81"/>
                  <a:pt x="5" y="79"/>
                </a:cubicBezTo>
                <a:cubicBezTo>
                  <a:pt x="3" y="76"/>
                  <a:pt x="7" y="73"/>
                  <a:pt x="9" y="71"/>
                </a:cubicBezTo>
                <a:cubicBezTo>
                  <a:pt x="11" y="69"/>
                  <a:pt x="12" y="65"/>
                  <a:pt x="13" y="62"/>
                </a:cubicBezTo>
                <a:cubicBezTo>
                  <a:pt x="14" y="62"/>
                  <a:pt x="15" y="61"/>
                  <a:pt x="17" y="61"/>
                </a:cubicBezTo>
                <a:cubicBezTo>
                  <a:pt x="13" y="59"/>
                  <a:pt x="9" y="59"/>
                  <a:pt x="6" y="56"/>
                </a:cubicBezTo>
                <a:cubicBezTo>
                  <a:pt x="4" y="55"/>
                  <a:pt x="0" y="53"/>
                  <a:pt x="1" y="50"/>
                </a:cubicBezTo>
                <a:cubicBezTo>
                  <a:pt x="3" y="49"/>
                  <a:pt x="3" y="49"/>
                  <a:pt x="3" y="49"/>
                </a:cubicBezTo>
                <a:cubicBezTo>
                  <a:pt x="5" y="48"/>
                  <a:pt x="7" y="48"/>
                  <a:pt x="9" y="47"/>
                </a:cubicBezTo>
                <a:cubicBezTo>
                  <a:pt x="10" y="46"/>
                  <a:pt x="10" y="43"/>
                  <a:pt x="7" y="43"/>
                </a:cubicBezTo>
                <a:cubicBezTo>
                  <a:pt x="8" y="41"/>
                  <a:pt x="10" y="36"/>
                  <a:pt x="7" y="36"/>
                </a:cubicBezTo>
                <a:cubicBezTo>
                  <a:pt x="7" y="34"/>
                  <a:pt x="9" y="28"/>
                  <a:pt x="11" y="28"/>
                </a:cubicBezTo>
                <a:cubicBezTo>
                  <a:pt x="11" y="27"/>
                  <a:pt x="11" y="27"/>
                  <a:pt x="11" y="27"/>
                </a:cubicBezTo>
                <a:cubicBezTo>
                  <a:pt x="11" y="27"/>
                  <a:pt x="11" y="27"/>
                  <a:pt x="11" y="27"/>
                </a:cubicBezTo>
                <a:cubicBezTo>
                  <a:pt x="10" y="26"/>
                  <a:pt x="10" y="25"/>
                  <a:pt x="10" y="23"/>
                </a:cubicBezTo>
                <a:cubicBezTo>
                  <a:pt x="11" y="23"/>
                  <a:pt x="15" y="24"/>
                  <a:pt x="14" y="21"/>
                </a:cubicBezTo>
                <a:cubicBezTo>
                  <a:pt x="14" y="22"/>
                  <a:pt x="13" y="21"/>
                  <a:pt x="13" y="21"/>
                </a:cubicBezTo>
                <a:cubicBezTo>
                  <a:pt x="13" y="19"/>
                  <a:pt x="17" y="13"/>
                  <a:pt x="20" y="14"/>
                </a:cubicBezTo>
                <a:cubicBezTo>
                  <a:pt x="22" y="15"/>
                  <a:pt x="22" y="17"/>
                  <a:pt x="24" y="16"/>
                </a:cubicBezTo>
                <a:cubicBezTo>
                  <a:pt x="25" y="16"/>
                  <a:pt x="26" y="13"/>
                  <a:pt x="26" y="12"/>
                </a:cubicBezTo>
                <a:cubicBezTo>
                  <a:pt x="28" y="11"/>
                  <a:pt x="32" y="13"/>
                  <a:pt x="34" y="10"/>
                </a:cubicBezTo>
                <a:cubicBezTo>
                  <a:pt x="37" y="10"/>
                  <a:pt x="42" y="11"/>
                  <a:pt x="44" y="11"/>
                </a:cubicBezTo>
                <a:cubicBezTo>
                  <a:pt x="47" y="12"/>
                  <a:pt x="48" y="12"/>
                  <a:pt x="51" y="12"/>
                </a:cubicBezTo>
                <a:cubicBezTo>
                  <a:pt x="54" y="13"/>
                  <a:pt x="61" y="14"/>
                  <a:pt x="61" y="18"/>
                </a:cubicBezTo>
                <a:cubicBezTo>
                  <a:pt x="62" y="18"/>
                  <a:pt x="69" y="18"/>
                  <a:pt x="68" y="17"/>
                </a:cubicBezTo>
                <a:cubicBezTo>
                  <a:pt x="68" y="16"/>
                  <a:pt x="67" y="14"/>
                  <a:pt x="66" y="13"/>
                </a:cubicBezTo>
                <a:cubicBezTo>
                  <a:pt x="65" y="11"/>
                  <a:pt x="64" y="10"/>
                  <a:pt x="63" y="9"/>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6" name="Freeform 314">
            <a:extLst>
              <a:ext uri="{FF2B5EF4-FFF2-40B4-BE49-F238E27FC236}">
                <a16:creationId xmlns:a16="http://schemas.microsoft.com/office/drawing/2014/main" id="{0116CD10-BF39-4622-BB3D-B7BB33CB7898}"/>
              </a:ext>
            </a:extLst>
          </p:cNvPr>
          <p:cNvSpPr>
            <a:spLocks/>
          </p:cNvSpPr>
          <p:nvPr/>
        </p:nvSpPr>
        <p:spPr bwMode="auto">
          <a:xfrm>
            <a:off x="2985825" y="3158706"/>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7" name="Freeform 315">
            <a:extLst>
              <a:ext uri="{FF2B5EF4-FFF2-40B4-BE49-F238E27FC236}">
                <a16:creationId xmlns:a16="http://schemas.microsoft.com/office/drawing/2014/main" id="{20231104-3873-4F00-A038-EC554C09A256}"/>
              </a:ext>
            </a:extLst>
          </p:cNvPr>
          <p:cNvSpPr>
            <a:spLocks/>
          </p:cNvSpPr>
          <p:nvPr/>
        </p:nvSpPr>
        <p:spPr bwMode="auto">
          <a:xfrm>
            <a:off x="2985825" y="3158706"/>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8" name="Freeform 316">
            <a:extLst>
              <a:ext uri="{FF2B5EF4-FFF2-40B4-BE49-F238E27FC236}">
                <a16:creationId xmlns:a16="http://schemas.microsoft.com/office/drawing/2014/main" id="{34591D0F-D73F-4061-8D05-64D7DD8EC250}"/>
              </a:ext>
            </a:extLst>
          </p:cNvPr>
          <p:cNvSpPr>
            <a:spLocks/>
          </p:cNvSpPr>
          <p:nvPr/>
        </p:nvSpPr>
        <p:spPr bwMode="auto">
          <a:xfrm>
            <a:off x="3008262" y="2888706"/>
            <a:ext cx="3060"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1" y="1"/>
                  <a:pt x="1" y="1"/>
                </a:cubicBezTo>
                <a:cubicBezTo>
                  <a:pt x="1" y="1"/>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99" name="Freeform 317">
            <a:extLst>
              <a:ext uri="{FF2B5EF4-FFF2-40B4-BE49-F238E27FC236}">
                <a16:creationId xmlns:a16="http://schemas.microsoft.com/office/drawing/2014/main" id="{8FCB12CE-CB54-4360-BD85-A27AD6109A63}"/>
              </a:ext>
            </a:extLst>
          </p:cNvPr>
          <p:cNvSpPr>
            <a:spLocks/>
          </p:cNvSpPr>
          <p:nvPr/>
        </p:nvSpPr>
        <p:spPr bwMode="auto">
          <a:xfrm>
            <a:off x="3006221" y="2874910"/>
            <a:ext cx="2039" cy="8869"/>
          </a:xfrm>
          <a:custGeom>
            <a:avLst/>
            <a:gdLst>
              <a:gd name="T0" fmla="*/ 0 w 1"/>
              <a:gd name="T1" fmla="*/ 0 h 4"/>
              <a:gd name="T2" fmla="*/ 0 w 1"/>
              <a:gd name="T3" fmla="*/ 0 h 4"/>
              <a:gd name="T4" fmla="*/ 1 w 1"/>
              <a:gd name="T5" fmla="*/ 4 h 4"/>
              <a:gd name="T6" fmla="*/ 0 w 1"/>
              <a:gd name="T7" fmla="*/ 0 h 4"/>
            </a:gdLst>
            <a:ahLst/>
            <a:cxnLst>
              <a:cxn ang="0">
                <a:pos x="T0" y="T1"/>
              </a:cxn>
              <a:cxn ang="0">
                <a:pos x="T2" y="T3"/>
              </a:cxn>
              <a:cxn ang="0">
                <a:pos x="T4" y="T5"/>
              </a:cxn>
              <a:cxn ang="0">
                <a:pos x="T6" y="T7"/>
              </a:cxn>
            </a:cxnLst>
            <a:rect l="0" t="0" r="r" b="b"/>
            <a:pathLst>
              <a:path w="1" h="4">
                <a:moveTo>
                  <a:pt x="0" y="0"/>
                </a:moveTo>
                <a:cubicBezTo>
                  <a:pt x="0" y="0"/>
                  <a:pt x="0" y="0"/>
                  <a:pt x="0" y="0"/>
                </a:cubicBezTo>
                <a:cubicBezTo>
                  <a:pt x="0" y="1"/>
                  <a:pt x="0" y="3"/>
                  <a:pt x="1" y="4"/>
                </a:cubicBezTo>
                <a:cubicBezTo>
                  <a:pt x="0" y="3"/>
                  <a:pt x="0" y="1"/>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0" name="Freeform 318">
            <a:extLst>
              <a:ext uri="{FF2B5EF4-FFF2-40B4-BE49-F238E27FC236}">
                <a16:creationId xmlns:a16="http://schemas.microsoft.com/office/drawing/2014/main" id="{EC086420-42C1-4D0E-9E66-6B35353DD09B}"/>
              </a:ext>
            </a:extLst>
          </p:cNvPr>
          <p:cNvSpPr>
            <a:spLocks/>
          </p:cNvSpPr>
          <p:nvPr/>
        </p:nvSpPr>
        <p:spPr bwMode="auto">
          <a:xfrm>
            <a:off x="2952169" y="3031589"/>
            <a:ext cx="2039"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1" name="Freeform 319">
            <a:extLst>
              <a:ext uri="{FF2B5EF4-FFF2-40B4-BE49-F238E27FC236}">
                <a16:creationId xmlns:a16="http://schemas.microsoft.com/office/drawing/2014/main" id="{614EBB7D-4A55-4092-B718-721F74E8FCFC}"/>
              </a:ext>
            </a:extLst>
          </p:cNvPr>
          <p:cNvSpPr>
            <a:spLocks/>
          </p:cNvSpPr>
          <p:nvPr/>
        </p:nvSpPr>
        <p:spPr bwMode="auto">
          <a:xfrm>
            <a:off x="2950130" y="3026662"/>
            <a:ext cx="2039"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2" name="Freeform 320">
            <a:extLst>
              <a:ext uri="{FF2B5EF4-FFF2-40B4-BE49-F238E27FC236}">
                <a16:creationId xmlns:a16="http://schemas.microsoft.com/office/drawing/2014/main" id="{C916A8FD-827E-46B5-85A5-C4BC32CE41E3}"/>
              </a:ext>
            </a:extLst>
          </p:cNvPr>
          <p:cNvSpPr>
            <a:spLocks/>
          </p:cNvSpPr>
          <p:nvPr/>
        </p:nvSpPr>
        <p:spPr bwMode="auto">
          <a:xfrm>
            <a:off x="2652329" y="2938961"/>
            <a:ext cx="344714" cy="314344"/>
          </a:xfrm>
          <a:custGeom>
            <a:avLst/>
            <a:gdLst>
              <a:gd name="T0" fmla="*/ 146 w 152"/>
              <a:gd name="T1" fmla="*/ 100 h 143"/>
              <a:gd name="T2" fmla="*/ 144 w 152"/>
              <a:gd name="T3" fmla="*/ 93 h 143"/>
              <a:gd name="T4" fmla="*/ 140 w 152"/>
              <a:gd name="T5" fmla="*/ 88 h 143"/>
              <a:gd name="T6" fmla="*/ 143 w 152"/>
              <a:gd name="T7" fmla="*/ 79 h 143"/>
              <a:gd name="T8" fmla="*/ 138 w 152"/>
              <a:gd name="T9" fmla="*/ 63 h 143"/>
              <a:gd name="T10" fmla="*/ 135 w 152"/>
              <a:gd name="T11" fmla="*/ 57 h 143"/>
              <a:gd name="T12" fmla="*/ 131 w 152"/>
              <a:gd name="T13" fmla="*/ 51 h 143"/>
              <a:gd name="T14" fmla="*/ 133 w 152"/>
              <a:gd name="T15" fmla="*/ 45 h 143"/>
              <a:gd name="T16" fmla="*/ 132 w 152"/>
              <a:gd name="T17" fmla="*/ 43 h 143"/>
              <a:gd name="T18" fmla="*/ 127 w 152"/>
              <a:gd name="T19" fmla="*/ 40 h 143"/>
              <a:gd name="T20" fmla="*/ 126 w 152"/>
              <a:gd name="T21" fmla="*/ 39 h 143"/>
              <a:gd name="T22" fmla="*/ 122 w 152"/>
              <a:gd name="T23" fmla="*/ 29 h 143"/>
              <a:gd name="T24" fmla="*/ 117 w 152"/>
              <a:gd name="T25" fmla="*/ 31 h 143"/>
              <a:gd name="T26" fmla="*/ 109 w 152"/>
              <a:gd name="T27" fmla="*/ 30 h 143"/>
              <a:gd name="T28" fmla="*/ 106 w 152"/>
              <a:gd name="T29" fmla="*/ 22 h 143"/>
              <a:gd name="T30" fmla="*/ 102 w 152"/>
              <a:gd name="T31" fmla="*/ 14 h 143"/>
              <a:gd name="T32" fmla="*/ 86 w 152"/>
              <a:gd name="T33" fmla="*/ 18 h 143"/>
              <a:gd name="T34" fmla="*/ 75 w 152"/>
              <a:gd name="T35" fmla="*/ 13 h 143"/>
              <a:gd name="T36" fmla="*/ 67 w 152"/>
              <a:gd name="T37" fmla="*/ 9 h 143"/>
              <a:gd name="T38" fmla="*/ 60 w 152"/>
              <a:gd name="T39" fmla="*/ 6 h 143"/>
              <a:gd name="T40" fmla="*/ 47 w 152"/>
              <a:gd name="T41" fmla="*/ 1 h 143"/>
              <a:gd name="T42" fmla="*/ 34 w 152"/>
              <a:gd name="T43" fmla="*/ 9 h 143"/>
              <a:gd name="T44" fmla="*/ 27 w 152"/>
              <a:gd name="T45" fmla="*/ 12 h 143"/>
              <a:gd name="T46" fmla="*/ 24 w 152"/>
              <a:gd name="T47" fmla="*/ 14 h 143"/>
              <a:gd name="T48" fmla="*/ 19 w 152"/>
              <a:gd name="T49" fmla="*/ 12 h 143"/>
              <a:gd name="T50" fmla="*/ 16 w 152"/>
              <a:gd name="T51" fmla="*/ 16 h 143"/>
              <a:gd name="T52" fmla="*/ 19 w 152"/>
              <a:gd name="T53" fmla="*/ 23 h 143"/>
              <a:gd name="T54" fmla="*/ 15 w 152"/>
              <a:gd name="T55" fmla="*/ 32 h 143"/>
              <a:gd name="T56" fmla="*/ 13 w 152"/>
              <a:gd name="T57" fmla="*/ 33 h 143"/>
              <a:gd name="T58" fmla="*/ 12 w 152"/>
              <a:gd name="T59" fmla="*/ 33 h 143"/>
              <a:gd name="T60" fmla="*/ 16 w 152"/>
              <a:gd name="T61" fmla="*/ 40 h 143"/>
              <a:gd name="T62" fmla="*/ 9 w 152"/>
              <a:gd name="T63" fmla="*/ 46 h 143"/>
              <a:gd name="T64" fmla="*/ 3 w 152"/>
              <a:gd name="T65" fmla="*/ 53 h 143"/>
              <a:gd name="T66" fmla="*/ 6 w 152"/>
              <a:gd name="T67" fmla="*/ 55 h 143"/>
              <a:gd name="T68" fmla="*/ 17 w 152"/>
              <a:gd name="T69" fmla="*/ 66 h 143"/>
              <a:gd name="T70" fmla="*/ 23 w 152"/>
              <a:gd name="T71" fmla="*/ 82 h 143"/>
              <a:gd name="T72" fmla="*/ 30 w 152"/>
              <a:gd name="T73" fmla="*/ 87 h 143"/>
              <a:gd name="T74" fmla="*/ 38 w 152"/>
              <a:gd name="T75" fmla="*/ 92 h 143"/>
              <a:gd name="T76" fmla="*/ 42 w 152"/>
              <a:gd name="T77" fmla="*/ 95 h 143"/>
              <a:gd name="T78" fmla="*/ 42 w 152"/>
              <a:gd name="T79" fmla="*/ 105 h 143"/>
              <a:gd name="T80" fmla="*/ 57 w 152"/>
              <a:gd name="T81" fmla="*/ 117 h 143"/>
              <a:gd name="T82" fmla="*/ 67 w 152"/>
              <a:gd name="T83" fmla="*/ 127 h 143"/>
              <a:gd name="T84" fmla="*/ 74 w 152"/>
              <a:gd name="T85" fmla="*/ 138 h 143"/>
              <a:gd name="T86" fmla="*/ 84 w 152"/>
              <a:gd name="T87" fmla="*/ 141 h 143"/>
              <a:gd name="T88" fmla="*/ 86 w 152"/>
              <a:gd name="T89" fmla="*/ 140 h 143"/>
              <a:gd name="T90" fmla="*/ 92 w 152"/>
              <a:gd name="T91" fmla="*/ 138 h 143"/>
              <a:gd name="T92" fmla="*/ 90 w 152"/>
              <a:gd name="T93" fmla="*/ 127 h 143"/>
              <a:gd name="T94" fmla="*/ 94 w 152"/>
              <a:gd name="T95" fmla="*/ 118 h 143"/>
              <a:gd name="T96" fmla="*/ 93 w 152"/>
              <a:gd name="T97" fmla="*/ 114 h 143"/>
              <a:gd name="T98" fmla="*/ 96 w 152"/>
              <a:gd name="T99" fmla="*/ 112 h 143"/>
              <a:gd name="T100" fmla="*/ 107 w 152"/>
              <a:gd name="T101" fmla="*/ 107 h 143"/>
              <a:gd name="T102" fmla="*/ 117 w 152"/>
              <a:gd name="T103" fmla="*/ 101 h 143"/>
              <a:gd name="T104" fmla="*/ 134 w 152"/>
              <a:gd name="T105" fmla="*/ 103 h 143"/>
              <a:gd name="T106" fmla="*/ 151 w 152"/>
              <a:gd name="T107" fmla="*/ 108 h 143"/>
              <a:gd name="T108" fmla="*/ 146 w 152"/>
              <a:gd name="T109" fmla="*/ 10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2" h="143">
                <a:moveTo>
                  <a:pt x="146" y="100"/>
                </a:moveTo>
                <a:cubicBezTo>
                  <a:pt x="146" y="100"/>
                  <a:pt x="146" y="100"/>
                  <a:pt x="146" y="100"/>
                </a:cubicBezTo>
                <a:cubicBezTo>
                  <a:pt x="145" y="100"/>
                  <a:pt x="145" y="100"/>
                  <a:pt x="144" y="99"/>
                </a:cubicBezTo>
                <a:cubicBezTo>
                  <a:pt x="143" y="98"/>
                  <a:pt x="144" y="95"/>
                  <a:pt x="144" y="93"/>
                </a:cubicBezTo>
                <a:cubicBezTo>
                  <a:pt x="143" y="94"/>
                  <a:pt x="142" y="94"/>
                  <a:pt x="142" y="94"/>
                </a:cubicBezTo>
                <a:cubicBezTo>
                  <a:pt x="141" y="95"/>
                  <a:pt x="140" y="89"/>
                  <a:pt x="140" y="88"/>
                </a:cubicBezTo>
                <a:cubicBezTo>
                  <a:pt x="141" y="87"/>
                  <a:pt x="142" y="86"/>
                  <a:pt x="143" y="85"/>
                </a:cubicBezTo>
                <a:cubicBezTo>
                  <a:pt x="143" y="84"/>
                  <a:pt x="143" y="80"/>
                  <a:pt x="143" y="79"/>
                </a:cubicBezTo>
                <a:cubicBezTo>
                  <a:pt x="143" y="74"/>
                  <a:pt x="139" y="70"/>
                  <a:pt x="138" y="66"/>
                </a:cubicBezTo>
                <a:cubicBezTo>
                  <a:pt x="138" y="65"/>
                  <a:pt x="138" y="63"/>
                  <a:pt x="138" y="63"/>
                </a:cubicBezTo>
                <a:cubicBezTo>
                  <a:pt x="137" y="62"/>
                  <a:pt x="137" y="62"/>
                  <a:pt x="136" y="62"/>
                </a:cubicBezTo>
                <a:cubicBezTo>
                  <a:pt x="134" y="60"/>
                  <a:pt x="135" y="59"/>
                  <a:pt x="135" y="57"/>
                </a:cubicBezTo>
                <a:cubicBezTo>
                  <a:pt x="135" y="56"/>
                  <a:pt x="135" y="55"/>
                  <a:pt x="135" y="54"/>
                </a:cubicBezTo>
                <a:cubicBezTo>
                  <a:pt x="134" y="53"/>
                  <a:pt x="131" y="53"/>
                  <a:pt x="131" y="51"/>
                </a:cubicBezTo>
                <a:cubicBezTo>
                  <a:pt x="131" y="50"/>
                  <a:pt x="132" y="49"/>
                  <a:pt x="133" y="48"/>
                </a:cubicBezTo>
                <a:cubicBezTo>
                  <a:pt x="133" y="47"/>
                  <a:pt x="133" y="46"/>
                  <a:pt x="133" y="45"/>
                </a:cubicBezTo>
                <a:cubicBezTo>
                  <a:pt x="133" y="44"/>
                  <a:pt x="133" y="44"/>
                  <a:pt x="133" y="43"/>
                </a:cubicBezTo>
                <a:cubicBezTo>
                  <a:pt x="132" y="43"/>
                  <a:pt x="132" y="43"/>
                  <a:pt x="132" y="43"/>
                </a:cubicBezTo>
                <a:cubicBezTo>
                  <a:pt x="131" y="43"/>
                  <a:pt x="131" y="43"/>
                  <a:pt x="130" y="42"/>
                </a:cubicBezTo>
                <a:cubicBezTo>
                  <a:pt x="129" y="41"/>
                  <a:pt x="129" y="40"/>
                  <a:pt x="127" y="40"/>
                </a:cubicBezTo>
                <a:cubicBezTo>
                  <a:pt x="126" y="40"/>
                  <a:pt x="124" y="40"/>
                  <a:pt x="123" y="41"/>
                </a:cubicBezTo>
                <a:cubicBezTo>
                  <a:pt x="124" y="40"/>
                  <a:pt x="124" y="38"/>
                  <a:pt x="126" y="39"/>
                </a:cubicBezTo>
                <a:cubicBezTo>
                  <a:pt x="127" y="36"/>
                  <a:pt x="130" y="24"/>
                  <a:pt x="123" y="28"/>
                </a:cubicBezTo>
                <a:cubicBezTo>
                  <a:pt x="122" y="28"/>
                  <a:pt x="122" y="29"/>
                  <a:pt x="122" y="29"/>
                </a:cubicBezTo>
                <a:cubicBezTo>
                  <a:pt x="121" y="29"/>
                  <a:pt x="120" y="29"/>
                  <a:pt x="120" y="29"/>
                </a:cubicBezTo>
                <a:cubicBezTo>
                  <a:pt x="119" y="30"/>
                  <a:pt x="119" y="31"/>
                  <a:pt x="117" y="31"/>
                </a:cubicBezTo>
                <a:cubicBezTo>
                  <a:pt x="116" y="32"/>
                  <a:pt x="115" y="31"/>
                  <a:pt x="113" y="31"/>
                </a:cubicBezTo>
                <a:cubicBezTo>
                  <a:pt x="112" y="30"/>
                  <a:pt x="111" y="31"/>
                  <a:pt x="109" y="30"/>
                </a:cubicBezTo>
                <a:cubicBezTo>
                  <a:pt x="109" y="29"/>
                  <a:pt x="110" y="27"/>
                  <a:pt x="109" y="26"/>
                </a:cubicBezTo>
                <a:cubicBezTo>
                  <a:pt x="109" y="24"/>
                  <a:pt x="107" y="23"/>
                  <a:pt x="106" y="22"/>
                </a:cubicBezTo>
                <a:cubicBezTo>
                  <a:pt x="105" y="20"/>
                  <a:pt x="103" y="20"/>
                  <a:pt x="102" y="18"/>
                </a:cubicBezTo>
                <a:cubicBezTo>
                  <a:pt x="101" y="17"/>
                  <a:pt x="102" y="15"/>
                  <a:pt x="102" y="14"/>
                </a:cubicBezTo>
                <a:cubicBezTo>
                  <a:pt x="99" y="13"/>
                  <a:pt x="97" y="16"/>
                  <a:pt x="95" y="16"/>
                </a:cubicBezTo>
                <a:cubicBezTo>
                  <a:pt x="92" y="17"/>
                  <a:pt x="89" y="18"/>
                  <a:pt x="86" y="18"/>
                </a:cubicBezTo>
                <a:cubicBezTo>
                  <a:pt x="83" y="18"/>
                  <a:pt x="80" y="18"/>
                  <a:pt x="78" y="16"/>
                </a:cubicBezTo>
                <a:cubicBezTo>
                  <a:pt x="77" y="14"/>
                  <a:pt x="77" y="13"/>
                  <a:pt x="75" y="13"/>
                </a:cubicBezTo>
                <a:cubicBezTo>
                  <a:pt x="74" y="13"/>
                  <a:pt x="72" y="13"/>
                  <a:pt x="70" y="13"/>
                </a:cubicBezTo>
                <a:cubicBezTo>
                  <a:pt x="70" y="12"/>
                  <a:pt x="68" y="11"/>
                  <a:pt x="67" y="9"/>
                </a:cubicBezTo>
                <a:cubicBezTo>
                  <a:pt x="66" y="7"/>
                  <a:pt x="67" y="7"/>
                  <a:pt x="64" y="7"/>
                </a:cubicBezTo>
                <a:cubicBezTo>
                  <a:pt x="63" y="7"/>
                  <a:pt x="61" y="7"/>
                  <a:pt x="60" y="6"/>
                </a:cubicBezTo>
                <a:cubicBezTo>
                  <a:pt x="58" y="5"/>
                  <a:pt x="59" y="3"/>
                  <a:pt x="59" y="2"/>
                </a:cubicBezTo>
                <a:cubicBezTo>
                  <a:pt x="55" y="1"/>
                  <a:pt x="51" y="1"/>
                  <a:pt x="47" y="1"/>
                </a:cubicBezTo>
                <a:cubicBezTo>
                  <a:pt x="43" y="1"/>
                  <a:pt x="39" y="0"/>
                  <a:pt x="38" y="4"/>
                </a:cubicBezTo>
                <a:cubicBezTo>
                  <a:pt x="36" y="5"/>
                  <a:pt x="37" y="8"/>
                  <a:pt x="34" y="9"/>
                </a:cubicBezTo>
                <a:cubicBezTo>
                  <a:pt x="33" y="10"/>
                  <a:pt x="30" y="9"/>
                  <a:pt x="28" y="9"/>
                </a:cubicBezTo>
                <a:cubicBezTo>
                  <a:pt x="27" y="10"/>
                  <a:pt x="27" y="11"/>
                  <a:pt x="27" y="12"/>
                </a:cubicBezTo>
                <a:cubicBezTo>
                  <a:pt x="26" y="12"/>
                  <a:pt x="26" y="12"/>
                  <a:pt x="25" y="12"/>
                </a:cubicBezTo>
                <a:cubicBezTo>
                  <a:pt x="25" y="13"/>
                  <a:pt x="25" y="13"/>
                  <a:pt x="24" y="14"/>
                </a:cubicBezTo>
                <a:cubicBezTo>
                  <a:pt x="23" y="15"/>
                  <a:pt x="23" y="15"/>
                  <a:pt x="21" y="14"/>
                </a:cubicBezTo>
                <a:cubicBezTo>
                  <a:pt x="20" y="14"/>
                  <a:pt x="20" y="13"/>
                  <a:pt x="19" y="12"/>
                </a:cubicBezTo>
                <a:cubicBezTo>
                  <a:pt x="18" y="12"/>
                  <a:pt x="18" y="12"/>
                  <a:pt x="17" y="12"/>
                </a:cubicBezTo>
                <a:cubicBezTo>
                  <a:pt x="16" y="14"/>
                  <a:pt x="16" y="15"/>
                  <a:pt x="16" y="16"/>
                </a:cubicBezTo>
                <a:cubicBezTo>
                  <a:pt x="18" y="16"/>
                  <a:pt x="19" y="16"/>
                  <a:pt x="19" y="18"/>
                </a:cubicBezTo>
                <a:cubicBezTo>
                  <a:pt x="20" y="20"/>
                  <a:pt x="19" y="21"/>
                  <a:pt x="19" y="23"/>
                </a:cubicBezTo>
                <a:cubicBezTo>
                  <a:pt x="18" y="26"/>
                  <a:pt x="19" y="29"/>
                  <a:pt x="16" y="31"/>
                </a:cubicBezTo>
                <a:cubicBezTo>
                  <a:pt x="16" y="31"/>
                  <a:pt x="15" y="31"/>
                  <a:pt x="15" y="32"/>
                </a:cubicBezTo>
                <a:cubicBezTo>
                  <a:pt x="14" y="32"/>
                  <a:pt x="14" y="32"/>
                  <a:pt x="14" y="32"/>
                </a:cubicBezTo>
                <a:cubicBezTo>
                  <a:pt x="13" y="32"/>
                  <a:pt x="14" y="33"/>
                  <a:pt x="13" y="33"/>
                </a:cubicBezTo>
                <a:cubicBezTo>
                  <a:pt x="13" y="33"/>
                  <a:pt x="12" y="33"/>
                  <a:pt x="12" y="33"/>
                </a:cubicBezTo>
                <a:cubicBezTo>
                  <a:pt x="12" y="33"/>
                  <a:pt x="12" y="33"/>
                  <a:pt x="12" y="33"/>
                </a:cubicBezTo>
                <a:cubicBezTo>
                  <a:pt x="12" y="34"/>
                  <a:pt x="12" y="35"/>
                  <a:pt x="13" y="35"/>
                </a:cubicBezTo>
                <a:cubicBezTo>
                  <a:pt x="14" y="37"/>
                  <a:pt x="16" y="38"/>
                  <a:pt x="16" y="40"/>
                </a:cubicBezTo>
                <a:cubicBezTo>
                  <a:pt x="14" y="40"/>
                  <a:pt x="12" y="40"/>
                  <a:pt x="11" y="42"/>
                </a:cubicBezTo>
                <a:cubicBezTo>
                  <a:pt x="9" y="46"/>
                  <a:pt x="9" y="46"/>
                  <a:pt x="9" y="46"/>
                </a:cubicBezTo>
                <a:cubicBezTo>
                  <a:pt x="7" y="46"/>
                  <a:pt x="3" y="45"/>
                  <a:pt x="4" y="48"/>
                </a:cubicBezTo>
                <a:cubicBezTo>
                  <a:pt x="4" y="50"/>
                  <a:pt x="5" y="52"/>
                  <a:pt x="3" y="53"/>
                </a:cubicBezTo>
                <a:cubicBezTo>
                  <a:pt x="2" y="53"/>
                  <a:pt x="1" y="53"/>
                  <a:pt x="0" y="54"/>
                </a:cubicBezTo>
                <a:cubicBezTo>
                  <a:pt x="2" y="55"/>
                  <a:pt x="4" y="54"/>
                  <a:pt x="6" y="55"/>
                </a:cubicBezTo>
                <a:cubicBezTo>
                  <a:pt x="8" y="56"/>
                  <a:pt x="11" y="57"/>
                  <a:pt x="12" y="58"/>
                </a:cubicBezTo>
                <a:cubicBezTo>
                  <a:pt x="13" y="59"/>
                  <a:pt x="17" y="65"/>
                  <a:pt x="17" y="66"/>
                </a:cubicBezTo>
                <a:cubicBezTo>
                  <a:pt x="10" y="65"/>
                  <a:pt x="18" y="75"/>
                  <a:pt x="19" y="76"/>
                </a:cubicBezTo>
                <a:cubicBezTo>
                  <a:pt x="21" y="78"/>
                  <a:pt x="22" y="80"/>
                  <a:pt x="23" y="82"/>
                </a:cubicBezTo>
                <a:cubicBezTo>
                  <a:pt x="24" y="84"/>
                  <a:pt x="23" y="87"/>
                  <a:pt x="23" y="89"/>
                </a:cubicBezTo>
                <a:cubicBezTo>
                  <a:pt x="26" y="89"/>
                  <a:pt x="30" y="90"/>
                  <a:pt x="30" y="87"/>
                </a:cubicBezTo>
                <a:cubicBezTo>
                  <a:pt x="31" y="84"/>
                  <a:pt x="32" y="84"/>
                  <a:pt x="34" y="87"/>
                </a:cubicBezTo>
                <a:cubicBezTo>
                  <a:pt x="35" y="88"/>
                  <a:pt x="36" y="92"/>
                  <a:pt x="38" y="92"/>
                </a:cubicBezTo>
                <a:cubicBezTo>
                  <a:pt x="40" y="93"/>
                  <a:pt x="42" y="91"/>
                  <a:pt x="42" y="94"/>
                </a:cubicBezTo>
                <a:cubicBezTo>
                  <a:pt x="42" y="95"/>
                  <a:pt x="42" y="95"/>
                  <a:pt x="42" y="95"/>
                </a:cubicBezTo>
                <a:cubicBezTo>
                  <a:pt x="42" y="96"/>
                  <a:pt x="43" y="99"/>
                  <a:pt x="43" y="100"/>
                </a:cubicBezTo>
                <a:cubicBezTo>
                  <a:pt x="42" y="102"/>
                  <a:pt x="41" y="103"/>
                  <a:pt x="42" y="105"/>
                </a:cubicBezTo>
                <a:cubicBezTo>
                  <a:pt x="45" y="108"/>
                  <a:pt x="49" y="108"/>
                  <a:pt x="52" y="110"/>
                </a:cubicBezTo>
                <a:cubicBezTo>
                  <a:pt x="54" y="112"/>
                  <a:pt x="55" y="115"/>
                  <a:pt x="57" y="117"/>
                </a:cubicBezTo>
                <a:cubicBezTo>
                  <a:pt x="59" y="119"/>
                  <a:pt x="61" y="121"/>
                  <a:pt x="62" y="122"/>
                </a:cubicBezTo>
                <a:cubicBezTo>
                  <a:pt x="64" y="124"/>
                  <a:pt x="67" y="125"/>
                  <a:pt x="67" y="127"/>
                </a:cubicBezTo>
                <a:cubicBezTo>
                  <a:pt x="67" y="129"/>
                  <a:pt x="67" y="132"/>
                  <a:pt x="67" y="134"/>
                </a:cubicBezTo>
                <a:cubicBezTo>
                  <a:pt x="70" y="135"/>
                  <a:pt x="72" y="135"/>
                  <a:pt x="74" y="138"/>
                </a:cubicBezTo>
                <a:cubicBezTo>
                  <a:pt x="76" y="140"/>
                  <a:pt x="79" y="139"/>
                  <a:pt x="81" y="140"/>
                </a:cubicBezTo>
                <a:cubicBezTo>
                  <a:pt x="81" y="143"/>
                  <a:pt x="82" y="143"/>
                  <a:pt x="84" y="141"/>
                </a:cubicBezTo>
                <a:cubicBezTo>
                  <a:pt x="84" y="141"/>
                  <a:pt x="84" y="141"/>
                  <a:pt x="84" y="141"/>
                </a:cubicBezTo>
                <a:cubicBezTo>
                  <a:pt x="86" y="140"/>
                  <a:pt x="86" y="140"/>
                  <a:pt x="86" y="140"/>
                </a:cubicBezTo>
                <a:cubicBezTo>
                  <a:pt x="86" y="140"/>
                  <a:pt x="86" y="140"/>
                  <a:pt x="86" y="140"/>
                </a:cubicBezTo>
                <a:cubicBezTo>
                  <a:pt x="88" y="139"/>
                  <a:pt x="90" y="139"/>
                  <a:pt x="92" y="138"/>
                </a:cubicBezTo>
                <a:cubicBezTo>
                  <a:pt x="93" y="137"/>
                  <a:pt x="93" y="134"/>
                  <a:pt x="90" y="134"/>
                </a:cubicBezTo>
                <a:cubicBezTo>
                  <a:pt x="91" y="132"/>
                  <a:pt x="93" y="127"/>
                  <a:pt x="90" y="127"/>
                </a:cubicBezTo>
                <a:cubicBezTo>
                  <a:pt x="90" y="125"/>
                  <a:pt x="92" y="119"/>
                  <a:pt x="94" y="119"/>
                </a:cubicBezTo>
                <a:cubicBezTo>
                  <a:pt x="94" y="118"/>
                  <a:pt x="94" y="118"/>
                  <a:pt x="94" y="118"/>
                </a:cubicBezTo>
                <a:cubicBezTo>
                  <a:pt x="94" y="118"/>
                  <a:pt x="94" y="118"/>
                  <a:pt x="94" y="118"/>
                </a:cubicBezTo>
                <a:cubicBezTo>
                  <a:pt x="93" y="117"/>
                  <a:pt x="93" y="116"/>
                  <a:pt x="93" y="114"/>
                </a:cubicBezTo>
                <a:cubicBezTo>
                  <a:pt x="94" y="114"/>
                  <a:pt x="98" y="115"/>
                  <a:pt x="97" y="112"/>
                </a:cubicBezTo>
                <a:cubicBezTo>
                  <a:pt x="97" y="113"/>
                  <a:pt x="96" y="112"/>
                  <a:pt x="96" y="112"/>
                </a:cubicBezTo>
                <a:cubicBezTo>
                  <a:pt x="96" y="110"/>
                  <a:pt x="100" y="104"/>
                  <a:pt x="103" y="105"/>
                </a:cubicBezTo>
                <a:cubicBezTo>
                  <a:pt x="105" y="106"/>
                  <a:pt x="105" y="108"/>
                  <a:pt x="107" y="107"/>
                </a:cubicBezTo>
                <a:cubicBezTo>
                  <a:pt x="108" y="107"/>
                  <a:pt x="109" y="104"/>
                  <a:pt x="109" y="103"/>
                </a:cubicBezTo>
                <a:cubicBezTo>
                  <a:pt x="111" y="102"/>
                  <a:pt x="115" y="104"/>
                  <a:pt x="117" y="101"/>
                </a:cubicBezTo>
                <a:cubicBezTo>
                  <a:pt x="120" y="101"/>
                  <a:pt x="125" y="102"/>
                  <a:pt x="127" y="102"/>
                </a:cubicBezTo>
                <a:cubicBezTo>
                  <a:pt x="130" y="103"/>
                  <a:pt x="131" y="103"/>
                  <a:pt x="134" y="103"/>
                </a:cubicBezTo>
                <a:cubicBezTo>
                  <a:pt x="137" y="104"/>
                  <a:pt x="144" y="105"/>
                  <a:pt x="144" y="109"/>
                </a:cubicBezTo>
                <a:cubicBezTo>
                  <a:pt x="145" y="109"/>
                  <a:pt x="152" y="109"/>
                  <a:pt x="151" y="108"/>
                </a:cubicBezTo>
                <a:cubicBezTo>
                  <a:pt x="151" y="107"/>
                  <a:pt x="150" y="105"/>
                  <a:pt x="149" y="104"/>
                </a:cubicBezTo>
                <a:cubicBezTo>
                  <a:pt x="148" y="102"/>
                  <a:pt x="147" y="101"/>
                  <a:pt x="146" y="100"/>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sng" strike="noStrike" kern="1200" cap="none" spc="0" normalizeH="0" baseline="0" noProof="0">
              <a:ln>
                <a:noFill/>
              </a:ln>
              <a:solidFill>
                <a:prstClr val="black"/>
              </a:solidFill>
              <a:effectLst/>
              <a:uLnTx/>
              <a:uFillTx/>
              <a:latin typeface="Verdana"/>
              <a:ea typeface="+mn-ea"/>
              <a:cs typeface="+mn-cs"/>
            </a:endParaRPr>
          </a:p>
        </p:txBody>
      </p:sp>
      <p:sp>
        <p:nvSpPr>
          <p:cNvPr id="303" name="Freeform 321">
            <a:extLst>
              <a:ext uri="{FF2B5EF4-FFF2-40B4-BE49-F238E27FC236}">
                <a16:creationId xmlns:a16="http://schemas.microsoft.com/office/drawing/2014/main" id="{464C6466-2075-430D-8D8B-62746DE59F3B}"/>
              </a:ext>
            </a:extLst>
          </p:cNvPr>
          <p:cNvSpPr>
            <a:spLocks/>
          </p:cNvSpPr>
          <p:nvPr/>
        </p:nvSpPr>
        <p:spPr bwMode="auto">
          <a:xfrm>
            <a:off x="3356035" y="394702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4" name="Freeform 322">
            <a:extLst>
              <a:ext uri="{FF2B5EF4-FFF2-40B4-BE49-F238E27FC236}">
                <a16:creationId xmlns:a16="http://schemas.microsoft.com/office/drawing/2014/main" id="{8480EC2B-09DE-459B-990E-D51CFDBF2AE7}"/>
              </a:ext>
            </a:extLst>
          </p:cNvPr>
          <p:cNvSpPr>
            <a:spLocks/>
          </p:cNvSpPr>
          <p:nvPr/>
        </p:nvSpPr>
        <p:spPr bwMode="auto">
          <a:xfrm>
            <a:off x="3353995" y="3940129"/>
            <a:ext cx="0" cy="1971"/>
          </a:xfrm>
          <a:custGeom>
            <a:avLst/>
            <a:gdLst>
              <a:gd name="T0" fmla="*/ 2 h 2"/>
              <a:gd name="T1" fmla="*/ 0 h 2"/>
              <a:gd name="T2" fmla="*/ 2 h 2"/>
            </a:gdLst>
            <a:ahLst/>
            <a:cxnLst>
              <a:cxn ang="0">
                <a:pos x="0" y="T0"/>
              </a:cxn>
              <a:cxn ang="0">
                <a:pos x="0" y="T1"/>
              </a:cxn>
              <a:cxn ang="0">
                <a:pos x="0" y="T2"/>
              </a:cxn>
            </a:cxnLst>
            <a:rect l="0" t="0" r="r" b="b"/>
            <a:pathLst>
              <a:path h="2">
                <a:moveTo>
                  <a:pt x="0" y="2"/>
                </a:moveTo>
                <a:lnTo>
                  <a:pt x="0"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5" name="Freeform 323">
            <a:extLst>
              <a:ext uri="{FF2B5EF4-FFF2-40B4-BE49-F238E27FC236}">
                <a16:creationId xmlns:a16="http://schemas.microsoft.com/office/drawing/2014/main" id="{B10C753A-4433-40DD-A2B7-9C8FEBC10940}"/>
              </a:ext>
            </a:extLst>
          </p:cNvPr>
          <p:cNvSpPr>
            <a:spLocks/>
          </p:cNvSpPr>
          <p:nvPr/>
        </p:nvSpPr>
        <p:spPr bwMode="auto">
          <a:xfrm>
            <a:off x="3356035" y="394702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6" name="Freeform 324">
            <a:extLst>
              <a:ext uri="{FF2B5EF4-FFF2-40B4-BE49-F238E27FC236}">
                <a16:creationId xmlns:a16="http://schemas.microsoft.com/office/drawing/2014/main" id="{CAC45B18-1334-4FC7-94FB-C10D83C60495}"/>
              </a:ext>
            </a:extLst>
          </p:cNvPr>
          <p:cNvSpPr>
            <a:spLocks/>
          </p:cNvSpPr>
          <p:nvPr/>
        </p:nvSpPr>
        <p:spPr bwMode="auto">
          <a:xfrm>
            <a:off x="3356035" y="3947027"/>
            <a:ext cx="3060" cy="0"/>
          </a:xfrm>
          <a:custGeom>
            <a:avLst/>
            <a:gdLst>
              <a:gd name="T0" fmla="*/ 3 w 3"/>
              <a:gd name="T1" fmla="*/ 0 w 3"/>
              <a:gd name="T2" fmla="*/ 3 w 3"/>
            </a:gdLst>
            <a:ahLst/>
            <a:cxnLst>
              <a:cxn ang="0">
                <a:pos x="T0" y="0"/>
              </a:cxn>
              <a:cxn ang="0">
                <a:pos x="T1" y="0"/>
              </a:cxn>
              <a:cxn ang="0">
                <a:pos x="T2" y="0"/>
              </a:cxn>
            </a:cxnLst>
            <a:rect l="0" t="0" r="r" b="b"/>
            <a:pathLst>
              <a:path w="3">
                <a:moveTo>
                  <a:pt x="3" y="0"/>
                </a:moveTo>
                <a:lnTo>
                  <a:pt x="0" y="0"/>
                </a:lnTo>
                <a:lnTo>
                  <a:pt x="3"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7" name="Rectangle 325">
            <a:extLst>
              <a:ext uri="{FF2B5EF4-FFF2-40B4-BE49-F238E27FC236}">
                <a16:creationId xmlns:a16="http://schemas.microsoft.com/office/drawing/2014/main" id="{8D73CF3C-2E5F-4958-A456-73A6F2A13666}"/>
              </a:ext>
            </a:extLst>
          </p:cNvPr>
          <p:cNvSpPr>
            <a:spLocks noChangeArrowheads="1"/>
          </p:cNvSpPr>
          <p:nvPr/>
        </p:nvSpPr>
        <p:spPr bwMode="auto">
          <a:xfrm>
            <a:off x="3096989" y="343264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8" name="Freeform 326">
            <a:extLst>
              <a:ext uri="{FF2B5EF4-FFF2-40B4-BE49-F238E27FC236}">
                <a16:creationId xmlns:a16="http://schemas.microsoft.com/office/drawing/2014/main" id="{9F139BB3-D2FB-4694-8391-823AD2DFD8FE}"/>
              </a:ext>
            </a:extLst>
          </p:cNvPr>
          <p:cNvSpPr>
            <a:spLocks/>
          </p:cNvSpPr>
          <p:nvPr/>
        </p:nvSpPr>
        <p:spPr bwMode="auto">
          <a:xfrm>
            <a:off x="3431505" y="3886917"/>
            <a:ext cx="2039" cy="2956"/>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1"/>
                  <a:pt x="1" y="0"/>
                  <a:pt x="1"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09" name="Freeform 327">
            <a:extLst>
              <a:ext uri="{FF2B5EF4-FFF2-40B4-BE49-F238E27FC236}">
                <a16:creationId xmlns:a16="http://schemas.microsoft.com/office/drawing/2014/main" id="{2EA74C38-E683-41AC-87C4-496BBB9C929F}"/>
              </a:ext>
            </a:extLst>
          </p:cNvPr>
          <p:cNvSpPr>
            <a:spLocks/>
          </p:cNvSpPr>
          <p:nvPr/>
        </p:nvSpPr>
        <p:spPr bwMode="auto">
          <a:xfrm>
            <a:off x="3433545" y="3881005"/>
            <a:ext cx="2039" cy="5912"/>
          </a:xfrm>
          <a:custGeom>
            <a:avLst/>
            <a:gdLst>
              <a:gd name="T0" fmla="*/ 1 w 1"/>
              <a:gd name="T1" fmla="*/ 0 h 3"/>
              <a:gd name="T2" fmla="*/ 0 w 1"/>
              <a:gd name="T3" fmla="*/ 3 h 3"/>
              <a:gd name="T4" fmla="*/ 1 w 1"/>
              <a:gd name="T5" fmla="*/ 0 h 3"/>
            </a:gdLst>
            <a:ahLst/>
            <a:cxnLst>
              <a:cxn ang="0">
                <a:pos x="T0" y="T1"/>
              </a:cxn>
              <a:cxn ang="0">
                <a:pos x="T2" y="T3"/>
              </a:cxn>
              <a:cxn ang="0">
                <a:pos x="T4" y="T5"/>
              </a:cxn>
            </a:cxnLst>
            <a:rect l="0" t="0" r="r" b="b"/>
            <a:pathLst>
              <a:path w="1" h="3">
                <a:moveTo>
                  <a:pt x="1" y="0"/>
                </a:moveTo>
                <a:cubicBezTo>
                  <a:pt x="1" y="1"/>
                  <a:pt x="1" y="2"/>
                  <a:pt x="0" y="3"/>
                </a:cubicBezTo>
                <a:cubicBezTo>
                  <a:pt x="1" y="2"/>
                  <a:pt x="1" y="1"/>
                  <a:pt x="1"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0" name="Freeform 328">
            <a:extLst>
              <a:ext uri="{FF2B5EF4-FFF2-40B4-BE49-F238E27FC236}">
                <a16:creationId xmlns:a16="http://schemas.microsoft.com/office/drawing/2014/main" id="{AC669438-5780-437F-8B9B-B4DCA93DD947}"/>
              </a:ext>
            </a:extLst>
          </p:cNvPr>
          <p:cNvSpPr>
            <a:spLocks/>
          </p:cNvSpPr>
          <p:nvPr/>
        </p:nvSpPr>
        <p:spPr bwMode="auto">
          <a:xfrm>
            <a:off x="3429466" y="3889873"/>
            <a:ext cx="0" cy="1971"/>
          </a:xfrm>
          <a:custGeom>
            <a:avLst/>
            <a:gdLst>
              <a:gd name="T0" fmla="*/ 2 h 2"/>
              <a:gd name="T1" fmla="*/ 0 h 2"/>
              <a:gd name="T2" fmla="*/ 2 h 2"/>
            </a:gdLst>
            <a:ahLst/>
            <a:cxnLst>
              <a:cxn ang="0">
                <a:pos x="0" y="T0"/>
              </a:cxn>
              <a:cxn ang="0">
                <a:pos x="0" y="T1"/>
              </a:cxn>
              <a:cxn ang="0">
                <a:pos x="0" y="T2"/>
              </a:cxn>
            </a:cxnLst>
            <a:rect l="0" t="0" r="r" b="b"/>
            <a:pathLst>
              <a:path h="2">
                <a:moveTo>
                  <a:pt x="0" y="2"/>
                </a:moveTo>
                <a:lnTo>
                  <a:pt x="0"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1" name="Freeform 329">
            <a:extLst>
              <a:ext uri="{FF2B5EF4-FFF2-40B4-BE49-F238E27FC236}">
                <a16:creationId xmlns:a16="http://schemas.microsoft.com/office/drawing/2014/main" id="{266B105E-5D86-4B48-B262-669B5D15AF3C}"/>
              </a:ext>
            </a:extLst>
          </p:cNvPr>
          <p:cNvSpPr>
            <a:spLocks/>
          </p:cNvSpPr>
          <p:nvPr/>
        </p:nvSpPr>
        <p:spPr bwMode="auto">
          <a:xfrm>
            <a:off x="3435585" y="3876078"/>
            <a:ext cx="0" cy="4927"/>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2"/>
                  <a:pt x="0" y="1"/>
                  <a:pt x="0" y="0"/>
                </a:cubicBezTo>
                <a:cubicBezTo>
                  <a:pt x="0" y="1"/>
                  <a:pt x="0" y="2"/>
                  <a:pt x="0"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3" name="Freeform 330">
            <a:extLst>
              <a:ext uri="{FF2B5EF4-FFF2-40B4-BE49-F238E27FC236}">
                <a16:creationId xmlns:a16="http://schemas.microsoft.com/office/drawing/2014/main" id="{E09F4696-449A-4961-9485-B23C6A4DA896}"/>
              </a:ext>
            </a:extLst>
          </p:cNvPr>
          <p:cNvSpPr>
            <a:spLocks/>
          </p:cNvSpPr>
          <p:nvPr/>
        </p:nvSpPr>
        <p:spPr bwMode="auto">
          <a:xfrm>
            <a:off x="3431505" y="3870166"/>
            <a:ext cx="2039" cy="1971"/>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lnTo>
                  <a:pt x="2"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4" name="Freeform 331">
            <a:extLst>
              <a:ext uri="{FF2B5EF4-FFF2-40B4-BE49-F238E27FC236}">
                <a16:creationId xmlns:a16="http://schemas.microsoft.com/office/drawing/2014/main" id="{BC9315D9-EB12-4330-9FFB-E81657EF81C3}"/>
              </a:ext>
            </a:extLst>
          </p:cNvPr>
          <p:cNvSpPr>
            <a:spLocks/>
          </p:cNvSpPr>
          <p:nvPr/>
        </p:nvSpPr>
        <p:spPr bwMode="auto">
          <a:xfrm>
            <a:off x="3413147" y="3810057"/>
            <a:ext cx="477296" cy="346861"/>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rgbClr val="62B5E5"/>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5" name="Rectangle 332">
            <a:extLst>
              <a:ext uri="{FF2B5EF4-FFF2-40B4-BE49-F238E27FC236}">
                <a16:creationId xmlns:a16="http://schemas.microsoft.com/office/drawing/2014/main" id="{D002C7F4-C53E-45B4-912C-38E462508492}"/>
              </a:ext>
            </a:extLst>
          </p:cNvPr>
          <p:cNvSpPr>
            <a:spLocks noChangeArrowheads="1"/>
          </p:cNvSpPr>
          <p:nvPr/>
        </p:nvSpPr>
        <p:spPr bwMode="auto">
          <a:xfrm>
            <a:off x="3429466" y="3867210"/>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6" name="Freeform 333">
            <a:extLst>
              <a:ext uri="{FF2B5EF4-FFF2-40B4-BE49-F238E27FC236}">
                <a16:creationId xmlns:a16="http://schemas.microsoft.com/office/drawing/2014/main" id="{9942F481-F551-46ED-A0E1-B5BBA928553A}"/>
              </a:ext>
            </a:extLst>
          </p:cNvPr>
          <p:cNvSpPr>
            <a:spLocks/>
          </p:cNvSpPr>
          <p:nvPr/>
        </p:nvSpPr>
        <p:spPr bwMode="auto">
          <a:xfrm>
            <a:off x="3390710" y="3924363"/>
            <a:ext cx="26516" cy="8869"/>
          </a:xfrm>
          <a:custGeom>
            <a:avLst/>
            <a:gdLst>
              <a:gd name="T0" fmla="*/ 0 w 26"/>
              <a:gd name="T1" fmla="*/ 0 h 9"/>
              <a:gd name="T2" fmla="*/ 26 w 26"/>
              <a:gd name="T3" fmla="*/ 9 h 9"/>
              <a:gd name="T4" fmla="*/ 0 w 26"/>
              <a:gd name="T5" fmla="*/ 0 h 9"/>
              <a:gd name="T6" fmla="*/ 0 w 26"/>
              <a:gd name="T7" fmla="*/ 0 h 9"/>
            </a:gdLst>
            <a:ahLst/>
            <a:cxnLst>
              <a:cxn ang="0">
                <a:pos x="T0" y="T1"/>
              </a:cxn>
              <a:cxn ang="0">
                <a:pos x="T2" y="T3"/>
              </a:cxn>
              <a:cxn ang="0">
                <a:pos x="T4" y="T5"/>
              </a:cxn>
              <a:cxn ang="0">
                <a:pos x="T6" y="T7"/>
              </a:cxn>
            </a:cxnLst>
            <a:rect l="0" t="0" r="r" b="b"/>
            <a:pathLst>
              <a:path w="26" h="9">
                <a:moveTo>
                  <a:pt x="0" y="0"/>
                </a:moveTo>
                <a:lnTo>
                  <a:pt x="26" y="9"/>
                </a:ln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7" name="Freeform 334">
            <a:extLst>
              <a:ext uri="{FF2B5EF4-FFF2-40B4-BE49-F238E27FC236}">
                <a16:creationId xmlns:a16="http://schemas.microsoft.com/office/drawing/2014/main" id="{99409999-E92B-4601-BD84-6E94DDE08545}"/>
              </a:ext>
            </a:extLst>
          </p:cNvPr>
          <p:cNvSpPr>
            <a:spLocks/>
          </p:cNvSpPr>
          <p:nvPr/>
        </p:nvSpPr>
        <p:spPr bwMode="auto">
          <a:xfrm>
            <a:off x="3433545" y="3872137"/>
            <a:ext cx="2039" cy="3942"/>
          </a:xfrm>
          <a:custGeom>
            <a:avLst/>
            <a:gdLst>
              <a:gd name="T0" fmla="*/ 1 w 1"/>
              <a:gd name="T1" fmla="*/ 2 h 2"/>
              <a:gd name="T2" fmla="*/ 0 w 1"/>
              <a:gd name="T3" fmla="*/ 0 h 2"/>
              <a:gd name="T4" fmla="*/ 1 w 1"/>
              <a:gd name="T5" fmla="*/ 2 h 2"/>
            </a:gdLst>
            <a:ahLst/>
            <a:cxnLst>
              <a:cxn ang="0">
                <a:pos x="T0" y="T1"/>
              </a:cxn>
              <a:cxn ang="0">
                <a:pos x="T2" y="T3"/>
              </a:cxn>
              <a:cxn ang="0">
                <a:pos x="T4" y="T5"/>
              </a:cxn>
            </a:cxnLst>
            <a:rect l="0" t="0" r="r" b="b"/>
            <a:pathLst>
              <a:path w="1" h="2">
                <a:moveTo>
                  <a:pt x="1" y="2"/>
                </a:moveTo>
                <a:cubicBezTo>
                  <a:pt x="0" y="1"/>
                  <a:pt x="0" y="1"/>
                  <a:pt x="0" y="0"/>
                </a:cubicBezTo>
                <a:cubicBezTo>
                  <a:pt x="0" y="1"/>
                  <a:pt x="0" y="1"/>
                  <a:pt x="1"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8" name="Freeform 335">
            <a:extLst>
              <a:ext uri="{FF2B5EF4-FFF2-40B4-BE49-F238E27FC236}">
                <a16:creationId xmlns:a16="http://schemas.microsoft.com/office/drawing/2014/main" id="{B635E7FE-BE8B-41A5-87DA-1D4E41116EF5}"/>
              </a:ext>
            </a:extLst>
          </p:cNvPr>
          <p:cNvSpPr>
            <a:spLocks/>
          </p:cNvSpPr>
          <p:nvPr/>
        </p:nvSpPr>
        <p:spPr bwMode="auto">
          <a:xfrm>
            <a:off x="2415721" y="3632684"/>
            <a:ext cx="951533" cy="601095"/>
          </a:xfrm>
          <a:custGeom>
            <a:avLst/>
            <a:gdLst>
              <a:gd name="T0" fmla="*/ 401 w 419"/>
              <a:gd name="T1" fmla="*/ 157 h 274"/>
              <a:gd name="T2" fmla="*/ 362 w 419"/>
              <a:gd name="T3" fmla="*/ 157 h 274"/>
              <a:gd name="T4" fmla="*/ 374 w 419"/>
              <a:gd name="T5" fmla="*/ 188 h 274"/>
              <a:gd name="T6" fmla="*/ 358 w 419"/>
              <a:gd name="T7" fmla="*/ 210 h 274"/>
              <a:gd name="T8" fmla="*/ 332 w 419"/>
              <a:gd name="T9" fmla="*/ 224 h 274"/>
              <a:gd name="T10" fmla="*/ 321 w 419"/>
              <a:gd name="T11" fmla="*/ 246 h 274"/>
              <a:gd name="T12" fmla="*/ 289 w 419"/>
              <a:gd name="T13" fmla="*/ 258 h 274"/>
              <a:gd name="T14" fmla="*/ 250 w 419"/>
              <a:gd name="T15" fmla="*/ 254 h 274"/>
              <a:gd name="T16" fmla="*/ 229 w 419"/>
              <a:gd name="T17" fmla="*/ 260 h 274"/>
              <a:gd name="T18" fmla="*/ 197 w 419"/>
              <a:gd name="T19" fmla="*/ 255 h 274"/>
              <a:gd name="T20" fmla="*/ 165 w 419"/>
              <a:gd name="T21" fmla="*/ 254 h 274"/>
              <a:gd name="T22" fmla="*/ 140 w 419"/>
              <a:gd name="T23" fmla="*/ 247 h 274"/>
              <a:gd name="T24" fmla="*/ 122 w 419"/>
              <a:gd name="T25" fmla="*/ 267 h 274"/>
              <a:gd name="T26" fmla="*/ 99 w 419"/>
              <a:gd name="T27" fmla="*/ 271 h 274"/>
              <a:gd name="T28" fmla="*/ 59 w 419"/>
              <a:gd name="T29" fmla="*/ 256 h 274"/>
              <a:gd name="T30" fmla="*/ 12 w 419"/>
              <a:gd name="T31" fmla="*/ 230 h 274"/>
              <a:gd name="T32" fmla="*/ 5 w 419"/>
              <a:gd name="T33" fmla="*/ 198 h 274"/>
              <a:gd name="T34" fmla="*/ 20 w 419"/>
              <a:gd name="T35" fmla="*/ 175 h 274"/>
              <a:gd name="T36" fmla="*/ 31 w 419"/>
              <a:gd name="T37" fmla="*/ 160 h 274"/>
              <a:gd name="T38" fmla="*/ 53 w 419"/>
              <a:gd name="T39" fmla="*/ 124 h 274"/>
              <a:gd name="T40" fmla="*/ 44 w 419"/>
              <a:gd name="T41" fmla="*/ 100 h 274"/>
              <a:gd name="T42" fmla="*/ 54 w 419"/>
              <a:gd name="T43" fmla="*/ 85 h 274"/>
              <a:gd name="T44" fmla="*/ 69 w 419"/>
              <a:gd name="T45" fmla="*/ 95 h 274"/>
              <a:gd name="T46" fmla="*/ 94 w 419"/>
              <a:gd name="T47" fmla="*/ 109 h 274"/>
              <a:gd name="T48" fmla="*/ 82 w 419"/>
              <a:gd name="T49" fmla="*/ 129 h 274"/>
              <a:gd name="T50" fmla="*/ 99 w 419"/>
              <a:gd name="T51" fmla="*/ 130 h 274"/>
              <a:gd name="T52" fmla="*/ 132 w 419"/>
              <a:gd name="T53" fmla="*/ 121 h 274"/>
              <a:gd name="T54" fmla="*/ 142 w 419"/>
              <a:gd name="T55" fmla="*/ 108 h 274"/>
              <a:gd name="T56" fmla="*/ 145 w 419"/>
              <a:gd name="T57" fmla="*/ 87 h 274"/>
              <a:gd name="T58" fmla="*/ 169 w 419"/>
              <a:gd name="T59" fmla="*/ 71 h 274"/>
              <a:gd name="T60" fmla="*/ 132 w 419"/>
              <a:gd name="T61" fmla="*/ 63 h 274"/>
              <a:gd name="T62" fmla="*/ 163 w 419"/>
              <a:gd name="T63" fmla="*/ 24 h 274"/>
              <a:gd name="T64" fmla="*/ 207 w 419"/>
              <a:gd name="T65" fmla="*/ 4 h 274"/>
              <a:gd name="T66" fmla="*/ 232 w 419"/>
              <a:gd name="T67" fmla="*/ 2 h 274"/>
              <a:gd name="T68" fmla="*/ 248 w 419"/>
              <a:gd name="T69" fmla="*/ 27 h 274"/>
              <a:gd name="T70" fmla="*/ 233 w 419"/>
              <a:gd name="T71" fmla="*/ 52 h 274"/>
              <a:gd name="T72" fmla="*/ 212 w 419"/>
              <a:gd name="T73" fmla="*/ 66 h 274"/>
              <a:gd name="T74" fmla="*/ 203 w 419"/>
              <a:gd name="T75" fmla="*/ 93 h 274"/>
              <a:gd name="T76" fmla="*/ 223 w 419"/>
              <a:gd name="T77" fmla="*/ 120 h 274"/>
              <a:gd name="T78" fmla="*/ 237 w 419"/>
              <a:gd name="T79" fmla="*/ 114 h 274"/>
              <a:gd name="T80" fmla="*/ 227 w 419"/>
              <a:gd name="T81" fmla="*/ 93 h 274"/>
              <a:gd name="T82" fmla="*/ 232 w 419"/>
              <a:gd name="T83" fmla="*/ 68 h 274"/>
              <a:gd name="T84" fmla="*/ 235 w 419"/>
              <a:gd name="T85" fmla="*/ 75 h 274"/>
              <a:gd name="T86" fmla="*/ 240 w 419"/>
              <a:gd name="T87" fmla="*/ 78 h 274"/>
              <a:gd name="T88" fmla="*/ 256 w 419"/>
              <a:gd name="T89" fmla="*/ 80 h 274"/>
              <a:gd name="T90" fmla="*/ 267 w 419"/>
              <a:gd name="T91" fmla="*/ 84 h 274"/>
              <a:gd name="T92" fmla="*/ 301 w 419"/>
              <a:gd name="T93" fmla="*/ 71 h 274"/>
              <a:gd name="T94" fmla="*/ 303 w 419"/>
              <a:gd name="T95" fmla="*/ 89 h 274"/>
              <a:gd name="T96" fmla="*/ 314 w 419"/>
              <a:gd name="T97" fmla="*/ 87 h 274"/>
              <a:gd name="T98" fmla="*/ 325 w 419"/>
              <a:gd name="T99" fmla="*/ 85 h 274"/>
              <a:gd name="T100" fmla="*/ 325 w 419"/>
              <a:gd name="T101" fmla="*/ 96 h 274"/>
              <a:gd name="T102" fmla="*/ 352 w 419"/>
              <a:gd name="T103" fmla="*/ 85 h 274"/>
              <a:gd name="T104" fmla="*/ 367 w 419"/>
              <a:gd name="T105" fmla="*/ 91 h 274"/>
              <a:gd name="T106" fmla="*/ 390 w 419"/>
              <a:gd name="T107" fmla="*/ 109 h 274"/>
              <a:gd name="T108" fmla="*/ 413 w 419"/>
              <a:gd name="T109" fmla="*/ 110 h 274"/>
              <a:gd name="T110" fmla="*/ 413 w 419"/>
              <a:gd name="T111" fmla="*/ 124 h 274"/>
              <a:gd name="T112" fmla="*/ 415 w 419"/>
              <a:gd name="T113" fmla="*/ 14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9" h="274">
                <a:moveTo>
                  <a:pt x="415" y="144"/>
                </a:moveTo>
                <a:cubicBezTo>
                  <a:pt x="414" y="145"/>
                  <a:pt x="414" y="147"/>
                  <a:pt x="412" y="147"/>
                </a:cubicBezTo>
                <a:cubicBezTo>
                  <a:pt x="410" y="148"/>
                  <a:pt x="408" y="147"/>
                  <a:pt x="408" y="149"/>
                </a:cubicBezTo>
                <a:cubicBezTo>
                  <a:pt x="408" y="150"/>
                  <a:pt x="408" y="152"/>
                  <a:pt x="407" y="153"/>
                </a:cubicBezTo>
                <a:cubicBezTo>
                  <a:pt x="405" y="153"/>
                  <a:pt x="404" y="152"/>
                  <a:pt x="403" y="152"/>
                </a:cubicBezTo>
                <a:cubicBezTo>
                  <a:pt x="402" y="153"/>
                  <a:pt x="403" y="156"/>
                  <a:pt x="401" y="157"/>
                </a:cubicBezTo>
                <a:cubicBezTo>
                  <a:pt x="400" y="157"/>
                  <a:pt x="400" y="155"/>
                  <a:pt x="399" y="154"/>
                </a:cubicBezTo>
                <a:cubicBezTo>
                  <a:pt x="397" y="153"/>
                  <a:pt x="395" y="154"/>
                  <a:pt x="394" y="154"/>
                </a:cubicBezTo>
                <a:cubicBezTo>
                  <a:pt x="394" y="151"/>
                  <a:pt x="389" y="153"/>
                  <a:pt x="387" y="153"/>
                </a:cubicBezTo>
                <a:cubicBezTo>
                  <a:pt x="388" y="149"/>
                  <a:pt x="369" y="151"/>
                  <a:pt x="366" y="151"/>
                </a:cubicBezTo>
                <a:cubicBezTo>
                  <a:pt x="367" y="144"/>
                  <a:pt x="356" y="148"/>
                  <a:pt x="360" y="151"/>
                </a:cubicBezTo>
                <a:cubicBezTo>
                  <a:pt x="362" y="153"/>
                  <a:pt x="366" y="154"/>
                  <a:pt x="362" y="157"/>
                </a:cubicBezTo>
                <a:cubicBezTo>
                  <a:pt x="359" y="160"/>
                  <a:pt x="356" y="162"/>
                  <a:pt x="360" y="166"/>
                </a:cubicBezTo>
                <a:cubicBezTo>
                  <a:pt x="362" y="168"/>
                  <a:pt x="365" y="164"/>
                  <a:pt x="367" y="165"/>
                </a:cubicBezTo>
                <a:cubicBezTo>
                  <a:pt x="369" y="166"/>
                  <a:pt x="371" y="169"/>
                  <a:pt x="372" y="166"/>
                </a:cubicBezTo>
                <a:cubicBezTo>
                  <a:pt x="374" y="167"/>
                  <a:pt x="375" y="169"/>
                  <a:pt x="375" y="170"/>
                </a:cubicBezTo>
                <a:cubicBezTo>
                  <a:pt x="379" y="170"/>
                  <a:pt x="383" y="177"/>
                  <a:pt x="384" y="180"/>
                </a:cubicBezTo>
                <a:cubicBezTo>
                  <a:pt x="385" y="188"/>
                  <a:pt x="380" y="188"/>
                  <a:pt x="374" y="188"/>
                </a:cubicBezTo>
                <a:cubicBezTo>
                  <a:pt x="374" y="190"/>
                  <a:pt x="373" y="190"/>
                  <a:pt x="371" y="191"/>
                </a:cubicBezTo>
                <a:cubicBezTo>
                  <a:pt x="370" y="192"/>
                  <a:pt x="370" y="194"/>
                  <a:pt x="370" y="196"/>
                </a:cubicBezTo>
                <a:cubicBezTo>
                  <a:pt x="370" y="198"/>
                  <a:pt x="368" y="198"/>
                  <a:pt x="367" y="199"/>
                </a:cubicBezTo>
                <a:cubicBezTo>
                  <a:pt x="365" y="201"/>
                  <a:pt x="366" y="202"/>
                  <a:pt x="365" y="204"/>
                </a:cubicBezTo>
                <a:cubicBezTo>
                  <a:pt x="365" y="206"/>
                  <a:pt x="363" y="206"/>
                  <a:pt x="361" y="207"/>
                </a:cubicBezTo>
                <a:cubicBezTo>
                  <a:pt x="359" y="208"/>
                  <a:pt x="359" y="209"/>
                  <a:pt x="358" y="210"/>
                </a:cubicBezTo>
                <a:cubicBezTo>
                  <a:pt x="357" y="212"/>
                  <a:pt x="351" y="211"/>
                  <a:pt x="351" y="215"/>
                </a:cubicBezTo>
                <a:cubicBezTo>
                  <a:pt x="349" y="215"/>
                  <a:pt x="348" y="214"/>
                  <a:pt x="347" y="214"/>
                </a:cubicBezTo>
                <a:cubicBezTo>
                  <a:pt x="345" y="214"/>
                  <a:pt x="345" y="214"/>
                  <a:pt x="344" y="215"/>
                </a:cubicBezTo>
                <a:cubicBezTo>
                  <a:pt x="341" y="216"/>
                  <a:pt x="338" y="215"/>
                  <a:pt x="335" y="215"/>
                </a:cubicBezTo>
                <a:cubicBezTo>
                  <a:pt x="335" y="218"/>
                  <a:pt x="335" y="221"/>
                  <a:pt x="335" y="224"/>
                </a:cubicBezTo>
                <a:cubicBezTo>
                  <a:pt x="334" y="224"/>
                  <a:pt x="333" y="224"/>
                  <a:pt x="332" y="224"/>
                </a:cubicBezTo>
                <a:cubicBezTo>
                  <a:pt x="331" y="225"/>
                  <a:pt x="328" y="229"/>
                  <a:pt x="330" y="230"/>
                </a:cubicBezTo>
                <a:cubicBezTo>
                  <a:pt x="330" y="231"/>
                  <a:pt x="330" y="232"/>
                  <a:pt x="330" y="233"/>
                </a:cubicBezTo>
                <a:cubicBezTo>
                  <a:pt x="328" y="234"/>
                  <a:pt x="327" y="232"/>
                  <a:pt x="324" y="232"/>
                </a:cubicBezTo>
                <a:cubicBezTo>
                  <a:pt x="324" y="234"/>
                  <a:pt x="324" y="236"/>
                  <a:pt x="324" y="238"/>
                </a:cubicBezTo>
                <a:cubicBezTo>
                  <a:pt x="322" y="239"/>
                  <a:pt x="320" y="238"/>
                  <a:pt x="320" y="240"/>
                </a:cubicBezTo>
                <a:cubicBezTo>
                  <a:pt x="320" y="242"/>
                  <a:pt x="321" y="244"/>
                  <a:pt x="321" y="246"/>
                </a:cubicBezTo>
                <a:cubicBezTo>
                  <a:pt x="322" y="249"/>
                  <a:pt x="320" y="252"/>
                  <a:pt x="316" y="252"/>
                </a:cubicBezTo>
                <a:cubicBezTo>
                  <a:pt x="316" y="257"/>
                  <a:pt x="319" y="268"/>
                  <a:pt x="311" y="269"/>
                </a:cubicBezTo>
                <a:cubicBezTo>
                  <a:pt x="304" y="270"/>
                  <a:pt x="304" y="270"/>
                  <a:pt x="304" y="270"/>
                </a:cubicBezTo>
                <a:cubicBezTo>
                  <a:pt x="301" y="269"/>
                  <a:pt x="298" y="266"/>
                  <a:pt x="297" y="262"/>
                </a:cubicBezTo>
                <a:cubicBezTo>
                  <a:pt x="296" y="260"/>
                  <a:pt x="293" y="260"/>
                  <a:pt x="293" y="259"/>
                </a:cubicBezTo>
                <a:cubicBezTo>
                  <a:pt x="291" y="259"/>
                  <a:pt x="290" y="259"/>
                  <a:pt x="289" y="258"/>
                </a:cubicBezTo>
                <a:cubicBezTo>
                  <a:pt x="288" y="257"/>
                  <a:pt x="287" y="258"/>
                  <a:pt x="286" y="258"/>
                </a:cubicBezTo>
                <a:cubicBezTo>
                  <a:pt x="284" y="260"/>
                  <a:pt x="283" y="261"/>
                  <a:pt x="280" y="261"/>
                </a:cubicBezTo>
                <a:cubicBezTo>
                  <a:pt x="277" y="261"/>
                  <a:pt x="274" y="261"/>
                  <a:pt x="272" y="260"/>
                </a:cubicBezTo>
                <a:cubicBezTo>
                  <a:pt x="268" y="258"/>
                  <a:pt x="266" y="258"/>
                  <a:pt x="262" y="258"/>
                </a:cubicBezTo>
                <a:cubicBezTo>
                  <a:pt x="261" y="259"/>
                  <a:pt x="255" y="260"/>
                  <a:pt x="255" y="258"/>
                </a:cubicBezTo>
                <a:cubicBezTo>
                  <a:pt x="255" y="255"/>
                  <a:pt x="252" y="254"/>
                  <a:pt x="250" y="254"/>
                </a:cubicBezTo>
                <a:cubicBezTo>
                  <a:pt x="246" y="254"/>
                  <a:pt x="247" y="252"/>
                  <a:pt x="245" y="251"/>
                </a:cubicBezTo>
                <a:cubicBezTo>
                  <a:pt x="242" y="249"/>
                  <a:pt x="242" y="253"/>
                  <a:pt x="241" y="254"/>
                </a:cubicBezTo>
                <a:cubicBezTo>
                  <a:pt x="240" y="254"/>
                  <a:pt x="239" y="254"/>
                  <a:pt x="238" y="255"/>
                </a:cubicBezTo>
                <a:cubicBezTo>
                  <a:pt x="238" y="255"/>
                  <a:pt x="238" y="256"/>
                  <a:pt x="238" y="256"/>
                </a:cubicBezTo>
                <a:cubicBezTo>
                  <a:pt x="235" y="256"/>
                  <a:pt x="232" y="255"/>
                  <a:pt x="229" y="255"/>
                </a:cubicBezTo>
                <a:cubicBezTo>
                  <a:pt x="229" y="257"/>
                  <a:pt x="229" y="258"/>
                  <a:pt x="229" y="260"/>
                </a:cubicBezTo>
                <a:cubicBezTo>
                  <a:pt x="225" y="260"/>
                  <a:pt x="220" y="263"/>
                  <a:pt x="216" y="261"/>
                </a:cubicBezTo>
                <a:cubicBezTo>
                  <a:pt x="214" y="260"/>
                  <a:pt x="212" y="256"/>
                  <a:pt x="209" y="257"/>
                </a:cubicBezTo>
                <a:cubicBezTo>
                  <a:pt x="208" y="258"/>
                  <a:pt x="206" y="260"/>
                  <a:pt x="205" y="258"/>
                </a:cubicBezTo>
                <a:cubicBezTo>
                  <a:pt x="204" y="256"/>
                  <a:pt x="205" y="255"/>
                  <a:pt x="205" y="253"/>
                </a:cubicBezTo>
                <a:cubicBezTo>
                  <a:pt x="203" y="253"/>
                  <a:pt x="203" y="255"/>
                  <a:pt x="202" y="256"/>
                </a:cubicBezTo>
                <a:cubicBezTo>
                  <a:pt x="200" y="257"/>
                  <a:pt x="199" y="255"/>
                  <a:pt x="197" y="255"/>
                </a:cubicBezTo>
                <a:cubicBezTo>
                  <a:pt x="194" y="253"/>
                  <a:pt x="191" y="256"/>
                  <a:pt x="190" y="259"/>
                </a:cubicBezTo>
                <a:cubicBezTo>
                  <a:pt x="183" y="260"/>
                  <a:pt x="178" y="263"/>
                  <a:pt x="171" y="262"/>
                </a:cubicBezTo>
                <a:cubicBezTo>
                  <a:pt x="168" y="261"/>
                  <a:pt x="167" y="262"/>
                  <a:pt x="166" y="260"/>
                </a:cubicBezTo>
                <a:cubicBezTo>
                  <a:pt x="164" y="258"/>
                  <a:pt x="162" y="261"/>
                  <a:pt x="162" y="262"/>
                </a:cubicBezTo>
                <a:cubicBezTo>
                  <a:pt x="160" y="262"/>
                  <a:pt x="159" y="256"/>
                  <a:pt x="158" y="254"/>
                </a:cubicBezTo>
                <a:cubicBezTo>
                  <a:pt x="160" y="254"/>
                  <a:pt x="163" y="255"/>
                  <a:pt x="165" y="254"/>
                </a:cubicBezTo>
                <a:cubicBezTo>
                  <a:pt x="165" y="255"/>
                  <a:pt x="165" y="256"/>
                  <a:pt x="165" y="256"/>
                </a:cubicBezTo>
                <a:cubicBezTo>
                  <a:pt x="166" y="256"/>
                  <a:pt x="167" y="255"/>
                  <a:pt x="168" y="255"/>
                </a:cubicBezTo>
                <a:cubicBezTo>
                  <a:pt x="165" y="252"/>
                  <a:pt x="164" y="245"/>
                  <a:pt x="160" y="244"/>
                </a:cubicBezTo>
                <a:cubicBezTo>
                  <a:pt x="155" y="243"/>
                  <a:pt x="153" y="245"/>
                  <a:pt x="150" y="248"/>
                </a:cubicBezTo>
                <a:cubicBezTo>
                  <a:pt x="149" y="248"/>
                  <a:pt x="147" y="248"/>
                  <a:pt x="146" y="249"/>
                </a:cubicBezTo>
                <a:cubicBezTo>
                  <a:pt x="146" y="246"/>
                  <a:pt x="141" y="247"/>
                  <a:pt x="140" y="247"/>
                </a:cubicBezTo>
                <a:cubicBezTo>
                  <a:pt x="136" y="248"/>
                  <a:pt x="134" y="249"/>
                  <a:pt x="131" y="250"/>
                </a:cubicBezTo>
                <a:cubicBezTo>
                  <a:pt x="131" y="252"/>
                  <a:pt x="130" y="253"/>
                  <a:pt x="128" y="253"/>
                </a:cubicBezTo>
                <a:cubicBezTo>
                  <a:pt x="129" y="254"/>
                  <a:pt x="129" y="257"/>
                  <a:pt x="127" y="258"/>
                </a:cubicBezTo>
                <a:cubicBezTo>
                  <a:pt x="125" y="258"/>
                  <a:pt x="124" y="258"/>
                  <a:pt x="124" y="260"/>
                </a:cubicBezTo>
                <a:cubicBezTo>
                  <a:pt x="122" y="260"/>
                  <a:pt x="121" y="262"/>
                  <a:pt x="119" y="264"/>
                </a:cubicBezTo>
                <a:cubicBezTo>
                  <a:pt x="122" y="264"/>
                  <a:pt x="123" y="265"/>
                  <a:pt x="122" y="267"/>
                </a:cubicBezTo>
                <a:cubicBezTo>
                  <a:pt x="120" y="267"/>
                  <a:pt x="119" y="269"/>
                  <a:pt x="118" y="269"/>
                </a:cubicBezTo>
                <a:cubicBezTo>
                  <a:pt x="116" y="270"/>
                  <a:pt x="114" y="269"/>
                  <a:pt x="113" y="269"/>
                </a:cubicBezTo>
                <a:cubicBezTo>
                  <a:pt x="112" y="271"/>
                  <a:pt x="113" y="273"/>
                  <a:pt x="111" y="273"/>
                </a:cubicBezTo>
                <a:cubicBezTo>
                  <a:pt x="110" y="273"/>
                  <a:pt x="108" y="273"/>
                  <a:pt x="107" y="273"/>
                </a:cubicBezTo>
                <a:cubicBezTo>
                  <a:pt x="105" y="273"/>
                  <a:pt x="99" y="274"/>
                  <a:pt x="99" y="271"/>
                </a:cubicBezTo>
                <a:cubicBezTo>
                  <a:pt x="99" y="271"/>
                  <a:pt x="99" y="271"/>
                  <a:pt x="99" y="271"/>
                </a:cubicBezTo>
                <a:cubicBezTo>
                  <a:pt x="100" y="269"/>
                  <a:pt x="99" y="261"/>
                  <a:pt x="97" y="260"/>
                </a:cubicBezTo>
                <a:cubicBezTo>
                  <a:pt x="96" y="260"/>
                  <a:pt x="93" y="260"/>
                  <a:pt x="92" y="259"/>
                </a:cubicBezTo>
                <a:cubicBezTo>
                  <a:pt x="91" y="256"/>
                  <a:pt x="90" y="257"/>
                  <a:pt x="87" y="257"/>
                </a:cubicBezTo>
                <a:cubicBezTo>
                  <a:pt x="82" y="257"/>
                  <a:pt x="76" y="259"/>
                  <a:pt x="71" y="257"/>
                </a:cubicBezTo>
                <a:cubicBezTo>
                  <a:pt x="69" y="256"/>
                  <a:pt x="67" y="256"/>
                  <a:pt x="65" y="257"/>
                </a:cubicBezTo>
                <a:cubicBezTo>
                  <a:pt x="63" y="257"/>
                  <a:pt x="61" y="256"/>
                  <a:pt x="59" y="256"/>
                </a:cubicBezTo>
                <a:cubicBezTo>
                  <a:pt x="54" y="256"/>
                  <a:pt x="53" y="254"/>
                  <a:pt x="51" y="250"/>
                </a:cubicBezTo>
                <a:cubicBezTo>
                  <a:pt x="49" y="245"/>
                  <a:pt x="47" y="244"/>
                  <a:pt x="42" y="243"/>
                </a:cubicBezTo>
                <a:cubicBezTo>
                  <a:pt x="38" y="243"/>
                  <a:pt x="32" y="246"/>
                  <a:pt x="28" y="243"/>
                </a:cubicBezTo>
                <a:cubicBezTo>
                  <a:pt x="25" y="239"/>
                  <a:pt x="26" y="235"/>
                  <a:pt x="25" y="231"/>
                </a:cubicBezTo>
                <a:cubicBezTo>
                  <a:pt x="19" y="226"/>
                  <a:pt x="19" y="226"/>
                  <a:pt x="19" y="226"/>
                </a:cubicBezTo>
                <a:cubicBezTo>
                  <a:pt x="16" y="226"/>
                  <a:pt x="17" y="232"/>
                  <a:pt x="12" y="230"/>
                </a:cubicBezTo>
                <a:cubicBezTo>
                  <a:pt x="10" y="230"/>
                  <a:pt x="9" y="228"/>
                  <a:pt x="7" y="228"/>
                </a:cubicBezTo>
                <a:cubicBezTo>
                  <a:pt x="6" y="227"/>
                  <a:pt x="6" y="226"/>
                  <a:pt x="5" y="224"/>
                </a:cubicBezTo>
                <a:cubicBezTo>
                  <a:pt x="5" y="222"/>
                  <a:pt x="8" y="220"/>
                  <a:pt x="7" y="218"/>
                </a:cubicBezTo>
                <a:cubicBezTo>
                  <a:pt x="6" y="216"/>
                  <a:pt x="5" y="214"/>
                  <a:pt x="3" y="212"/>
                </a:cubicBezTo>
                <a:cubicBezTo>
                  <a:pt x="0" y="208"/>
                  <a:pt x="14" y="208"/>
                  <a:pt x="15" y="208"/>
                </a:cubicBezTo>
                <a:cubicBezTo>
                  <a:pt x="16" y="200"/>
                  <a:pt x="3" y="206"/>
                  <a:pt x="5" y="198"/>
                </a:cubicBezTo>
                <a:cubicBezTo>
                  <a:pt x="8" y="198"/>
                  <a:pt x="10" y="200"/>
                  <a:pt x="12" y="198"/>
                </a:cubicBezTo>
                <a:cubicBezTo>
                  <a:pt x="14" y="197"/>
                  <a:pt x="14" y="195"/>
                  <a:pt x="15" y="194"/>
                </a:cubicBezTo>
                <a:cubicBezTo>
                  <a:pt x="19" y="193"/>
                  <a:pt x="20" y="194"/>
                  <a:pt x="23" y="191"/>
                </a:cubicBezTo>
                <a:cubicBezTo>
                  <a:pt x="25" y="189"/>
                  <a:pt x="27" y="187"/>
                  <a:pt x="27" y="184"/>
                </a:cubicBezTo>
                <a:cubicBezTo>
                  <a:pt x="27" y="181"/>
                  <a:pt x="25" y="182"/>
                  <a:pt x="23" y="181"/>
                </a:cubicBezTo>
                <a:cubicBezTo>
                  <a:pt x="20" y="180"/>
                  <a:pt x="20" y="177"/>
                  <a:pt x="20" y="175"/>
                </a:cubicBezTo>
                <a:cubicBezTo>
                  <a:pt x="20" y="174"/>
                  <a:pt x="20" y="173"/>
                  <a:pt x="20" y="172"/>
                </a:cubicBezTo>
                <a:cubicBezTo>
                  <a:pt x="21" y="172"/>
                  <a:pt x="21" y="172"/>
                  <a:pt x="21" y="172"/>
                </a:cubicBezTo>
                <a:cubicBezTo>
                  <a:pt x="22" y="172"/>
                  <a:pt x="22" y="172"/>
                  <a:pt x="22" y="171"/>
                </a:cubicBezTo>
                <a:cubicBezTo>
                  <a:pt x="22" y="170"/>
                  <a:pt x="26" y="171"/>
                  <a:pt x="27" y="172"/>
                </a:cubicBezTo>
                <a:cubicBezTo>
                  <a:pt x="29" y="168"/>
                  <a:pt x="36" y="170"/>
                  <a:pt x="39" y="166"/>
                </a:cubicBezTo>
                <a:cubicBezTo>
                  <a:pt x="41" y="163"/>
                  <a:pt x="33" y="161"/>
                  <a:pt x="31" y="160"/>
                </a:cubicBezTo>
                <a:cubicBezTo>
                  <a:pt x="34" y="158"/>
                  <a:pt x="32" y="157"/>
                  <a:pt x="33" y="155"/>
                </a:cubicBezTo>
                <a:cubicBezTo>
                  <a:pt x="37" y="153"/>
                  <a:pt x="42" y="152"/>
                  <a:pt x="47" y="150"/>
                </a:cubicBezTo>
                <a:cubicBezTo>
                  <a:pt x="50" y="148"/>
                  <a:pt x="51" y="144"/>
                  <a:pt x="51" y="141"/>
                </a:cubicBezTo>
                <a:cubicBezTo>
                  <a:pt x="51" y="139"/>
                  <a:pt x="50" y="137"/>
                  <a:pt x="50" y="135"/>
                </a:cubicBezTo>
                <a:cubicBezTo>
                  <a:pt x="51" y="132"/>
                  <a:pt x="52" y="131"/>
                  <a:pt x="54" y="129"/>
                </a:cubicBezTo>
                <a:cubicBezTo>
                  <a:pt x="55" y="127"/>
                  <a:pt x="54" y="126"/>
                  <a:pt x="53" y="124"/>
                </a:cubicBezTo>
                <a:cubicBezTo>
                  <a:pt x="52" y="122"/>
                  <a:pt x="52" y="119"/>
                  <a:pt x="52" y="117"/>
                </a:cubicBezTo>
                <a:cubicBezTo>
                  <a:pt x="49" y="116"/>
                  <a:pt x="47" y="116"/>
                  <a:pt x="44" y="116"/>
                </a:cubicBezTo>
                <a:cubicBezTo>
                  <a:pt x="45" y="115"/>
                  <a:pt x="47" y="114"/>
                  <a:pt x="47" y="112"/>
                </a:cubicBezTo>
                <a:cubicBezTo>
                  <a:pt x="48" y="111"/>
                  <a:pt x="46" y="108"/>
                  <a:pt x="49" y="107"/>
                </a:cubicBezTo>
                <a:cubicBezTo>
                  <a:pt x="48" y="106"/>
                  <a:pt x="46" y="105"/>
                  <a:pt x="44" y="105"/>
                </a:cubicBezTo>
                <a:cubicBezTo>
                  <a:pt x="44" y="103"/>
                  <a:pt x="43" y="101"/>
                  <a:pt x="44" y="100"/>
                </a:cubicBezTo>
                <a:cubicBezTo>
                  <a:pt x="45" y="98"/>
                  <a:pt x="48" y="98"/>
                  <a:pt x="48" y="97"/>
                </a:cubicBezTo>
                <a:cubicBezTo>
                  <a:pt x="48" y="94"/>
                  <a:pt x="44" y="90"/>
                  <a:pt x="50" y="91"/>
                </a:cubicBezTo>
                <a:cubicBezTo>
                  <a:pt x="49" y="93"/>
                  <a:pt x="51" y="92"/>
                  <a:pt x="52" y="93"/>
                </a:cubicBezTo>
                <a:cubicBezTo>
                  <a:pt x="53" y="94"/>
                  <a:pt x="54" y="96"/>
                  <a:pt x="56" y="95"/>
                </a:cubicBezTo>
                <a:cubicBezTo>
                  <a:pt x="56" y="90"/>
                  <a:pt x="47" y="86"/>
                  <a:pt x="50" y="81"/>
                </a:cubicBezTo>
                <a:cubicBezTo>
                  <a:pt x="53" y="81"/>
                  <a:pt x="53" y="84"/>
                  <a:pt x="54" y="85"/>
                </a:cubicBezTo>
                <a:cubicBezTo>
                  <a:pt x="55" y="87"/>
                  <a:pt x="59" y="87"/>
                  <a:pt x="60" y="86"/>
                </a:cubicBezTo>
                <a:cubicBezTo>
                  <a:pt x="63" y="85"/>
                  <a:pt x="62" y="82"/>
                  <a:pt x="63" y="80"/>
                </a:cubicBezTo>
                <a:cubicBezTo>
                  <a:pt x="65" y="77"/>
                  <a:pt x="70" y="78"/>
                  <a:pt x="73" y="78"/>
                </a:cubicBezTo>
                <a:cubicBezTo>
                  <a:pt x="73" y="81"/>
                  <a:pt x="73" y="83"/>
                  <a:pt x="72" y="85"/>
                </a:cubicBezTo>
                <a:cubicBezTo>
                  <a:pt x="69" y="84"/>
                  <a:pt x="70" y="88"/>
                  <a:pt x="70" y="90"/>
                </a:cubicBezTo>
                <a:cubicBezTo>
                  <a:pt x="66" y="90"/>
                  <a:pt x="65" y="94"/>
                  <a:pt x="69" y="95"/>
                </a:cubicBezTo>
                <a:cubicBezTo>
                  <a:pt x="73" y="96"/>
                  <a:pt x="78" y="96"/>
                  <a:pt x="82" y="96"/>
                </a:cubicBezTo>
                <a:cubicBezTo>
                  <a:pt x="81" y="101"/>
                  <a:pt x="85" y="98"/>
                  <a:pt x="87" y="96"/>
                </a:cubicBezTo>
                <a:cubicBezTo>
                  <a:pt x="90" y="95"/>
                  <a:pt x="91" y="94"/>
                  <a:pt x="94" y="95"/>
                </a:cubicBezTo>
                <a:cubicBezTo>
                  <a:pt x="95" y="97"/>
                  <a:pt x="94" y="100"/>
                  <a:pt x="94" y="103"/>
                </a:cubicBezTo>
                <a:cubicBezTo>
                  <a:pt x="96" y="103"/>
                  <a:pt x="97" y="103"/>
                  <a:pt x="99" y="103"/>
                </a:cubicBezTo>
                <a:cubicBezTo>
                  <a:pt x="99" y="106"/>
                  <a:pt x="98" y="114"/>
                  <a:pt x="94" y="109"/>
                </a:cubicBezTo>
                <a:cubicBezTo>
                  <a:pt x="91" y="109"/>
                  <a:pt x="90" y="112"/>
                  <a:pt x="91" y="114"/>
                </a:cubicBezTo>
                <a:cubicBezTo>
                  <a:pt x="91" y="116"/>
                  <a:pt x="93" y="115"/>
                  <a:pt x="93" y="118"/>
                </a:cubicBezTo>
                <a:cubicBezTo>
                  <a:pt x="93" y="120"/>
                  <a:pt x="92" y="121"/>
                  <a:pt x="92" y="123"/>
                </a:cubicBezTo>
                <a:cubicBezTo>
                  <a:pt x="93" y="126"/>
                  <a:pt x="96" y="125"/>
                  <a:pt x="96" y="127"/>
                </a:cubicBezTo>
                <a:cubicBezTo>
                  <a:pt x="93" y="128"/>
                  <a:pt x="92" y="130"/>
                  <a:pt x="88" y="130"/>
                </a:cubicBezTo>
                <a:cubicBezTo>
                  <a:pt x="86" y="131"/>
                  <a:pt x="84" y="130"/>
                  <a:pt x="82" y="129"/>
                </a:cubicBezTo>
                <a:cubicBezTo>
                  <a:pt x="78" y="127"/>
                  <a:pt x="78" y="135"/>
                  <a:pt x="79" y="137"/>
                </a:cubicBezTo>
                <a:cubicBezTo>
                  <a:pt x="84" y="137"/>
                  <a:pt x="83" y="140"/>
                  <a:pt x="87" y="142"/>
                </a:cubicBezTo>
                <a:cubicBezTo>
                  <a:pt x="87" y="140"/>
                  <a:pt x="87" y="138"/>
                  <a:pt x="88" y="137"/>
                </a:cubicBezTo>
                <a:cubicBezTo>
                  <a:pt x="90" y="136"/>
                  <a:pt x="94" y="137"/>
                  <a:pt x="97" y="137"/>
                </a:cubicBezTo>
                <a:cubicBezTo>
                  <a:pt x="97" y="136"/>
                  <a:pt x="98" y="135"/>
                  <a:pt x="100" y="136"/>
                </a:cubicBezTo>
                <a:cubicBezTo>
                  <a:pt x="100" y="133"/>
                  <a:pt x="99" y="132"/>
                  <a:pt x="99" y="130"/>
                </a:cubicBezTo>
                <a:cubicBezTo>
                  <a:pt x="101" y="130"/>
                  <a:pt x="103" y="130"/>
                  <a:pt x="104" y="128"/>
                </a:cubicBezTo>
                <a:cubicBezTo>
                  <a:pt x="106" y="126"/>
                  <a:pt x="108" y="123"/>
                  <a:pt x="108" y="120"/>
                </a:cubicBezTo>
                <a:cubicBezTo>
                  <a:pt x="111" y="119"/>
                  <a:pt x="114" y="121"/>
                  <a:pt x="118" y="122"/>
                </a:cubicBezTo>
                <a:cubicBezTo>
                  <a:pt x="121" y="122"/>
                  <a:pt x="124" y="122"/>
                  <a:pt x="127" y="124"/>
                </a:cubicBezTo>
                <a:cubicBezTo>
                  <a:pt x="127" y="123"/>
                  <a:pt x="128" y="122"/>
                  <a:pt x="128" y="121"/>
                </a:cubicBezTo>
                <a:cubicBezTo>
                  <a:pt x="129" y="121"/>
                  <a:pt x="130" y="121"/>
                  <a:pt x="132" y="121"/>
                </a:cubicBezTo>
                <a:cubicBezTo>
                  <a:pt x="132" y="120"/>
                  <a:pt x="132" y="120"/>
                  <a:pt x="132" y="120"/>
                </a:cubicBezTo>
                <a:cubicBezTo>
                  <a:pt x="132" y="121"/>
                  <a:pt x="132" y="123"/>
                  <a:pt x="132" y="124"/>
                </a:cubicBezTo>
                <a:cubicBezTo>
                  <a:pt x="134" y="124"/>
                  <a:pt x="135" y="126"/>
                  <a:pt x="137" y="125"/>
                </a:cubicBezTo>
                <a:cubicBezTo>
                  <a:pt x="137" y="127"/>
                  <a:pt x="138" y="129"/>
                  <a:pt x="140" y="129"/>
                </a:cubicBezTo>
                <a:cubicBezTo>
                  <a:pt x="140" y="126"/>
                  <a:pt x="145" y="126"/>
                  <a:pt x="145" y="124"/>
                </a:cubicBezTo>
                <a:cubicBezTo>
                  <a:pt x="141" y="123"/>
                  <a:pt x="143" y="111"/>
                  <a:pt x="142" y="108"/>
                </a:cubicBezTo>
                <a:cubicBezTo>
                  <a:pt x="145" y="107"/>
                  <a:pt x="146" y="110"/>
                  <a:pt x="148" y="111"/>
                </a:cubicBezTo>
                <a:cubicBezTo>
                  <a:pt x="152" y="112"/>
                  <a:pt x="153" y="107"/>
                  <a:pt x="153" y="105"/>
                </a:cubicBezTo>
                <a:cubicBezTo>
                  <a:pt x="153" y="101"/>
                  <a:pt x="152" y="100"/>
                  <a:pt x="149" y="99"/>
                </a:cubicBezTo>
                <a:cubicBezTo>
                  <a:pt x="145" y="98"/>
                  <a:pt x="143" y="97"/>
                  <a:pt x="142" y="94"/>
                </a:cubicBezTo>
                <a:cubicBezTo>
                  <a:pt x="144" y="94"/>
                  <a:pt x="148" y="94"/>
                  <a:pt x="147" y="91"/>
                </a:cubicBezTo>
                <a:cubicBezTo>
                  <a:pt x="147" y="89"/>
                  <a:pt x="145" y="89"/>
                  <a:pt x="145" y="87"/>
                </a:cubicBezTo>
                <a:cubicBezTo>
                  <a:pt x="144" y="86"/>
                  <a:pt x="145" y="84"/>
                  <a:pt x="145" y="83"/>
                </a:cubicBezTo>
                <a:cubicBezTo>
                  <a:pt x="149" y="82"/>
                  <a:pt x="152" y="83"/>
                  <a:pt x="156" y="83"/>
                </a:cubicBezTo>
                <a:cubicBezTo>
                  <a:pt x="159" y="82"/>
                  <a:pt x="161" y="81"/>
                  <a:pt x="164" y="80"/>
                </a:cubicBezTo>
                <a:cubicBezTo>
                  <a:pt x="164" y="80"/>
                  <a:pt x="164" y="82"/>
                  <a:pt x="164" y="82"/>
                </a:cubicBezTo>
                <a:cubicBezTo>
                  <a:pt x="166" y="82"/>
                  <a:pt x="167" y="81"/>
                  <a:pt x="169" y="82"/>
                </a:cubicBezTo>
                <a:cubicBezTo>
                  <a:pt x="169" y="78"/>
                  <a:pt x="169" y="75"/>
                  <a:pt x="169" y="71"/>
                </a:cubicBezTo>
                <a:cubicBezTo>
                  <a:pt x="166" y="72"/>
                  <a:pt x="167" y="68"/>
                  <a:pt x="167" y="66"/>
                </a:cubicBezTo>
                <a:cubicBezTo>
                  <a:pt x="163" y="66"/>
                  <a:pt x="162" y="67"/>
                  <a:pt x="161" y="71"/>
                </a:cubicBezTo>
                <a:cubicBezTo>
                  <a:pt x="160" y="71"/>
                  <a:pt x="159" y="70"/>
                  <a:pt x="158" y="69"/>
                </a:cubicBezTo>
                <a:cubicBezTo>
                  <a:pt x="156" y="69"/>
                  <a:pt x="155" y="70"/>
                  <a:pt x="153" y="70"/>
                </a:cubicBezTo>
                <a:cubicBezTo>
                  <a:pt x="148" y="71"/>
                  <a:pt x="142" y="70"/>
                  <a:pt x="137" y="68"/>
                </a:cubicBezTo>
                <a:cubicBezTo>
                  <a:pt x="134" y="67"/>
                  <a:pt x="133" y="66"/>
                  <a:pt x="132" y="63"/>
                </a:cubicBezTo>
                <a:cubicBezTo>
                  <a:pt x="131" y="59"/>
                  <a:pt x="130" y="54"/>
                  <a:pt x="128" y="50"/>
                </a:cubicBezTo>
                <a:cubicBezTo>
                  <a:pt x="132" y="51"/>
                  <a:pt x="130" y="46"/>
                  <a:pt x="132" y="44"/>
                </a:cubicBezTo>
                <a:cubicBezTo>
                  <a:pt x="136" y="44"/>
                  <a:pt x="140" y="43"/>
                  <a:pt x="143" y="39"/>
                </a:cubicBezTo>
                <a:cubicBezTo>
                  <a:pt x="145" y="36"/>
                  <a:pt x="148" y="31"/>
                  <a:pt x="153" y="30"/>
                </a:cubicBezTo>
                <a:cubicBezTo>
                  <a:pt x="155" y="30"/>
                  <a:pt x="158" y="30"/>
                  <a:pt x="160" y="28"/>
                </a:cubicBezTo>
                <a:cubicBezTo>
                  <a:pt x="161" y="26"/>
                  <a:pt x="161" y="25"/>
                  <a:pt x="163" y="24"/>
                </a:cubicBezTo>
                <a:cubicBezTo>
                  <a:pt x="166" y="23"/>
                  <a:pt x="171" y="23"/>
                  <a:pt x="173" y="20"/>
                </a:cubicBezTo>
                <a:cubicBezTo>
                  <a:pt x="176" y="20"/>
                  <a:pt x="179" y="19"/>
                  <a:pt x="181" y="17"/>
                </a:cubicBezTo>
                <a:cubicBezTo>
                  <a:pt x="182" y="16"/>
                  <a:pt x="183" y="15"/>
                  <a:pt x="184" y="14"/>
                </a:cubicBezTo>
                <a:cubicBezTo>
                  <a:pt x="186" y="13"/>
                  <a:pt x="188" y="13"/>
                  <a:pt x="190" y="13"/>
                </a:cubicBezTo>
                <a:cubicBezTo>
                  <a:pt x="191" y="5"/>
                  <a:pt x="201" y="8"/>
                  <a:pt x="206" y="7"/>
                </a:cubicBezTo>
                <a:cubicBezTo>
                  <a:pt x="207" y="4"/>
                  <a:pt x="207" y="4"/>
                  <a:pt x="207" y="4"/>
                </a:cubicBezTo>
                <a:cubicBezTo>
                  <a:pt x="208" y="2"/>
                  <a:pt x="210" y="1"/>
                  <a:pt x="211" y="0"/>
                </a:cubicBezTo>
                <a:cubicBezTo>
                  <a:pt x="211" y="0"/>
                  <a:pt x="211" y="0"/>
                  <a:pt x="211" y="0"/>
                </a:cubicBezTo>
                <a:cubicBezTo>
                  <a:pt x="212" y="0"/>
                  <a:pt x="212" y="0"/>
                  <a:pt x="212" y="0"/>
                </a:cubicBezTo>
                <a:cubicBezTo>
                  <a:pt x="214" y="1"/>
                  <a:pt x="216" y="0"/>
                  <a:pt x="218" y="0"/>
                </a:cubicBezTo>
                <a:cubicBezTo>
                  <a:pt x="220" y="0"/>
                  <a:pt x="222" y="2"/>
                  <a:pt x="225" y="2"/>
                </a:cubicBezTo>
                <a:cubicBezTo>
                  <a:pt x="227" y="2"/>
                  <a:pt x="229" y="2"/>
                  <a:pt x="232" y="2"/>
                </a:cubicBezTo>
                <a:cubicBezTo>
                  <a:pt x="232" y="1"/>
                  <a:pt x="232" y="1"/>
                  <a:pt x="232" y="1"/>
                </a:cubicBezTo>
                <a:cubicBezTo>
                  <a:pt x="236" y="1"/>
                  <a:pt x="237" y="2"/>
                  <a:pt x="239" y="4"/>
                </a:cubicBezTo>
                <a:cubicBezTo>
                  <a:pt x="239" y="6"/>
                  <a:pt x="241" y="6"/>
                  <a:pt x="243" y="7"/>
                </a:cubicBezTo>
                <a:cubicBezTo>
                  <a:pt x="245" y="7"/>
                  <a:pt x="245" y="9"/>
                  <a:pt x="245" y="11"/>
                </a:cubicBezTo>
                <a:cubicBezTo>
                  <a:pt x="245" y="14"/>
                  <a:pt x="247" y="16"/>
                  <a:pt x="248" y="18"/>
                </a:cubicBezTo>
                <a:cubicBezTo>
                  <a:pt x="250" y="21"/>
                  <a:pt x="248" y="24"/>
                  <a:pt x="248" y="27"/>
                </a:cubicBezTo>
                <a:cubicBezTo>
                  <a:pt x="244" y="28"/>
                  <a:pt x="246" y="31"/>
                  <a:pt x="244" y="31"/>
                </a:cubicBezTo>
                <a:cubicBezTo>
                  <a:pt x="243" y="33"/>
                  <a:pt x="244" y="34"/>
                  <a:pt x="243" y="36"/>
                </a:cubicBezTo>
                <a:cubicBezTo>
                  <a:pt x="241" y="37"/>
                  <a:pt x="241" y="41"/>
                  <a:pt x="239" y="43"/>
                </a:cubicBezTo>
                <a:cubicBezTo>
                  <a:pt x="238" y="45"/>
                  <a:pt x="236" y="47"/>
                  <a:pt x="236" y="49"/>
                </a:cubicBezTo>
                <a:cubicBezTo>
                  <a:pt x="234" y="47"/>
                  <a:pt x="234" y="51"/>
                  <a:pt x="234" y="52"/>
                </a:cubicBezTo>
                <a:cubicBezTo>
                  <a:pt x="233" y="52"/>
                  <a:pt x="233" y="52"/>
                  <a:pt x="233" y="52"/>
                </a:cubicBezTo>
                <a:cubicBezTo>
                  <a:pt x="233" y="54"/>
                  <a:pt x="236" y="56"/>
                  <a:pt x="235" y="57"/>
                </a:cubicBezTo>
                <a:cubicBezTo>
                  <a:pt x="234" y="59"/>
                  <a:pt x="233" y="58"/>
                  <a:pt x="231" y="58"/>
                </a:cubicBezTo>
                <a:cubicBezTo>
                  <a:pt x="230" y="58"/>
                  <a:pt x="229" y="59"/>
                  <a:pt x="228" y="60"/>
                </a:cubicBezTo>
                <a:cubicBezTo>
                  <a:pt x="225" y="61"/>
                  <a:pt x="222" y="60"/>
                  <a:pt x="219" y="60"/>
                </a:cubicBezTo>
                <a:cubicBezTo>
                  <a:pt x="216" y="60"/>
                  <a:pt x="217" y="64"/>
                  <a:pt x="216" y="66"/>
                </a:cubicBezTo>
                <a:cubicBezTo>
                  <a:pt x="215" y="66"/>
                  <a:pt x="213" y="65"/>
                  <a:pt x="212" y="66"/>
                </a:cubicBezTo>
                <a:cubicBezTo>
                  <a:pt x="212" y="67"/>
                  <a:pt x="212" y="69"/>
                  <a:pt x="212" y="70"/>
                </a:cubicBezTo>
                <a:cubicBezTo>
                  <a:pt x="212" y="72"/>
                  <a:pt x="211" y="77"/>
                  <a:pt x="215" y="77"/>
                </a:cubicBezTo>
                <a:cubicBezTo>
                  <a:pt x="215" y="78"/>
                  <a:pt x="216" y="79"/>
                  <a:pt x="216" y="81"/>
                </a:cubicBezTo>
                <a:cubicBezTo>
                  <a:pt x="213" y="80"/>
                  <a:pt x="214" y="84"/>
                  <a:pt x="211" y="83"/>
                </a:cubicBezTo>
                <a:cubicBezTo>
                  <a:pt x="211" y="86"/>
                  <a:pt x="211" y="88"/>
                  <a:pt x="209" y="90"/>
                </a:cubicBezTo>
                <a:cubicBezTo>
                  <a:pt x="208" y="91"/>
                  <a:pt x="205" y="93"/>
                  <a:pt x="203" y="93"/>
                </a:cubicBezTo>
                <a:cubicBezTo>
                  <a:pt x="203" y="96"/>
                  <a:pt x="212" y="108"/>
                  <a:pt x="206" y="110"/>
                </a:cubicBezTo>
                <a:cubicBezTo>
                  <a:pt x="205" y="112"/>
                  <a:pt x="207" y="112"/>
                  <a:pt x="209" y="113"/>
                </a:cubicBezTo>
                <a:cubicBezTo>
                  <a:pt x="214" y="114"/>
                  <a:pt x="211" y="119"/>
                  <a:pt x="211" y="122"/>
                </a:cubicBezTo>
                <a:cubicBezTo>
                  <a:pt x="212" y="122"/>
                  <a:pt x="213" y="123"/>
                  <a:pt x="215" y="123"/>
                </a:cubicBezTo>
                <a:cubicBezTo>
                  <a:pt x="215" y="120"/>
                  <a:pt x="215" y="118"/>
                  <a:pt x="218" y="117"/>
                </a:cubicBezTo>
                <a:cubicBezTo>
                  <a:pt x="218" y="120"/>
                  <a:pt x="221" y="118"/>
                  <a:pt x="223" y="120"/>
                </a:cubicBezTo>
                <a:cubicBezTo>
                  <a:pt x="225" y="121"/>
                  <a:pt x="223" y="126"/>
                  <a:pt x="227" y="126"/>
                </a:cubicBezTo>
                <a:cubicBezTo>
                  <a:pt x="227" y="126"/>
                  <a:pt x="228" y="125"/>
                  <a:pt x="227" y="125"/>
                </a:cubicBezTo>
                <a:cubicBezTo>
                  <a:pt x="229" y="124"/>
                  <a:pt x="232" y="124"/>
                  <a:pt x="232" y="127"/>
                </a:cubicBezTo>
                <a:cubicBezTo>
                  <a:pt x="235" y="126"/>
                  <a:pt x="236" y="124"/>
                  <a:pt x="239" y="123"/>
                </a:cubicBezTo>
                <a:cubicBezTo>
                  <a:pt x="239" y="121"/>
                  <a:pt x="240" y="119"/>
                  <a:pt x="241" y="118"/>
                </a:cubicBezTo>
                <a:cubicBezTo>
                  <a:pt x="240" y="117"/>
                  <a:pt x="239" y="115"/>
                  <a:pt x="237" y="114"/>
                </a:cubicBezTo>
                <a:cubicBezTo>
                  <a:pt x="237" y="113"/>
                  <a:pt x="238" y="112"/>
                  <a:pt x="239" y="112"/>
                </a:cubicBezTo>
                <a:cubicBezTo>
                  <a:pt x="239" y="111"/>
                  <a:pt x="239" y="110"/>
                  <a:pt x="239" y="109"/>
                </a:cubicBezTo>
                <a:cubicBezTo>
                  <a:pt x="239" y="108"/>
                  <a:pt x="237" y="108"/>
                  <a:pt x="237" y="106"/>
                </a:cubicBezTo>
                <a:cubicBezTo>
                  <a:pt x="235" y="106"/>
                  <a:pt x="233" y="108"/>
                  <a:pt x="230" y="107"/>
                </a:cubicBezTo>
                <a:cubicBezTo>
                  <a:pt x="230" y="103"/>
                  <a:pt x="232" y="99"/>
                  <a:pt x="232" y="96"/>
                </a:cubicBezTo>
                <a:cubicBezTo>
                  <a:pt x="231" y="93"/>
                  <a:pt x="228" y="95"/>
                  <a:pt x="227" y="93"/>
                </a:cubicBezTo>
                <a:cubicBezTo>
                  <a:pt x="226" y="91"/>
                  <a:pt x="229" y="82"/>
                  <a:pt x="224" y="82"/>
                </a:cubicBezTo>
                <a:cubicBezTo>
                  <a:pt x="223" y="80"/>
                  <a:pt x="225" y="76"/>
                  <a:pt x="222" y="74"/>
                </a:cubicBezTo>
                <a:cubicBezTo>
                  <a:pt x="221" y="74"/>
                  <a:pt x="217" y="74"/>
                  <a:pt x="218" y="72"/>
                </a:cubicBezTo>
                <a:cubicBezTo>
                  <a:pt x="220" y="72"/>
                  <a:pt x="221" y="70"/>
                  <a:pt x="223" y="68"/>
                </a:cubicBezTo>
                <a:cubicBezTo>
                  <a:pt x="226" y="67"/>
                  <a:pt x="228" y="67"/>
                  <a:pt x="228" y="71"/>
                </a:cubicBezTo>
                <a:cubicBezTo>
                  <a:pt x="231" y="71"/>
                  <a:pt x="232" y="71"/>
                  <a:pt x="232" y="68"/>
                </a:cubicBezTo>
                <a:cubicBezTo>
                  <a:pt x="233" y="68"/>
                  <a:pt x="234" y="68"/>
                  <a:pt x="234" y="68"/>
                </a:cubicBezTo>
                <a:cubicBezTo>
                  <a:pt x="234" y="67"/>
                  <a:pt x="234" y="66"/>
                  <a:pt x="234" y="65"/>
                </a:cubicBezTo>
                <a:cubicBezTo>
                  <a:pt x="237" y="65"/>
                  <a:pt x="238" y="62"/>
                  <a:pt x="240" y="62"/>
                </a:cubicBezTo>
                <a:cubicBezTo>
                  <a:pt x="241" y="63"/>
                  <a:pt x="240" y="64"/>
                  <a:pt x="239" y="65"/>
                </a:cubicBezTo>
                <a:cubicBezTo>
                  <a:pt x="238" y="67"/>
                  <a:pt x="241" y="69"/>
                  <a:pt x="241" y="71"/>
                </a:cubicBezTo>
                <a:cubicBezTo>
                  <a:pt x="238" y="71"/>
                  <a:pt x="235" y="71"/>
                  <a:pt x="235" y="75"/>
                </a:cubicBezTo>
                <a:cubicBezTo>
                  <a:pt x="236" y="75"/>
                  <a:pt x="237" y="76"/>
                  <a:pt x="237" y="76"/>
                </a:cubicBezTo>
                <a:cubicBezTo>
                  <a:pt x="237" y="75"/>
                  <a:pt x="238" y="74"/>
                  <a:pt x="238" y="73"/>
                </a:cubicBezTo>
                <a:cubicBezTo>
                  <a:pt x="238" y="73"/>
                  <a:pt x="239" y="73"/>
                  <a:pt x="240" y="73"/>
                </a:cubicBezTo>
                <a:cubicBezTo>
                  <a:pt x="240" y="75"/>
                  <a:pt x="240" y="77"/>
                  <a:pt x="238" y="78"/>
                </a:cubicBezTo>
                <a:cubicBezTo>
                  <a:pt x="238" y="78"/>
                  <a:pt x="238" y="79"/>
                  <a:pt x="238" y="80"/>
                </a:cubicBezTo>
                <a:cubicBezTo>
                  <a:pt x="239" y="80"/>
                  <a:pt x="240" y="79"/>
                  <a:pt x="240" y="78"/>
                </a:cubicBezTo>
                <a:cubicBezTo>
                  <a:pt x="241" y="78"/>
                  <a:pt x="243" y="77"/>
                  <a:pt x="244" y="77"/>
                </a:cubicBezTo>
                <a:cubicBezTo>
                  <a:pt x="245" y="78"/>
                  <a:pt x="243" y="80"/>
                  <a:pt x="246" y="81"/>
                </a:cubicBezTo>
                <a:cubicBezTo>
                  <a:pt x="245" y="81"/>
                  <a:pt x="246" y="82"/>
                  <a:pt x="246" y="82"/>
                </a:cubicBezTo>
                <a:cubicBezTo>
                  <a:pt x="247" y="82"/>
                  <a:pt x="248" y="81"/>
                  <a:pt x="250" y="81"/>
                </a:cubicBezTo>
                <a:cubicBezTo>
                  <a:pt x="252" y="82"/>
                  <a:pt x="253" y="83"/>
                  <a:pt x="256" y="82"/>
                </a:cubicBezTo>
                <a:cubicBezTo>
                  <a:pt x="256" y="82"/>
                  <a:pt x="256" y="81"/>
                  <a:pt x="256" y="80"/>
                </a:cubicBezTo>
                <a:cubicBezTo>
                  <a:pt x="258" y="80"/>
                  <a:pt x="255" y="74"/>
                  <a:pt x="255" y="73"/>
                </a:cubicBezTo>
                <a:cubicBezTo>
                  <a:pt x="257" y="73"/>
                  <a:pt x="258" y="75"/>
                  <a:pt x="260" y="74"/>
                </a:cubicBezTo>
                <a:cubicBezTo>
                  <a:pt x="259" y="78"/>
                  <a:pt x="262" y="77"/>
                  <a:pt x="264" y="77"/>
                </a:cubicBezTo>
                <a:cubicBezTo>
                  <a:pt x="265" y="79"/>
                  <a:pt x="254" y="87"/>
                  <a:pt x="261" y="88"/>
                </a:cubicBezTo>
                <a:cubicBezTo>
                  <a:pt x="262" y="86"/>
                  <a:pt x="260" y="85"/>
                  <a:pt x="262" y="84"/>
                </a:cubicBezTo>
                <a:cubicBezTo>
                  <a:pt x="263" y="83"/>
                  <a:pt x="265" y="84"/>
                  <a:pt x="267" y="84"/>
                </a:cubicBezTo>
                <a:cubicBezTo>
                  <a:pt x="267" y="80"/>
                  <a:pt x="270" y="81"/>
                  <a:pt x="270" y="84"/>
                </a:cubicBezTo>
                <a:cubicBezTo>
                  <a:pt x="274" y="84"/>
                  <a:pt x="278" y="84"/>
                  <a:pt x="282" y="84"/>
                </a:cubicBezTo>
                <a:cubicBezTo>
                  <a:pt x="282" y="83"/>
                  <a:pt x="281" y="76"/>
                  <a:pt x="284" y="78"/>
                </a:cubicBezTo>
                <a:cubicBezTo>
                  <a:pt x="286" y="79"/>
                  <a:pt x="292" y="76"/>
                  <a:pt x="290" y="73"/>
                </a:cubicBezTo>
                <a:cubicBezTo>
                  <a:pt x="292" y="73"/>
                  <a:pt x="294" y="73"/>
                  <a:pt x="295" y="74"/>
                </a:cubicBezTo>
                <a:cubicBezTo>
                  <a:pt x="295" y="72"/>
                  <a:pt x="300" y="71"/>
                  <a:pt x="301" y="71"/>
                </a:cubicBezTo>
                <a:cubicBezTo>
                  <a:pt x="301" y="73"/>
                  <a:pt x="301" y="75"/>
                  <a:pt x="303" y="76"/>
                </a:cubicBezTo>
                <a:cubicBezTo>
                  <a:pt x="304" y="77"/>
                  <a:pt x="306" y="79"/>
                  <a:pt x="308" y="80"/>
                </a:cubicBezTo>
                <a:cubicBezTo>
                  <a:pt x="308" y="84"/>
                  <a:pt x="303" y="83"/>
                  <a:pt x="304" y="86"/>
                </a:cubicBezTo>
                <a:cubicBezTo>
                  <a:pt x="305" y="87"/>
                  <a:pt x="305" y="87"/>
                  <a:pt x="305" y="87"/>
                </a:cubicBezTo>
                <a:cubicBezTo>
                  <a:pt x="304" y="88"/>
                  <a:pt x="304" y="88"/>
                  <a:pt x="304" y="88"/>
                </a:cubicBezTo>
                <a:cubicBezTo>
                  <a:pt x="303" y="88"/>
                  <a:pt x="303" y="88"/>
                  <a:pt x="303" y="89"/>
                </a:cubicBezTo>
                <a:cubicBezTo>
                  <a:pt x="302" y="89"/>
                  <a:pt x="301" y="90"/>
                  <a:pt x="301" y="91"/>
                </a:cubicBezTo>
                <a:cubicBezTo>
                  <a:pt x="302" y="91"/>
                  <a:pt x="303" y="91"/>
                  <a:pt x="304" y="90"/>
                </a:cubicBezTo>
                <a:cubicBezTo>
                  <a:pt x="304" y="89"/>
                  <a:pt x="306" y="87"/>
                  <a:pt x="308" y="88"/>
                </a:cubicBezTo>
                <a:cubicBezTo>
                  <a:pt x="309" y="89"/>
                  <a:pt x="309" y="91"/>
                  <a:pt x="309" y="92"/>
                </a:cubicBezTo>
                <a:cubicBezTo>
                  <a:pt x="312" y="93"/>
                  <a:pt x="311" y="88"/>
                  <a:pt x="311" y="87"/>
                </a:cubicBezTo>
                <a:cubicBezTo>
                  <a:pt x="312" y="86"/>
                  <a:pt x="313" y="86"/>
                  <a:pt x="314" y="87"/>
                </a:cubicBezTo>
                <a:cubicBezTo>
                  <a:pt x="314" y="86"/>
                  <a:pt x="315" y="86"/>
                  <a:pt x="315" y="85"/>
                </a:cubicBezTo>
                <a:cubicBezTo>
                  <a:pt x="317" y="85"/>
                  <a:pt x="316" y="86"/>
                  <a:pt x="317" y="87"/>
                </a:cubicBezTo>
                <a:cubicBezTo>
                  <a:pt x="318" y="89"/>
                  <a:pt x="321" y="88"/>
                  <a:pt x="322" y="88"/>
                </a:cubicBezTo>
                <a:cubicBezTo>
                  <a:pt x="322" y="87"/>
                  <a:pt x="322" y="87"/>
                  <a:pt x="322" y="87"/>
                </a:cubicBezTo>
                <a:cubicBezTo>
                  <a:pt x="321" y="87"/>
                  <a:pt x="321" y="86"/>
                  <a:pt x="321" y="85"/>
                </a:cubicBezTo>
                <a:cubicBezTo>
                  <a:pt x="322" y="85"/>
                  <a:pt x="324" y="85"/>
                  <a:pt x="325" y="85"/>
                </a:cubicBezTo>
                <a:cubicBezTo>
                  <a:pt x="325" y="86"/>
                  <a:pt x="325" y="87"/>
                  <a:pt x="325" y="87"/>
                </a:cubicBezTo>
                <a:cubicBezTo>
                  <a:pt x="326" y="86"/>
                  <a:pt x="326" y="85"/>
                  <a:pt x="326" y="85"/>
                </a:cubicBezTo>
                <a:cubicBezTo>
                  <a:pt x="327" y="85"/>
                  <a:pt x="328" y="85"/>
                  <a:pt x="329" y="85"/>
                </a:cubicBezTo>
                <a:cubicBezTo>
                  <a:pt x="329" y="85"/>
                  <a:pt x="329" y="86"/>
                  <a:pt x="328" y="86"/>
                </a:cubicBezTo>
                <a:cubicBezTo>
                  <a:pt x="327" y="87"/>
                  <a:pt x="327" y="88"/>
                  <a:pt x="327" y="90"/>
                </a:cubicBezTo>
                <a:cubicBezTo>
                  <a:pt x="327" y="92"/>
                  <a:pt x="326" y="94"/>
                  <a:pt x="325" y="96"/>
                </a:cubicBezTo>
                <a:cubicBezTo>
                  <a:pt x="328" y="97"/>
                  <a:pt x="329" y="94"/>
                  <a:pt x="331" y="94"/>
                </a:cubicBezTo>
                <a:cubicBezTo>
                  <a:pt x="331" y="96"/>
                  <a:pt x="341" y="95"/>
                  <a:pt x="343" y="95"/>
                </a:cubicBezTo>
                <a:cubicBezTo>
                  <a:pt x="341" y="91"/>
                  <a:pt x="347" y="89"/>
                  <a:pt x="345" y="86"/>
                </a:cubicBezTo>
                <a:cubicBezTo>
                  <a:pt x="345" y="85"/>
                  <a:pt x="346" y="85"/>
                  <a:pt x="347" y="85"/>
                </a:cubicBezTo>
                <a:cubicBezTo>
                  <a:pt x="347" y="86"/>
                  <a:pt x="347" y="87"/>
                  <a:pt x="348" y="87"/>
                </a:cubicBezTo>
                <a:cubicBezTo>
                  <a:pt x="348" y="86"/>
                  <a:pt x="350" y="84"/>
                  <a:pt x="352" y="85"/>
                </a:cubicBezTo>
                <a:cubicBezTo>
                  <a:pt x="352" y="85"/>
                  <a:pt x="352" y="86"/>
                  <a:pt x="352" y="86"/>
                </a:cubicBezTo>
                <a:cubicBezTo>
                  <a:pt x="353" y="87"/>
                  <a:pt x="354" y="88"/>
                  <a:pt x="356" y="88"/>
                </a:cubicBezTo>
                <a:cubicBezTo>
                  <a:pt x="355" y="86"/>
                  <a:pt x="357" y="85"/>
                  <a:pt x="357" y="83"/>
                </a:cubicBezTo>
                <a:cubicBezTo>
                  <a:pt x="358" y="83"/>
                  <a:pt x="360" y="82"/>
                  <a:pt x="362" y="83"/>
                </a:cubicBezTo>
                <a:cubicBezTo>
                  <a:pt x="364" y="85"/>
                  <a:pt x="361" y="88"/>
                  <a:pt x="362" y="90"/>
                </a:cubicBezTo>
                <a:cubicBezTo>
                  <a:pt x="363" y="90"/>
                  <a:pt x="367" y="89"/>
                  <a:pt x="367" y="91"/>
                </a:cubicBezTo>
                <a:cubicBezTo>
                  <a:pt x="368" y="95"/>
                  <a:pt x="373" y="93"/>
                  <a:pt x="376" y="94"/>
                </a:cubicBezTo>
                <a:cubicBezTo>
                  <a:pt x="376" y="96"/>
                  <a:pt x="375" y="99"/>
                  <a:pt x="376" y="101"/>
                </a:cubicBezTo>
                <a:cubicBezTo>
                  <a:pt x="378" y="103"/>
                  <a:pt x="382" y="101"/>
                  <a:pt x="385" y="102"/>
                </a:cubicBezTo>
                <a:cubicBezTo>
                  <a:pt x="385" y="102"/>
                  <a:pt x="385" y="103"/>
                  <a:pt x="385" y="104"/>
                </a:cubicBezTo>
                <a:cubicBezTo>
                  <a:pt x="386" y="104"/>
                  <a:pt x="388" y="104"/>
                  <a:pt x="390" y="104"/>
                </a:cubicBezTo>
                <a:cubicBezTo>
                  <a:pt x="390" y="106"/>
                  <a:pt x="390" y="108"/>
                  <a:pt x="390" y="109"/>
                </a:cubicBezTo>
                <a:cubicBezTo>
                  <a:pt x="391" y="109"/>
                  <a:pt x="392" y="109"/>
                  <a:pt x="393" y="109"/>
                </a:cubicBezTo>
                <a:cubicBezTo>
                  <a:pt x="393" y="110"/>
                  <a:pt x="393" y="111"/>
                  <a:pt x="393" y="112"/>
                </a:cubicBezTo>
                <a:cubicBezTo>
                  <a:pt x="395" y="112"/>
                  <a:pt x="395" y="114"/>
                  <a:pt x="397" y="114"/>
                </a:cubicBezTo>
                <a:cubicBezTo>
                  <a:pt x="397" y="112"/>
                  <a:pt x="396" y="111"/>
                  <a:pt x="397" y="110"/>
                </a:cubicBezTo>
                <a:cubicBezTo>
                  <a:pt x="400" y="110"/>
                  <a:pt x="407" y="111"/>
                  <a:pt x="409" y="109"/>
                </a:cubicBezTo>
                <a:cubicBezTo>
                  <a:pt x="410" y="108"/>
                  <a:pt x="412" y="109"/>
                  <a:pt x="413" y="110"/>
                </a:cubicBezTo>
                <a:cubicBezTo>
                  <a:pt x="413" y="110"/>
                  <a:pt x="413" y="111"/>
                  <a:pt x="413" y="112"/>
                </a:cubicBezTo>
                <a:cubicBezTo>
                  <a:pt x="414" y="113"/>
                  <a:pt x="415" y="112"/>
                  <a:pt x="416" y="113"/>
                </a:cubicBezTo>
                <a:cubicBezTo>
                  <a:pt x="419" y="116"/>
                  <a:pt x="414" y="118"/>
                  <a:pt x="412" y="116"/>
                </a:cubicBezTo>
                <a:cubicBezTo>
                  <a:pt x="411" y="118"/>
                  <a:pt x="411" y="119"/>
                  <a:pt x="411" y="120"/>
                </a:cubicBezTo>
                <a:cubicBezTo>
                  <a:pt x="412" y="120"/>
                  <a:pt x="412" y="120"/>
                  <a:pt x="413" y="120"/>
                </a:cubicBezTo>
                <a:cubicBezTo>
                  <a:pt x="413" y="122"/>
                  <a:pt x="413" y="123"/>
                  <a:pt x="413" y="124"/>
                </a:cubicBezTo>
                <a:cubicBezTo>
                  <a:pt x="416" y="124"/>
                  <a:pt x="416" y="127"/>
                  <a:pt x="415" y="129"/>
                </a:cubicBezTo>
                <a:cubicBezTo>
                  <a:pt x="414" y="132"/>
                  <a:pt x="412" y="133"/>
                  <a:pt x="412" y="136"/>
                </a:cubicBezTo>
                <a:cubicBezTo>
                  <a:pt x="411" y="136"/>
                  <a:pt x="411" y="136"/>
                  <a:pt x="410" y="136"/>
                </a:cubicBezTo>
                <a:cubicBezTo>
                  <a:pt x="410" y="136"/>
                  <a:pt x="410" y="137"/>
                  <a:pt x="410" y="138"/>
                </a:cubicBezTo>
                <a:cubicBezTo>
                  <a:pt x="411" y="138"/>
                  <a:pt x="413" y="139"/>
                  <a:pt x="413" y="140"/>
                </a:cubicBezTo>
                <a:cubicBezTo>
                  <a:pt x="414" y="142"/>
                  <a:pt x="413" y="144"/>
                  <a:pt x="415" y="143"/>
                </a:cubicBezTo>
                <a:lnTo>
                  <a:pt x="415" y="144"/>
                </a:ln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19" name="Rectangle 336">
            <a:extLst>
              <a:ext uri="{FF2B5EF4-FFF2-40B4-BE49-F238E27FC236}">
                <a16:creationId xmlns:a16="http://schemas.microsoft.com/office/drawing/2014/main" id="{63B364A0-FF76-4D3B-B6C0-4AD3A04AA718}"/>
              </a:ext>
            </a:extLst>
          </p:cNvPr>
          <p:cNvSpPr>
            <a:spLocks noChangeArrowheads="1"/>
          </p:cNvSpPr>
          <p:nvPr/>
        </p:nvSpPr>
        <p:spPr bwMode="auto">
          <a:xfrm>
            <a:off x="2847123" y="324640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0" name="Freeform 337">
            <a:extLst>
              <a:ext uri="{FF2B5EF4-FFF2-40B4-BE49-F238E27FC236}">
                <a16:creationId xmlns:a16="http://schemas.microsoft.com/office/drawing/2014/main" id="{6924308D-367C-4264-AE7A-B3DF348D43CD}"/>
              </a:ext>
            </a:extLst>
          </p:cNvPr>
          <p:cNvSpPr>
            <a:spLocks/>
          </p:cNvSpPr>
          <p:nvPr/>
        </p:nvSpPr>
        <p:spPr bwMode="auto">
          <a:xfrm>
            <a:off x="2750236" y="3171516"/>
            <a:ext cx="2039"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1" name="Freeform 338">
            <a:extLst>
              <a:ext uri="{FF2B5EF4-FFF2-40B4-BE49-F238E27FC236}">
                <a16:creationId xmlns:a16="http://schemas.microsoft.com/office/drawing/2014/main" id="{F65DE32E-D3DC-4F6F-8472-620A76B8C1B1}"/>
              </a:ext>
            </a:extLst>
          </p:cNvPr>
          <p:cNvSpPr>
            <a:spLocks/>
          </p:cNvSpPr>
          <p:nvPr/>
        </p:nvSpPr>
        <p:spPr bwMode="auto">
          <a:xfrm>
            <a:off x="2747176" y="31695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2" name="Freeform 339">
            <a:extLst>
              <a:ext uri="{FF2B5EF4-FFF2-40B4-BE49-F238E27FC236}">
                <a16:creationId xmlns:a16="http://schemas.microsoft.com/office/drawing/2014/main" id="{215F01D9-788E-48A4-A901-2E9F88AF2EA4}"/>
              </a:ext>
            </a:extLst>
          </p:cNvPr>
          <p:cNvSpPr>
            <a:spLocks/>
          </p:cNvSpPr>
          <p:nvPr/>
        </p:nvSpPr>
        <p:spPr bwMode="auto">
          <a:xfrm>
            <a:off x="2735958" y="3140969"/>
            <a:ext cx="2039"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3" name="Freeform 340">
            <a:extLst>
              <a:ext uri="{FF2B5EF4-FFF2-40B4-BE49-F238E27FC236}">
                <a16:creationId xmlns:a16="http://schemas.microsoft.com/office/drawing/2014/main" id="{EA0EF88C-9E9F-4928-9F23-9872984AC711}"/>
              </a:ext>
            </a:extLst>
          </p:cNvPr>
          <p:cNvSpPr>
            <a:spLocks/>
          </p:cNvSpPr>
          <p:nvPr/>
        </p:nvSpPr>
        <p:spPr bwMode="auto">
          <a:xfrm>
            <a:off x="4417713" y="3733195"/>
            <a:ext cx="179496" cy="191168"/>
          </a:xfrm>
          <a:custGeom>
            <a:avLst/>
            <a:gdLst>
              <a:gd name="T0" fmla="*/ 72 w 79"/>
              <a:gd name="T1" fmla="*/ 17 h 87"/>
              <a:gd name="T2" fmla="*/ 74 w 79"/>
              <a:gd name="T3" fmla="*/ 11 h 87"/>
              <a:gd name="T4" fmla="*/ 69 w 79"/>
              <a:gd name="T5" fmla="*/ 1 h 87"/>
              <a:gd name="T6" fmla="*/ 64 w 79"/>
              <a:gd name="T7" fmla="*/ 4 h 87"/>
              <a:gd name="T8" fmla="*/ 63 w 79"/>
              <a:gd name="T9" fmla="*/ 8 h 87"/>
              <a:gd name="T10" fmla="*/ 54 w 79"/>
              <a:gd name="T11" fmla="*/ 9 h 87"/>
              <a:gd name="T12" fmla="*/ 50 w 79"/>
              <a:gd name="T13" fmla="*/ 9 h 87"/>
              <a:gd name="T14" fmla="*/ 46 w 79"/>
              <a:gd name="T15" fmla="*/ 9 h 87"/>
              <a:gd name="T16" fmla="*/ 37 w 79"/>
              <a:gd name="T17" fmla="*/ 10 h 87"/>
              <a:gd name="T18" fmla="*/ 34 w 79"/>
              <a:gd name="T19" fmla="*/ 16 h 87"/>
              <a:gd name="T20" fmla="*/ 28 w 79"/>
              <a:gd name="T21" fmla="*/ 24 h 87"/>
              <a:gd name="T22" fmla="*/ 20 w 79"/>
              <a:gd name="T23" fmla="*/ 21 h 87"/>
              <a:gd name="T24" fmla="*/ 17 w 79"/>
              <a:gd name="T25" fmla="*/ 23 h 87"/>
              <a:gd name="T26" fmla="*/ 14 w 79"/>
              <a:gd name="T27" fmla="*/ 30 h 87"/>
              <a:gd name="T28" fmla="*/ 10 w 79"/>
              <a:gd name="T29" fmla="*/ 34 h 87"/>
              <a:gd name="T30" fmla="*/ 9 w 79"/>
              <a:gd name="T31" fmla="*/ 45 h 87"/>
              <a:gd name="T32" fmla="*/ 4 w 79"/>
              <a:gd name="T33" fmla="*/ 55 h 87"/>
              <a:gd name="T34" fmla="*/ 2 w 79"/>
              <a:gd name="T35" fmla="*/ 62 h 87"/>
              <a:gd name="T36" fmla="*/ 2 w 79"/>
              <a:gd name="T37" fmla="*/ 69 h 87"/>
              <a:gd name="T38" fmla="*/ 0 w 79"/>
              <a:gd name="T39" fmla="*/ 75 h 87"/>
              <a:gd name="T40" fmla="*/ 9 w 79"/>
              <a:gd name="T41" fmla="*/ 77 h 87"/>
              <a:gd name="T42" fmla="*/ 18 w 79"/>
              <a:gd name="T43" fmla="*/ 77 h 87"/>
              <a:gd name="T44" fmla="*/ 22 w 79"/>
              <a:gd name="T45" fmla="*/ 79 h 87"/>
              <a:gd name="T46" fmla="*/ 28 w 79"/>
              <a:gd name="T47" fmla="*/ 78 h 87"/>
              <a:gd name="T48" fmla="*/ 39 w 79"/>
              <a:gd name="T49" fmla="*/ 83 h 87"/>
              <a:gd name="T50" fmla="*/ 52 w 79"/>
              <a:gd name="T51" fmla="*/ 86 h 87"/>
              <a:gd name="T52" fmla="*/ 60 w 79"/>
              <a:gd name="T53" fmla="*/ 68 h 87"/>
              <a:gd name="T54" fmla="*/ 63 w 79"/>
              <a:gd name="T55" fmla="*/ 61 h 87"/>
              <a:gd name="T56" fmla="*/ 64 w 79"/>
              <a:gd name="T57" fmla="*/ 58 h 87"/>
              <a:gd name="T58" fmla="*/ 67 w 79"/>
              <a:gd name="T59" fmla="*/ 52 h 87"/>
              <a:gd name="T60" fmla="*/ 70 w 79"/>
              <a:gd name="T61" fmla="*/ 46 h 87"/>
              <a:gd name="T62" fmla="*/ 73 w 79"/>
              <a:gd name="T63" fmla="*/ 41 h 87"/>
              <a:gd name="T64" fmla="*/ 78 w 79"/>
              <a:gd name="T65" fmla="*/ 32 h 87"/>
              <a:gd name="T66" fmla="*/ 79 w 79"/>
              <a:gd name="T67" fmla="*/ 26 h 87"/>
              <a:gd name="T68" fmla="*/ 72 w 79"/>
              <a:gd name="T69" fmla="*/ 2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87">
                <a:moveTo>
                  <a:pt x="72" y="23"/>
                </a:moveTo>
                <a:cubicBezTo>
                  <a:pt x="72" y="21"/>
                  <a:pt x="72" y="19"/>
                  <a:pt x="72" y="17"/>
                </a:cubicBezTo>
                <a:cubicBezTo>
                  <a:pt x="73" y="16"/>
                  <a:pt x="74" y="16"/>
                  <a:pt x="74" y="15"/>
                </a:cubicBezTo>
                <a:cubicBezTo>
                  <a:pt x="74" y="15"/>
                  <a:pt x="74" y="12"/>
                  <a:pt x="74" y="11"/>
                </a:cubicBezTo>
                <a:cubicBezTo>
                  <a:pt x="73" y="10"/>
                  <a:pt x="71" y="9"/>
                  <a:pt x="69" y="9"/>
                </a:cubicBezTo>
                <a:cubicBezTo>
                  <a:pt x="69" y="7"/>
                  <a:pt x="69" y="4"/>
                  <a:pt x="69" y="1"/>
                </a:cubicBezTo>
                <a:cubicBezTo>
                  <a:pt x="68" y="1"/>
                  <a:pt x="68" y="1"/>
                  <a:pt x="68" y="0"/>
                </a:cubicBezTo>
                <a:cubicBezTo>
                  <a:pt x="67" y="0"/>
                  <a:pt x="65" y="4"/>
                  <a:pt x="64" y="4"/>
                </a:cubicBezTo>
                <a:cubicBezTo>
                  <a:pt x="64" y="5"/>
                  <a:pt x="64" y="5"/>
                  <a:pt x="63" y="6"/>
                </a:cubicBezTo>
                <a:cubicBezTo>
                  <a:pt x="63" y="6"/>
                  <a:pt x="63" y="7"/>
                  <a:pt x="63" y="8"/>
                </a:cubicBezTo>
                <a:cubicBezTo>
                  <a:pt x="62" y="9"/>
                  <a:pt x="60" y="8"/>
                  <a:pt x="59" y="8"/>
                </a:cubicBezTo>
                <a:cubicBezTo>
                  <a:pt x="57" y="8"/>
                  <a:pt x="56" y="9"/>
                  <a:pt x="54" y="9"/>
                </a:cubicBezTo>
                <a:cubicBezTo>
                  <a:pt x="53" y="10"/>
                  <a:pt x="53" y="10"/>
                  <a:pt x="52" y="10"/>
                </a:cubicBezTo>
                <a:cubicBezTo>
                  <a:pt x="51" y="10"/>
                  <a:pt x="52" y="9"/>
                  <a:pt x="50" y="9"/>
                </a:cubicBezTo>
                <a:cubicBezTo>
                  <a:pt x="50" y="9"/>
                  <a:pt x="49" y="10"/>
                  <a:pt x="49" y="10"/>
                </a:cubicBezTo>
                <a:cubicBezTo>
                  <a:pt x="48" y="10"/>
                  <a:pt x="47" y="10"/>
                  <a:pt x="46" y="9"/>
                </a:cubicBezTo>
                <a:cubicBezTo>
                  <a:pt x="45" y="9"/>
                  <a:pt x="43" y="9"/>
                  <a:pt x="42" y="9"/>
                </a:cubicBezTo>
                <a:cubicBezTo>
                  <a:pt x="40" y="9"/>
                  <a:pt x="39" y="9"/>
                  <a:pt x="37" y="10"/>
                </a:cubicBezTo>
                <a:cubicBezTo>
                  <a:pt x="35" y="10"/>
                  <a:pt x="33" y="10"/>
                  <a:pt x="32" y="12"/>
                </a:cubicBezTo>
                <a:cubicBezTo>
                  <a:pt x="34" y="12"/>
                  <a:pt x="35" y="14"/>
                  <a:pt x="34" y="16"/>
                </a:cubicBezTo>
                <a:cubicBezTo>
                  <a:pt x="33" y="17"/>
                  <a:pt x="32" y="17"/>
                  <a:pt x="31" y="18"/>
                </a:cubicBezTo>
                <a:cubicBezTo>
                  <a:pt x="29" y="20"/>
                  <a:pt x="29" y="22"/>
                  <a:pt x="28" y="24"/>
                </a:cubicBezTo>
                <a:cubicBezTo>
                  <a:pt x="26" y="24"/>
                  <a:pt x="25" y="23"/>
                  <a:pt x="23" y="22"/>
                </a:cubicBezTo>
                <a:cubicBezTo>
                  <a:pt x="22" y="21"/>
                  <a:pt x="21" y="21"/>
                  <a:pt x="20" y="21"/>
                </a:cubicBezTo>
                <a:cubicBezTo>
                  <a:pt x="20" y="22"/>
                  <a:pt x="20" y="22"/>
                  <a:pt x="20" y="22"/>
                </a:cubicBezTo>
                <a:cubicBezTo>
                  <a:pt x="18" y="22"/>
                  <a:pt x="18" y="22"/>
                  <a:pt x="17" y="23"/>
                </a:cubicBezTo>
                <a:cubicBezTo>
                  <a:pt x="16" y="24"/>
                  <a:pt x="15" y="25"/>
                  <a:pt x="14" y="26"/>
                </a:cubicBezTo>
                <a:cubicBezTo>
                  <a:pt x="14" y="27"/>
                  <a:pt x="14" y="29"/>
                  <a:pt x="14" y="30"/>
                </a:cubicBezTo>
                <a:cubicBezTo>
                  <a:pt x="14" y="31"/>
                  <a:pt x="13" y="32"/>
                  <a:pt x="12" y="33"/>
                </a:cubicBezTo>
                <a:cubicBezTo>
                  <a:pt x="12" y="33"/>
                  <a:pt x="11" y="33"/>
                  <a:pt x="10" y="34"/>
                </a:cubicBezTo>
                <a:cubicBezTo>
                  <a:pt x="11" y="36"/>
                  <a:pt x="11" y="37"/>
                  <a:pt x="10" y="39"/>
                </a:cubicBezTo>
                <a:cubicBezTo>
                  <a:pt x="10" y="41"/>
                  <a:pt x="10" y="43"/>
                  <a:pt x="9" y="45"/>
                </a:cubicBezTo>
                <a:cubicBezTo>
                  <a:pt x="8" y="45"/>
                  <a:pt x="6" y="44"/>
                  <a:pt x="4" y="44"/>
                </a:cubicBezTo>
                <a:cubicBezTo>
                  <a:pt x="4" y="48"/>
                  <a:pt x="4" y="51"/>
                  <a:pt x="4" y="55"/>
                </a:cubicBezTo>
                <a:cubicBezTo>
                  <a:pt x="4" y="57"/>
                  <a:pt x="3" y="58"/>
                  <a:pt x="2" y="60"/>
                </a:cubicBezTo>
                <a:cubicBezTo>
                  <a:pt x="2" y="61"/>
                  <a:pt x="2" y="61"/>
                  <a:pt x="2" y="62"/>
                </a:cubicBezTo>
                <a:cubicBezTo>
                  <a:pt x="2" y="63"/>
                  <a:pt x="2" y="63"/>
                  <a:pt x="2" y="63"/>
                </a:cubicBezTo>
                <a:cubicBezTo>
                  <a:pt x="3" y="65"/>
                  <a:pt x="2" y="67"/>
                  <a:pt x="2" y="69"/>
                </a:cubicBezTo>
                <a:cubicBezTo>
                  <a:pt x="2" y="70"/>
                  <a:pt x="3" y="72"/>
                  <a:pt x="2" y="72"/>
                </a:cubicBezTo>
                <a:cubicBezTo>
                  <a:pt x="1" y="74"/>
                  <a:pt x="0" y="74"/>
                  <a:pt x="0" y="75"/>
                </a:cubicBezTo>
                <a:cubicBezTo>
                  <a:pt x="3" y="76"/>
                  <a:pt x="4" y="76"/>
                  <a:pt x="7" y="76"/>
                </a:cubicBezTo>
                <a:cubicBezTo>
                  <a:pt x="8" y="77"/>
                  <a:pt x="8" y="77"/>
                  <a:pt x="9" y="77"/>
                </a:cubicBezTo>
                <a:cubicBezTo>
                  <a:pt x="10" y="78"/>
                  <a:pt x="12" y="78"/>
                  <a:pt x="13" y="78"/>
                </a:cubicBezTo>
                <a:cubicBezTo>
                  <a:pt x="14" y="78"/>
                  <a:pt x="16" y="77"/>
                  <a:pt x="18" y="77"/>
                </a:cubicBezTo>
                <a:cubicBezTo>
                  <a:pt x="18" y="77"/>
                  <a:pt x="18" y="76"/>
                  <a:pt x="19" y="76"/>
                </a:cubicBezTo>
                <a:cubicBezTo>
                  <a:pt x="20" y="76"/>
                  <a:pt x="22" y="78"/>
                  <a:pt x="22" y="79"/>
                </a:cubicBezTo>
                <a:cubicBezTo>
                  <a:pt x="23" y="80"/>
                  <a:pt x="25" y="82"/>
                  <a:pt x="26" y="82"/>
                </a:cubicBezTo>
                <a:cubicBezTo>
                  <a:pt x="29" y="82"/>
                  <a:pt x="28" y="80"/>
                  <a:pt x="28" y="78"/>
                </a:cubicBezTo>
                <a:cubicBezTo>
                  <a:pt x="30" y="78"/>
                  <a:pt x="34" y="77"/>
                  <a:pt x="35" y="78"/>
                </a:cubicBezTo>
                <a:cubicBezTo>
                  <a:pt x="37" y="79"/>
                  <a:pt x="37" y="83"/>
                  <a:pt x="39" y="83"/>
                </a:cubicBezTo>
                <a:cubicBezTo>
                  <a:pt x="39" y="80"/>
                  <a:pt x="44" y="80"/>
                  <a:pt x="46" y="81"/>
                </a:cubicBezTo>
                <a:cubicBezTo>
                  <a:pt x="49" y="82"/>
                  <a:pt x="51" y="84"/>
                  <a:pt x="52" y="86"/>
                </a:cubicBezTo>
                <a:cubicBezTo>
                  <a:pt x="56" y="87"/>
                  <a:pt x="58" y="74"/>
                  <a:pt x="59" y="72"/>
                </a:cubicBezTo>
                <a:cubicBezTo>
                  <a:pt x="59" y="71"/>
                  <a:pt x="59" y="69"/>
                  <a:pt x="60" y="68"/>
                </a:cubicBezTo>
                <a:cubicBezTo>
                  <a:pt x="60" y="67"/>
                  <a:pt x="61" y="66"/>
                  <a:pt x="62" y="65"/>
                </a:cubicBezTo>
                <a:cubicBezTo>
                  <a:pt x="62" y="64"/>
                  <a:pt x="62" y="63"/>
                  <a:pt x="63" y="61"/>
                </a:cubicBezTo>
                <a:cubicBezTo>
                  <a:pt x="63" y="61"/>
                  <a:pt x="64" y="61"/>
                  <a:pt x="64" y="60"/>
                </a:cubicBezTo>
                <a:cubicBezTo>
                  <a:pt x="64" y="59"/>
                  <a:pt x="64" y="59"/>
                  <a:pt x="64" y="58"/>
                </a:cubicBezTo>
                <a:cubicBezTo>
                  <a:pt x="64" y="56"/>
                  <a:pt x="65" y="56"/>
                  <a:pt x="65" y="55"/>
                </a:cubicBezTo>
                <a:cubicBezTo>
                  <a:pt x="66" y="53"/>
                  <a:pt x="65" y="53"/>
                  <a:pt x="67" y="52"/>
                </a:cubicBezTo>
                <a:cubicBezTo>
                  <a:pt x="68" y="52"/>
                  <a:pt x="70" y="52"/>
                  <a:pt x="70" y="50"/>
                </a:cubicBezTo>
                <a:cubicBezTo>
                  <a:pt x="71" y="49"/>
                  <a:pt x="70" y="47"/>
                  <a:pt x="70" y="46"/>
                </a:cubicBezTo>
                <a:cubicBezTo>
                  <a:pt x="72" y="46"/>
                  <a:pt x="73" y="45"/>
                  <a:pt x="73" y="44"/>
                </a:cubicBezTo>
                <a:cubicBezTo>
                  <a:pt x="73" y="43"/>
                  <a:pt x="73" y="42"/>
                  <a:pt x="73" y="41"/>
                </a:cubicBezTo>
                <a:cubicBezTo>
                  <a:pt x="74" y="39"/>
                  <a:pt x="76" y="39"/>
                  <a:pt x="77" y="37"/>
                </a:cubicBezTo>
                <a:cubicBezTo>
                  <a:pt x="78" y="36"/>
                  <a:pt x="77" y="34"/>
                  <a:pt x="78" y="32"/>
                </a:cubicBezTo>
                <a:cubicBezTo>
                  <a:pt x="79" y="31"/>
                  <a:pt x="79" y="30"/>
                  <a:pt x="79" y="30"/>
                </a:cubicBezTo>
                <a:cubicBezTo>
                  <a:pt x="79" y="29"/>
                  <a:pt x="79" y="28"/>
                  <a:pt x="79" y="26"/>
                </a:cubicBezTo>
                <a:cubicBezTo>
                  <a:pt x="77" y="26"/>
                  <a:pt x="77" y="26"/>
                  <a:pt x="75" y="25"/>
                </a:cubicBezTo>
                <a:cubicBezTo>
                  <a:pt x="74" y="24"/>
                  <a:pt x="73" y="23"/>
                  <a:pt x="72" y="23"/>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4" name="Freeform 341">
            <a:extLst>
              <a:ext uri="{FF2B5EF4-FFF2-40B4-BE49-F238E27FC236}">
                <a16:creationId xmlns:a16="http://schemas.microsoft.com/office/drawing/2014/main" id="{2F8D704F-97F5-43BC-8656-BA77FCBD95AC}"/>
              </a:ext>
            </a:extLst>
          </p:cNvPr>
          <p:cNvSpPr>
            <a:spLocks/>
          </p:cNvSpPr>
          <p:nvPr/>
        </p:nvSpPr>
        <p:spPr bwMode="auto">
          <a:xfrm>
            <a:off x="3892483" y="359326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5" name="Freeform 342">
            <a:extLst>
              <a:ext uri="{FF2B5EF4-FFF2-40B4-BE49-F238E27FC236}">
                <a16:creationId xmlns:a16="http://schemas.microsoft.com/office/drawing/2014/main" id="{459FD9FD-173C-4F46-9032-A68C37CDCA22}"/>
              </a:ext>
            </a:extLst>
          </p:cNvPr>
          <p:cNvSpPr>
            <a:spLocks/>
          </p:cNvSpPr>
          <p:nvPr/>
        </p:nvSpPr>
        <p:spPr bwMode="auto">
          <a:xfrm>
            <a:off x="3890443" y="359523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6" name="Freeform 343">
            <a:extLst>
              <a:ext uri="{FF2B5EF4-FFF2-40B4-BE49-F238E27FC236}">
                <a16:creationId xmlns:a16="http://schemas.microsoft.com/office/drawing/2014/main" id="{0D4AA424-2E92-486A-969B-A52F238A657F}"/>
              </a:ext>
            </a:extLst>
          </p:cNvPr>
          <p:cNvSpPr>
            <a:spLocks/>
          </p:cNvSpPr>
          <p:nvPr/>
        </p:nvSpPr>
        <p:spPr bwMode="auto">
          <a:xfrm>
            <a:off x="3890443" y="3586370"/>
            <a:ext cx="2039" cy="4927"/>
          </a:xfrm>
          <a:custGeom>
            <a:avLst/>
            <a:gdLst>
              <a:gd name="T0" fmla="*/ 1 w 1"/>
              <a:gd name="T1" fmla="*/ 2 h 2"/>
              <a:gd name="T2" fmla="*/ 0 w 1"/>
              <a:gd name="T3" fmla="*/ 0 h 2"/>
              <a:gd name="T4" fmla="*/ 0 w 1"/>
              <a:gd name="T5" fmla="*/ 0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0" y="0"/>
                </a:cubicBezTo>
                <a:cubicBezTo>
                  <a:pt x="0" y="0"/>
                  <a:pt x="0" y="0"/>
                  <a:pt x="0" y="0"/>
                </a:cubicBezTo>
                <a:cubicBezTo>
                  <a:pt x="1" y="1"/>
                  <a:pt x="1" y="1"/>
                  <a:pt x="1"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7" name="Freeform 344">
            <a:extLst>
              <a:ext uri="{FF2B5EF4-FFF2-40B4-BE49-F238E27FC236}">
                <a16:creationId xmlns:a16="http://schemas.microsoft.com/office/drawing/2014/main" id="{E32152FD-2AF6-4B3B-841E-132CAB387981}"/>
              </a:ext>
            </a:extLst>
          </p:cNvPr>
          <p:cNvSpPr>
            <a:spLocks/>
          </p:cNvSpPr>
          <p:nvPr/>
        </p:nvSpPr>
        <p:spPr bwMode="auto">
          <a:xfrm>
            <a:off x="3892483" y="3591297"/>
            <a:ext cx="0" cy="1971"/>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8" name="Freeform 345">
            <a:extLst>
              <a:ext uri="{FF2B5EF4-FFF2-40B4-BE49-F238E27FC236}">
                <a16:creationId xmlns:a16="http://schemas.microsoft.com/office/drawing/2014/main" id="{B2482EC8-29BC-4AF5-8B45-D496D7C352C8}"/>
              </a:ext>
            </a:extLst>
          </p:cNvPr>
          <p:cNvSpPr>
            <a:spLocks/>
          </p:cNvSpPr>
          <p:nvPr/>
        </p:nvSpPr>
        <p:spPr bwMode="auto">
          <a:xfrm>
            <a:off x="3892483" y="359129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29" name="Freeform 346">
            <a:extLst>
              <a:ext uri="{FF2B5EF4-FFF2-40B4-BE49-F238E27FC236}">
                <a16:creationId xmlns:a16="http://schemas.microsoft.com/office/drawing/2014/main" id="{3D2DFFE7-B421-41A6-B589-9B5E63DC07FA}"/>
              </a:ext>
            </a:extLst>
          </p:cNvPr>
          <p:cNvSpPr>
            <a:spLocks/>
          </p:cNvSpPr>
          <p:nvPr/>
        </p:nvSpPr>
        <p:spPr bwMode="auto">
          <a:xfrm>
            <a:off x="3974072" y="359720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0" name="Freeform 347">
            <a:extLst>
              <a:ext uri="{FF2B5EF4-FFF2-40B4-BE49-F238E27FC236}">
                <a16:creationId xmlns:a16="http://schemas.microsoft.com/office/drawing/2014/main" id="{F8F84191-5B14-49FF-99DD-907B10129AF9}"/>
              </a:ext>
            </a:extLst>
          </p:cNvPr>
          <p:cNvSpPr>
            <a:spLocks/>
          </p:cNvSpPr>
          <p:nvPr/>
        </p:nvSpPr>
        <p:spPr bwMode="auto">
          <a:xfrm>
            <a:off x="3972033" y="3597209"/>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1" name="Freeform 348">
            <a:extLst>
              <a:ext uri="{FF2B5EF4-FFF2-40B4-BE49-F238E27FC236}">
                <a16:creationId xmlns:a16="http://schemas.microsoft.com/office/drawing/2014/main" id="{8F5E2659-337E-4D91-A52F-27C208FA2E61}"/>
              </a:ext>
            </a:extLst>
          </p:cNvPr>
          <p:cNvSpPr>
            <a:spLocks/>
          </p:cNvSpPr>
          <p:nvPr/>
        </p:nvSpPr>
        <p:spPr bwMode="auto">
          <a:xfrm>
            <a:off x="3972033" y="360016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2" name="Freeform 349">
            <a:extLst>
              <a:ext uri="{FF2B5EF4-FFF2-40B4-BE49-F238E27FC236}">
                <a16:creationId xmlns:a16="http://schemas.microsoft.com/office/drawing/2014/main" id="{DA9BFB9F-2E6F-4F5C-9044-913D984286D3}"/>
              </a:ext>
            </a:extLst>
          </p:cNvPr>
          <p:cNvSpPr>
            <a:spLocks/>
          </p:cNvSpPr>
          <p:nvPr/>
        </p:nvSpPr>
        <p:spPr bwMode="auto">
          <a:xfrm>
            <a:off x="3972033" y="3602136"/>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3" name="Freeform 350">
            <a:extLst>
              <a:ext uri="{FF2B5EF4-FFF2-40B4-BE49-F238E27FC236}">
                <a16:creationId xmlns:a16="http://schemas.microsoft.com/office/drawing/2014/main" id="{D851332C-430C-4F06-8217-60C17C1D79EE}"/>
              </a:ext>
            </a:extLst>
          </p:cNvPr>
          <p:cNvSpPr>
            <a:spLocks/>
          </p:cNvSpPr>
          <p:nvPr/>
        </p:nvSpPr>
        <p:spPr bwMode="auto">
          <a:xfrm>
            <a:off x="3976112" y="3597209"/>
            <a:ext cx="30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4" name="Freeform 351">
            <a:extLst>
              <a:ext uri="{FF2B5EF4-FFF2-40B4-BE49-F238E27FC236}">
                <a16:creationId xmlns:a16="http://schemas.microsoft.com/office/drawing/2014/main" id="{FB4591DB-C12F-4C7C-B6E7-EA188760AA02}"/>
              </a:ext>
            </a:extLst>
          </p:cNvPr>
          <p:cNvSpPr>
            <a:spLocks/>
          </p:cNvSpPr>
          <p:nvPr/>
        </p:nvSpPr>
        <p:spPr bwMode="auto">
          <a:xfrm>
            <a:off x="3972033" y="3597209"/>
            <a:ext cx="0" cy="2956"/>
          </a:xfrm>
          <a:custGeom>
            <a:avLst/>
            <a:gdLst>
              <a:gd name="T0" fmla="*/ 3 h 3"/>
              <a:gd name="T1" fmla="*/ 0 h 3"/>
              <a:gd name="T2" fmla="*/ 3 h 3"/>
            </a:gdLst>
            <a:ahLst/>
            <a:cxnLst>
              <a:cxn ang="0">
                <a:pos x="0" y="T0"/>
              </a:cxn>
              <a:cxn ang="0">
                <a:pos x="0" y="T1"/>
              </a:cxn>
              <a:cxn ang="0">
                <a:pos x="0" y="T2"/>
              </a:cxn>
            </a:cxnLst>
            <a:rect l="0" t="0" r="r" b="b"/>
            <a:pathLst>
              <a:path h="3">
                <a:moveTo>
                  <a:pt x="0" y="3"/>
                </a:moveTo>
                <a:lnTo>
                  <a:pt x="0" y="0"/>
                </a:lnTo>
                <a:lnTo>
                  <a:pt x="0" y="3"/>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5" name="Freeform 352">
            <a:extLst>
              <a:ext uri="{FF2B5EF4-FFF2-40B4-BE49-F238E27FC236}">
                <a16:creationId xmlns:a16="http://schemas.microsoft.com/office/drawing/2014/main" id="{B839D300-47D0-48A8-AF4E-F2532EAC50E1}"/>
              </a:ext>
            </a:extLst>
          </p:cNvPr>
          <p:cNvSpPr>
            <a:spLocks/>
          </p:cNvSpPr>
          <p:nvPr/>
        </p:nvSpPr>
        <p:spPr bwMode="auto">
          <a:xfrm>
            <a:off x="3681372" y="3597210"/>
            <a:ext cx="408966" cy="602080"/>
          </a:xfrm>
          <a:custGeom>
            <a:avLst/>
            <a:gdLst>
              <a:gd name="T0" fmla="*/ 162 w 180"/>
              <a:gd name="T1" fmla="*/ 22 h 274"/>
              <a:gd name="T2" fmla="*/ 131 w 180"/>
              <a:gd name="T3" fmla="*/ 12 h 274"/>
              <a:gd name="T4" fmla="*/ 114 w 180"/>
              <a:gd name="T5" fmla="*/ 2 h 274"/>
              <a:gd name="T6" fmla="*/ 92 w 180"/>
              <a:gd name="T7" fmla="*/ 0 h 274"/>
              <a:gd name="T8" fmla="*/ 102 w 180"/>
              <a:gd name="T9" fmla="*/ 26 h 274"/>
              <a:gd name="T10" fmla="*/ 102 w 180"/>
              <a:gd name="T11" fmla="*/ 26 h 274"/>
              <a:gd name="T12" fmla="*/ 102 w 180"/>
              <a:gd name="T13" fmla="*/ 26 h 274"/>
              <a:gd name="T14" fmla="*/ 101 w 180"/>
              <a:gd name="T15" fmla="*/ 26 h 274"/>
              <a:gd name="T16" fmla="*/ 101 w 180"/>
              <a:gd name="T17" fmla="*/ 27 h 274"/>
              <a:gd name="T18" fmla="*/ 101 w 180"/>
              <a:gd name="T19" fmla="*/ 27 h 274"/>
              <a:gd name="T20" fmla="*/ 101 w 180"/>
              <a:gd name="T21" fmla="*/ 27 h 274"/>
              <a:gd name="T22" fmla="*/ 100 w 180"/>
              <a:gd name="T23" fmla="*/ 27 h 274"/>
              <a:gd name="T24" fmla="*/ 100 w 180"/>
              <a:gd name="T25" fmla="*/ 27 h 274"/>
              <a:gd name="T26" fmla="*/ 100 w 180"/>
              <a:gd name="T27" fmla="*/ 27 h 274"/>
              <a:gd name="T28" fmla="*/ 100 w 180"/>
              <a:gd name="T29" fmla="*/ 28 h 274"/>
              <a:gd name="T30" fmla="*/ 100 w 180"/>
              <a:gd name="T31" fmla="*/ 28 h 274"/>
              <a:gd name="T32" fmla="*/ 99 w 180"/>
              <a:gd name="T33" fmla="*/ 28 h 274"/>
              <a:gd name="T34" fmla="*/ 99 w 180"/>
              <a:gd name="T35" fmla="*/ 28 h 274"/>
              <a:gd name="T36" fmla="*/ 99 w 180"/>
              <a:gd name="T37" fmla="*/ 28 h 274"/>
              <a:gd name="T38" fmla="*/ 99 w 180"/>
              <a:gd name="T39" fmla="*/ 29 h 274"/>
              <a:gd name="T40" fmla="*/ 93 w 180"/>
              <a:gd name="T41" fmla="*/ 55 h 274"/>
              <a:gd name="T42" fmla="*/ 89 w 180"/>
              <a:gd name="T43" fmla="*/ 88 h 274"/>
              <a:gd name="T44" fmla="*/ 91 w 180"/>
              <a:gd name="T45" fmla="*/ 124 h 274"/>
              <a:gd name="T46" fmla="*/ 78 w 180"/>
              <a:gd name="T47" fmla="*/ 152 h 274"/>
              <a:gd name="T48" fmla="*/ 64 w 180"/>
              <a:gd name="T49" fmla="*/ 162 h 274"/>
              <a:gd name="T50" fmla="*/ 35 w 180"/>
              <a:gd name="T51" fmla="*/ 175 h 274"/>
              <a:gd name="T52" fmla="*/ 2 w 180"/>
              <a:gd name="T53" fmla="*/ 184 h 274"/>
              <a:gd name="T54" fmla="*/ 24 w 180"/>
              <a:gd name="T55" fmla="*/ 207 h 274"/>
              <a:gd name="T56" fmla="*/ 37 w 180"/>
              <a:gd name="T57" fmla="*/ 226 h 274"/>
              <a:gd name="T58" fmla="*/ 42 w 180"/>
              <a:gd name="T59" fmla="*/ 245 h 274"/>
              <a:gd name="T60" fmla="*/ 74 w 180"/>
              <a:gd name="T61" fmla="*/ 266 h 274"/>
              <a:gd name="T62" fmla="*/ 98 w 180"/>
              <a:gd name="T63" fmla="*/ 258 h 274"/>
              <a:gd name="T64" fmla="*/ 110 w 180"/>
              <a:gd name="T65" fmla="*/ 250 h 274"/>
              <a:gd name="T66" fmla="*/ 119 w 180"/>
              <a:gd name="T67" fmla="*/ 261 h 274"/>
              <a:gd name="T68" fmla="*/ 139 w 180"/>
              <a:gd name="T69" fmla="*/ 240 h 274"/>
              <a:gd name="T70" fmla="*/ 141 w 180"/>
              <a:gd name="T71" fmla="*/ 218 h 274"/>
              <a:gd name="T72" fmla="*/ 136 w 180"/>
              <a:gd name="T73" fmla="*/ 192 h 274"/>
              <a:gd name="T74" fmla="*/ 125 w 180"/>
              <a:gd name="T75" fmla="*/ 175 h 274"/>
              <a:gd name="T76" fmla="*/ 127 w 180"/>
              <a:gd name="T77" fmla="*/ 142 h 274"/>
              <a:gd name="T78" fmla="*/ 97 w 180"/>
              <a:gd name="T79" fmla="*/ 125 h 274"/>
              <a:gd name="T80" fmla="*/ 111 w 180"/>
              <a:gd name="T81" fmla="*/ 115 h 274"/>
              <a:gd name="T82" fmla="*/ 137 w 180"/>
              <a:gd name="T83" fmla="*/ 99 h 274"/>
              <a:gd name="T84" fmla="*/ 120 w 180"/>
              <a:gd name="T85" fmla="*/ 85 h 274"/>
              <a:gd name="T86" fmla="*/ 102 w 180"/>
              <a:gd name="T87" fmla="*/ 61 h 274"/>
              <a:gd name="T88" fmla="*/ 111 w 180"/>
              <a:gd name="T89" fmla="*/ 46 h 274"/>
              <a:gd name="T90" fmla="*/ 115 w 180"/>
              <a:gd name="T91" fmla="*/ 40 h 274"/>
              <a:gd name="T92" fmla="*/ 117 w 180"/>
              <a:gd name="T93" fmla="*/ 39 h 274"/>
              <a:gd name="T94" fmla="*/ 127 w 180"/>
              <a:gd name="T95" fmla="*/ 55 h 274"/>
              <a:gd name="T96" fmla="*/ 139 w 180"/>
              <a:gd name="T97" fmla="*/ 49 h 274"/>
              <a:gd name="T98" fmla="*/ 144 w 180"/>
              <a:gd name="T99" fmla="*/ 51 h 274"/>
              <a:gd name="T100" fmla="*/ 144 w 180"/>
              <a:gd name="T101" fmla="*/ 51 h 274"/>
              <a:gd name="T102" fmla="*/ 144 w 180"/>
              <a:gd name="T103" fmla="*/ 52 h 274"/>
              <a:gd name="T104" fmla="*/ 144 w 180"/>
              <a:gd name="T105" fmla="*/ 52 h 274"/>
              <a:gd name="T106" fmla="*/ 156 w 180"/>
              <a:gd name="T107" fmla="*/ 59 h 274"/>
              <a:gd name="T108" fmla="*/ 172 w 180"/>
              <a:gd name="T109" fmla="*/ 45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0" h="274">
                <a:moveTo>
                  <a:pt x="177" y="34"/>
                </a:moveTo>
                <a:cubicBezTo>
                  <a:pt x="176" y="32"/>
                  <a:pt x="177" y="28"/>
                  <a:pt x="178" y="26"/>
                </a:cubicBezTo>
                <a:cubicBezTo>
                  <a:pt x="179" y="25"/>
                  <a:pt x="179" y="24"/>
                  <a:pt x="179" y="23"/>
                </a:cubicBezTo>
                <a:cubicBezTo>
                  <a:pt x="178" y="24"/>
                  <a:pt x="177" y="24"/>
                  <a:pt x="176" y="24"/>
                </a:cubicBezTo>
                <a:cubicBezTo>
                  <a:pt x="173" y="25"/>
                  <a:pt x="170" y="25"/>
                  <a:pt x="167" y="24"/>
                </a:cubicBezTo>
                <a:cubicBezTo>
                  <a:pt x="165" y="24"/>
                  <a:pt x="163" y="25"/>
                  <a:pt x="160" y="26"/>
                </a:cubicBezTo>
                <a:cubicBezTo>
                  <a:pt x="160" y="24"/>
                  <a:pt x="161" y="23"/>
                  <a:pt x="162" y="22"/>
                </a:cubicBezTo>
                <a:cubicBezTo>
                  <a:pt x="161" y="22"/>
                  <a:pt x="159" y="22"/>
                  <a:pt x="158" y="21"/>
                </a:cubicBezTo>
                <a:cubicBezTo>
                  <a:pt x="156" y="21"/>
                  <a:pt x="155" y="19"/>
                  <a:pt x="154" y="19"/>
                </a:cubicBezTo>
                <a:cubicBezTo>
                  <a:pt x="150" y="17"/>
                  <a:pt x="148" y="21"/>
                  <a:pt x="145" y="21"/>
                </a:cubicBezTo>
                <a:cubicBezTo>
                  <a:pt x="143" y="20"/>
                  <a:pt x="142" y="20"/>
                  <a:pt x="140" y="19"/>
                </a:cubicBezTo>
                <a:cubicBezTo>
                  <a:pt x="139" y="17"/>
                  <a:pt x="140" y="16"/>
                  <a:pt x="138" y="16"/>
                </a:cubicBezTo>
                <a:cubicBezTo>
                  <a:pt x="135" y="15"/>
                  <a:pt x="135" y="16"/>
                  <a:pt x="133" y="14"/>
                </a:cubicBezTo>
                <a:cubicBezTo>
                  <a:pt x="133" y="14"/>
                  <a:pt x="131" y="13"/>
                  <a:pt x="131" y="12"/>
                </a:cubicBezTo>
                <a:cubicBezTo>
                  <a:pt x="130" y="11"/>
                  <a:pt x="130" y="9"/>
                  <a:pt x="129" y="8"/>
                </a:cubicBezTo>
                <a:cubicBezTo>
                  <a:pt x="127" y="5"/>
                  <a:pt x="127" y="7"/>
                  <a:pt x="128" y="4"/>
                </a:cubicBezTo>
                <a:cubicBezTo>
                  <a:pt x="128" y="3"/>
                  <a:pt x="128" y="3"/>
                  <a:pt x="128" y="3"/>
                </a:cubicBezTo>
                <a:cubicBezTo>
                  <a:pt x="127" y="3"/>
                  <a:pt x="127" y="3"/>
                  <a:pt x="126" y="2"/>
                </a:cubicBezTo>
                <a:cubicBezTo>
                  <a:pt x="125" y="3"/>
                  <a:pt x="125" y="4"/>
                  <a:pt x="124" y="4"/>
                </a:cubicBezTo>
                <a:cubicBezTo>
                  <a:pt x="123" y="1"/>
                  <a:pt x="123" y="4"/>
                  <a:pt x="120" y="3"/>
                </a:cubicBezTo>
                <a:cubicBezTo>
                  <a:pt x="118" y="3"/>
                  <a:pt x="117" y="0"/>
                  <a:pt x="114" y="2"/>
                </a:cubicBezTo>
                <a:cubicBezTo>
                  <a:pt x="114" y="3"/>
                  <a:pt x="114" y="3"/>
                  <a:pt x="114" y="4"/>
                </a:cubicBezTo>
                <a:cubicBezTo>
                  <a:pt x="111" y="6"/>
                  <a:pt x="110" y="8"/>
                  <a:pt x="106" y="6"/>
                </a:cubicBezTo>
                <a:cubicBezTo>
                  <a:pt x="104" y="5"/>
                  <a:pt x="104" y="5"/>
                  <a:pt x="102" y="5"/>
                </a:cubicBezTo>
                <a:cubicBezTo>
                  <a:pt x="100" y="5"/>
                  <a:pt x="98" y="5"/>
                  <a:pt x="96" y="5"/>
                </a:cubicBezTo>
                <a:cubicBezTo>
                  <a:pt x="95" y="4"/>
                  <a:pt x="95" y="4"/>
                  <a:pt x="95" y="4"/>
                </a:cubicBezTo>
                <a:cubicBezTo>
                  <a:pt x="93" y="2"/>
                  <a:pt x="95" y="1"/>
                  <a:pt x="91" y="0"/>
                </a:cubicBezTo>
                <a:cubicBezTo>
                  <a:pt x="92" y="0"/>
                  <a:pt x="92" y="0"/>
                  <a:pt x="92" y="0"/>
                </a:cubicBezTo>
                <a:cubicBezTo>
                  <a:pt x="93" y="2"/>
                  <a:pt x="91" y="8"/>
                  <a:pt x="92" y="9"/>
                </a:cubicBezTo>
                <a:cubicBezTo>
                  <a:pt x="93" y="10"/>
                  <a:pt x="95" y="8"/>
                  <a:pt x="96" y="10"/>
                </a:cubicBezTo>
                <a:cubicBezTo>
                  <a:pt x="97" y="11"/>
                  <a:pt x="95" y="13"/>
                  <a:pt x="98" y="12"/>
                </a:cubicBezTo>
                <a:cubicBezTo>
                  <a:pt x="98" y="14"/>
                  <a:pt x="97" y="15"/>
                  <a:pt x="97" y="17"/>
                </a:cubicBezTo>
                <a:cubicBezTo>
                  <a:pt x="98" y="19"/>
                  <a:pt x="99" y="19"/>
                  <a:pt x="100" y="21"/>
                </a:cubicBezTo>
                <a:cubicBezTo>
                  <a:pt x="101" y="22"/>
                  <a:pt x="102" y="25"/>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9"/>
                  <a:pt x="99" y="29"/>
                  <a:pt x="99" y="29"/>
                </a:cubicBezTo>
                <a:cubicBezTo>
                  <a:pt x="99" y="29"/>
                  <a:pt x="99" y="29"/>
                  <a:pt x="99" y="29"/>
                </a:cubicBezTo>
                <a:cubicBezTo>
                  <a:pt x="99" y="29"/>
                  <a:pt x="99" y="29"/>
                  <a:pt x="99" y="29"/>
                </a:cubicBezTo>
                <a:cubicBezTo>
                  <a:pt x="99" y="29"/>
                  <a:pt x="99" y="29"/>
                  <a:pt x="99" y="29"/>
                </a:cubicBezTo>
                <a:cubicBezTo>
                  <a:pt x="99" y="29"/>
                  <a:pt x="99" y="29"/>
                  <a:pt x="99" y="29"/>
                </a:cubicBezTo>
                <a:cubicBezTo>
                  <a:pt x="99" y="29"/>
                  <a:pt x="99" y="29"/>
                  <a:pt x="99" y="29"/>
                </a:cubicBezTo>
                <a:cubicBezTo>
                  <a:pt x="99" y="30"/>
                  <a:pt x="99" y="31"/>
                  <a:pt x="99" y="31"/>
                </a:cubicBezTo>
                <a:cubicBezTo>
                  <a:pt x="99" y="33"/>
                  <a:pt x="99" y="34"/>
                  <a:pt x="99" y="34"/>
                </a:cubicBezTo>
                <a:cubicBezTo>
                  <a:pt x="102" y="38"/>
                  <a:pt x="102" y="38"/>
                  <a:pt x="102" y="38"/>
                </a:cubicBezTo>
                <a:cubicBezTo>
                  <a:pt x="103" y="41"/>
                  <a:pt x="106" y="44"/>
                  <a:pt x="103" y="47"/>
                </a:cubicBezTo>
                <a:cubicBezTo>
                  <a:pt x="102" y="48"/>
                  <a:pt x="101" y="49"/>
                  <a:pt x="99" y="50"/>
                </a:cubicBezTo>
                <a:cubicBezTo>
                  <a:pt x="98" y="50"/>
                  <a:pt x="97" y="52"/>
                  <a:pt x="96" y="53"/>
                </a:cubicBezTo>
                <a:cubicBezTo>
                  <a:pt x="96" y="54"/>
                  <a:pt x="94" y="54"/>
                  <a:pt x="93" y="55"/>
                </a:cubicBezTo>
                <a:cubicBezTo>
                  <a:pt x="92" y="56"/>
                  <a:pt x="92" y="58"/>
                  <a:pt x="91" y="59"/>
                </a:cubicBezTo>
                <a:cubicBezTo>
                  <a:pt x="90" y="59"/>
                  <a:pt x="88" y="59"/>
                  <a:pt x="87" y="59"/>
                </a:cubicBezTo>
                <a:cubicBezTo>
                  <a:pt x="87" y="62"/>
                  <a:pt x="84" y="65"/>
                  <a:pt x="85" y="68"/>
                </a:cubicBezTo>
                <a:cubicBezTo>
                  <a:pt x="86" y="70"/>
                  <a:pt x="89" y="70"/>
                  <a:pt x="89" y="72"/>
                </a:cubicBezTo>
                <a:cubicBezTo>
                  <a:pt x="96" y="73"/>
                  <a:pt x="97" y="80"/>
                  <a:pt x="97" y="85"/>
                </a:cubicBezTo>
                <a:cubicBezTo>
                  <a:pt x="95" y="85"/>
                  <a:pt x="94" y="83"/>
                  <a:pt x="92" y="83"/>
                </a:cubicBezTo>
                <a:cubicBezTo>
                  <a:pt x="89" y="84"/>
                  <a:pt x="89" y="86"/>
                  <a:pt x="89" y="88"/>
                </a:cubicBezTo>
                <a:cubicBezTo>
                  <a:pt x="87" y="88"/>
                  <a:pt x="86" y="88"/>
                  <a:pt x="84" y="88"/>
                </a:cubicBezTo>
                <a:cubicBezTo>
                  <a:pt x="84" y="90"/>
                  <a:pt x="87" y="97"/>
                  <a:pt x="89" y="97"/>
                </a:cubicBezTo>
                <a:cubicBezTo>
                  <a:pt x="88" y="99"/>
                  <a:pt x="85" y="100"/>
                  <a:pt x="85" y="102"/>
                </a:cubicBezTo>
                <a:cubicBezTo>
                  <a:pt x="85" y="104"/>
                  <a:pt x="88" y="105"/>
                  <a:pt x="89" y="107"/>
                </a:cubicBezTo>
                <a:cubicBezTo>
                  <a:pt x="92" y="111"/>
                  <a:pt x="90" y="115"/>
                  <a:pt x="90" y="119"/>
                </a:cubicBezTo>
                <a:cubicBezTo>
                  <a:pt x="89" y="119"/>
                  <a:pt x="89" y="120"/>
                  <a:pt x="88" y="120"/>
                </a:cubicBezTo>
                <a:cubicBezTo>
                  <a:pt x="87" y="123"/>
                  <a:pt x="90" y="122"/>
                  <a:pt x="91" y="124"/>
                </a:cubicBezTo>
                <a:cubicBezTo>
                  <a:pt x="92" y="126"/>
                  <a:pt x="91" y="128"/>
                  <a:pt x="91" y="130"/>
                </a:cubicBezTo>
                <a:cubicBezTo>
                  <a:pt x="90" y="130"/>
                  <a:pt x="88" y="130"/>
                  <a:pt x="86" y="130"/>
                </a:cubicBezTo>
                <a:cubicBezTo>
                  <a:pt x="87" y="132"/>
                  <a:pt x="83" y="134"/>
                  <a:pt x="88" y="135"/>
                </a:cubicBezTo>
                <a:cubicBezTo>
                  <a:pt x="88" y="139"/>
                  <a:pt x="87" y="141"/>
                  <a:pt x="84" y="144"/>
                </a:cubicBezTo>
                <a:cubicBezTo>
                  <a:pt x="84" y="145"/>
                  <a:pt x="80" y="146"/>
                  <a:pt x="80" y="148"/>
                </a:cubicBezTo>
                <a:cubicBezTo>
                  <a:pt x="82" y="148"/>
                  <a:pt x="82" y="149"/>
                  <a:pt x="83" y="150"/>
                </a:cubicBezTo>
                <a:cubicBezTo>
                  <a:pt x="81" y="150"/>
                  <a:pt x="78" y="150"/>
                  <a:pt x="78" y="152"/>
                </a:cubicBezTo>
                <a:cubicBezTo>
                  <a:pt x="74" y="150"/>
                  <a:pt x="75" y="154"/>
                  <a:pt x="74" y="156"/>
                </a:cubicBezTo>
                <a:cubicBezTo>
                  <a:pt x="74" y="156"/>
                  <a:pt x="74" y="156"/>
                  <a:pt x="74" y="156"/>
                </a:cubicBezTo>
                <a:cubicBezTo>
                  <a:pt x="74" y="157"/>
                  <a:pt x="74" y="158"/>
                  <a:pt x="74" y="159"/>
                </a:cubicBezTo>
                <a:cubicBezTo>
                  <a:pt x="71" y="159"/>
                  <a:pt x="71" y="157"/>
                  <a:pt x="69" y="156"/>
                </a:cubicBezTo>
                <a:cubicBezTo>
                  <a:pt x="68" y="156"/>
                  <a:pt x="66" y="155"/>
                  <a:pt x="64" y="156"/>
                </a:cubicBezTo>
                <a:cubicBezTo>
                  <a:pt x="63" y="156"/>
                  <a:pt x="66" y="159"/>
                  <a:pt x="66" y="160"/>
                </a:cubicBezTo>
                <a:cubicBezTo>
                  <a:pt x="66" y="161"/>
                  <a:pt x="65" y="161"/>
                  <a:pt x="64" y="162"/>
                </a:cubicBezTo>
                <a:cubicBezTo>
                  <a:pt x="64" y="163"/>
                  <a:pt x="64" y="164"/>
                  <a:pt x="64" y="165"/>
                </a:cubicBezTo>
                <a:cubicBezTo>
                  <a:pt x="62" y="165"/>
                  <a:pt x="61" y="164"/>
                  <a:pt x="59" y="164"/>
                </a:cubicBezTo>
                <a:cubicBezTo>
                  <a:pt x="60" y="165"/>
                  <a:pt x="61" y="166"/>
                  <a:pt x="60" y="167"/>
                </a:cubicBezTo>
                <a:cubicBezTo>
                  <a:pt x="56" y="168"/>
                  <a:pt x="54" y="165"/>
                  <a:pt x="50" y="165"/>
                </a:cubicBezTo>
                <a:cubicBezTo>
                  <a:pt x="48" y="164"/>
                  <a:pt x="48" y="167"/>
                  <a:pt x="48" y="168"/>
                </a:cubicBezTo>
                <a:cubicBezTo>
                  <a:pt x="44" y="164"/>
                  <a:pt x="45" y="173"/>
                  <a:pt x="42" y="173"/>
                </a:cubicBezTo>
                <a:cubicBezTo>
                  <a:pt x="40" y="174"/>
                  <a:pt x="37" y="174"/>
                  <a:pt x="35" y="175"/>
                </a:cubicBezTo>
                <a:cubicBezTo>
                  <a:pt x="33" y="176"/>
                  <a:pt x="30" y="178"/>
                  <a:pt x="28" y="179"/>
                </a:cubicBezTo>
                <a:cubicBezTo>
                  <a:pt x="26" y="181"/>
                  <a:pt x="25" y="181"/>
                  <a:pt x="24" y="184"/>
                </a:cubicBezTo>
                <a:cubicBezTo>
                  <a:pt x="24" y="186"/>
                  <a:pt x="23" y="186"/>
                  <a:pt x="21" y="186"/>
                </a:cubicBezTo>
                <a:cubicBezTo>
                  <a:pt x="17" y="186"/>
                  <a:pt x="16" y="184"/>
                  <a:pt x="15" y="180"/>
                </a:cubicBezTo>
                <a:cubicBezTo>
                  <a:pt x="13" y="180"/>
                  <a:pt x="11" y="180"/>
                  <a:pt x="9" y="180"/>
                </a:cubicBezTo>
                <a:cubicBezTo>
                  <a:pt x="9" y="182"/>
                  <a:pt x="11" y="183"/>
                  <a:pt x="10" y="184"/>
                </a:cubicBezTo>
                <a:cubicBezTo>
                  <a:pt x="8" y="184"/>
                  <a:pt x="5" y="184"/>
                  <a:pt x="2" y="184"/>
                </a:cubicBezTo>
                <a:cubicBezTo>
                  <a:pt x="4" y="185"/>
                  <a:pt x="5" y="192"/>
                  <a:pt x="2" y="192"/>
                </a:cubicBezTo>
                <a:cubicBezTo>
                  <a:pt x="1" y="193"/>
                  <a:pt x="0" y="196"/>
                  <a:pt x="0" y="197"/>
                </a:cubicBezTo>
                <a:cubicBezTo>
                  <a:pt x="1" y="197"/>
                  <a:pt x="4" y="197"/>
                  <a:pt x="4" y="198"/>
                </a:cubicBezTo>
                <a:cubicBezTo>
                  <a:pt x="4" y="199"/>
                  <a:pt x="4" y="200"/>
                  <a:pt x="6" y="200"/>
                </a:cubicBezTo>
                <a:cubicBezTo>
                  <a:pt x="9" y="199"/>
                  <a:pt x="11" y="200"/>
                  <a:pt x="12" y="203"/>
                </a:cubicBezTo>
                <a:cubicBezTo>
                  <a:pt x="15" y="202"/>
                  <a:pt x="16" y="204"/>
                  <a:pt x="17" y="206"/>
                </a:cubicBezTo>
                <a:cubicBezTo>
                  <a:pt x="19" y="209"/>
                  <a:pt x="21" y="207"/>
                  <a:pt x="24" y="207"/>
                </a:cubicBezTo>
                <a:cubicBezTo>
                  <a:pt x="24" y="208"/>
                  <a:pt x="25" y="209"/>
                  <a:pt x="26" y="209"/>
                </a:cubicBezTo>
                <a:cubicBezTo>
                  <a:pt x="26" y="208"/>
                  <a:pt x="26" y="208"/>
                  <a:pt x="26" y="208"/>
                </a:cubicBezTo>
                <a:cubicBezTo>
                  <a:pt x="28" y="208"/>
                  <a:pt x="34" y="207"/>
                  <a:pt x="33" y="210"/>
                </a:cubicBezTo>
                <a:cubicBezTo>
                  <a:pt x="30" y="211"/>
                  <a:pt x="27" y="214"/>
                  <a:pt x="30" y="217"/>
                </a:cubicBezTo>
                <a:cubicBezTo>
                  <a:pt x="30" y="218"/>
                  <a:pt x="32" y="220"/>
                  <a:pt x="33" y="220"/>
                </a:cubicBezTo>
                <a:cubicBezTo>
                  <a:pt x="34" y="222"/>
                  <a:pt x="36" y="223"/>
                  <a:pt x="38" y="223"/>
                </a:cubicBezTo>
                <a:cubicBezTo>
                  <a:pt x="38" y="224"/>
                  <a:pt x="38" y="225"/>
                  <a:pt x="37" y="226"/>
                </a:cubicBezTo>
                <a:cubicBezTo>
                  <a:pt x="39" y="226"/>
                  <a:pt x="40" y="226"/>
                  <a:pt x="41" y="226"/>
                </a:cubicBezTo>
                <a:cubicBezTo>
                  <a:pt x="40" y="228"/>
                  <a:pt x="44" y="229"/>
                  <a:pt x="45" y="231"/>
                </a:cubicBezTo>
                <a:cubicBezTo>
                  <a:pt x="46" y="233"/>
                  <a:pt x="44" y="232"/>
                  <a:pt x="43" y="234"/>
                </a:cubicBezTo>
                <a:cubicBezTo>
                  <a:pt x="45" y="235"/>
                  <a:pt x="47" y="235"/>
                  <a:pt x="47" y="238"/>
                </a:cubicBezTo>
                <a:cubicBezTo>
                  <a:pt x="47" y="241"/>
                  <a:pt x="48" y="239"/>
                  <a:pt x="50" y="241"/>
                </a:cubicBezTo>
                <a:cubicBezTo>
                  <a:pt x="48" y="241"/>
                  <a:pt x="47" y="244"/>
                  <a:pt x="44" y="244"/>
                </a:cubicBezTo>
                <a:cubicBezTo>
                  <a:pt x="43" y="244"/>
                  <a:pt x="43" y="244"/>
                  <a:pt x="42" y="245"/>
                </a:cubicBezTo>
                <a:cubicBezTo>
                  <a:pt x="43" y="245"/>
                  <a:pt x="43" y="245"/>
                  <a:pt x="44" y="245"/>
                </a:cubicBezTo>
                <a:cubicBezTo>
                  <a:pt x="45" y="251"/>
                  <a:pt x="50" y="248"/>
                  <a:pt x="54" y="251"/>
                </a:cubicBezTo>
                <a:cubicBezTo>
                  <a:pt x="57" y="254"/>
                  <a:pt x="53" y="257"/>
                  <a:pt x="55" y="260"/>
                </a:cubicBezTo>
                <a:cubicBezTo>
                  <a:pt x="56" y="261"/>
                  <a:pt x="59" y="263"/>
                  <a:pt x="59" y="260"/>
                </a:cubicBezTo>
                <a:cubicBezTo>
                  <a:pt x="62" y="259"/>
                  <a:pt x="62" y="260"/>
                  <a:pt x="63" y="257"/>
                </a:cubicBezTo>
                <a:cubicBezTo>
                  <a:pt x="66" y="256"/>
                  <a:pt x="67" y="259"/>
                  <a:pt x="67" y="262"/>
                </a:cubicBezTo>
                <a:cubicBezTo>
                  <a:pt x="68" y="265"/>
                  <a:pt x="72" y="264"/>
                  <a:pt x="74" y="266"/>
                </a:cubicBezTo>
                <a:cubicBezTo>
                  <a:pt x="77" y="269"/>
                  <a:pt x="80" y="269"/>
                  <a:pt x="79" y="274"/>
                </a:cubicBezTo>
                <a:cubicBezTo>
                  <a:pt x="81" y="273"/>
                  <a:pt x="82" y="272"/>
                  <a:pt x="84" y="271"/>
                </a:cubicBezTo>
                <a:cubicBezTo>
                  <a:pt x="87" y="270"/>
                  <a:pt x="90" y="271"/>
                  <a:pt x="91" y="267"/>
                </a:cubicBezTo>
                <a:cubicBezTo>
                  <a:pt x="91" y="266"/>
                  <a:pt x="91" y="266"/>
                  <a:pt x="92" y="264"/>
                </a:cubicBezTo>
                <a:cubicBezTo>
                  <a:pt x="92" y="263"/>
                  <a:pt x="94" y="263"/>
                  <a:pt x="95" y="262"/>
                </a:cubicBezTo>
                <a:cubicBezTo>
                  <a:pt x="96" y="261"/>
                  <a:pt x="96" y="260"/>
                  <a:pt x="97" y="259"/>
                </a:cubicBezTo>
                <a:cubicBezTo>
                  <a:pt x="97" y="259"/>
                  <a:pt x="98" y="259"/>
                  <a:pt x="98" y="258"/>
                </a:cubicBezTo>
                <a:cubicBezTo>
                  <a:pt x="99" y="257"/>
                  <a:pt x="99" y="256"/>
                  <a:pt x="100" y="256"/>
                </a:cubicBezTo>
                <a:cubicBezTo>
                  <a:pt x="102" y="255"/>
                  <a:pt x="102" y="256"/>
                  <a:pt x="103" y="255"/>
                </a:cubicBezTo>
                <a:cubicBezTo>
                  <a:pt x="104" y="253"/>
                  <a:pt x="103" y="253"/>
                  <a:pt x="105" y="252"/>
                </a:cubicBezTo>
                <a:cubicBezTo>
                  <a:pt x="105" y="252"/>
                  <a:pt x="107" y="252"/>
                  <a:pt x="107" y="252"/>
                </a:cubicBezTo>
                <a:cubicBezTo>
                  <a:pt x="108" y="250"/>
                  <a:pt x="108" y="248"/>
                  <a:pt x="108" y="247"/>
                </a:cubicBezTo>
                <a:cubicBezTo>
                  <a:pt x="107" y="245"/>
                  <a:pt x="106" y="244"/>
                  <a:pt x="105" y="243"/>
                </a:cubicBezTo>
                <a:cubicBezTo>
                  <a:pt x="110" y="242"/>
                  <a:pt x="110" y="247"/>
                  <a:pt x="110" y="250"/>
                </a:cubicBezTo>
                <a:cubicBezTo>
                  <a:pt x="109" y="252"/>
                  <a:pt x="108" y="253"/>
                  <a:pt x="107" y="254"/>
                </a:cubicBezTo>
                <a:cubicBezTo>
                  <a:pt x="107" y="256"/>
                  <a:pt x="108" y="257"/>
                  <a:pt x="109" y="258"/>
                </a:cubicBezTo>
                <a:cubicBezTo>
                  <a:pt x="110" y="259"/>
                  <a:pt x="110" y="259"/>
                  <a:pt x="110" y="261"/>
                </a:cubicBezTo>
                <a:cubicBezTo>
                  <a:pt x="110" y="261"/>
                  <a:pt x="110" y="263"/>
                  <a:pt x="110" y="263"/>
                </a:cubicBezTo>
                <a:cubicBezTo>
                  <a:pt x="111" y="265"/>
                  <a:pt x="113" y="262"/>
                  <a:pt x="114" y="261"/>
                </a:cubicBezTo>
                <a:cubicBezTo>
                  <a:pt x="115" y="260"/>
                  <a:pt x="115" y="259"/>
                  <a:pt x="116" y="258"/>
                </a:cubicBezTo>
                <a:cubicBezTo>
                  <a:pt x="119" y="257"/>
                  <a:pt x="120" y="258"/>
                  <a:pt x="119" y="261"/>
                </a:cubicBezTo>
                <a:cubicBezTo>
                  <a:pt x="120" y="261"/>
                  <a:pt x="121" y="261"/>
                  <a:pt x="122" y="261"/>
                </a:cubicBezTo>
                <a:cubicBezTo>
                  <a:pt x="122" y="257"/>
                  <a:pt x="122" y="257"/>
                  <a:pt x="125" y="257"/>
                </a:cubicBezTo>
                <a:cubicBezTo>
                  <a:pt x="125" y="256"/>
                  <a:pt x="125" y="253"/>
                  <a:pt x="125" y="252"/>
                </a:cubicBezTo>
                <a:cubicBezTo>
                  <a:pt x="125" y="251"/>
                  <a:pt x="126" y="250"/>
                  <a:pt x="126" y="248"/>
                </a:cubicBezTo>
                <a:cubicBezTo>
                  <a:pt x="129" y="248"/>
                  <a:pt x="133" y="249"/>
                  <a:pt x="133" y="246"/>
                </a:cubicBezTo>
                <a:cubicBezTo>
                  <a:pt x="135" y="245"/>
                  <a:pt x="136" y="244"/>
                  <a:pt x="137" y="242"/>
                </a:cubicBezTo>
                <a:cubicBezTo>
                  <a:pt x="138" y="241"/>
                  <a:pt x="137" y="241"/>
                  <a:pt x="139" y="240"/>
                </a:cubicBezTo>
                <a:cubicBezTo>
                  <a:pt x="140" y="240"/>
                  <a:pt x="141" y="240"/>
                  <a:pt x="142" y="240"/>
                </a:cubicBezTo>
                <a:cubicBezTo>
                  <a:pt x="144" y="241"/>
                  <a:pt x="146" y="243"/>
                  <a:pt x="147" y="244"/>
                </a:cubicBezTo>
                <a:cubicBezTo>
                  <a:pt x="147" y="245"/>
                  <a:pt x="148" y="246"/>
                  <a:pt x="149" y="246"/>
                </a:cubicBezTo>
                <a:cubicBezTo>
                  <a:pt x="148" y="244"/>
                  <a:pt x="148" y="243"/>
                  <a:pt x="147" y="241"/>
                </a:cubicBezTo>
                <a:cubicBezTo>
                  <a:pt x="145" y="238"/>
                  <a:pt x="144" y="236"/>
                  <a:pt x="144" y="232"/>
                </a:cubicBezTo>
                <a:cubicBezTo>
                  <a:pt x="144" y="228"/>
                  <a:pt x="143" y="226"/>
                  <a:pt x="141" y="222"/>
                </a:cubicBezTo>
                <a:cubicBezTo>
                  <a:pt x="141" y="221"/>
                  <a:pt x="141" y="219"/>
                  <a:pt x="141" y="218"/>
                </a:cubicBezTo>
                <a:cubicBezTo>
                  <a:pt x="140" y="216"/>
                  <a:pt x="139" y="214"/>
                  <a:pt x="141" y="214"/>
                </a:cubicBezTo>
                <a:cubicBezTo>
                  <a:pt x="141" y="212"/>
                  <a:pt x="141" y="211"/>
                  <a:pt x="141" y="209"/>
                </a:cubicBezTo>
                <a:cubicBezTo>
                  <a:pt x="140" y="208"/>
                  <a:pt x="139" y="208"/>
                  <a:pt x="139" y="207"/>
                </a:cubicBezTo>
                <a:cubicBezTo>
                  <a:pt x="138" y="206"/>
                  <a:pt x="138" y="206"/>
                  <a:pt x="137" y="205"/>
                </a:cubicBezTo>
                <a:cubicBezTo>
                  <a:pt x="138" y="203"/>
                  <a:pt x="137" y="198"/>
                  <a:pt x="140" y="197"/>
                </a:cubicBezTo>
                <a:cubicBezTo>
                  <a:pt x="140" y="195"/>
                  <a:pt x="141" y="194"/>
                  <a:pt x="143" y="194"/>
                </a:cubicBezTo>
                <a:cubicBezTo>
                  <a:pt x="142" y="194"/>
                  <a:pt x="137" y="192"/>
                  <a:pt x="136" y="192"/>
                </a:cubicBezTo>
                <a:cubicBezTo>
                  <a:pt x="133" y="192"/>
                  <a:pt x="131" y="197"/>
                  <a:pt x="130" y="193"/>
                </a:cubicBezTo>
                <a:cubicBezTo>
                  <a:pt x="129" y="191"/>
                  <a:pt x="130" y="188"/>
                  <a:pt x="131" y="186"/>
                </a:cubicBezTo>
                <a:cubicBezTo>
                  <a:pt x="131" y="185"/>
                  <a:pt x="131" y="184"/>
                  <a:pt x="131" y="184"/>
                </a:cubicBezTo>
                <a:cubicBezTo>
                  <a:pt x="131" y="183"/>
                  <a:pt x="132" y="183"/>
                  <a:pt x="132" y="182"/>
                </a:cubicBezTo>
                <a:cubicBezTo>
                  <a:pt x="133" y="180"/>
                  <a:pt x="131" y="180"/>
                  <a:pt x="129" y="179"/>
                </a:cubicBezTo>
                <a:cubicBezTo>
                  <a:pt x="128" y="179"/>
                  <a:pt x="127" y="178"/>
                  <a:pt x="125" y="177"/>
                </a:cubicBezTo>
                <a:cubicBezTo>
                  <a:pt x="125" y="176"/>
                  <a:pt x="125" y="175"/>
                  <a:pt x="125" y="175"/>
                </a:cubicBezTo>
                <a:cubicBezTo>
                  <a:pt x="124" y="175"/>
                  <a:pt x="122" y="175"/>
                  <a:pt x="122" y="175"/>
                </a:cubicBezTo>
                <a:cubicBezTo>
                  <a:pt x="122" y="172"/>
                  <a:pt x="121" y="169"/>
                  <a:pt x="122" y="166"/>
                </a:cubicBezTo>
                <a:cubicBezTo>
                  <a:pt x="122" y="165"/>
                  <a:pt x="122" y="163"/>
                  <a:pt x="123" y="163"/>
                </a:cubicBezTo>
                <a:cubicBezTo>
                  <a:pt x="124" y="162"/>
                  <a:pt x="125" y="163"/>
                  <a:pt x="126" y="162"/>
                </a:cubicBezTo>
                <a:cubicBezTo>
                  <a:pt x="128" y="162"/>
                  <a:pt x="127" y="161"/>
                  <a:pt x="128" y="160"/>
                </a:cubicBezTo>
                <a:cubicBezTo>
                  <a:pt x="129" y="157"/>
                  <a:pt x="130" y="156"/>
                  <a:pt x="131" y="153"/>
                </a:cubicBezTo>
                <a:cubicBezTo>
                  <a:pt x="131" y="150"/>
                  <a:pt x="130" y="144"/>
                  <a:pt x="127" y="142"/>
                </a:cubicBezTo>
                <a:cubicBezTo>
                  <a:pt x="125" y="141"/>
                  <a:pt x="123" y="141"/>
                  <a:pt x="121" y="141"/>
                </a:cubicBezTo>
                <a:cubicBezTo>
                  <a:pt x="119" y="141"/>
                  <a:pt x="118" y="140"/>
                  <a:pt x="117" y="139"/>
                </a:cubicBezTo>
                <a:cubicBezTo>
                  <a:pt x="115" y="139"/>
                  <a:pt x="112" y="139"/>
                  <a:pt x="110" y="139"/>
                </a:cubicBezTo>
                <a:cubicBezTo>
                  <a:pt x="111" y="136"/>
                  <a:pt x="109" y="135"/>
                  <a:pt x="107" y="135"/>
                </a:cubicBezTo>
                <a:cubicBezTo>
                  <a:pt x="106" y="134"/>
                  <a:pt x="103" y="133"/>
                  <a:pt x="101" y="131"/>
                </a:cubicBezTo>
                <a:cubicBezTo>
                  <a:pt x="101" y="130"/>
                  <a:pt x="101" y="129"/>
                  <a:pt x="100" y="128"/>
                </a:cubicBezTo>
                <a:cubicBezTo>
                  <a:pt x="99" y="127"/>
                  <a:pt x="97" y="126"/>
                  <a:pt x="97" y="125"/>
                </a:cubicBezTo>
                <a:cubicBezTo>
                  <a:pt x="96" y="124"/>
                  <a:pt x="98" y="124"/>
                  <a:pt x="99" y="123"/>
                </a:cubicBezTo>
                <a:cubicBezTo>
                  <a:pt x="99" y="122"/>
                  <a:pt x="98" y="121"/>
                  <a:pt x="99" y="121"/>
                </a:cubicBezTo>
                <a:cubicBezTo>
                  <a:pt x="99" y="120"/>
                  <a:pt x="100" y="120"/>
                  <a:pt x="100" y="119"/>
                </a:cubicBezTo>
                <a:cubicBezTo>
                  <a:pt x="102" y="117"/>
                  <a:pt x="101" y="114"/>
                  <a:pt x="102" y="111"/>
                </a:cubicBezTo>
                <a:cubicBezTo>
                  <a:pt x="103" y="111"/>
                  <a:pt x="107" y="111"/>
                  <a:pt x="108" y="112"/>
                </a:cubicBezTo>
                <a:cubicBezTo>
                  <a:pt x="108" y="112"/>
                  <a:pt x="107" y="114"/>
                  <a:pt x="108" y="114"/>
                </a:cubicBezTo>
                <a:cubicBezTo>
                  <a:pt x="109" y="115"/>
                  <a:pt x="110" y="115"/>
                  <a:pt x="111" y="115"/>
                </a:cubicBezTo>
                <a:cubicBezTo>
                  <a:pt x="110" y="114"/>
                  <a:pt x="109" y="113"/>
                  <a:pt x="110" y="111"/>
                </a:cubicBezTo>
                <a:cubicBezTo>
                  <a:pt x="111" y="111"/>
                  <a:pt x="112" y="112"/>
                  <a:pt x="113" y="111"/>
                </a:cubicBezTo>
                <a:cubicBezTo>
                  <a:pt x="114" y="108"/>
                  <a:pt x="113" y="108"/>
                  <a:pt x="116" y="107"/>
                </a:cubicBezTo>
                <a:cubicBezTo>
                  <a:pt x="117" y="105"/>
                  <a:pt x="115" y="103"/>
                  <a:pt x="116" y="100"/>
                </a:cubicBezTo>
                <a:cubicBezTo>
                  <a:pt x="118" y="99"/>
                  <a:pt x="121" y="100"/>
                  <a:pt x="123" y="99"/>
                </a:cubicBezTo>
                <a:cubicBezTo>
                  <a:pt x="125" y="99"/>
                  <a:pt x="128" y="99"/>
                  <a:pt x="131" y="99"/>
                </a:cubicBezTo>
                <a:cubicBezTo>
                  <a:pt x="131" y="97"/>
                  <a:pt x="135" y="100"/>
                  <a:pt x="137" y="99"/>
                </a:cubicBezTo>
                <a:cubicBezTo>
                  <a:pt x="138" y="98"/>
                  <a:pt x="139" y="92"/>
                  <a:pt x="139" y="90"/>
                </a:cubicBezTo>
                <a:cubicBezTo>
                  <a:pt x="137" y="90"/>
                  <a:pt x="138" y="92"/>
                  <a:pt x="136" y="93"/>
                </a:cubicBezTo>
                <a:cubicBezTo>
                  <a:pt x="135" y="93"/>
                  <a:pt x="133" y="91"/>
                  <a:pt x="132" y="90"/>
                </a:cubicBezTo>
                <a:cubicBezTo>
                  <a:pt x="132" y="89"/>
                  <a:pt x="131" y="88"/>
                  <a:pt x="131" y="87"/>
                </a:cubicBezTo>
                <a:cubicBezTo>
                  <a:pt x="130" y="85"/>
                  <a:pt x="129" y="84"/>
                  <a:pt x="129" y="83"/>
                </a:cubicBezTo>
                <a:cubicBezTo>
                  <a:pt x="127" y="84"/>
                  <a:pt x="127" y="85"/>
                  <a:pt x="125" y="86"/>
                </a:cubicBezTo>
                <a:cubicBezTo>
                  <a:pt x="123" y="86"/>
                  <a:pt x="122" y="86"/>
                  <a:pt x="120" y="85"/>
                </a:cubicBezTo>
                <a:cubicBezTo>
                  <a:pt x="118" y="84"/>
                  <a:pt x="115" y="83"/>
                  <a:pt x="114" y="80"/>
                </a:cubicBezTo>
                <a:cubicBezTo>
                  <a:pt x="113" y="79"/>
                  <a:pt x="114" y="78"/>
                  <a:pt x="114" y="77"/>
                </a:cubicBezTo>
                <a:cubicBezTo>
                  <a:pt x="113" y="77"/>
                  <a:pt x="112" y="76"/>
                  <a:pt x="111" y="75"/>
                </a:cubicBezTo>
                <a:cubicBezTo>
                  <a:pt x="110" y="74"/>
                  <a:pt x="109" y="73"/>
                  <a:pt x="108" y="73"/>
                </a:cubicBezTo>
                <a:cubicBezTo>
                  <a:pt x="107" y="72"/>
                  <a:pt x="105" y="72"/>
                  <a:pt x="104" y="71"/>
                </a:cubicBezTo>
                <a:cubicBezTo>
                  <a:pt x="102" y="71"/>
                  <a:pt x="101" y="72"/>
                  <a:pt x="99" y="71"/>
                </a:cubicBezTo>
                <a:cubicBezTo>
                  <a:pt x="99" y="68"/>
                  <a:pt x="98" y="61"/>
                  <a:pt x="102" y="61"/>
                </a:cubicBezTo>
                <a:cubicBezTo>
                  <a:pt x="103" y="59"/>
                  <a:pt x="101" y="59"/>
                  <a:pt x="101" y="57"/>
                </a:cubicBezTo>
                <a:cubicBezTo>
                  <a:pt x="101" y="56"/>
                  <a:pt x="102" y="55"/>
                  <a:pt x="103" y="54"/>
                </a:cubicBezTo>
                <a:cubicBezTo>
                  <a:pt x="104" y="52"/>
                  <a:pt x="107" y="52"/>
                  <a:pt x="109" y="50"/>
                </a:cubicBezTo>
                <a:cubicBezTo>
                  <a:pt x="110" y="49"/>
                  <a:pt x="110" y="47"/>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2" y="45"/>
                  <a:pt x="114" y="44"/>
                  <a:pt x="115" y="44"/>
                </a:cubicBezTo>
                <a:cubicBezTo>
                  <a:pt x="116" y="43"/>
                  <a:pt x="115" y="42"/>
                  <a:pt x="115" y="40"/>
                </a:cubicBezTo>
                <a:cubicBezTo>
                  <a:pt x="112" y="40"/>
                  <a:pt x="111" y="40"/>
                  <a:pt x="110" y="37"/>
                </a:cubicBezTo>
                <a:cubicBezTo>
                  <a:pt x="109" y="36"/>
                  <a:pt x="108" y="36"/>
                  <a:pt x="109" y="34"/>
                </a:cubicBezTo>
                <a:cubicBezTo>
                  <a:pt x="109" y="33"/>
                  <a:pt x="110" y="32"/>
                  <a:pt x="110" y="31"/>
                </a:cubicBezTo>
                <a:cubicBezTo>
                  <a:pt x="110" y="31"/>
                  <a:pt x="110" y="32"/>
                  <a:pt x="110" y="33"/>
                </a:cubicBezTo>
                <a:cubicBezTo>
                  <a:pt x="111" y="33"/>
                  <a:pt x="111" y="33"/>
                  <a:pt x="112" y="33"/>
                </a:cubicBezTo>
                <a:cubicBezTo>
                  <a:pt x="112" y="35"/>
                  <a:pt x="116" y="37"/>
                  <a:pt x="117" y="37"/>
                </a:cubicBezTo>
                <a:cubicBezTo>
                  <a:pt x="117" y="38"/>
                  <a:pt x="117" y="39"/>
                  <a:pt x="117" y="39"/>
                </a:cubicBezTo>
                <a:cubicBezTo>
                  <a:pt x="119" y="39"/>
                  <a:pt x="120" y="39"/>
                  <a:pt x="121" y="39"/>
                </a:cubicBezTo>
                <a:cubicBezTo>
                  <a:pt x="121" y="40"/>
                  <a:pt x="121" y="41"/>
                  <a:pt x="120" y="42"/>
                </a:cubicBezTo>
                <a:cubicBezTo>
                  <a:pt x="122" y="42"/>
                  <a:pt x="124" y="42"/>
                  <a:pt x="125" y="42"/>
                </a:cubicBezTo>
                <a:cubicBezTo>
                  <a:pt x="125" y="43"/>
                  <a:pt x="126" y="45"/>
                  <a:pt x="125" y="46"/>
                </a:cubicBezTo>
                <a:cubicBezTo>
                  <a:pt x="125" y="48"/>
                  <a:pt x="123" y="49"/>
                  <a:pt x="123" y="50"/>
                </a:cubicBezTo>
                <a:cubicBezTo>
                  <a:pt x="124" y="51"/>
                  <a:pt x="126" y="50"/>
                  <a:pt x="127" y="50"/>
                </a:cubicBezTo>
                <a:cubicBezTo>
                  <a:pt x="127" y="52"/>
                  <a:pt x="126" y="54"/>
                  <a:pt x="127" y="55"/>
                </a:cubicBezTo>
                <a:cubicBezTo>
                  <a:pt x="127" y="54"/>
                  <a:pt x="128" y="53"/>
                  <a:pt x="128" y="52"/>
                </a:cubicBezTo>
                <a:cubicBezTo>
                  <a:pt x="129" y="51"/>
                  <a:pt x="127" y="47"/>
                  <a:pt x="130" y="47"/>
                </a:cubicBezTo>
                <a:cubicBezTo>
                  <a:pt x="130" y="48"/>
                  <a:pt x="130" y="49"/>
                  <a:pt x="131" y="50"/>
                </a:cubicBezTo>
                <a:cubicBezTo>
                  <a:pt x="131" y="49"/>
                  <a:pt x="131" y="48"/>
                  <a:pt x="131" y="47"/>
                </a:cubicBezTo>
                <a:cubicBezTo>
                  <a:pt x="133" y="46"/>
                  <a:pt x="133" y="47"/>
                  <a:pt x="134" y="48"/>
                </a:cubicBezTo>
                <a:cubicBezTo>
                  <a:pt x="135" y="48"/>
                  <a:pt x="135" y="49"/>
                  <a:pt x="136" y="49"/>
                </a:cubicBezTo>
                <a:cubicBezTo>
                  <a:pt x="137" y="49"/>
                  <a:pt x="138" y="49"/>
                  <a:pt x="139" y="49"/>
                </a:cubicBezTo>
                <a:cubicBezTo>
                  <a:pt x="138" y="47"/>
                  <a:pt x="137" y="46"/>
                  <a:pt x="136" y="44"/>
                </a:cubicBezTo>
                <a:cubicBezTo>
                  <a:pt x="135" y="43"/>
                  <a:pt x="133" y="42"/>
                  <a:pt x="134" y="40"/>
                </a:cubicBezTo>
                <a:cubicBezTo>
                  <a:pt x="135" y="39"/>
                  <a:pt x="137" y="39"/>
                  <a:pt x="139" y="39"/>
                </a:cubicBezTo>
                <a:cubicBezTo>
                  <a:pt x="139" y="42"/>
                  <a:pt x="141" y="41"/>
                  <a:pt x="142" y="43"/>
                </a:cubicBezTo>
                <a:cubicBezTo>
                  <a:pt x="143" y="43"/>
                  <a:pt x="143" y="46"/>
                  <a:pt x="143" y="47"/>
                </a:cubicBezTo>
                <a:cubicBezTo>
                  <a:pt x="143" y="49"/>
                  <a:pt x="143" y="50"/>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5" y="53"/>
                  <a:pt x="145" y="53"/>
                  <a:pt x="146" y="54"/>
                </a:cubicBezTo>
                <a:cubicBezTo>
                  <a:pt x="146" y="54"/>
                  <a:pt x="147" y="54"/>
                  <a:pt x="147" y="55"/>
                </a:cubicBezTo>
                <a:cubicBezTo>
                  <a:pt x="150" y="56"/>
                  <a:pt x="153" y="58"/>
                  <a:pt x="156" y="59"/>
                </a:cubicBezTo>
                <a:cubicBezTo>
                  <a:pt x="157" y="59"/>
                  <a:pt x="162" y="60"/>
                  <a:pt x="163" y="59"/>
                </a:cubicBezTo>
                <a:cubicBezTo>
                  <a:pt x="163" y="59"/>
                  <a:pt x="163" y="57"/>
                  <a:pt x="164" y="57"/>
                </a:cubicBezTo>
                <a:cubicBezTo>
                  <a:pt x="164" y="56"/>
                  <a:pt x="165" y="55"/>
                  <a:pt x="165" y="55"/>
                </a:cubicBezTo>
                <a:cubicBezTo>
                  <a:pt x="165" y="53"/>
                  <a:pt x="165" y="53"/>
                  <a:pt x="165" y="53"/>
                </a:cubicBezTo>
                <a:cubicBezTo>
                  <a:pt x="166" y="52"/>
                  <a:pt x="167" y="52"/>
                  <a:pt x="168" y="51"/>
                </a:cubicBezTo>
                <a:cubicBezTo>
                  <a:pt x="169" y="50"/>
                  <a:pt x="169" y="50"/>
                  <a:pt x="169" y="50"/>
                </a:cubicBezTo>
                <a:cubicBezTo>
                  <a:pt x="169" y="48"/>
                  <a:pt x="170" y="46"/>
                  <a:pt x="172" y="45"/>
                </a:cubicBezTo>
                <a:cubicBezTo>
                  <a:pt x="173" y="44"/>
                  <a:pt x="174" y="43"/>
                  <a:pt x="175" y="43"/>
                </a:cubicBezTo>
                <a:cubicBezTo>
                  <a:pt x="176" y="41"/>
                  <a:pt x="177" y="40"/>
                  <a:pt x="178" y="39"/>
                </a:cubicBezTo>
                <a:cubicBezTo>
                  <a:pt x="179" y="38"/>
                  <a:pt x="179" y="37"/>
                  <a:pt x="180" y="36"/>
                </a:cubicBezTo>
                <a:cubicBezTo>
                  <a:pt x="178" y="36"/>
                  <a:pt x="178" y="35"/>
                  <a:pt x="177" y="34"/>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36" name="Freeform 353">
            <a:extLst>
              <a:ext uri="{FF2B5EF4-FFF2-40B4-BE49-F238E27FC236}">
                <a16:creationId xmlns:a16="http://schemas.microsoft.com/office/drawing/2014/main" id="{C2907FAF-B6DA-4622-A76B-7FBCD92F7130}"/>
              </a:ext>
            </a:extLst>
          </p:cNvPr>
          <p:cNvSpPr>
            <a:spLocks/>
          </p:cNvSpPr>
          <p:nvPr/>
        </p:nvSpPr>
        <p:spPr bwMode="auto">
          <a:xfrm>
            <a:off x="3890443" y="359523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0" name="Freeform 357">
            <a:extLst>
              <a:ext uri="{FF2B5EF4-FFF2-40B4-BE49-F238E27FC236}">
                <a16:creationId xmlns:a16="http://schemas.microsoft.com/office/drawing/2014/main" id="{9D512866-7F95-481F-8BDA-CE558559ED69}"/>
              </a:ext>
            </a:extLst>
          </p:cNvPr>
          <p:cNvSpPr>
            <a:spLocks/>
          </p:cNvSpPr>
          <p:nvPr/>
        </p:nvSpPr>
        <p:spPr bwMode="auto">
          <a:xfrm>
            <a:off x="2247443" y="4128341"/>
            <a:ext cx="899520" cy="665146"/>
          </a:xfrm>
          <a:custGeom>
            <a:avLst/>
            <a:gdLst>
              <a:gd name="T0" fmla="*/ 373 w 396"/>
              <a:gd name="T1" fmla="*/ 119 h 303"/>
              <a:gd name="T2" fmla="*/ 372 w 396"/>
              <a:gd name="T3" fmla="*/ 98 h 303"/>
              <a:gd name="T4" fmla="*/ 380 w 396"/>
              <a:gd name="T5" fmla="*/ 65 h 303"/>
              <a:gd name="T6" fmla="*/ 386 w 396"/>
              <a:gd name="T7" fmla="*/ 49 h 303"/>
              <a:gd name="T8" fmla="*/ 354 w 396"/>
              <a:gd name="T9" fmla="*/ 35 h 303"/>
              <a:gd name="T10" fmla="*/ 315 w 396"/>
              <a:gd name="T11" fmla="*/ 28 h 303"/>
              <a:gd name="T12" fmla="*/ 283 w 396"/>
              <a:gd name="T13" fmla="*/ 31 h 303"/>
              <a:gd name="T14" fmla="*/ 245 w 396"/>
              <a:gd name="T15" fmla="*/ 36 h 303"/>
              <a:gd name="T16" fmla="*/ 242 w 396"/>
              <a:gd name="T17" fmla="*/ 29 h 303"/>
              <a:gd name="T18" fmla="*/ 202 w 396"/>
              <a:gd name="T19" fmla="*/ 27 h 303"/>
              <a:gd name="T20" fmla="*/ 187 w 396"/>
              <a:gd name="T21" fmla="*/ 43 h 303"/>
              <a:gd name="T22" fmla="*/ 166 w 396"/>
              <a:gd name="T23" fmla="*/ 33 h 303"/>
              <a:gd name="T24" fmla="*/ 116 w 396"/>
              <a:gd name="T25" fmla="*/ 17 h 303"/>
              <a:gd name="T26" fmla="*/ 77 w 396"/>
              <a:gd name="T27" fmla="*/ 4 h 303"/>
              <a:gd name="T28" fmla="*/ 66 w 396"/>
              <a:gd name="T29" fmla="*/ 17 h 303"/>
              <a:gd name="T30" fmla="*/ 72 w 396"/>
              <a:gd name="T31" fmla="*/ 27 h 303"/>
              <a:gd name="T32" fmla="*/ 52 w 396"/>
              <a:gd name="T33" fmla="*/ 40 h 303"/>
              <a:gd name="T34" fmla="*/ 54 w 396"/>
              <a:gd name="T35" fmla="*/ 65 h 303"/>
              <a:gd name="T36" fmla="*/ 41 w 396"/>
              <a:gd name="T37" fmla="*/ 69 h 303"/>
              <a:gd name="T38" fmla="*/ 18 w 396"/>
              <a:gd name="T39" fmla="*/ 79 h 303"/>
              <a:gd name="T40" fmla="*/ 5 w 396"/>
              <a:gd name="T41" fmla="*/ 89 h 303"/>
              <a:gd name="T42" fmla="*/ 1 w 396"/>
              <a:gd name="T43" fmla="*/ 111 h 303"/>
              <a:gd name="T44" fmla="*/ 4 w 396"/>
              <a:gd name="T45" fmla="*/ 120 h 303"/>
              <a:gd name="T46" fmla="*/ 4 w 396"/>
              <a:gd name="T47" fmla="*/ 139 h 303"/>
              <a:gd name="T48" fmla="*/ 10 w 396"/>
              <a:gd name="T49" fmla="*/ 135 h 303"/>
              <a:gd name="T50" fmla="*/ 7 w 396"/>
              <a:gd name="T51" fmla="*/ 145 h 303"/>
              <a:gd name="T52" fmla="*/ 7 w 396"/>
              <a:gd name="T53" fmla="*/ 159 h 303"/>
              <a:gd name="T54" fmla="*/ 9 w 396"/>
              <a:gd name="T55" fmla="*/ 170 h 303"/>
              <a:gd name="T56" fmla="*/ 8 w 396"/>
              <a:gd name="T57" fmla="*/ 180 h 303"/>
              <a:gd name="T58" fmla="*/ 13 w 396"/>
              <a:gd name="T59" fmla="*/ 218 h 303"/>
              <a:gd name="T60" fmla="*/ 15 w 396"/>
              <a:gd name="T61" fmla="*/ 234 h 303"/>
              <a:gd name="T62" fmla="*/ 18 w 396"/>
              <a:gd name="T63" fmla="*/ 265 h 303"/>
              <a:gd name="T64" fmla="*/ 24 w 396"/>
              <a:gd name="T65" fmla="*/ 286 h 303"/>
              <a:gd name="T66" fmla="*/ 43 w 396"/>
              <a:gd name="T67" fmla="*/ 301 h 303"/>
              <a:gd name="T68" fmla="*/ 60 w 396"/>
              <a:gd name="T69" fmla="*/ 296 h 303"/>
              <a:gd name="T70" fmla="*/ 71 w 396"/>
              <a:gd name="T71" fmla="*/ 282 h 303"/>
              <a:gd name="T72" fmla="*/ 67 w 396"/>
              <a:gd name="T73" fmla="*/ 258 h 303"/>
              <a:gd name="T74" fmla="*/ 91 w 396"/>
              <a:gd name="T75" fmla="*/ 251 h 303"/>
              <a:gd name="T76" fmla="*/ 114 w 396"/>
              <a:gd name="T77" fmla="*/ 242 h 303"/>
              <a:gd name="T78" fmla="*/ 136 w 396"/>
              <a:gd name="T79" fmla="*/ 230 h 303"/>
              <a:gd name="T80" fmla="*/ 158 w 396"/>
              <a:gd name="T81" fmla="*/ 225 h 303"/>
              <a:gd name="T82" fmla="*/ 172 w 396"/>
              <a:gd name="T83" fmla="*/ 217 h 303"/>
              <a:gd name="T84" fmla="*/ 193 w 396"/>
              <a:gd name="T85" fmla="*/ 207 h 303"/>
              <a:gd name="T86" fmla="*/ 203 w 396"/>
              <a:gd name="T87" fmla="*/ 199 h 303"/>
              <a:gd name="T88" fmla="*/ 226 w 396"/>
              <a:gd name="T89" fmla="*/ 179 h 303"/>
              <a:gd name="T90" fmla="*/ 232 w 396"/>
              <a:gd name="T91" fmla="*/ 171 h 303"/>
              <a:gd name="T92" fmla="*/ 248 w 396"/>
              <a:gd name="T93" fmla="*/ 154 h 303"/>
              <a:gd name="T94" fmla="*/ 263 w 396"/>
              <a:gd name="T95" fmla="*/ 138 h 303"/>
              <a:gd name="T96" fmla="*/ 270 w 396"/>
              <a:gd name="T97" fmla="*/ 117 h 303"/>
              <a:gd name="T98" fmla="*/ 297 w 396"/>
              <a:gd name="T99" fmla="*/ 113 h 303"/>
              <a:gd name="T100" fmla="*/ 308 w 396"/>
              <a:gd name="T101" fmla="*/ 127 h 303"/>
              <a:gd name="T102" fmla="*/ 322 w 396"/>
              <a:gd name="T103" fmla="*/ 124 h 303"/>
              <a:gd name="T104" fmla="*/ 333 w 396"/>
              <a:gd name="T105" fmla="*/ 125 h 303"/>
              <a:gd name="T106" fmla="*/ 347 w 396"/>
              <a:gd name="T107" fmla="*/ 148 h 303"/>
              <a:gd name="T108" fmla="*/ 362 w 396"/>
              <a:gd name="T109" fmla="*/ 170 h 303"/>
              <a:gd name="T110" fmla="*/ 369 w 396"/>
              <a:gd name="T111" fmla="*/ 145 h 303"/>
              <a:gd name="T112" fmla="*/ 393 w 396"/>
              <a:gd name="T113" fmla="*/ 14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6" h="303">
                <a:moveTo>
                  <a:pt x="395" y="132"/>
                </a:moveTo>
                <a:cubicBezTo>
                  <a:pt x="394" y="129"/>
                  <a:pt x="390" y="130"/>
                  <a:pt x="387" y="129"/>
                </a:cubicBezTo>
                <a:cubicBezTo>
                  <a:pt x="387" y="129"/>
                  <a:pt x="387" y="128"/>
                  <a:pt x="387" y="127"/>
                </a:cubicBezTo>
                <a:cubicBezTo>
                  <a:pt x="383" y="127"/>
                  <a:pt x="384" y="125"/>
                  <a:pt x="383" y="122"/>
                </a:cubicBezTo>
                <a:cubicBezTo>
                  <a:pt x="381" y="121"/>
                  <a:pt x="382" y="118"/>
                  <a:pt x="380" y="117"/>
                </a:cubicBezTo>
                <a:cubicBezTo>
                  <a:pt x="377" y="115"/>
                  <a:pt x="375" y="118"/>
                  <a:pt x="373" y="119"/>
                </a:cubicBezTo>
                <a:cubicBezTo>
                  <a:pt x="372" y="117"/>
                  <a:pt x="374" y="117"/>
                  <a:pt x="375" y="115"/>
                </a:cubicBezTo>
                <a:cubicBezTo>
                  <a:pt x="375" y="113"/>
                  <a:pt x="373" y="112"/>
                  <a:pt x="374" y="111"/>
                </a:cubicBezTo>
                <a:cubicBezTo>
                  <a:pt x="378" y="111"/>
                  <a:pt x="378" y="110"/>
                  <a:pt x="379" y="106"/>
                </a:cubicBezTo>
                <a:cubicBezTo>
                  <a:pt x="379" y="103"/>
                  <a:pt x="377" y="102"/>
                  <a:pt x="375" y="100"/>
                </a:cubicBezTo>
                <a:cubicBezTo>
                  <a:pt x="374" y="101"/>
                  <a:pt x="373" y="102"/>
                  <a:pt x="372" y="102"/>
                </a:cubicBezTo>
                <a:cubicBezTo>
                  <a:pt x="372" y="100"/>
                  <a:pt x="372" y="99"/>
                  <a:pt x="372" y="98"/>
                </a:cubicBezTo>
                <a:cubicBezTo>
                  <a:pt x="373" y="96"/>
                  <a:pt x="374" y="96"/>
                  <a:pt x="374" y="94"/>
                </a:cubicBezTo>
                <a:cubicBezTo>
                  <a:pt x="374" y="96"/>
                  <a:pt x="381" y="93"/>
                  <a:pt x="381" y="92"/>
                </a:cubicBezTo>
                <a:cubicBezTo>
                  <a:pt x="382" y="90"/>
                  <a:pt x="382" y="87"/>
                  <a:pt x="382" y="85"/>
                </a:cubicBezTo>
                <a:cubicBezTo>
                  <a:pt x="382" y="83"/>
                  <a:pt x="383" y="81"/>
                  <a:pt x="383" y="79"/>
                </a:cubicBezTo>
                <a:cubicBezTo>
                  <a:pt x="381" y="79"/>
                  <a:pt x="379" y="81"/>
                  <a:pt x="378" y="80"/>
                </a:cubicBezTo>
                <a:cubicBezTo>
                  <a:pt x="377" y="75"/>
                  <a:pt x="384" y="70"/>
                  <a:pt x="380" y="65"/>
                </a:cubicBezTo>
                <a:cubicBezTo>
                  <a:pt x="379" y="63"/>
                  <a:pt x="376" y="64"/>
                  <a:pt x="375" y="62"/>
                </a:cubicBezTo>
                <a:cubicBezTo>
                  <a:pt x="375" y="60"/>
                  <a:pt x="375" y="58"/>
                  <a:pt x="375" y="56"/>
                </a:cubicBezTo>
                <a:cubicBezTo>
                  <a:pt x="375" y="55"/>
                  <a:pt x="374" y="54"/>
                  <a:pt x="374" y="52"/>
                </a:cubicBezTo>
                <a:cubicBezTo>
                  <a:pt x="376" y="52"/>
                  <a:pt x="377" y="52"/>
                  <a:pt x="377" y="54"/>
                </a:cubicBezTo>
                <a:cubicBezTo>
                  <a:pt x="379" y="55"/>
                  <a:pt x="380" y="52"/>
                  <a:pt x="382" y="52"/>
                </a:cubicBezTo>
                <a:cubicBezTo>
                  <a:pt x="383" y="52"/>
                  <a:pt x="385" y="51"/>
                  <a:pt x="386" y="49"/>
                </a:cubicBezTo>
                <a:cubicBezTo>
                  <a:pt x="387" y="45"/>
                  <a:pt x="383" y="45"/>
                  <a:pt x="380" y="44"/>
                </a:cubicBezTo>
                <a:cubicBezTo>
                  <a:pt x="375" y="44"/>
                  <a:pt x="372" y="40"/>
                  <a:pt x="371" y="36"/>
                </a:cubicBezTo>
                <a:cubicBezTo>
                  <a:pt x="370" y="34"/>
                  <a:pt x="367" y="34"/>
                  <a:pt x="367" y="33"/>
                </a:cubicBezTo>
                <a:cubicBezTo>
                  <a:pt x="365" y="33"/>
                  <a:pt x="364" y="33"/>
                  <a:pt x="363" y="32"/>
                </a:cubicBezTo>
                <a:cubicBezTo>
                  <a:pt x="362" y="31"/>
                  <a:pt x="361" y="32"/>
                  <a:pt x="360" y="32"/>
                </a:cubicBezTo>
                <a:cubicBezTo>
                  <a:pt x="358" y="34"/>
                  <a:pt x="357" y="35"/>
                  <a:pt x="354" y="35"/>
                </a:cubicBezTo>
                <a:cubicBezTo>
                  <a:pt x="351" y="35"/>
                  <a:pt x="348" y="35"/>
                  <a:pt x="346" y="34"/>
                </a:cubicBezTo>
                <a:cubicBezTo>
                  <a:pt x="342" y="32"/>
                  <a:pt x="340" y="32"/>
                  <a:pt x="336" y="32"/>
                </a:cubicBezTo>
                <a:cubicBezTo>
                  <a:pt x="335" y="33"/>
                  <a:pt x="329" y="34"/>
                  <a:pt x="329" y="32"/>
                </a:cubicBezTo>
                <a:cubicBezTo>
                  <a:pt x="329" y="29"/>
                  <a:pt x="326" y="28"/>
                  <a:pt x="324" y="28"/>
                </a:cubicBezTo>
                <a:cubicBezTo>
                  <a:pt x="320" y="28"/>
                  <a:pt x="321" y="26"/>
                  <a:pt x="319" y="25"/>
                </a:cubicBezTo>
                <a:cubicBezTo>
                  <a:pt x="316" y="23"/>
                  <a:pt x="316" y="27"/>
                  <a:pt x="315" y="28"/>
                </a:cubicBezTo>
                <a:cubicBezTo>
                  <a:pt x="314" y="28"/>
                  <a:pt x="313" y="28"/>
                  <a:pt x="312" y="29"/>
                </a:cubicBezTo>
                <a:cubicBezTo>
                  <a:pt x="312" y="29"/>
                  <a:pt x="312" y="30"/>
                  <a:pt x="312" y="30"/>
                </a:cubicBezTo>
                <a:cubicBezTo>
                  <a:pt x="309" y="30"/>
                  <a:pt x="306" y="29"/>
                  <a:pt x="303" y="29"/>
                </a:cubicBezTo>
                <a:cubicBezTo>
                  <a:pt x="303" y="31"/>
                  <a:pt x="303" y="32"/>
                  <a:pt x="303" y="34"/>
                </a:cubicBezTo>
                <a:cubicBezTo>
                  <a:pt x="299" y="34"/>
                  <a:pt x="294" y="37"/>
                  <a:pt x="290" y="35"/>
                </a:cubicBezTo>
                <a:cubicBezTo>
                  <a:pt x="288" y="34"/>
                  <a:pt x="286" y="30"/>
                  <a:pt x="283" y="31"/>
                </a:cubicBezTo>
                <a:cubicBezTo>
                  <a:pt x="282" y="32"/>
                  <a:pt x="280" y="34"/>
                  <a:pt x="279" y="32"/>
                </a:cubicBezTo>
                <a:cubicBezTo>
                  <a:pt x="278" y="30"/>
                  <a:pt x="279" y="29"/>
                  <a:pt x="279" y="27"/>
                </a:cubicBezTo>
                <a:cubicBezTo>
                  <a:pt x="277" y="27"/>
                  <a:pt x="277" y="29"/>
                  <a:pt x="276" y="30"/>
                </a:cubicBezTo>
                <a:cubicBezTo>
                  <a:pt x="274" y="31"/>
                  <a:pt x="273" y="29"/>
                  <a:pt x="271" y="29"/>
                </a:cubicBezTo>
                <a:cubicBezTo>
                  <a:pt x="268" y="27"/>
                  <a:pt x="265" y="30"/>
                  <a:pt x="264" y="33"/>
                </a:cubicBezTo>
                <a:cubicBezTo>
                  <a:pt x="257" y="34"/>
                  <a:pt x="252" y="37"/>
                  <a:pt x="245" y="36"/>
                </a:cubicBezTo>
                <a:cubicBezTo>
                  <a:pt x="242" y="35"/>
                  <a:pt x="241" y="36"/>
                  <a:pt x="240" y="34"/>
                </a:cubicBezTo>
                <a:cubicBezTo>
                  <a:pt x="238" y="32"/>
                  <a:pt x="236" y="35"/>
                  <a:pt x="236" y="36"/>
                </a:cubicBezTo>
                <a:cubicBezTo>
                  <a:pt x="234" y="36"/>
                  <a:pt x="233" y="30"/>
                  <a:pt x="232" y="28"/>
                </a:cubicBezTo>
                <a:cubicBezTo>
                  <a:pt x="234" y="28"/>
                  <a:pt x="237" y="29"/>
                  <a:pt x="239" y="28"/>
                </a:cubicBezTo>
                <a:cubicBezTo>
                  <a:pt x="239" y="29"/>
                  <a:pt x="239" y="30"/>
                  <a:pt x="239" y="30"/>
                </a:cubicBezTo>
                <a:cubicBezTo>
                  <a:pt x="240" y="30"/>
                  <a:pt x="241" y="29"/>
                  <a:pt x="242" y="29"/>
                </a:cubicBezTo>
                <a:cubicBezTo>
                  <a:pt x="239" y="26"/>
                  <a:pt x="238" y="19"/>
                  <a:pt x="234" y="18"/>
                </a:cubicBezTo>
                <a:cubicBezTo>
                  <a:pt x="229" y="17"/>
                  <a:pt x="227" y="19"/>
                  <a:pt x="224" y="22"/>
                </a:cubicBezTo>
                <a:cubicBezTo>
                  <a:pt x="223" y="22"/>
                  <a:pt x="221" y="22"/>
                  <a:pt x="220" y="23"/>
                </a:cubicBezTo>
                <a:cubicBezTo>
                  <a:pt x="220" y="20"/>
                  <a:pt x="215" y="21"/>
                  <a:pt x="214" y="21"/>
                </a:cubicBezTo>
                <a:cubicBezTo>
                  <a:pt x="210" y="22"/>
                  <a:pt x="208" y="23"/>
                  <a:pt x="205" y="24"/>
                </a:cubicBezTo>
                <a:cubicBezTo>
                  <a:pt x="205" y="26"/>
                  <a:pt x="204" y="27"/>
                  <a:pt x="202" y="27"/>
                </a:cubicBezTo>
                <a:cubicBezTo>
                  <a:pt x="203" y="28"/>
                  <a:pt x="203" y="31"/>
                  <a:pt x="201" y="32"/>
                </a:cubicBezTo>
                <a:cubicBezTo>
                  <a:pt x="199" y="32"/>
                  <a:pt x="198" y="32"/>
                  <a:pt x="198" y="34"/>
                </a:cubicBezTo>
                <a:cubicBezTo>
                  <a:pt x="196" y="34"/>
                  <a:pt x="195" y="36"/>
                  <a:pt x="193" y="38"/>
                </a:cubicBezTo>
                <a:cubicBezTo>
                  <a:pt x="196" y="38"/>
                  <a:pt x="197" y="39"/>
                  <a:pt x="196" y="41"/>
                </a:cubicBezTo>
                <a:cubicBezTo>
                  <a:pt x="194" y="41"/>
                  <a:pt x="193" y="43"/>
                  <a:pt x="192" y="43"/>
                </a:cubicBezTo>
                <a:cubicBezTo>
                  <a:pt x="190" y="44"/>
                  <a:pt x="188" y="43"/>
                  <a:pt x="187" y="43"/>
                </a:cubicBezTo>
                <a:cubicBezTo>
                  <a:pt x="186" y="45"/>
                  <a:pt x="187" y="47"/>
                  <a:pt x="185" y="47"/>
                </a:cubicBezTo>
                <a:cubicBezTo>
                  <a:pt x="184" y="47"/>
                  <a:pt x="182" y="47"/>
                  <a:pt x="181" y="47"/>
                </a:cubicBezTo>
                <a:cubicBezTo>
                  <a:pt x="179" y="47"/>
                  <a:pt x="173" y="48"/>
                  <a:pt x="173" y="45"/>
                </a:cubicBezTo>
                <a:cubicBezTo>
                  <a:pt x="173" y="45"/>
                  <a:pt x="173" y="45"/>
                  <a:pt x="173" y="45"/>
                </a:cubicBezTo>
                <a:cubicBezTo>
                  <a:pt x="174" y="43"/>
                  <a:pt x="173" y="35"/>
                  <a:pt x="171" y="34"/>
                </a:cubicBezTo>
                <a:cubicBezTo>
                  <a:pt x="170" y="34"/>
                  <a:pt x="167" y="34"/>
                  <a:pt x="166" y="33"/>
                </a:cubicBezTo>
                <a:cubicBezTo>
                  <a:pt x="165" y="30"/>
                  <a:pt x="164" y="31"/>
                  <a:pt x="161" y="31"/>
                </a:cubicBezTo>
                <a:cubicBezTo>
                  <a:pt x="156" y="31"/>
                  <a:pt x="150" y="33"/>
                  <a:pt x="145" y="31"/>
                </a:cubicBezTo>
                <a:cubicBezTo>
                  <a:pt x="143" y="30"/>
                  <a:pt x="141" y="30"/>
                  <a:pt x="139" y="31"/>
                </a:cubicBezTo>
                <a:cubicBezTo>
                  <a:pt x="137" y="31"/>
                  <a:pt x="135" y="30"/>
                  <a:pt x="133" y="30"/>
                </a:cubicBezTo>
                <a:cubicBezTo>
                  <a:pt x="128" y="30"/>
                  <a:pt x="127" y="28"/>
                  <a:pt x="125" y="24"/>
                </a:cubicBezTo>
                <a:cubicBezTo>
                  <a:pt x="123" y="19"/>
                  <a:pt x="121" y="18"/>
                  <a:pt x="116" y="17"/>
                </a:cubicBezTo>
                <a:cubicBezTo>
                  <a:pt x="112" y="17"/>
                  <a:pt x="106" y="20"/>
                  <a:pt x="102" y="17"/>
                </a:cubicBezTo>
                <a:cubicBezTo>
                  <a:pt x="99" y="13"/>
                  <a:pt x="100" y="9"/>
                  <a:pt x="99" y="5"/>
                </a:cubicBezTo>
                <a:cubicBezTo>
                  <a:pt x="93" y="0"/>
                  <a:pt x="93" y="0"/>
                  <a:pt x="93" y="0"/>
                </a:cubicBezTo>
                <a:cubicBezTo>
                  <a:pt x="90" y="0"/>
                  <a:pt x="91" y="6"/>
                  <a:pt x="86" y="4"/>
                </a:cubicBezTo>
                <a:cubicBezTo>
                  <a:pt x="84" y="3"/>
                  <a:pt x="82" y="2"/>
                  <a:pt x="80" y="2"/>
                </a:cubicBezTo>
                <a:cubicBezTo>
                  <a:pt x="79" y="2"/>
                  <a:pt x="78" y="4"/>
                  <a:pt x="77" y="4"/>
                </a:cubicBezTo>
                <a:cubicBezTo>
                  <a:pt x="76" y="4"/>
                  <a:pt x="75" y="4"/>
                  <a:pt x="74" y="4"/>
                </a:cubicBezTo>
                <a:cubicBezTo>
                  <a:pt x="72" y="4"/>
                  <a:pt x="72" y="7"/>
                  <a:pt x="70" y="7"/>
                </a:cubicBezTo>
                <a:cubicBezTo>
                  <a:pt x="68" y="8"/>
                  <a:pt x="67" y="7"/>
                  <a:pt x="65" y="7"/>
                </a:cubicBezTo>
                <a:cubicBezTo>
                  <a:pt x="64" y="9"/>
                  <a:pt x="67" y="9"/>
                  <a:pt x="68" y="10"/>
                </a:cubicBezTo>
                <a:cubicBezTo>
                  <a:pt x="68" y="11"/>
                  <a:pt x="68" y="12"/>
                  <a:pt x="68" y="14"/>
                </a:cubicBezTo>
                <a:cubicBezTo>
                  <a:pt x="67" y="14"/>
                  <a:pt x="65" y="16"/>
                  <a:pt x="66" y="17"/>
                </a:cubicBezTo>
                <a:cubicBezTo>
                  <a:pt x="69" y="17"/>
                  <a:pt x="67" y="26"/>
                  <a:pt x="73" y="21"/>
                </a:cubicBezTo>
                <a:cubicBezTo>
                  <a:pt x="78" y="17"/>
                  <a:pt x="85" y="21"/>
                  <a:pt x="89" y="24"/>
                </a:cubicBezTo>
                <a:cubicBezTo>
                  <a:pt x="87" y="24"/>
                  <a:pt x="86" y="25"/>
                  <a:pt x="84" y="25"/>
                </a:cubicBezTo>
                <a:cubicBezTo>
                  <a:pt x="82" y="25"/>
                  <a:pt x="80" y="24"/>
                  <a:pt x="79" y="25"/>
                </a:cubicBezTo>
                <a:cubicBezTo>
                  <a:pt x="78" y="25"/>
                  <a:pt x="77" y="26"/>
                  <a:pt x="77" y="27"/>
                </a:cubicBezTo>
                <a:cubicBezTo>
                  <a:pt x="76" y="28"/>
                  <a:pt x="74" y="27"/>
                  <a:pt x="72" y="27"/>
                </a:cubicBezTo>
                <a:cubicBezTo>
                  <a:pt x="72" y="28"/>
                  <a:pt x="72" y="29"/>
                  <a:pt x="72" y="30"/>
                </a:cubicBezTo>
                <a:cubicBezTo>
                  <a:pt x="70" y="30"/>
                  <a:pt x="66" y="29"/>
                  <a:pt x="64" y="32"/>
                </a:cubicBezTo>
                <a:cubicBezTo>
                  <a:pt x="63" y="33"/>
                  <a:pt x="65" y="36"/>
                  <a:pt x="62" y="36"/>
                </a:cubicBezTo>
                <a:cubicBezTo>
                  <a:pt x="61" y="37"/>
                  <a:pt x="60" y="38"/>
                  <a:pt x="59" y="38"/>
                </a:cubicBezTo>
                <a:cubicBezTo>
                  <a:pt x="56" y="38"/>
                  <a:pt x="54" y="38"/>
                  <a:pt x="52" y="38"/>
                </a:cubicBezTo>
                <a:cubicBezTo>
                  <a:pt x="52" y="40"/>
                  <a:pt x="52" y="40"/>
                  <a:pt x="52" y="40"/>
                </a:cubicBezTo>
                <a:cubicBezTo>
                  <a:pt x="53" y="40"/>
                  <a:pt x="55" y="40"/>
                  <a:pt x="55" y="40"/>
                </a:cubicBezTo>
                <a:cubicBezTo>
                  <a:pt x="59" y="40"/>
                  <a:pt x="59" y="41"/>
                  <a:pt x="61" y="43"/>
                </a:cubicBezTo>
                <a:cubicBezTo>
                  <a:pt x="66" y="47"/>
                  <a:pt x="67" y="51"/>
                  <a:pt x="66" y="57"/>
                </a:cubicBezTo>
                <a:cubicBezTo>
                  <a:pt x="65" y="57"/>
                  <a:pt x="60" y="57"/>
                  <a:pt x="60" y="58"/>
                </a:cubicBezTo>
                <a:cubicBezTo>
                  <a:pt x="60" y="59"/>
                  <a:pt x="62" y="60"/>
                  <a:pt x="62" y="61"/>
                </a:cubicBezTo>
                <a:cubicBezTo>
                  <a:pt x="61" y="65"/>
                  <a:pt x="55" y="62"/>
                  <a:pt x="54" y="65"/>
                </a:cubicBezTo>
                <a:cubicBezTo>
                  <a:pt x="53" y="64"/>
                  <a:pt x="53" y="63"/>
                  <a:pt x="51" y="63"/>
                </a:cubicBezTo>
                <a:cubicBezTo>
                  <a:pt x="51" y="62"/>
                  <a:pt x="51" y="61"/>
                  <a:pt x="51" y="60"/>
                </a:cubicBezTo>
                <a:cubicBezTo>
                  <a:pt x="49" y="60"/>
                  <a:pt x="47" y="60"/>
                  <a:pt x="45" y="59"/>
                </a:cubicBezTo>
                <a:cubicBezTo>
                  <a:pt x="44" y="57"/>
                  <a:pt x="44" y="56"/>
                  <a:pt x="42" y="56"/>
                </a:cubicBezTo>
                <a:cubicBezTo>
                  <a:pt x="41" y="57"/>
                  <a:pt x="41" y="58"/>
                  <a:pt x="40" y="59"/>
                </a:cubicBezTo>
                <a:cubicBezTo>
                  <a:pt x="45" y="60"/>
                  <a:pt x="41" y="67"/>
                  <a:pt x="41" y="69"/>
                </a:cubicBezTo>
                <a:cubicBezTo>
                  <a:pt x="40" y="71"/>
                  <a:pt x="42" y="74"/>
                  <a:pt x="40" y="75"/>
                </a:cubicBezTo>
                <a:cubicBezTo>
                  <a:pt x="37" y="76"/>
                  <a:pt x="38" y="80"/>
                  <a:pt x="38" y="81"/>
                </a:cubicBezTo>
                <a:cubicBezTo>
                  <a:pt x="37" y="82"/>
                  <a:pt x="36" y="81"/>
                  <a:pt x="34" y="81"/>
                </a:cubicBezTo>
                <a:cubicBezTo>
                  <a:pt x="34" y="81"/>
                  <a:pt x="34" y="83"/>
                  <a:pt x="33" y="83"/>
                </a:cubicBezTo>
                <a:cubicBezTo>
                  <a:pt x="32" y="84"/>
                  <a:pt x="30" y="83"/>
                  <a:pt x="29" y="83"/>
                </a:cubicBezTo>
                <a:cubicBezTo>
                  <a:pt x="18" y="79"/>
                  <a:pt x="18" y="79"/>
                  <a:pt x="18" y="79"/>
                </a:cubicBezTo>
                <a:cubicBezTo>
                  <a:pt x="17" y="78"/>
                  <a:pt x="15" y="78"/>
                  <a:pt x="14" y="78"/>
                </a:cubicBezTo>
                <a:cubicBezTo>
                  <a:pt x="12" y="79"/>
                  <a:pt x="11" y="80"/>
                  <a:pt x="11" y="82"/>
                </a:cubicBezTo>
                <a:cubicBezTo>
                  <a:pt x="9" y="82"/>
                  <a:pt x="8" y="82"/>
                  <a:pt x="6" y="81"/>
                </a:cubicBezTo>
                <a:cubicBezTo>
                  <a:pt x="6" y="82"/>
                  <a:pt x="5" y="82"/>
                  <a:pt x="4" y="83"/>
                </a:cubicBezTo>
                <a:cubicBezTo>
                  <a:pt x="2" y="86"/>
                  <a:pt x="7" y="88"/>
                  <a:pt x="7" y="91"/>
                </a:cubicBezTo>
                <a:cubicBezTo>
                  <a:pt x="6" y="90"/>
                  <a:pt x="5" y="90"/>
                  <a:pt x="5" y="89"/>
                </a:cubicBezTo>
                <a:cubicBezTo>
                  <a:pt x="4" y="88"/>
                  <a:pt x="3" y="88"/>
                  <a:pt x="2" y="89"/>
                </a:cubicBezTo>
                <a:cubicBezTo>
                  <a:pt x="1" y="90"/>
                  <a:pt x="2" y="91"/>
                  <a:pt x="3" y="92"/>
                </a:cubicBezTo>
                <a:cubicBezTo>
                  <a:pt x="3" y="92"/>
                  <a:pt x="5" y="95"/>
                  <a:pt x="4" y="95"/>
                </a:cubicBezTo>
                <a:cubicBezTo>
                  <a:pt x="4" y="95"/>
                  <a:pt x="3" y="95"/>
                  <a:pt x="2" y="95"/>
                </a:cubicBezTo>
                <a:cubicBezTo>
                  <a:pt x="2" y="97"/>
                  <a:pt x="1" y="99"/>
                  <a:pt x="1" y="102"/>
                </a:cubicBezTo>
                <a:cubicBezTo>
                  <a:pt x="5" y="101"/>
                  <a:pt x="0" y="110"/>
                  <a:pt x="1" y="111"/>
                </a:cubicBezTo>
                <a:cubicBezTo>
                  <a:pt x="2" y="111"/>
                  <a:pt x="3" y="111"/>
                  <a:pt x="4" y="111"/>
                </a:cubicBezTo>
                <a:cubicBezTo>
                  <a:pt x="4" y="110"/>
                  <a:pt x="4" y="107"/>
                  <a:pt x="5" y="107"/>
                </a:cubicBezTo>
                <a:cubicBezTo>
                  <a:pt x="6" y="107"/>
                  <a:pt x="8" y="110"/>
                  <a:pt x="8" y="110"/>
                </a:cubicBezTo>
                <a:cubicBezTo>
                  <a:pt x="7" y="112"/>
                  <a:pt x="3" y="111"/>
                  <a:pt x="3" y="113"/>
                </a:cubicBezTo>
                <a:cubicBezTo>
                  <a:pt x="2" y="115"/>
                  <a:pt x="3" y="115"/>
                  <a:pt x="4" y="116"/>
                </a:cubicBezTo>
                <a:cubicBezTo>
                  <a:pt x="4" y="117"/>
                  <a:pt x="4" y="119"/>
                  <a:pt x="4" y="120"/>
                </a:cubicBezTo>
                <a:cubicBezTo>
                  <a:pt x="6" y="120"/>
                  <a:pt x="8" y="120"/>
                  <a:pt x="10" y="120"/>
                </a:cubicBezTo>
                <a:cubicBezTo>
                  <a:pt x="8" y="121"/>
                  <a:pt x="4" y="120"/>
                  <a:pt x="3" y="122"/>
                </a:cubicBezTo>
                <a:cubicBezTo>
                  <a:pt x="3" y="123"/>
                  <a:pt x="3" y="128"/>
                  <a:pt x="4" y="129"/>
                </a:cubicBezTo>
                <a:cubicBezTo>
                  <a:pt x="4" y="130"/>
                  <a:pt x="4" y="130"/>
                  <a:pt x="4" y="131"/>
                </a:cubicBezTo>
                <a:cubicBezTo>
                  <a:pt x="2" y="132"/>
                  <a:pt x="4" y="133"/>
                  <a:pt x="4" y="135"/>
                </a:cubicBezTo>
                <a:cubicBezTo>
                  <a:pt x="2" y="135"/>
                  <a:pt x="2" y="139"/>
                  <a:pt x="4" y="139"/>
                </a:cubicBezTo>
                <a:cubicBezTo>
                  <a:pt x="5" y="137"/>
                  <a:pt x="6" y="136"/>
                  <a:pt x="7" y="134"/>
                </a:cubicBezTo>
                <a:cubicBezTo>
                  <a:pt x="8" y="134"/>
                  <a:pt x="9" y="134"/>
                  <a:pt x="11" y="134"/>
                </a:cubicBezTo>
                <a:cubicBezTo>
                  <a:pt x="11" y="133"/>
                  <a:pt x="10" y="128"/>
                  <a:pt x="12" y="128"/>
                </a:cubicBezTo>
                <a:cubicBezTo>
                  <a:pt x="12" y="130"/>
                  <a:pt x="13" y="131"/>
                  <a:pt x="13" y="132"/>
                </a:cubicBezTo>
                <a:cubicBezTo>
                  <a:pt x="13" y="133"/>
                  <a:pt x="13" y="134"/>
                  <a:pt x="13" y="135"/>
                </a:cubicBezTo>
                <a:cubicBezTo>
                  <a:pt x="12" y="135"/>
                  <a:pt x="11" y="135"/>
                  <a:pt x="10" y="135"/>
                </a:cubicBezTo>
                <a:cubicBezTo>
                  <a:pt x="9" y="136"/>
                  <a:pt x="9" y="136"/>
                  <a:pt x="9" y="137"/>
                </a:cubicBezTo>
                <a:cubicBezTo>
                  <a:pt x="8" y="138"/>
                  <a:pt x="5" y="140"/>
                  <a:pt x="8" y="141"/>
                </a:cubicBezTo>
                <a:cubicBezTo>
                  <a:pt x="7" y="142"/>
                  <a:pt x="8" y="142"/>
                  <a:pt x="8" y="143"/>
                </a:cubicBezTo>
                <a:cubicBezTo>
                  <a:pt x="9" y="143"/>
                  <a:pt x="10" y="143"/>
                  <a:pt x="11" y="143"/>
                </a:cubicBezTo>
                <a:cubicBezTo>
                  <a:pt x="11" y="143"/>
                  <a:pt x="12" y="144"/>
                  <a:pt x="13" y="145"/>
                </a:cubicBezTo>
                <a:cubicBezTo>
                  <a:pt x="11" y="145"/>
                  <a:pt x="9" y="145"/>
                  <a:pt x="7" y="145"/>
                </a:cubicBezTo>
                <a:cubicBezTo>
                  <a:pt x="7" y="144"/>
                  <a:pt x="7" y="144"/>
                  <a:pt x="7" y="144"/>
                </a:cubicBezTo>
                <a:cubicBezTo>
                  <a:pt x="3" y="143"/>
                  <a:pt x="3" y="149"/>
                  <a:pt x="4" y="152"/>
                </a:cubicBezTo>
                <a:cubicBezTo>
                  <a:pt x="4" y="152"/>
                  <a:pt x="5" y="152"/>
                  <a:pt x="5" y="153"/>
                </a:cubicBezTo>
                <a:cubicBezTo>
                  <a:pt x="6" y="154"/>
                  <a:pt x="6" y="155"/>
                  <a:pt x="6" y="155"/>
                </a:cubicBezTo>
                <a:cubicBezTo>
                  <a:pt x="7" y="157"/>
                  <a:pt x="7" y="158"/>
                  <a:pt x="9" y="159"/>
                </a:cubicBezTo>
                <a:cubicBezTo>
                  <a:pt x="8" y="159"/>
                  <a:pt x="7" y="159"/>
                  <a:pt x="7" y="159"/>
                </a:cubicBezTo>
                <a:cubicBezTo>
                  <a:pt x="7" y="158"/>
                  <a:pt x="7" y="158"/>
                  <a:pt x="7" y="158"/>
                </a:cubicBezTo>
                <a:cubicBezTo>
                  <a:pt x="6" y="158"/>
                  <a:pt x="6" y="158"/>
                  <a:pt x="6" y="158"/>
                </a:cubicBezTo>
                <a:cubicBezTo>
                  <a:pt x="5" y="161"/>
                  <a:pt x="5" y="163"/>
                  <a:pt x="5" y="166"/>
                </a:cubicBezTo>
                <a:cubicBezTo>
                  <a:pt x="6" y="166"/>
                  <a:pt x="6" y="166"/>
                  <a:pt x="7" y="167"/>
                </a:cubicBezTo>
                <a:cubicBezTo>
                  <a:pt x="7" y="168"/>
                  <a:pt x="7" y="169"/>
                  <a:pt x="7" y="170"/>
                </a:cubicBezTo>
                <a:cubicBezTo>
                  <a:pt x="7" y="170"/>
                  <a:pt x="8" y="170"/>
                  <a:pt x="9" y="170"/>
                </a:cubicBezTo>
                <a:cubicBezTo>
                  <a:pt x="9" y="169"/>
                  <a:pt x="10" y="169"/>
                  <a:pt x="11" y="169"/>
                </a:cubicBezTo>
                <a:cubicBezTo>
                  <a:pt x="11" y="170"/>
                  <a:pt x="11" y="172"/>
                  <a:pt x="11" y="173"/>
                </a:cubicBezTo>
                <a:cubicBezTo>
                  <a:pt x="11" y="171"/>
                  <a:pt x="7" y="171"/>
                  <a:pt x="5" y="171"/>
                </a:cubicBezTo>
                <a:cubicBezTo>
                  <a:pt x="5" y="174"/>
                  <a:pt x="7" y="174"/>
                  <a:pt x="8" y="175"/>
                </a:cubicBezTo>
                <a:cubicBezTo>
                  <a:pt x="9" y="177"/>
                  <a:pt x="7" y="178"/>
                  <a:pt x="7" y="180"/>
                </a:cubicBezTo>
                <a:cubicBezTo>
                  <a:pt x="7" y="180"/>
                  <a:pt x="7" y="180"/>
                  <a:pt x="8" y="180"/>
                </a:cubicBezTo>
                <a:cubicBezTo>
                  <a:pt x="8" y="182"/>
                  <a:pt x="9" y="186"/>
                  <a:pt x="11" y="185"/>
                </a:cubicBezTo>
                <a:cubicBezTo>
                  <a:pt x="7" y="186"/>
                  <a:pt x="10" y="191"/>
                  <a:pt x="11" y="193"/>
                </a:cubicBezTo>
                <a:cubicBezTo>
                  <a:pt x="14" y="196"/>
                  <a:pt x="12" y="200"/>
                  <a:pt x="12" y="204"/>
                </a:cubicBezTo>
                <a:cubicBezTo>
                  <a:pt x="13" y="204"/>
                  <a:pt x="15" y="204"/>
                  <a:pt x="15" y="204"/>
                </a:cubicBezTo>
                <a:cubicBezTo>
                  <a:pt x="15" y="205"/>
                  <a:pt x="13" y="205"/>
                  <a:pt x="12" y="206"/>
                </a:cubicBezTo>
                <a:cubicBezTo>
                  <a:pt x="14" y="209"/>
                  <a:pt x="16" y="215"/>
                  <a:pt x="13" y="218"/>
                </a:cubicBezTo>
                <a:cubicBezTo>
                  <a:pt x="14" y="218"/>
                  <a:pt x="15" y="218"/>
                  <a:pt x="16" y="218"/>
                </a:cubicBezTo>
                <a:cubicBezTo>
                  <a:pt x="16" y="220"/>
                  <a:pt x="15" y="219"/>
                  <a:pt x="14" y="220"/>
                </a:cubicBezTo>
                <a:cubicBezTo>
                  <a:pt x="14" y="221"/>
                  <a:pt x="14" y="222"/>
                  <a:pt x="14" y="223"/>
                </a:cubicBezTo>
                <a:cubicBezTo>
                  <a:pt x="16" y="224"/>
                  <a:pt x="17" y="224"/>
                  <a:pt x="16" y="226"/>
                </a:cubicBezTo>
                <a:cubicBezTo>
                  <a:pt x="15" y="226"/>
                  <a:pt x="15" y="227"/>
                  <a:pt x="15" y="228"/>
                </a:cubicBezTo>
                <a:cubicBezTo>
                  <a:pt x="17" y="228"/>
                  <a:pt x="15" y="233"/>
                  <a:pt x="15" y="234"/>
                </a:cubicBezTo>
                <a:cubicBezTo>
                  <a:pt x="16" y="234"/>
                  <a:pt x="17" y="235"/>
                  <a:pt x="17" y="235"/>
                </a:cubicBezTo>
                <a:cubicBezTo>
                  <a:pt x="18" y="236"/>
                  <a:pt x="16" y="236"/>
                  <a:pt x="15" y="236"/>
                </a:cubicBezTo>
                <a:cubicBezTo>
                  <a:pt x="17" y="239"/>
                  <a:pt x="16" y="245"/>
                  <a:pt x="17" y="248"/>
                </a:cubicBezTo>
                <a:cubicBezTo>
                  <a:pt x="17" y="249"/>
                  <a:pt x="16" y="251"/>
                  <a:pt x="16" y="253"/>
                </a:cubicBezTo>
                <a:cubicBezTo>
                  <a:pt x="16" y="255"/>
                  <a:pt x="17" y="257"/>
                  <a:pt x="17" y="259"/>
                </a:cubicBezTo>
                <a:cubicBezTo>
                  <a:pt x="18" y="261"/>
                  <a:pt x="17" y="263"/>
                  <a:pt x="18" y="265"/>
                </a:cubicBezTo>
                <a:cubicBezTo>
                  <a:pt x="19" y="267"/>
                  <a:pt x="19" y="268"/>
                  <a:pt x="19" y="270"/>
                </a:cubicBezTo>
                <a:cubicBezTo>
                  <a:pt x="19" y="271"/>
                  <a:pt x="19" y="273"/>
                  <a:pt x="19" y="274"/>
                </a:cubicBezTo>
                <a:cubicBezTo>
                  <a:pt x="19" y="275"/>
                  <a:pt x="21" y="276"/>
                  <a:pt x="21" y="276"/>
                </a:cubicBezTo>
                <a:cubicBezTo>
                  <a:pt x="21" y="278"/>
                  <a:pt x="19" y="279"/>
                  <a:pt x="18" y="280"/>
                </a:cubicBezTo>
                <a:cubicBezTo>
                  <a:pt x="19" y="281"/>
                  <a:pt x="20" y="282"/>
                  <a:pt x="21" y="283"/>
                </a:cubicBezTo>
                <a:cubicBezTo>
                  <a:pt x="22" y="283"/>
                  <a:pt x="23" y="285"/>
                  <a:pt x="24" y="286"/>
                </a:cubicBezTo>
                <a:cubicBezTo>
                  <a:pt x="25" y="288"/>
                  <a:pt x="26" y="291"/>
                  <a:pt x="27" y="294"/>
                </a:cubicBezTo>
                <a:cubicBezTo>
                  <a:pt x="27" y="294"/>
                  <a:pt x="27" y="294"/>
                  <a:pt x="27" y="294"/>
                </a:cubicBezTo>
                <a:cubicBezTo>
                  <a:pt x="27" y="294"/>
                  <a:pt x="27" y="294"/>
                  <a:pt x="27" y="294"/>
                </a:cubicBezTo>
                <a:cubicBezTo>
                  <a:pt x="29" y="294"/>
                  <a:pt x="32" y="294"/>
                  <a:pt x="34" y="294"/>
                </a:cubicBezTo>
                <a:cubicBezTo>
                  <a:pt x="35" y="292"/>
                  <a:pt x="37" y="292"/>
                  <a:pt x="39" y="292"/>
                </a:cubicBezTo>
                <a:cubicBezTo>
                  <a:pt x="40" y="296"/>
                  <a:pt x="43" y="297"/>
                  <a:pt x="43" y="301"/>
                </a:cubicBezTo>
                <a:cubicBezTo>
                  <a:pt x="46" y="302"/>
                  <a:pt x="50" y="303"/>
                  <a:pt x="53" y="303"/>
                </a:cubicBezTo>
                <a:cubicBezTo>
                  <a:pt x="53" y="303"/>
                  <a:pt x="53" y="303"/>
                  <a:pt x="53" y="303"/>
                </a:cubicBezTo>
                <a:cubicBezTo>
                  <a:pt x="53" y="303"/>
                  <a:pt x="53" y="303"/>
                  <a:pt x="53" y="303"/>
                </a:cubicBezTo>
                <a:cubicBezTo>
                  <a:pt x="53" y="303"/>
                  <a:pt x="52" y="303"/>
                  <a:pt x="51" y="303"/>
                </a:cubicBezTo>
                <a:cubicBezTo>
                  <a:pt x="50" y="298"/>
                  <a:pt x="58" y="297"/>
                  <a:pt x="61" y="297"/>
                </a:cubicBezTo>
                <a:cubicBezTo>
                  <a:pt x="61" y="296"/>
                  <a:pt x="61" y="296"/>
                  <a:pt x="60" y="296"/>
                </a:cubicBezTo>
                <a:cubicBezTo>
                  <a:pt x="60" y="295"/>
                  <a:pt x="60" y="295"/>
                  <a:pt x="60" y="295"/>
                </a:cubicBezTo>
                <a:cubicBezTo>
                  <a:pt x="62" y="295"/>
                  <a:pt x="63" y="296"/>
                  <a:pt x="65" y="296"/>
                </a:cubicBezTo>
                <a:cubicBezTo>
                  <a:pt x="65" y="295"/>
                  <a:pt x="65" y="293"/>
                  <a:pt x="65" y="292"/>
                </a:cubicBezTo>
                <a:cubicBezTo>
                  <a:pt x="67" y="292"/>
                  <a:pt x="71" y="288"/>
                  <a:pt x="69" y="286"/>
                </a:cubicBezTo>
                <a:cubicBezTo>
                  <a:pt x="67" y="285"/>
                  <a:pt x="63" y="286"/>
                  <a:pt x="64" y="283"/>
                </a:cubicBezTo>
                <a:cubicBezTo>
                  <a:pt x="67" y="282"/>
                  <a:pt x="69" y="282"/>
                  <a:pt x="71" y="282"/>
                </a:cubicBezTo>
                <a:cubicBezTo>
                  <a:pt x="71" y="279"/>
                  <a:pt x="70" y="272"/>
                  <a:pt x="65" y="273"/>
                </a:cubicBezTo>
                <a:cubicBezTo>
                  <a:pt x="65" y="275"/>
                  <a:pt x="63" y="273"/>
                  <a:pt x="63" y="272"/>
                </a:cubicBezTo>
                <a:cubicBezTo>
                  <a:pt x="62" y="269"/>
                  <a:pt x="63" y="269"/>
                  <a:pt x="64" y="268"/>
                </a:cubicBezTo>
                <a:cubicBezTo>
                  <a:pt x="66" y="266"/>
                  <a:pt x="60" y="262"/>
                  <a:pt x="61" y="260"/>
                </a:cubicBezTo>
                <a:cubicBezTo>
                  <a:pt x="63" y="259"/>
                  <a:pt x="63" y="262"/>
                  <a:pt x="65" y="261"/>
                </a:cubicBezTo>
                <a:cubicBezTo>
                  <a:pt x="65" y="260"/>
                  <a:pt x="65" y="259"/>
                  <a:pt x="67" y="258"/>
                </a:cubicBezTo>
                <a:cubicBezTo>
                  <a:pt x="70" y="258"/>
                  <a:pt x="69" y="258"/>
                  <a:pt x="70" y="256"/>
                </a:cubicBezTo>
                <a:cubicBezTo>
                  <a:pt x="71" y="254"/>
                  <a:pt x="73" y="255"/>
                  <a:pt x="75" y="255"/>
                </a:cubicBezTo>
                <a:cubicBezTo>
                  <a:pt x="77" y="256"/>
                  <a:pt x="77" y="257"/>
                  <a:pt x="77" y="259"/>
                </a:cubicBezTo>
                <a:cubicBezTo>
                  <a:pt x="79" y="259"/>
                  <a:pt x="81" y="258"/>
                  <a:pt x="83" y="258"/>
                </a:cubicBezTo>
                <a:cubicBezTo>
                  <a:pt x="80" y="256"/>
                  <a:pt x="82" y="253"/>
                  <a:pt x="86" y="253"/>
                </a:cubicBezTo>
                <a:cubicBezTo>
                  <a:pt x="86" y="252"/>
                  <a:pt x="90" y="251"/>
                  <a:pt x="91" y="251"/>
                </a:cubicBezTo>
                <a:cubicBezTo>
                  <a:pt x="94" y="251"/>
                  <a:pt x="95" y="249"/>
                  <a:pt x="95" y="246"/>
                </a:cubicBezTo>
                <a:cubicBezTo>
                  <a:pt x="96" y="246"/>
                  <a:pt x="97" y="246"/>
                  <a:pt x="97" y="246"/>
                </a:cubicBezTo>
                <a:cubicBezTo>
                  <a:pt x="97" y="245"/>
                  <a:pt x="98" y="242"/>
                  <a:pt x="97" y="242"/>
                </a:cubicBezTo>
                <a:cubicBezTo>
                  <a:pt x="101" y="242"/>
                  <a:pt x="106" y="242"/>
                  <a:pt x="109" y="246"/>
                </a:cubicBezTo>
                <a:cubicBezTo>
                  <a:pt x="110" y="247"/>
                  <a:pt x="112" y="247"/>
                  <a:pt x="113" y="246"/>
                </a:cubicBezTo>
                <a:cubicBezTo>
                  <a:pt x="115" y="245"/>
                  <a:pt x="114" y="244"/>
                  <a:pt x="114" y="242"/>
                </a:cubicBezTo>
                <a:cubicBezTo>
                  <a:pt x="118" y="241"/>
                  <a:pt x="124" y="243"/>
                  <a:pt x="129" y="243"/>
                </a:cubicBezTo>
                <a:cubicBezTo>
                  <a:pt x="129" y="242"/>
                  <a:pt x="129" y="241"/>
                  <a:pt x="129" y="240"/>
                </a:cubicBezTo>
                <a:cubicBezTo>
                  <a:pt x="132" y="240"/>
                  <a:pt x="131" y="241"/>
                  <a:pt x="133" y="242"/>
                </a:cubicBezTo>
                <a:cubicBezTo>
                  <a:pt x="135" y="244"/>
                  <a:pt x="135" y="241"/>
                  <a:pt x="135" y="239"/>
                </a:cubicBezTo>
                <a:cubicBezTo>
                  <a:pt x="135" y="237"/>
                  <a:pt x="135" y="236"/>
                  <a:pt x="134" y="234"/>
                </a:cubicBezTo>
                <a:cubicBezTo>
                  <a:pt x="133" y="232"/>
                  <a:pt x="134" y="230"/>
                  <a:pt x="136" y="230"/>
                </a:cubicBezTo>
                <a:cubicBezTo>
                  <a:pt x="136" y="227"/>
                  <a:pt x="134" y="225"/>
                  <a:pt x="134" y="223"/>
                </a:cubicBezTo>
                <a:cubicBezTo>
                  <a:pt x="134" y="220"/>
                  <a:pt x="135" y="218"/>
                  <a:pt x="135" y="216"/>
                </a:cubicBezTo>
                <a:cubicBezTo>
                  <a:pt x="138" y="215"/>
                  <a:pt x="139" y="217"/>
                  <a:pt x="141" y="219"/>
                </a:cubicBezTo>
                <a:cubicBezTo>
                  <a:pt x="141" y="220"/>
                  <a:pt x="145" y="221"/>
                  <a:pt x="145" y="219"/>
                </a:cubicBezTo>
                <a:cubicBezTo>
                  <a:pt x="148" y="219"/>
                  <a:pt x="150" y="223"/>
                  <a:pt x="151" y="224"/>
                </a:cubicBezTo>
                <a:cubicBezTo>
                  <a:pt x="153" y="225"/>
                  <a:pt x="156" y="225"/>
                  <a:pt x="158" y="225"/>
                </a:cubicBezTo>
                <a:cubicBezTo>
                  <a:pt x="158" y="223"/>
                  <a:pt x="158" y="223"/>
                  <a:pt x="158" y="223"/>
                </a:cubicBezTo>
                <a:cubicBezTo>
                  <a:pt x="165" y="226"/>
                  <a:pt x="165" y="226"/>
                  <a:pt x="165" y="226"/>
                </a:cubicBezTo>
                <a:cubicBezTo>
                  <a:pt x="169" y="226"/>
                  <a:pt x="169" y="227"/>
                  <a:pt x="172" y="229"/>
                </a:cubicBezTo>
                <a:cubicBezTo>
                  <a:pt x="173" y="228"/>
                  <a:pt x="174" y="227"/>
                  <a:pt x="174" y="226"/>
                </a:cubicBezTo>
                <a:cubicBezTo>
                  <a:pt x="172" y="225"/>
                  <a:pt x="171" y="222"/>
                  <a:pt x="171" y="220"/>
                </a:cubicBezTo>
                <a:cubicBezTo>
                  <a:pt x="171" y="219"/>
                  <a:pt x="173" y="218"/>
                  <a:pt x="172" y="217"/>
                </a:cubicBezTo>
                <a:cubicBezTo>
                  <a:pt x="172" y="216"/>
                  <a:pt x="171" y="215"/>
                  <a:pt x="171" y="214"/>
                </a:cubicBezTo>
                <a:cubicBezTo>
                  <a:pt x="173" y="214"/>
                  <a:pt x="175" y="215"/>
                  <a:pt x="176" y="215"/>
                </a:cubicBezTo>
                <a:cubicBezTo>
                  <a:pt x="178" y="215"/>
                  <a:pt x="177" y="212"/>
                  <a:pt x="178" y="211"/>
                </a:cubicBezTo>
                <a:cubicBezTo>
                  <a:pt x="180" y="210"/>
                  <a:pt x="180" y="208"/>
                  <a:pt x="182" y="208"/>
                </a:cubicBezTo>
                <a:cubicBezTo>
                  <a:pt x="184" y="207"/>
                  <a:pt x="186" y="209"/>
                  <a:pt x="188" y="208"/>
                </a:cubicBezTo>
                <a:cubicBezTo>
                  <a:pt x="190" y="214"/>
                  <a:pt x="190" y="208"/>
                  <a:pt x="193" y="207"/>
                </a:cubicBezTo>
                <a:cubicBezTo>
                  <a:pt x="196" y="206"/>
                  <a:pt x="196" y="205"/>
                  <a:pt x="194" y="204"/>
                </a:cubicBezTo>
                <a:cubicBezTo>
                  <a:pt x="193" y="203"/>
                  <a:pt x="194" y="201"/>
                  <a:pt x="194" y="199"/>
                </a:cubicBezTo>
                <a:cubicBezTo>
                  <a:pt x="194" y="199"/>
                  <a:pt x="194" y="199"/>
                  <a:pt x="194" y="199"/>
                </a:cubicBezTo>
                <a:cubicBezTo>
                  <a:pt x="194" y="200"/>
                  <a:pt x="194" y="200"/>
                  <a:pt x="194" y="201"/>
                </a:cubicBezTo>
                <a:cubicBezTo>
                  <a:pt x="197" y="202"/>
                  <a:pt x="199" y="202"/>
                  <a:pt x="202" y="200"/>
                </a:cubicBezTo>
                <a:cubicBezTo>
                  <a:pt x="203" y="199"/>
                  <a:pt x="203" y="199"/>
                  <a:pt x="203" y="199"/>
                </a:cubicBezTo>
                <a:cubicBezTo>
                  <a:pt x="203" y="199"/>
                  <a:pt x="203" y="197"/>
                  <a:pt x="203" y="196"/>
                </a:cubicBezTo>
                <a:cubicBezTo>
                  <a:pt x="205" y="196"/>
                  <a:pt x="205" y="196"/>
                  <a:pt x="205" y="194"/>
                </a:cubicBezTo>
                <a:cubicBezTo>
                  <a:pt x="205" y="193"/>
                  <a:pt x="205" y="192"/>
                  <a:pt x="203" y="192"/>
                </a:cubicBezTo>
                <a:cubicBezTo>
                  <a:pt x="206" y="185"/>
                  <a:pt x="213" y="192"/>
                  <a:pt x="215" y="188"/>
                </a:cubicBezTo>
                <a:cubicBezTo>
                  <a:pt x="217" y="186"/>
                  <a:pt x="220" y="185"/>
                  <a:pt x="221" y="182"/>
                </a:cubicBezTo>
                <a:cubicBezTo>
                  <a:pt x="223" y="179"/>
                  <a:pt x="222" y="179"/>
                  <a:pt x="226" y="179"/>
                </a:cubicBezTo>
                <a:cubicBezTo>
                  <a:pt x="227" y="181"/>
                  <a:pt x="226" y="192"/>
                  <a:pt x="230" y="186"/>
                </a:cubicBezTo>
                <a:cubicBezTo>
                  <a:pt x="230" y="185"/>
                  <a:pt x="230" y="185"/>
                  <a:pt x="230" y="185"/>
                </a:cubicBezTo>
                <a:cubicBezTo>
                  <a:pt x="231" y="185"/>
                  <a:pt x="231" y="184"/>
                  <a:pt x="231" y="184"/>
                </a:cubicBezTo>
                <a:cubicBezTo>
                  <a:pt x="232" y="182"/>
                  <a:pt x="233" y="180"/>
                  <a:pt x="232" y="178"/>
                </a:cubicBezTo>
                <a:cubicBezTo>
                  <a:pt x="232" y="176"/>
                  <a:pt x="231" y="176"/>
                  <a:pt x="231" y="174"/>
                </a:cubicBezTo>
                <a:cubicBezTo>
                  <a:pt x="232" y="174"/>
                  <a:pt x="232" y="172"/>
                  <a:pt x="232" y="171"/>
                </a:cubicBezTo>
                <a:cubicBezTo>
                  <a:pt x="233" y="172"/>
                  <a:pt x="234" y="171"/>
                  <a:pt x="234" y="169"/>
                </a:cubicBezTo>
                <a:cubicBezTo>
                  <a:pt x="236" y="169"/>
                  <a:pt x="238" y="170"/>
                  <a:pt x="240" y="170"/>
                </a:cubicBezTo>
                <a:cubicBezTo>
                  <a:pt x="240" y="169"/>
                  <a:pt x="241" y="165"/>
                  <a:pt x="242" y="164"/>
                </a:cubicBezTo>
                <a:cubicBezTo>
                  <a:pt x="243" y="161"/>
                  <a:pt x="245" y="159"/>
                  <a:pt x="248" y="158"/>
                </a:cubicBezTo>
                <a:cubicBezTo>
                  <a:pt x="249" y="157"/>
                  <a:pt x="250" y="156"/>
                  <a:pt x="250" y="154"/>
                </a:cubicBezTo>
                <a:cubicBezTo>
                  <a:pt x="248" y="154"/>
                  <a:pt x="248" y="154"/>
                  <a:pt x="248" y="154"/>
                </a:cubicBezTo>
                <a:cubicBezTo>
                  <a:pt x="248" y="151"/>
                  <a:pt x="239" y="146"/>
                  <a:pt x="246" y="144"/>
                </a:cubicBezTo>
                <a:cubicBezTo>
                  <a:pt x="249" y="143"/>
                  <a:pt x="247" y="140"/>
                  <a:pt x="248" y="138"/>
                </a:cubicBezTo>
                <a:cubicBezTo>
                  <a:pt x="249" y="136"/>
                  <a:pt x="252" y="136"/>
                  <a:pt x="251" y="133"/>
                </a:cubicBezTo>
                <a:cubicBezTo>
                  <a:pt x="252" y="133"/>
                  <a:pt x="253" y="133"/>
                  <a:pt x="254" y="133"/>
                </a:cubicBezTo>
                <a:cubicBezTo>
                  <a:pt x="254" y="136"/>
                  <a:pt x="258" y="136"/>
                  <a:pt x="256" y="139"/>
                </a:cubicBezTo>
                <a:cubicBezTo>
                  <a:pt x="258" y="137"/>
                  <a:pt x="261" y="138"/>
                  <a:pt x="263" y="138"/>
                </a:cubicBezTo>
                <a:cubicBezTo>
                  <a:pt x="264" y="137"/>
                  <a:pt x="264" y="137"/>
                  <a:pt x="264" y="137"/>
                </a:cubicBezTo>
                <a:cubicBezTo>
                  <a:pt x="263" y="136"/>
                  <a:pt x="263" y="134"/>
                  <a:pt x="261" y="133"/>
                </a:cubicBezTo>
                <a:cubicBezTo>
                  <a:pt x="260" y="133"/>
                  <a:pt x="259" y="132"/>
                  <a:pt x="259" y="131"/>
                </a:cubicBezTo>
                <a:cubicBezTo>
                  <a:pt x="264" y="131"/>
                  <a:pt x="266" y="131"/>
                  <a:pt x="269" y="128"/>
                </a:cubicBezTo>
                <a:cubicBezTo>
                  <a:pt x="271" y="127"/>
                  <a:pt x="271" y="121"/>
                  <a:pt x="271" y="119"/>
                </a:cubicBezTo>
                <a:cubicBezTo>
                  <a:pt x="271" y="118"/>
                  <a:pt x="269" y="118"/>
                  <a:pt x="270" y="117"/>
                </a:cubicBezTo>
                <a:cubicBezTo>
                  <a:pt x="270" y="116"/>
                  <a:pt x="272" y="116"/>
                  <a:pt x="272" y="115"/>
                </a:cubicBezTo>
                <a:cubicBezTo>
                  <a:pt x="275" y="112"/>
                  <a:pt x="270" y="111"/>
                  <a:pt x="270" y="108"/>
                </a:cubicBezTo>
                <a:cubicBezTo>
                  <a:pt x="271" y="108"/>
                  <a:pt x="272" y="108"/>
                  <a:pt x="272" y="107"/>
                </a:cubicBezTo>
                <a:cubicBezTo>
                  <a:pt x="274" y="108"/>
                  <a:pt x="280" y="111"/>
                  <a:pt x="280" y="113"/>
                </a:cubicBezTo>
                <a:cubicBezTo>
                  <a:pt x="283" y="113"/>
                  <a:pt x="286" y="111"/>
                  <a:pt x="289" y="113"/>
                </a:cubicBezTo>
                <a:cubicBezTo>
                  <a:pt x="291" y="114"/>
                  <a:pt x="294" y="113"/>
                  <a:pt x="297" y="113"/>
                </a:cubicBezTo>
                <a:cubicBezTo>
                  <a:pt x="297" y="116"/>
                  <a:pt x="296" y="118"/>
                  <a:pt x="296" y="120"/>
                </a:cubicBezTo>
                <a:cubicBezTo>
                  <a:pt x="299" y="121"/>
                  <a:pt x="301" y="120"/>
                  <a:pt x="303" y="120"/>
                </a:cubicBezTo>
                <a:cubicBezTo>
                  <a:pt x="303" y="122"/>
                  <a:pt x="303" y="122"/>
                  <a:pt x="301" y="123"/>
                </a:cubicBezTo>
                <a:cubicBezTo>
                  <a:pt x="300" y="124"/>
                  <a:pt x="300" y="126"/>
                  <a:pt x="300" y="127"/>
                </a:cubicBezTo>
                <a:cubicBezTo>
                  <a:pt x="303" y="128"/>
                  <a:pt x="306" y="127"/>
                  <a:pt x="308" y="127"/>
                </a:cubicBezTo>
                <a:cubicBezTo>
                  <a:pt x="308" y="127"/>
                  <a:pt x="308" y="127"/>
                  <a:pt x="308" y="127"/>
                </a:cubicBezTo>
                <a:cubicBezTo>
                  <a:pt x="311" y="126"/>
                  <a:pt x="312" y="130"/>
                  <a:pt x="315" y="129"/>
                </a:cubicBezTo>
                <a:cubicBezTo>
                  <a:pt x="314" y="128"/>
                  <a:pt x="313" y="126"/>
                  <a:pt x="315" y="126"/>
                </a:cubicBezTo>
                <a:cubicBezTo>
                  <a:pt x="315" y="124"/>
                  <a:pt x="315" y="123"/>
                  <a:pt x="315" y="122"/>
                </a:cubicBezTo>
                <a:cubicBezTo>
                  <a:pt x="315" y="122"/>
                  <a:pt x="316" y="122"/>
                  <a:pt x="316" y="122"/>
                </a:cubicBezTo>
                <a:cubicBezTo>
                  <a:pt x="317" y="122"/>
                  <a:pt x="317" y="124"/>
                  <a:pt x="317" y="124"/>
                </a:cubicBezTo>
                <a:cubicBezTo>
                  <a:pt x="318" y="125"/>
                  <a:pt x="320" y="124"/>
                  <a:pt x="322" y="124"/>
                </a:cubicBezTo>
                <a:cubicBezTo>
                  <a:pt x="322" y="125"/>
                  <a:pt x="322" y="126"/>
                  <a:pt x="322" y="126"/>
                </a:cubicBezTo>
                <a:cubicBezTo>
                  <a:pt x="322" y="126"/>
                  <a:pt x="323" y="126"/>
                  <a:pt x="324" y="126"/>
                </a:cubicBezTo>
                <a:cubicBezTo>
                  <a:pt x="323" y="128"/>
                  <a:pt x="326" y="131"/>
                  <a:pt x="328" y="129"/>
                </a:cubicBezTo>
                <a:cubicBezTo>
                  <a:pt x="329" y="128"/>
                  <a:pt x="327" y="127"/>
                  <a:pt x="328" y="126"/>
                </a:cubicBezTo>
                <a:cubicBezTo>
                  <a:pt x="330" y="125"/>
                  <a:pt x="330" y="127"/>
                  <a:pt x="330" y="128"/>
                </a:cubicBezTo>
                <a:cubicBezTo>
                  <a:pt x="332" y="128"/>
                  <a:pt x="332" y="126"/>
                  <a:pt x="333" y="125"/>
                </a:cubicBezTo>
                <a:cubicBezTo>
                  <a:pt x="335" y="125"/>
                  <a:pt x="337" y="126"/>
                  <a:pt x="339" y="126"/>
                </a:cubicBezTo>
                <a:cubicBezTo>
                  <a:pt x="340" y="125"/>
                  <a:pt x="341" y="125"/>
                  <a:pt x="341" y="126"/>
                </a:cubicBezTo>
                <a:cubicBezTo>
                  <a:pt x="343" y="129"/>
                  <a:pt x="346" y="131"/>
                  <a:pt x="349" y="132"/>
                </a:cubicBezTo>
                <a:cubicBezTo>
                  <a:pt x="349" y="133"/>
                  <a:pt x="351" y="134"/>
                  <a:pt x="351" y="135"/>
                </a:cubicBezTo>
                <a:cubicBezTo>
                  <a:pt x="351" y="137"/>
                  <a:pt x="350" y="138"/>
                  <a:pt x="349" y="140"/>
                </a:cubicBezTo>
                <a:cubicBezTo>
                  <a:pt x="348" y="143"/>
                  <a:pt x="350" y="146"/>
                  <a:pt x="347" y="148"/>
                </a:cubicBezTo>
                <a:cubicBezTo>
                  <a:pt x="345" y="150"/>
                  <a:pt x="344" y="153"/>
                  <a:pt x="347" y="154"/>
                </a:cubicBezTo>
                <a:cubicBezTo>
                  <a:pt x="349" y="155"/>
                  <a:pt x="350" y="161"/>
                  <a:pt x="350" y="163"/>
                </a:cubicBezTo>
                <a:cubicBezTo>
                  <a:pt x="347" y="164"/>
                  <a:pt x="350" y="166"/>
                  <a:pt x="351" y="167"/>
                </a:cubicBezTo>
                <a:cubicBezTo>
                  <a:pt x="353" y="169"/>
                  <a:pt x="357" y="170"/>
                  <a:pt x="360" y="171"/>
                </a:cubicBezTo>
                <a:cubicBezTo>
                  <a:pt x="361" y="171"/>
                  <a:pt x="361" y="171"/>
                  <a:pt x="361" y="171"/>
                </a:cubicBezTo>
                <a:cubicBezTo>
                  <a:pt x="362" y="170"/>
                  <a:pt x="362" y="170"/>
                  <a:pt x="362" y="170"/>
                </a:cubicBezTo>
                <a:cubicBezTo>
                  <a:pt x="362" y="170"/>
                  <a:pt x="363" y="170"/>
                  <a:pt x="364" y="169"/>
                </a:cubicBezTo>
                <a:cubicBezTo>
                  <a:pt x="364" y="169"/>
                  <a:pt x="363" y="168"/>
                  <a:pt x="362" y="168"/>
                </a:cubicBezTo>
                <a:cubicBezTo>
                  <a:pt x="361" y="164"/>
                  <a:pt x="365" y="165"/>
                  <a:pt x="367" y="164"/>
                </a:cubicBezTo>
                <a:cubicBezTo>
                  <a:pt x="371" y="162"/>
                  <a:pt x="366" y="160"/>
                  <a:pt x="365" y="158"/>
                </a:cubicBezTo>
                <a:cubicBezTo>
                  <a:pt x="364" y="157"/>
                  <a:pt x="363" y="151"/>
                  <a:pt x="366" y="151"/>
                </a:cubicBezTo>
                <a:cubicBezTo>
                  <a:pt x="369" y="150"/>
                  <a:pt x="366" y="146"/>
                  <a:pt x="369" y="145"/>
                </a:cubicBezTo>
                <a:cubicBezTo>
                  <a:pt x="369" y="144"/>
                  <a:pt x="369" y="144"/>
                  <a:pt x="369" y="144"/>
                </a:cubicBezTo>
                <a:cubicBezTo>
                  <a:pt x="372" y="145"/>
                  <a:pt x="377" y="137"/>
                  <a:pt x="379" y="138"/>
                </a:cubicBezTo>
                <a:cubicBezTo>
                  <a:pt x="380" y="139"/>
                  <a:pt x="381" y="142"/>
                  <a:pt x="383" y="142"/>
                </a:cubicBezTo>
                <a:cubicBezTo>
                  <a:pt x="385" y="143"/>
                  <a:pt x="387" y="143"/>
                  <a:pt x="389" y="143"/>
                </a:cubicBezTo>
                <a:cubicBezTo>
                  <a:pt x="390" y="142"/>
                  <a:pt x="390" y="142"/>
                  <a:pt x="392" y="141"/>
                </a:cubicBezTo>
                <a:cubicBezTo>
                  <a:pt x="392" y="140"/>
                  <a:pt x="392" y="141"/>
                  <a:pt x="393" y="140"/>
                </a:cubicBezTo>
                <a:cubicBezTo>
                  <a:pt x="392" y="139"/>
                  <a:pt x="394" y="138"/>
                  <a:pt x="394" y="137"/>
                </a:cubicBezTo>
                <a:cubicBezTo>
                  <a:pt x="394" y="137"/>
                  <a:pt x="394" y="137"/>
                  <a:pt x="393" y="137"/>
                </a:cubicBezTo>
                <a:cubicBezTo>
                  <a:pt x="392" y="135"/>
                  <a:pt x="396" y="134"/>
                  <a:pt x="395" y="132"/>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grpSp>
        <p:nvGrpSpPr>
          <p:cNvPr id="341" name="Group 340">
            <a:extLst>
              <a:ext uri="{FF2B5EF4-FFF2-40B4-BE49-F238E27FC236}">
                <a16:creationId xmlns:a16="http://schemas.microsoft.com/office/drawing/2014/main" id="{FDE88F4F-4D59-465B-92F4-41EB34B30CEF}"/>
              </a:ext>
            </a:extLst>
          </p:cNvPr>
          <p:cNvGrpSpPr/>
          <p:nvPr/>
        </p:nvGrpSpPr>
        <p:grpSpPr>
          <a:xfrm>
            <a:off x="2049589" y="5123596"/>
            <a:ext cx="223350" cy="454271"/>
            <a:chOff x="2589213" y="5357813"/>
            <a:chExt cx="347663" cy="731838"/>
          </a:xfrm>
          <a:solidFill>
            <a:schemeClr val="bg2"/>
          </a:solidFill>
        </p:grpSpPr>
        <p:sp>
          <p:nvSpPr>
            <p:cNvPr id="342" name="Freeform 403">
              <a:extLst>
                <a:ext uri="{FF2B5EF4-FFF2-40B4-BE49-F238E27FC236}">
                  <a16:creationId xmlns:a16="http://schemas.microsoft.com/office/drawing/2014/main" id="{B4A2A208-67A3-4560-8049-E72B46D52697}"/>
                </a:ext>
              </a:extLst>
            </p:cNvPr>
            <p:cNvSpPr>
              <a:spLocks/>
            </p:cNvSpPr>
            <p:nvPr/>
          </p:nvSpPr>
          <p:spPr bwMode="auto">
            <a:xfrm>
              <a:off x="2589213" y="5484813"/>
              <a:ext cx="7938" cy="9525"/>
            </a:xfrm>
            <a:custGeom>
              <a:avLst/>
              <a:gdLst>
                <a:gd name="T0" fmla="*/ 0 w 2"/>
                <a:gd name="T1" fmla="*/ 1 h 3"/>
                <a:gd name="T2" fmla="*/ 1 w 2"/>
                <a:gd name="T3" fmla="*/ 2 h 3"/>
                <a:gd name="T4" fmla="*/ 1 w 2"/>
                <a:gd name="T5" fmla="*/ 1 h 3"/>
                <a:gd name="T6" fmla="*/ 2 w 2"/>
                <a:gd name="T7" fmla="*/ 3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0"/>
                    <a:pt x="1" y="1"/>
                    <a:pt x="1" y="2"/>
                  </a:cubicBezTo>
                  <a:cubicBezTo>
                    <a:pt x="1" y="1"/>
                    <a:pt x="1" y="1"/>
                    <a:pt x="1" y="1"/>
                  </a:cubicBezTo>
                  <a:cubicBezTo>
                    <a:pt x="1" y="2"/>
                    <a:pt x="2" y="2"/>
                    <a:pt x="2" y="3"/>
                  </a:cubicBezTo>
                  <a:cubicBezTo>
                    <a:pt x="1" y="2"/>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3" name="Freeform 404">
              <a:extLst>
                <a:ext uri="{FF2B5EF4-FFF2-40B4-BE49-F238E27FC236}">
                  <a16:creationId xmlns:a16="http://schemas.microsoft.com/office/drawing/2014/main" id="{F730FACE-7AFD-4F4A-B8A0-84FD5A3C1073}"/>
                </a:ext>
              </a:extLst>
            </p:cNvPr>
            <p:cNvSpPr>
              <a:spLocks/>
            </p:cNvSpPr>
            <p:nvPr/>
          </p:nvSpPr>
          <p:spPr bwMode="auto">
            <a:xfrm>
              <a:off x="2620963" y="5441951"/>
              <a:ext cx="14288" cy="14288"/>
            </a:xfrm>
            <a:custGeom>
              <a:avLst/>
              <a:gdLst>
                <a:gd name="T0" fmla="*/ 3 w 4"/>
                <a:gd name="T1" fmla="*/ 4 h 4"/>
                <a:gd name="T2" fmla="*/ 1 w 4"/>
                <a:gd name="T3" fmla="*/ 1 h 4"/>
                <a:gd name="T4" fmla="*/ 4 w 4"/>
                <a:gd name="T5" fmla="*/ 2 h 4"/>
                <a:gd name="T6" fmla="*/ 3 w 4"/>
                <a:gd name="T7" fmla="*/ 4 h 4"/>
              </a:gdLst>
              <a:ahLst/>
              <a:cxnLst>
                <a:cxn ang="0">
                  <a:pos x="T0" y="T1"/>
                </a:cxn>
                <a:cxn ang="0">
                  <a:pos x="T2" y="T3"/>
                </a:cxn>
                <a:cxn ang="0">
                  <a:pos x="T4" y="T5"/>
                </a:cxn>
                <a:cxn ang="0">
                  <a:pos x="T6" y="T7"/>
                </a:cxn>
              </a:cxnLst>
              <a:rect l="0" t="0" r="r" b="b"/>
              <a:pathLst>
                <a:path w="4" h="4">
                  <a:moveTo>
                    <a:pt x="3" y="4"/>
                  </a:moveTo>
                  <a:cubicBezTo>
                    <a:pt x="2" y="4"/>
                    <a:pt x="0" y="2"/>
                    <a:pt x="1" y="1"/>
                  </a:cubicBezTo>
                  <a:cubicBezTo>
                    <a:pt x="1" y="0"/>
                    <a:pt x="3" y="1"/>
                    <a:pt x="4" y="2"/>
                  </a:cubicBezTo>
                  <a:cubicBezTo>
                    <a:pt x="4" y="2"/>
                    <a:pt x="4"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4" name="Freeform 405">
              <a:extLst>
                <a:ext uri="{FF2B5EF4-FFF2-40B4-BE49-F238E27FC236}">
                  <a16:creationId xmlns:a16="http://schemas.microsoft.com/office/drawing/2014/main" id="{A517A5C2-609C-4CB1-A065-C6E4F0E9A16F}"/>
                </a:ext>
              </a:extLst>
            </p:cNvPr>
            <p:cNvSpPr>
              <a:spLocks/>
            </p:cNvSpPr>
            <p:nvPr/>
          </p:nvSpPr>
          <p:spPr bwMode="auto">
            <a:xfrm>
              <a:off x="2643188" y="5357813"/>
              <a:ext cx="3175" cy="3175"/>
            </a:xfrm>
            <a:custGeom>
              <a:avLst/>
              <a:gdLst>
                <a:gd name="T0" fmla="*/ 0 w 1"/>
                <a:gd name="T1" fmla="*/ 1 h 1"/>
                <a:gd name="T2" fmla="*/ 0 w 1"/>
                <a:gd name="T3" fmla="*/ 0 h 1"/>
                <a:gd name="T4" fmla="*/ 0 w 1"/>
                <a:gd name="T5" fmla="*/ 0 h 1"/>
                <a:gd name="T6" fmla="*/ 1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0"/>
                    <a:pt x="0" y="0"/>
                  </a:cubicBezTo>
                  <a:cubicBezTo>
                    <a:pt x="0" y="0"/>
                    <a:pt x="0" y="0"/>
                    <a:pt x="0" y="0"/>
                  </a:cubicBezTo>
                  <a:cubicBezTo>
                    <a:pt x="0" y="1"/>
                    <a:pt x="1" y="1"/>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5" name="Freeform 406">
              <a:extLst>
                <a:ext uri="{FF2B5EF4-FFF2-40B4-BE49-F238E27FC236}">
                  <a16:creationId xmlns:a16="http://schemas.microsoft.com/office/drawing/2014/main" id="{E43318FF-F60C-4D3C-8F43-8DA4C9C38125}"/>
                </a:ext>
              </a:extLst>
            </p:cNvPr>
            <p:cNvSpPr>
              <a:spLocks/>
            </p:cNvSpPr>
            <p:nvPr/>
          </p:nvSpPr>
          <p:spPr bwMode="auto">
            <a:xfrm>
              <a:off x="2649538" y="5367338"/>
              <a:ext cx="4763" cy="7938"/>
            </a:xfrm>
            <a:custGeom>
              <a:avLst/>
              <a:gdLst>
                <a:gd name="T0" fmla="*/ 0 w 1"/>
                <a:gd name="T1" fmla="*/ 2 h 2"/>
                <a:gd name="T2" fmla="*/ 0 w 1"/>
                <a:gd name="T3" fmla="*/ 0 h 2"/>
                <a:gd name="T4" fmla="*/ 0 w 1"/>
                <a:gd name="T5" fmla="*/ 0 h 2"/>
                <a:gd name="T6" fmla="*/ 0 w 1"/>
                <a:gd name="T7" fmla="*/ 0 h 2"/>
                <a:gd name="T8" fmla="*/ 0 w 1"/>
                <a:gd name="T9" fmla="*/ 0 h 2"/>
                <a:gd name="T10" fmla="*/ 1 w 1"/>
                <a:gd name="T11" fmla="*/ 0 h 2"/>
                <a:gd name="T12" fmla="*/ 0 w 1"/>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 h="2">
                  <a:moveTo>
                    <a:pt x="0" y="2"/>
                  </a:moveTo>
                  <a:cubicBezTo>
                    <a:pt x="0" y="1"/>
                    <a:pt x="0" y="1"/>
                    <a:pt x="0" y="0"/>
                  </a:cubicBezTo>
                  <a:cubicBezTo>
                    <a:pt x="0" y="0"/>
                    <a:pt x="0" y="0"/>
                    <a:pt x="0" y="0"/>
                  </a:cubicBezTo>
                  <a:cubicBezTo>
                    <a:pt x="0" y="0"/>
                    <a:pt x="0" y="0"/>
                    <a:pt x="0" y="0"/>
                  </a:cubicBezTo>
                  <a:cubicBezTo>
                    <a:pt x="0" y="0"/>
                    <a:pt x="0" y="0"/>
                    <a:pt x="0" y="0"/>
                  </a:cubicBezTo>
                  <a:cubicBezTo>
                    <a:pt x="1" y="0"/>
                    <a:pt x="1" y="0"/>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6" name="Freeform 407">
              <a:extLst>
                <a:ext uri="{FF2B5EF4-FFF2-40B4-BE49-F238E27FC236}">
                  <a16:creationId xmlns:a16="http://schemas.microsoft.com/office/drawing/2014/main" id="{588E52C5-4FB1-4738-BE76-5BBE21246E87}"/>
                </a:ext>
              </a:extLst>
            </p:cNvPr>
            <p:cNvSpPr>
              <a:spLocks/>
            </p:cNvSpPr>
            <p:nvPr/>
          </p:nvSpPr>
          <p:spPr bwMode="auto">
            <a:xfrm>
              <a:off x="2660651" y="5554663"/>
              <a:ext cx="14288" cy="14288"/>
            </a:xfrm>
            <a:custGeom>
              <a:avLst/>
              <a:gdLst>
                <a:gd name="T0" fmla="*/ 1 w 4"/>
                <a:gd name="T1" fmla="*/ 1 h 4"/>
                <a:gd name="T2" fmla="*/ 3 w 4"/>
                <a:gd name="T3" fmla="*/ 3 h 4"/>
                <a:gd name="T4" fmla="*/ 3 w 4"/>
                <a:gd name="T5" fmla="*/ 3 h 4"/>
                <a:gd name="T6" fmla="*/ 3 w 4"/>
                <a:gd name="T7" fmla="*/ 4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2" y="0"/>
                    <a:pt x="4" y="2"/>
                    <a:pt x="3" y="3"/>
                  </a:cubicBezTo>
                  <a:cubicBezTo>
                    <a:pt x="3" y="3"/>
                    <a:pt x="3" y="3"/>
                    <a:pt x="3" y="3"/>
                  </a:cubicBezTo>
                  <a:cubicBezTo>
                    <a:pt x="3" y="3"/>
                    <a:pt x="3" y="3"/>
                    <a:pt x="3" y="4"/>
                  </a:cubicBezTo>
                  <a:cubicBezTo>
                    <a:pt x="2" y="4"/>
                    <a:pt x="0"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7" name="Freeform 408">
              <a:extLst>
                <a:ext uri="{FF2B5EF4-FFF2-40B4-BE49-F238E27FC236}">
                  <a16:creationId xmlns:a16="http://schemas.microsoft.com/office/drawing/2014/main" id="{6EC9457F-9151-4DEE-A95F-D6C67EA04DE5}"/>
                </a:ext>
              </a:extLst>
            </p:cNvPr>
            <p:cNvSpPr>
              <a:spLocks/>
            </p:cNvSpPr>
            <p:nvPr/>
          </p:nvSpPr>
          <p:spPr bwMode="auto">
            <a:xfrm>
              <a:off x="2663826" y="5761038"/>
              <a:ext cx="7938" cy="3175"/>
            </a:xfrm>
            <a:custGeom>
              <a:avLst/>
              <a:gdLst>
                <a:gd name="T0" fmla="*/ 2 w 2"/>
                <a:gd name="T1" fmla="*/ 1 h 1"/>
                <a:gd name="T2" fmla="*/ 1 w 2"/>
                <a:gd name="T3" fmla="*/ 1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1" y="1"/>
                    <a:pt x="1" y="1"/>
                    <a:pt x="1" y="1"/>
                  </a:cubicBezTo>
                  <a:cubicBezTo>
                    <a:pt x="0" y="0"/>
                    <a:pt x="1" y="0"/>
                    <a:pt x="1" y="0"/>
                  </a:cubicBezTo>
                  <a:cubicBezTo>
                    <a:pt x="2"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8" name="Freeform 409">
              <a:extLst>
                <a:ext uri="{FF2B5EF4-FFF2-40B4-BE49-F238E27FC236}">
                  <a16:creationId xmlns:a16="http://schemas.microsoft.com/office/drawing/2014/main" id="{5655ACE0-B2F1-461A-B0E2-D32225DC109A}"/>
                </a:ext>
              </a:extLst>
            </p:cNvPr>
            <p:cNvSpPr>
              <a:spLocks/>
            </p:cNvSpPr>
            <p:nvPr/>
          </p:nvSpPr>
          <p:spPr bwMode="auto">
            <a:xfrm>
              <a:off x="2674938" y="5618163"/>
              <a:ext cx="11113" cy="14288"/>
            </a:xfrm>
            <a:custGeom>
              <a:avLst/>
              <a:gdLst>
                <a:gd name="T0" fmla="*/ 0 w 3"/>
                <a:gd name="T1" fmla="*/ 1 h 4"/>
                <a:gd name="T2" fmla="*/ 2 w 3"/>
                <a:gd name="T3" fmla="*/ 1 h 4"/>
                <a:gd name="T4" fmla="*/ 2 w 3"/>
                <a:gd name="T5" fmla="*/ 2 h 4"/>
                <a:gd name="T6" fmla="*/ 2 w 3"/>
                <a:gd name="T7" fmla="*/ 2 h 4"/>
                <a:gd name="T8" fmla="*/ 2 w 3"/>
                <a:gd name="T9" fmla="*/ 4 h 4"/>
                <a:gd name="T10" fmla="*/ 1 w 3"/>
                <a:gd name="T11" fmla="*/ 3 h 4"/>
                <a:gd name="T12" fmla="*/ 0 w 3"/>
                <a:gd name="T13" fmla="*/ 1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0" y="1"/>
                  </a:moveTo>
                  <a:cubicBezTo>
                    <a:pt x="1" y="0"/>
                    <a:pt x="2" y="0"/>
                    <a:pt x="2" y="1"/>
                  </a:cubicBezTo>
                  <a:cubicBezTo>
                    <a:pt x="2" y="1"/>
                    <a:pt x="2" y="2"/>
                    <a:pt x="2" y="2"/>
                  </a:cubicBezTo>
                  <a:cubicBezTo>
                    <a:pt x="2" y="2"/>
                    <a:pt x="2" y="2"/>
                    <a:pt x="2" y="2"/>
                  </a:cubicBezTo>
                  <a:cubicBezTo>
                    <a:pt x="2" y="3"/>
                    <a:pt x="3" y="3"/>
                    <a:pt x="2" y="4"/>
                  </a:cubicBezTo>
                  <a:cubicBezTo>
                    <a:pt x="2" y="4"/>
                    <a:pt x="1" y="4"/>
                    <a:pt x="1" y="3"/>
                  </a:cubicBezTo>
                  <a:cubicBezTo>
                    <a:pt x="0" y="3"/>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49" name="Freeform 410">
              <a:extLst>
                <a:ext uri="{FF2B5EF4-FFF2-40B4-BE49-F238E27FC236}">
                  <a16:creationId xmlns:a16="http://schemas.microsoft.com/office/drawing/2014/main" id="{49A8D501-2E74-4316-B3A0-FAF5B54E88E9}"/>
                </a:ext>
              </a:extLst>
            </p:cNvPr>
            <p:cNvSpPr>
              <a:spLocks/>
            </p:cNvSpPr>
            <p:nvPr/>
          </p:nvSpPr>
          <p:spPr bwMode="auto">
            <a:xfrm>
              <a:off x="2674938" y="5746751"/>
              <a:ext cx="6350" cy="3175"/>
            </a:xfrm>
            <a:custGeom>
              <a:avLst/>
              <a:gdLst>
                <a:gd name="T0" fmla="*/ 0 w 2"/>
                <a:gd name="T1" fmla="*/ 1 h 1"/>
                <a:gd name="T2" fmla="*/ 1 w 2"/>
                <a:gd name="T3" fmla="*/ 0 h 1"/>
                <a:gd name="T4" fmla="*/ 2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1" y="0"/>
                  </a:cubicBezTo>
                  <a:cubicBezTo>
                    <a:pt x="1" y="0"/>
                    <a:pt x="2" y="0"/>
                    <a:pt x="2" y="1"/>
                  </a:cubicBez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0" name="Freeform 411">
              <a:extLst>
                <a:ext uri="{FF2B5EF4-FFF2-40B4-BE49-F238E27FC236}">
                  <a16:creationId xmlns:a16="http://schemas.microsoft.com/office/drawing/2014/main" id="{9B0C174C-0A27-46F2-AA50-219BDD001EC9}"/>
                </a:ext>
              </a:extLst>
            </p:cNvPr>
            <p:cNvSpPr>
              <a:spLocks/>
            </p:cNvSpPr>
            <p:nvPr/>
          </p:nvSpPr>
          <p:spPr bwMode="auto">
            <a:xfrm>
              <a:off x="2678113" y="5484813"/>
              <a:ext cx="14288" cy="17463"/>
            </a:xfrm>
            <a:custGeom>
              <a:avLst/>
              <a:gdLst>
                <a:gd name="T0" fmla="*/ 3 w 4"/>
                <a:gd name="T1" fmla="*/ 4 h 5"/>
                <a:gd name="T2" fmla="*/ 3 w 4"/>
                <a:gd name="T3" fmla="*/ 4 h 5"/>
                <a:gd name="T4" fmla="*/ 3 w 4"/>
                <a:gd name="T5" fmla="*/ 4 h 5"/>
                <a:gd name="T6" fmla="*/ 2 w 4"/>
                <a:gd name="T7" fmla="*/ 0 h 5"/>
                <a:gd name="T8" fmla="*/ 3 w 4"/>
                <a:gd name="T9" fmla="*/ 4 h 5"/>
              </a:gdLst>
              <a:ahLst/>
              <a:cxnLst>
                <a:cxn ang="0">
                  <a:pos x="T0" y="T1"/>
                </a:cxn>
                <a:cxn ang="0">
                  <a:pos x="T2" y="T3"/>
                </a:cxn>
                <a:cxn ang="0">
                  <a:pos x="T4" y="T5"/>
                </a:cxn>
                <a:cxn ang="0">
                  <a:pos x="T6" y="T7"/>
                </a:cxn>
                <a:cxn ang="0">
                  <a:pos x="T8" y="T9"/>
                </a:cxn>
              </a:cxnLst>
              <a:rect l="0" t="0" r="r" b="b"/>
              <a:pathLst>
                <a:path w="4" h="5">
                  <a:moveTo>
                    <a:pt x="3" y="4"/>
                  </a:moveTo>
                  <a:cubicBezTo>
                    <a:pt x="3" y="4"/>
                    <a:pt x="3" y="4"/>
                    <a:pt x="3" y="4"/>
                  </a:cubicBezTo>
                  <a:cubicBezTo>
                    <a:pt x="3" y="4"/>
                    <a:pt x="3" y="4"/>
                    <a:pt x="3" y="4"/>
                  </a:cubicBezTo>
                  <a:cubicBezTo>
                    <a:pt x="0" y="5"/>
                    <a:pt x="2" y="1"/>
                    <a:pt x="2" y="0"/>
                  </a:cubicBezTo>
                  <a:cubicBezTo>
                    <a:pt x="3" y="1"/>
                    <a:pt x="4"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1" name="Freeform 412">
              <a:extLst>
                <a:ext uri="{FF2B5EF4-FFF2-40B4-BE49-F238E27FC236}">
                  <a16:creationId xmlns:a16="http://schemas.microsoft.com/office/drawing/2014/main" id="{28D02C57-719B-47B3-8F0C-6A8F54DA4BB4}"/>
                </a:ext>
              </a:extLst>
            </p:cNvPr>
            <p:cNvSpPr>
              <a:spLocks/>
            </p:cNvSpPr>
            <p:nvPr/>
          </p:nvSpPr>
          <p:spPr bwMode="auto">
            <a:xfrm>
              <a:off x="2698751" y="5600701"/>
              <a:ext cx="11113" cy="7938"/>
            </a:xfrm>
            <a:custGeom>
              <a:avLst/>
              <a:gdLst>
                <a:gd name="T0" fmla="*/ 2 w 3"/>
                <a:gd name="T1" fmla="*/ 2 h 2"/>
                <a:gd name="T2" fmla="*/ 1 w 3"/>
                <a:gd name="T3" fmla="*/ 0 h 2"/>
                <a:gd name="T4" fmla="*/ 2 w 3"/>
                <a:gd name="T5" fmla="*/ 2 h 2"/>
              </a:gdLst>
              <a:ahLst/>
              <a:cxnLst>
                <a:cxn ang="0">
                  <a:pos x="T0" y="T1"/>
                </a:cxn>
                <a:cxn ang="0">
                  <a:pos x="T2" y="T3"/>
                </a:cxn>
                <a:cxn ang="0">
                  <a:pos x="T4" y="T5"/>
                </a:cxn>
              </a:cxnLst>
              <a:rect l="0" t="0" r="r" b="b"/>
              <a:pathLst>
                <a:path w="3" h="2">
                  <a:moveTo>
                    <a:pt x="2" y="2"/>
                  </a:moveTo>
                  <a:cubicBezTo>
                    <a:pt x="1" y="2"/>
                    <a:pt x="0" y="1"/>
                    <a:pt x="1" y="0"/>
                  </a:cubicBezTo>
                  <a:cubicBezTo>
                    <a:pt x="2" y="0"/>
                    <a:pt x="3"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2" name="Freeform 413">
              <a:extLst>
                <a:ext uri="{FF2B5EF4-FFF2-40B4-BE49-F238E27FC236}">
                  <a16:creationId xmlns:a16="http://schemas.microsoft.com/office/drawing/2014/main" id="{7CD5D2C9-E32C-4106-B372-2BB4AF9B8F34}"/>
                </a:ext>
              </a:extLst>
            </p:cNvPr>
            <p:cNvSpPr>
              <a:spLocks/>
            </p:cNvSpPr>
            <p:nvPr/>
          </p:nvSpPr>
          <p:spPr bwMode="auto">
            <a:xfrm>
              <a:off x="2744788" y="5626101"/>
              <a:ext cx="7938"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2"/>
                    <a:pt x="2" y="2"/>
                  </a:cubicBezTo>
                  <a:cubicBezTo>
                    <a:pt x="0" y="2"/>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3" name="Freeform 414">
              <a:extLst>
                <a:ext uri="{FF2B5EF4-FFF2-40B4-BE49-F238E27FC236}">
                  <a16:creationId xmlns:a16="http://schemas.microsoft.com/office/drawing/2014/main" id="{23C2E721-4B83-48DB-9C89-82F7615C62A1}"/>
                </a:ext>
              </a:extLst>
            </p:cNvPr>
            <p:cNvSpPr>
              <a:spLocks/>
            </p:cNvSpPr>
            <p:nvPr/>
          </p:nvSpPr>
          <p:spPr bwMode="auto">
            <a:xfrm>
              <a:off x="2744788" y="5686426"/>
              <a:ext cx="25400" cy="17463"/>
            </a:xfrm>
            <a:custGeom>
              <a:avLst/>
              <a:gdLst>
                <a:gd name="T0" fmla="*/ 0 w 7"/>
                <a:gd name="T1" fmla="*/ 4 h 5"/>
                <a:gd name="T2" fmla="*/ 0 w 7"/>
                <a:gd name="T3" fmla="*/ 0 h 5"/>
                <a:gd name="T4" fmla="*/ 0 w 7"/>
                <a:gd name="T5" fmla="*/ 4 h 5"/>
              </a:gdLst>
              <a:ahLst/>
              <a:cxnLst>
                <a:cxn ang="0">
                  <a:pos x="T0" y="T1"/>
                </a:cxn>
                <a:cxn ang="0">
                  <a:pos x="T2" y="T3"/>
                </a:cxn>
                <a:cxn ang="0">
                  <a:pos x="T4" y="T5"/>
                </a:cxn>
              </a:cxnLst>
              <a:rect l="0" t="0" r="r" b="b"/>
              <a:pathLst>
                <a:path w="7" h="5">
                  <a:moveTo>
                    <a:pt x="0" y="4"/>
                  </a:moveTo>
                  <a:cubicBezTo>
                    <a:pt x="0" y="2"/>
                    <a:pt x="0" y="1"/>
                    <a:pt x="0" y="0"/>
                  </a:cubicBezTo>
                  <a:cubicBezTo>
                    <a:pt x="7" y="0"/>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4" name="Freeform 415">
              <a:extLst>
                <a:ext uri="{FF2B5EF4-FFF2-40B4-BE49-F238E27FC236}">
                  <a16:creationId xmlns:a16="http://schemas.microsoft.com/office/drawing/2014/main" id="{45C68723-909B-4929-BA3F-9336FDCB71D5}"/>
                </a:ext>
              </a:extLst>
            </p:cNvPr>
            <p:cNvSpPr>
              <a:spLocks/>
            </p:cNvSpPr>
            <p:nvPr/>
          </p:nvSpPr>
          <p:spPr bwMode="auto">
            <a:xfrm>
              <a:off x="2790826" y="5476876"/>
              <a:ext cx="4763" cy="7938"/>
            </a:xfrm>
            <a:custGeom>
              <a:avLst/>
              <a:gdLst>
                <a:gd name="T0" fmla="*/ 0 w 1"/>
                <a:gd name="T1" fmla="*/ 0 h 2"/>
                <a:gd name="T2" fmla="*/ 1 w 1"/>
                <a:gd name="T3" fmla="*/ 0 h 2"/>
                <a:gd name="T4" fmla="*/ 0 w 1"/>
                <a:gd name="T5" fmla="*/ 0 h 2"/>
                <a:gd name="T6" fmla="*/ 1 w 1"/>
                <a:gd name="T7" fmla="*/ 2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0"/>
                    <a:pt x="1" y="0"/>
                    <a:pt x="1" y="0"/>
                  </a:cubicBezTo>
                  <a:cubicBezTo>
                    <a:pt x="0" y="0"/>
                    <a:pt x="0" y="0"/>
                    <a:pt x="0" y="0"/>
                  </a:cubicBezTo>
                  <a:cubicBezTo>
                    <a:pt x="1" y="1"/>
                    <a:pt x="1" y="1"/>
                    <a:pt x="1" y="2"/>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5" name="Freeform 416">
              <a:extLst>
                <a:ext uri="{FF2B5EF4-FFF2-40B4-BE49-F238E27FC236}">
                  <a16:creationId xmlns:a16="http://schemas.microsoft.com/office/drawing/2014/main" id="{0F1D482A-0B1D-4816-9C39-D6C022BF834C}"/>
                </a:ext>
              </a:extLst>
            </p:cNvPr>
            <p:cNvSpPr>
              <a:spLocks/>
            </p:cNvSpPr>
            <p:nvPr/>
          </p:nvSpPr>
          <p:spPr bwMode="auto">
            <a:xfrm>
              <a:off x="2784476" y="5554663"/>
              <a:ext cx="6350" cy="14288"/>
            </a:xfrm>
            <a:custGeom>
              <a:avLst/>
              <a:gdLst>
                <a:gd name="T0" fmla="*/ 2 w 2"/>
                <a:gd name="T1" fmla="*/ 3 h 4"/>
                <a:gd name="T2" fmla="*/ 2 w 2"/>
                <a:gd name="T3" fmla="*/ 2 h 4"/>
                <a:gd name="T4" fmla="*/ 2 w 2"/>
                <a:gd name="T5" fmla="*/ 2 h 4"/>
                <a:gd name="T6" fmla="*/ 0 w 2"/>
                <a:gd name="T7" fmla="*/ 4 h 4"/>
                <a:gd name="T8" fmla="*/ 0 w 2"/>
                <a:gd name="T9" fmla="*/ 0 h 4"/>
                <a:gd name="T10" fmla="*/ 2 w 2"/>
                <a:gd name="T11" fmla="*/ 2 h 4"/>
                <a:gd name="T12" fmla="*/ 2 w 2"/>
                <a:gd name="T13" fmla="*/ 2 h 4"/>
                <a:gd name="T14" fmla="*/ 2 w 2"/>
                <a:gd name="T15" fmla="*/ 2 h 4"/>
                <a:gd name="T16" fmla="*/ 2 w 2"/>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4">
                  <a:moveTo>
                    <a:pt x="2" y="3"/>
                  </a:moveTo>
                  <a:cubicBezTo>
                    <a:pt x="2" y="2"/>
                    <a:pt x="2" y="2"/>
                    <a:pt x="2" y="2"/>
                  </a:cubicBezTo>
                  <a:cubicBezTo>
                    <a:pt x="2" y="2"/>
                    <a:pt x="2" y="2"/>
                    <a:pt x="2" y="2"/>
                  </a:cubicBezTo>
                  <a:cubicBezTo>
                    <a:pt x="2" y="3"/>
                    <a:pt x="2" y="4"/>
                    <a:pt x="0" y="4"/>
                  </a:cubicBezTo>
                  <a:cubicBezTo>
                    <a:pt x="0" y="3"/>
                    <a:pt x="0" y="2"/>
                    <a:pt x="0" y="0"/>
                  </a:cubicBezTo>
                  <a:cubicBezTo>
                    <a:pt x="1" y="0"/>
                    <a:pt x="2" y="1"/>
                    <a:pt x="2" y="2"/>
                  </a:cubicBezTo>
                  <a:cubicBezTo>
                    <a:pt x="2" y="2"/>
                    <a:pt x="2" y="2"/>
                    <a:pt x="2" y="2"/>
                  </a:cubicBezTo>
                  <a:cubicBezTo>
                    <a:pt x="2" y="2"/>
                    <a:pt x="2" y="2"/>
                    <a:pt x="2" y="2"/>
                  </a:cubicBezTo>
                  <a:cubicBezTo>
                    <a:pt x="2" y="2"/>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6" name="Freeform 417">
              <a:extLst>
                <a:ext uri="{FF2B5EF4-FFF2-40B4-BE49-F238E27FC236}">
                  <a16:creationId xmlns:a16="http://schemas.microsoft.com/office/drawing/2014/main" id="{671A51E8-81E0-4884-A429-7074D46D4048}"/>
                </a:ext>
              </a:extLst>
            </p:cNvPr>
            <p:cNvSpPr>
              <a:spLocks/>
            </p:cNvSpPr>
            <p:nvPr/>
          </p:nvSpPr>
          <p:spPr bwMode="auto">
            <a:xfrm>
              <a:off x="2790826" y="6067426"/>
              <a:ext cx="11113" cy="22225"/>
            </a:xfrm>
            <a:custGeom>
              <a:avLst/>
              <a:gdLst>
                <a:gd name="T0" fmla="*/ 0 w 3"/>
                <a:gd name="T1" fmla="*/ 6 h 6"/>
                <a:gd name="T2" fmla="*/ 0 w 3"/>
                <a:gd name="T3" fmla="*/ 6 h 6"/>
                <a:gd name="T4" fmla="*/ 2 w 3"/>
                <a:gd name="T5" fmla="*/ 1 h 6"/>
                <a:gd name="T6" fmla="*/ 2 w 3"/>
                <a:gd name="T7" fmla="*/ 3 h 6"/>
                <a:gd name="T8" fmla="*/ 3 w 3"/>
                <a:gd name="T9" fmla="*/ 3 h 6"/>
                <a:gd name="T10" fmla="*/ 0 w 3"/>
                <a:gd name="T11" fmla="*/ 6 h 6"/>
              </a:gdLst>
              <a:ahLst/>
              <a:cxnLst>
                <a:cxn ang="0">
                  <a:pos x="T0" y="T1"/>
                </a:cxn>
                <a:cxn ang="0">
                  <a:pos x="T2" y="T3"/>
                </a:cxn>
                <a:cxn ang="0">
                  <a:pos x="T4" y="T5"/>
                </a:cxn>
                <a:cxn ang="0">
                  <a:pos x="T6" y="T7"/>
                </a:cxn>
                <a:cxn ang="0">
                  <a:pos x="T8" y="T9"/>
                </a:cxn>
                <a:cxn ang="0">
                  <a:pos x="T10" y="T11"/>
                </a:cxn>
              </a:cxnLst>
              <a:rect l="0" t="0" r="r" b="b"/>
              <a:pathLst>
                <a:path w="3" h="6">
                  <a:moveTo>
                    <a:pt x="0" y="6"/>
                  </a:moveTo>
                  <a:cubicBezTo>
                    <a:pt x="0" y="6"/>
                    <a:pt x="0" y="6"/>
                    <a:pt x="0" y="6"/>
                  </a:cubicBezTo>
                  <a:cubicBezTo>
                    <a:pt x="1" y="6"/>
                    <a:pt x="0" y="0"/>
                    <a:pt x="2" y="1"/>
                  </a:cubicBezTo>
                  <a:cubicBezTo>
                    <a:pt x="2" y="2"/>
                    <a:pt x="2" y="2"/>
                    <a:pt x="2" y="3"/>
                  </a:cubicBezTo>
                  <a:cubicBezTo>
                    <a:pt x="3" y="3"/>
                    <a:pt x="3" y="3"/>
                    <a:pt x="3" y="3"/>
                  </a:cubicBezTo>
                  <a:cubicBezTo>
                    <a:pt x="3" y="5"/>
                    <a:pt x="2"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7" name="Freeform 418">
              <a:extLst>
                <a:ext uri="{FF2B5EF4-FFF2-40B4-BE49-F238E27FC236}">
                  <a16:creationId xmlns:a16="http://schemas.microsoft.com/office/drawing/2014/main" id="{4A269D2A-9BF2-4F43-925D-8B59080B7F8D}"/>
                </a:ext>
              </a:extLst>
            </p:cNvPr>
            <p:cNvSpPr>
              <a:spLocks/>
            </p:cNvSpPr>
            <p:nvPr/>
          </p:nvSpPr>
          <p:spPr bwMode="auto">
            <a:xfrm>
              <a:off x="2841626" y="5519738"/>
              <a:ext cx="6350" cy="6350"/>
            </a:xfrm>
            <a:custGeom>
              <a:avLst/>
              <a:gdLst>
                <a:gd name="T0" fmla="*/ 2 w 2"/>
                <a:gd name="T1" fmla="*/ 1 h 2"/>
                <a:gd name="T2" fmla="*/ 0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2" y="2"/>
                    <a:pt x="0" y="1"/>
                    <a:pt x="0" y="2"/>
                  </a:cubicBezTo>
                  <a:cubicBezTo>
                    <a:pt x="1" y="1"/>
                    <a:pt x="0" y="0"/>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8" name="Freeform 419">
              <a:extLst>
                <a:ext uri="{FF2B5EF4-FFF2-40B4-BE49-F238E27FC236}">
                  <a16:creationId xmlns:a16="http://schemas.microsoft.com/office/drawing/2014/main" id="{E6FA8F57-4A53-49DE-A6B7-CBBF15FDE3F6}"/>
                </a:ext>
              </a:extLst>
            </p:cNvPr>
            <p:cNvSpPr>
              <a:spLocks/>
            </p:cNvSpPr>
            <p:nvPr/>
          </p:nvSpPr>
          <p:spPr bwMode="auto">
            <a:xfrm>
              <a:off x="2928938" y="5764213"/>
              <a:ext cx="7938" cy="17463"/>
            </a:xfrm>
            <a:custGeom>
              <a:avLst/>
              <a:gdLst>
                <a:gd name="T0" fmla="*/ 1 w 2"/>
                <a:gd name="T1" fmla="*/ 5 h 5"/>
                <a:gd name="T2" fmla="*/ 2 w 2"/>
                <a:gd name="T3" fmla="*/ 0 h 5"/>
                <a:gd name="T4" fmla="*/ 2 w 2"/>
                <a:gd name="T5" fmla="*/ 3 h 5"/>
                <a:gd name="T6" fmla="*/ 1 w 2"/>
                <a:gd name="T7" fmla="*/ 5 h 5"/>
              </a:gdLst>
              <a:ahLst/>
              <a:cxnLst>
                <a:cxn ang="0">
                  <a:pos x="T0" y="T1"/>
                </a:cxn>
                <a:cxn ang="0">
                  <a:pos x="T2" y="T3"/>
                </a:cxn>
                <a:cxn ang="0">
                  <a:pos x="T4" y="T5"/>
                </a:cxn>
                <a:cxn ang="0">
                  <a:pos x="T6" y="T7"/>
                </a:cxn>
              </a:cxnLst>
              <a:rect l="0" t="0" r="r" b="b"/>
              <a:pathLst>
                <a:path w="2" h="5">
                  <a:moveTo>
                    <a:pt x="1" y="5"/>
                  </a:moveTo>
                  <a:cubicBezTo>
                    <a:pt x="0" y="4"/>
                    <a:pt x="1" y="2"/>
                    <a:pt x="2" y="0"/>
                  </a:cubicBezTo>
                  <a:cubicBezTo>
                    <a:pt x="2" y="1"/>
                    <a:pt x="2" y="2"/>
                    <a:pt x="2" y="3"/>
                  </a:cubicBezTo>
                  <a:lnTo>
                    <a:pt x="1"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59" name="Freeform 420">
              <a:extLst>
                <a:ext uri="{FF2B5EF4-FFF2-40B4-BE49-F238E27FC236}">
                  <a16:creationId xmlns:a16="http://schemas.microsoft.com/office/drawing/2014/main" id="{21956DC2-0D25-47A2-B56D-BCBAC7FE6B15}"/>
                </a:ext>
              </a:extLst>
            </p:cNvPr>
            <p:cNvSpPr>
              <a:spLocks/>
            </p:cNvSpPr>
            <p:nvPr/>
          </p:nvSpPr>
          <p:spPr bwMode="auto">
            <a:xfrm>
              <a:off x="2749551" y="5657851"/>
              <a:ext cx="0" cy="3175"/>
            </a:xfrm>
            <a:custGeom>
              <a:avLst/>
              <a:gdLst>
                <a:gd name="T0" fmla="*/ 0 h 2"/>
                <a:gd name="T1" fmla="*/ 2 h 2"/>
                <a:gd name="T2" fmla="*/ 0 h 2"/>
                <a:gd name="T3" fmla="*/ 0 h 2"/>
                <a:gd name="T4" fmla="*/ 0 h 2"/>
              </a:gdLst>
              <a:ahLst/>
              <a:cxnLst>
                <a:cxn ang="0">
                  <a:pos x="0" y="T0"/>
                </a:cxn>
                <a:cxn ang="0">
                  <a:pos x="0" y="T1"/>
                </a:cxn>
                <a:cxn ang="0">
                  <a:pos x="0" y="T2"/>
                </a:cxn>
                <a:cxn ang="0">
                  <a:pos x="0" y="T3"/>
                </a:cxn>
                <a:cxn ang="0">
                  <a:pos x="0" y="T4"/>
                </a:cxn>
              </a:cxnLst>
              <a:rect l="0" t="0" r="r" b="b"/>
              <a:pathLst>
                <a:path h="2">
                  <a:moveTo>
                    <a:pt x="0" y="0"/>
                  </a:moveTo>
                  <a:lnTo>
                    <a:pt x="0" y="2"/>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0" name="Freeform 421">
              <a:extLst>
                <a:ext uri="{FF2B5EF4-FFF2-40B4-BE49-F238E27FC236}">
                  <a16:creationId xmlns:a16="http://schemas.microsoft.com/office/drawing/2014/main" id="{271E0613-7277-4E9A-A826-BB8BB53CEC75}"/>
                </a:ext>
              </a:extLst>
            </p:cNvPr>
            <p:cNvSpPr>
              <a:spLocks/>
            </p:cNvSpPr>
            <p:nvPr/>
          </p:nvSpPr>
          <p:spPr bwMode="auto">
            <a:xfrm>
              <a:off x="2749551" y="5657851"/>
              <a:ext cx="0" cy="3175"/>
            </a:xfrm>
            <a:custGeom>
              <a:avLst/>
              <a:gdLst>
                <a:gd name="T0" fmla="*/ 0 h 2"/>
                <a:gd name="T1" fmla="*/ 2 h 2"/>
                <a:gd name="T2" fmla="*/ 0 h 2"/>
                <a:gd name="T3" fmla="*/ 0 h 2"/>
                <a:gd name="T4" fmla="*/ 0 h 2"/>
              </a:gdLst>
              <a:ahLst/>
              <a:cxnLst>
                <a:cxn ang="0">
                  <a:pos x="0" y="T0"/>
                </a:cxn>
                <a:cxn ang="0">
                  <a:pos x="0" y="T1"/>
                </a:cxn>
                <a:cxn ang="0">
                  <a:pos x="0" y="T2"/>
                </a:cxn>
                <a:cxn ang="0">
                  <a:pos x="0" y="T3"/>
                </a:cxn>
                <a:cxn ang="0">
                  <a:pos x="0" y="T4"/>
                </a:cxn>
              </a:cxnLst>
              <a:rect l="0" t="0" r="r" b="b"/>
              <a:pathLst>
                <a:path h="2">
                  <a:moveTo>
                    <a:pt x="0" y="0"/>
                  </a:moveTo>
                  <a:lnTo>
                    <a:pt x="0" y="2"/>
                  </a:lnTo>
                  <a:lnTo>
                    <a:pt x="0" y="0"/>
                  </a:lnTo>
                  <a:lnTo>
                    <a:pt x="0"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1" name="Rectangle 422">
              <a:extLst>
                <a:ext uri="{FF2B5EF4-FFF2-40B4-BE49-F238E27FC236}">
                  <a16:creationId xmlns:a16="http://schemas.microsoft.com/office/drawing/2014/main" id="{08E52903-1A4A-4792-BE64-E7DA59769A91}"/>
                </a:ext>
              </a:extLst>
            </p:cNvPr>
            <p:cNvSpPr>
              <a:spLocks noChangeArrowheads="1"/>
            </p:cNvSpPr>
            <p:nvPr/>
          </p:nvSpPr>
          <p:spPr bwMode="auto">
            <a:xfrm>
              <a:off x="2749551" y="5657851"/>
              <a:ext cx="158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2" name="Rectangle 423">
              <a:extLst>
                <a:ext uri="{FF2B5EF4-FFF2-40B4-BE49-F238E27FC236}">
                  <a16:creationId xmlns:a16="http://schemas.microsoft.com/office/drawing/2014/main" id="{506411B8-FAC9-4705-B5C2-EF57D7989110}"/>
                </a:ext>
              </a:extLst>
            </p:cNvPr>
            <p:cNvSpPr>
              <a:spLocks noChangeArrowheads="1"/>
            </p:cNvSpPr>
            <p:nvPr/>
          </p:nvSpPr>
          <p:spPr bwMode="auto">
            <a:xfrm>
              <a:off x="2749551" y="5657851"/>
              <a:ext cx="158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363" name="Picture 424">
              <a:extLst>
                <a:ext uri="{FF2B5EF4-FFF2-40B4-BE49-F238E27FC236}">
                  <a16:creationId xmlns:a16="http://schemas.microsoft.com/office/drawing/2014/main" id="{BB780D27-E608-44C3-9792-2751386E441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743201" y="5646738"/>
              <a:ext cx="285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64" name="Freeform 425">
              <a:extLst>
                <a:ext uri="{FF2B5EF4-FFF2-40B4-BE49-F238E27FC236}">
                  <a16:creationId xmlns:a16="http://schemas.microsoft.com/office/drawing/2014/main" id="{BD0FC389-6B2A-494F-87EA-6106EBC857EE}"/>
                </a:ext>
              </a:extLst>
            </p:cNvPr>
            <p:cNvSpPr>
              <a:spLocks/>
            </p:cNvSpPr>
            <p:nvPr/>
          </p:nvSpPr>
          <p:spPr bwMode="auto">
            <a:xfrm>
              <a:off x="2744788" y="5718176"/>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5" name="Rectangle 426">
              <a:extLst>
                <a:ext uri="{FF2B5EF4-FFF2-40B4-BE49-F238E27FC236}">
                  <a16:creationId xmlns:a16="http://schemas.microsoft.com/office/drawing/2014/main" id="{0411B878-70E8-4D2E-B78C-82C24057997A}"/>
                </a:ext>
              </a:extLst>
            </p:cNvPr>
            <p:cNvSpPr>
              <a:spLocks noChangeArrowheads="1"/>
            </p:cNvSpPr>
            <p:nvPr/>
          </p:nvSpPr>
          <p:spPr bwMode="auto">
            <a:xfrm>
              <a:off x="2744788" y="5718176"/>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grpSp>
      <p:sp>
        <p:nvSpPr>
          <p:cNvPr id="366" name="Freeform 427">
            <a:extLst>
              <a:ext uri="{FF2B5EF4-FFF2-40B4-BE49-F238E27FC236}">
                <a16:creationId xmlns:a16="http://schemas.microsoft.com/office/drawing/2014/main" id="{4F6EDD06-C466-47A6-B92A-E63DFDD4CB62}"/>
              </a:ext>
            </a:extLst>
          </p:cNvPr>
          <p:cNvSpPr>
            <a:spLocks/>
          </p:cNvSpPr>
          <p:nvPr/>
        </p:nvSpPr>
        <p:spPr bwMode="auto">
          <a:xfrm>
            <a:off x="2658448" y="3301589"/>
            <a:ext cx="30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1" y="0"/>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7" name="Freeform 428">
            <a:extLst>
              <a:ext uri="{FF2B5EF4-FFF2-40B4-BE49-F238E27FC236}">
                <a16:creationId xmlns:a16="http://schemas.microsoft.com/office/drawing/2014/main" id="{1ECAB650-6327-4261-B03D-9F11A271146A}"/>
              </a:ext>
            </a:extLst>
          </p:cNvPr>
          <p:cNvSpPr>
            <a:spLocks/>
          </p:cNvSpPr>
          <p:nvPr/>
        </p:nvSpPr>
        <p:spPr bwMode="auto">
          <a:xfrm>
            <a:off x="2654369" y="3303560"/>
            <a:ext cx="0" cy="197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68" name="Freeform 429">
            <a:extLst>
              <a:ext uri="{FF2B5EF4-FFF2-40B4-BE49-F238E27FC236}">
                <a16:creationId xmlns:a16="http://schemas.microsoft.com/office/drawing/2014/main" id="{7A01D651-5948-4889-AFCB-994727BB16DB}"/>
              </a:ext>
            </a:extLst>
          </p:cNvPr>
          <p:cNvSpPr>
            <a:spLocks/>
          </p:cNvSpPr>
          <p:nvPr/>
        </p:nvSpPr>
        <p:spPr bwMode="auto">
          <a:xfrm>
            <a:off x="2654370" y="3301589"/>
            <a:ext cx="2039" cy="1971"/>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lnTo>
                  <a:pt x="2"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0" name="Freeform 431">
            <a:extLst>
              <a:ext uri="{FF2B5EF4-FFF2-40B4-BE49-F238E27FC236}">
                <a16:creationId xmlns:a16="http://schemas.microsoft.com/office/drawing/2014/main" id="{646E86FC-C2D9-413C-ADDD-2A9F5A5F3764}"/>
              </a:ext>
            </a:extLst>
          </p:cNvPr>
          <p:cNvSpPr>
            <a:spLocks/>
          </p:cNvSpPr>
          <p:nvPr/>
        </p:nvSpPr>
        <p:spPr bwMode="auto">
          <a:xfrm>
            <a:off x="1988398" y="3255275"/>
            <a:ext cx="906659" cy="754817"/>
          </a:xfrm>
          <a:custGeom>
            <a:avLst/>
            <a:gdLst>
              <a:gd name="T0" fmla="*/ 392 w 399"/>
              <a:gd name="T1" fmla="*/ 167 h 344"/>
              <a:gd name="T2" fmla="*/ 375 w 399"/>
              <a:gd name="T3" fmla="*/ 167 h 344"/>
              <a:gd name="T4" fmla="*/ 366 w 399"/>
              <a:gd name="T5" fmla="*/ 166 h 344"/>
              <a:gd name="T6" fmla="*/ 372 w 399"/>
              <a:gd name="T7" fmla="*/ 156 h 344"/>
              <a:gd name="T8" fmla="*/ 369 w 399"/>
              <a:gd name="T9" fmla="*/ 146 h 344"/>
              <a:gd name="T10" fmla="*/ 357 w 399"/>
              <a:gd name="T11" fmla="*/ 124 h 344"/>
              <a:gd name="T12" fmla="*/ 341 w 399"/>
              <a:gd name="T13" fmla="*/ 122 h 344"/>
              <a:gd name="T14" fmla="*/ 336 w 399"/>
              <a:gd name="T15" fmla="*/ 109 h 344"/>
              <a:gd name="T16" fmla="*/ 316 w 399"/>
              <a:gd name="T17" fmla="*/ 107 h 344"/>
              <a:gd name="T18" fmla="*/ 309 w 399"/>
              <a:gd name="T19" fmla="*/ 121 h 344"/>
              <a:gd name="T20" fmla="*/ 295 w 399"/>
              <a:gd name="T21" fmla="*/ 94 h 344"/>
              <a:gd name="T22" fmla="*/ 281 w 399"/>
              <a:gd name="T23" fmla="*/ 61 h 344"/>
              <a:gd name="T24" fmla="*/ 274 w 399"/>
              <a:gd name="T25" fmla="*/ 48 h 344"/>
              <a:gd name="T26" fmla="*/ 250 w 399"/>
              <a:gd name="T27" fmla="*/ 44 h 344"/>
              <a:gd name="T28" fmla="*/ 242 w 399"/>
              <a:gd name="T29" fmla="*/ 38 h 344"/>
              <a:gd name="T30" fmla="*/ 242 w 399"/>
              <a:gd name="T31" fmla="*/ 18 h 344"/>
              <a:gd name="T32" fmla="*/ 237 w 399"/>
              <a:gd name="T33" fmla="*/ 10 h 344"/>
              <a:gd name="T34" fmla="*/ 213 w 399"/>
              <a:gd name="T35" fmla="*/ 0 h 344"/>
              <a:gd name="T36" fmla="*/ 190 w 399"/>
              <a:gd name="T37" fmla="*/ 8 h 344"/>
              <a:gd name="T38" fmla="*/ 166 w 399"/>
              <a:gd name="T39" fmla="*/ 52 h 344"/>
              <a:gd name="T40" fmla="*/ 132 w 399"/>
              <a:gd name="T41" fmla="*/ 80 h 344"/>
              <a:gd name="T42" fmla="*/ 94 w 399"/>
              <a:gd name="T43" fmla="*/ 101 h 344"/>
              <a:gd name="T44" fmla="*/ 58 w 399"/>
              <a:gd name="T45" fmla="*/ 92 h 344"/>
              <a:gd name="T46" fmla="*/ 22 w 399"/>
              <a:gd name="T47" fmla="*/ 116 h 344"/>
              <a:gd name="T48" fmla="*/ 12 w 399"/>
              <a:gd name="T49" fmla="*/ 152 h 344"/>
              <a:gd name="T50" fmla="*/ 29 w 399"/>
              <a:gd name="T51" fmla="*/ 158 h 344"/>
              <a:gd name="T52" fmla="*/ 25 w 399"/>
              <a:gd name="T53" fmla="*/ 187 h 344"/>
              <a:gd name="T54" fmla="*/ 35 w 399"/>
              <a:gd name="T55" fmla="*/ 200 h 344"/>
              <a:gd name="T56" fmla="*/ 55 w 399"/>
              <a:gd name="T57" fmla="*/ 226 h 344"/>
              <a:gd name="T58" fmla="*/ 78 w 399"/>
              <a:gd name="T59" fmla="*/ 252 h 344"/>
              <a:gd name="T60" fmla="*/ 92 w 399"/>
              <a:gd name="T61" fmla="*/ 255 h 344"/>
              <a:gd name="T62" fmla="*/ 109 w 399"/>
              <a:gd name="T63" fmla="*/ 258 h 344"/>
              <a:gd name="T64" fmla="*/ 127 w 399"/>
              <a:gd name="T65" fmla="*/ 262 h 344"/>
              <a:gd name="T66" fmla="*/ 143 w 399"/>
              <a:gd name="T67" fmla="*/ 272 h 344"/>
              <a:gd name="T68" fmla="*/ 163 w 399"/>
              <a:gd name="T69" fmla="*/ 273 h 344"/>
              <a:gd name="T70" fmla="*/ 165 w 399"/>
              <a:gd name="T71" fmla="*/ 291 h 344"/>
              <a:gd name="T72" fmla="*/ 173 w 399"/>
              <a:gd name="T73" fmla="*/ 310 h 344"/>
              <a:gd name="T74" fmla="*/ 193 w 399"/>
              <a:gd name="T75" fmla="*/ 330 h 344"/>
              <a:gd name="T76" fmla="*/ 206 w 399"/>
              <a:gd name="T77" fmla="*/ 339 h 344"/>
              <a:gd name="T78" fmla="*/ 215 w 399"/>
              <a:gd name="T79" fmla="*/ 344 h 344"/>
              <a:gd name="T80" fmla="*/ 235 w 399"/>
              <a:gd name="T81" fmla="*/ 322 h 344"/>
              <a:gd name="T82" fmla="*/ 241 w 399"/>
              <a:gd name="T83" fmla="*/ 296 h 344"/>
              <a:gd name="T84" fmla="*/ 237 w 399"/>
              <a:gd name="T85" fmla="*/ 279 h 344"/>
              <a:gd name="T86" fmla="*/ 238 w 399"/>
              <a:gd name="T87" fmla="*/ 263 h 344"/>
              <a:gd name="T88" fmla="*/ 242 w 399"/>
              <a:gd name="T89" fmla="*/ 257 h 344"/>
              <a:gd name="T90" fmla="*/ 260 w 399"/>
              <a:gd name="T91" fmla="*/ 257 h 344"/>
              <a:gd name="T92" fmla="*/ 275 w 399"/>
              <a:gd name="T93" fmla="*/ 268 h 344"/>
              <a:gd name="T94" fmla="*/ 282 w 399"/>
              <a:gd name="T95" fmla="*/ 281 h 344"/>
              <a:gd name="T96" fmla="*/ 284 w 399"/>
              <a:gd name="T97" fmla="*/ 299 h 344"/>
              <a:gd name="T98" fmla="*/ 275 w 399"/>
              <a:gd name="T99" fmla="*/ 314 h 344"/>
              <a:gd name="T100" fmla="*/ 287 w 399"/>
              <a:gd name="T101" fmla="*/ 302 h 344"/>
              <a:gd name="T102" fmla="*/ 315 w 399"/>
              <a:gd name="T103" fmla="*/ 296 h 344"/>
              <a:gd name="T104" fmla="*/ 320 w 399"/>
              <a:gd name="T105" fmla="*/ 296 h 344"/>
              <a:gd name="T106" fmla="*/ 330 w 399"/>
              <a:gd name="T107" fmla="*/ 280 h 344"/>
              <a:gd name="T108" fmla="*/ 330 w 399"/>
              <a:gd name="T109" fmla="*/ 266 h 344"/>
              <a:gd name="T110" fmla="*/ 344 w 399"/>
              <a:gd name="T111" fmla="*/ 255 h 344"/>
              <a:gd name="T112" fmla="*/ 357 w 399"/>
              <a:gd name="T113" fmla="*/ 243 h 344"/>
              <a:gd name="T114" fmla="*/ 341 w 399"/>
              <a:gd name="T115" fmla="*/ 242 h 344"/>
              <a:gd name="T116" fmla="*/ 320 w 399"/>
              <a:gd name="T117" fmla="*/ 216 h 344"/>
              <a:gd name="T118" fmla="*/ 351 w 399"/>
              <a:gd name="T119" fmla="*/ 196 h 344"/>
              <a:gd name="T120" fmla="*/ 378 w 399"/>
              <a:gd name="T121" fmla="*/ 185 h 344"/>
              <a:gd name="T122" fmla="*/ 399 w 399"/>
              <a:gd name="T123" fmla="*/ 16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9" h="344">
                <a:moveTo>
                  <a:pt x="399" y="169"/>
                </a:moveTo>
                <a:cubicBezTo>
                  <a:pt x="398" y="169"/>
                  <a:pt x="396" y="167"/>
                  <a:pt x="396" y="165"/>
                </a:cubicBezTo>
                <a:cubicBezTo>
                  <a:pt x="395" y="165"/>
                  <a:pt x="394" y="166"/>
                  <a:pt x="394" y="167"/>
                </a:cubicBezTo>
                <a:cubicBezTo>
                  <a:pt x="393" y="167"/>
                  <a:pt x="393" y="167"/>
                  <a:pt x="392" y="167"/>
                </a:cubicBezTo>
                <a:cubicBezTo>
                  <a:pt x="392" y="168"/>
                  <a:pt x="391" y="170"/>
                  <a:pt x="391" y="171"/>
                </a:cubicBezTo>
                <a:cubicBezTo>
                  <a:pt x="389" y="171"/>
                  <a:pt x="389" y="169"/>
                  <a:pt x="388" y="167"/>
                </a:cubicBezTo>
                <a:cubicBezTo>
                  <a:pt x="386" y="167"/>
                  <a:pt x="383" y="171"/>
                  <a:pt x="382" y="169"/>
                </a:cubicBezTo>
                <a:cubicBezTo>
                  <a:pt x="380" y="167"/>
                  <a:pt x="378" y="167"/>
                  <a:pt x="375" y="167"/>
                </a:cubicBezTo>
                <a:cubicBezTo>
                  <a:pt x="375" y="168"/>
                  <a:pt x="375" y="169"/>
                  <a:pt x="375" y="171"/>
                </a:cubicBezTo>
                <a:cubicBezTo>
                  <a:pt x="370" y="171"/>
                  <a:pt x="363" y="168"/>
                  <a:pt x="364" y="175"/>
                </a:cubicBezTo>
                <a:cubicBezTo>
                  <a:pt x="360" y="175"/>
                  <a:pt x="362" y="167"/>
                  <a:pt x="366" y="167"/>
                </a:cubicBezTo>
                <a:cubicBezTo>
                  <a:pt x="366" y="166"/>
                  <a:pt x="366" y="166"/>
                  <a:pt x="366" y="166"/>
                </a:cubicBezTo>
                <a:cubicBezTo>
                  <a:pt x="368" y="166"/>
                  <a:pt x="370" y="166"/>
                  <a:pt x="372" y="166"/>
                </a:cubicBezTo>
                <a:cubicBezTo>
                  <a:pt x="372" y="164"/>
                  <a:pt x="376" y="164"/>
                  <a:pt x="378" y="164"/>
                </a:cubicBezTo>
                <a:cubicBezTo>
                  <a:pt x="377" y="160"/>
                  <a:pt x="372" y="161"/>
                  <a:pt x="369" y="161"/>
                </a:cubicBezTo>
                <a:cubicBezTo>
                  <a:pt x="369" y="158"/>
                  <a:pt x="369" y="156"/>
                  <a:pt x="372" y="156"/>
                </a:cubicBezTo>
                <a:cubicBezTo>
                  <a:pt x="372" y="155"/>
                  <a:pt x="372" y="154"/>
                  <a:pt x="374" y="154"/>
                </a:cubicBezTo>
                <a:cubicBezTo>
                  <a:pt x="375" y="149"/>
                  <a:pt x="370" y="152"/>
                  <a:pt x="370" y="149"/>
                </a:cubicBezTo>
                <a:cubicBezTo>
                  <a:pt x="370" y="149"/>
                  <a:pt x="374" y="149"/>
                  <a:pt x="372" y="147"/>
                </a:cubicBezTo>
                <a:cubicBezTo>
                  <a:pt x="371" y="146"/>
                  <a:pt x="370" y="146"/>
                  <a:pt x="369" y="146"/>
                </a:cubicBezTo>
                <a:cubicBezTo>
                  <a:pt x="367" y="145"/>
                  <a:pt x="363" y="145"/>
                  <a:pt x="363" y="142"/>
                </a:cubicBezTo>
                <a:cubicBezTo>
                  <a:pt x="363" y="137"/>
                  <a:pt x="356" y="129"/>
                  <a:pt x="361" y="124"/>
                </a:cubicBezTo>
                <a:cubicBezTo>
                  <a:pt x="363" y="122"/>
                  <a:pt x="364" y="122"/>
                  <a:pt x="362" y="120"/>
                </a:cubicBezTo>
                <a:cubicBezTo>
                  <a:pt x="360" y="121"/>
                  <a:pt x="359" y="123"/>
                  <a:pt x="357" y="124"/>
                </a:cubicBezTo>
                <a:cubicBezTo>
                  <a:pt x="355" y="126"/>
                  <a:pt x="350" y="126"/>
                  <a:pt x="347" y="125"/>
                </a:cubicBezTo>
                <a:cubicBezTo>
                  <a:pt x="348" y="126"/>
                  <a:pt x="348" y="127"/>
                  <a:pt x="348" y="128"/>
                </a:cubicBezTo>
                <a:cubicBezTo>
                  <a:pt x="345" y="128"/>
                  <a:pt x="343" y="128"/>
                  <a:pt x="343" y="131"/>
                </a:cubicBezTo>
                <a:cubicBezTo>
                  <a:pt x="338" y="133"/>
                  <a:pt x="340" y="124"/>
                  <a:pt x="341" y="122"/>
                </a:cubicBezTo>
                <a:cubicBezTo>
                  <a:pt x="341" y="119"/>
                  <a:pt x="340" y="111"/>
                  <a:pt x="344" y="110"/>
                </a:cubicBezTo>
                <a:cubicBezTo>
                  <a:pt x="344" y="109"/>
                  <a:pt x="344" y="109"/>
                  <a:pt x="344" y="109"/>
                </a:cubicBezTo>
                <a:cubicBezTo>
                  <a:pt x="341" y="108"/>
                  <a:pt x="339" y="103"/>
                  <a:pt x="337" y="105"/>
                </a:cubicBezTo>
                <a:cubicBezTo>
                  <a:pt x="337" y="106"/>
                  <a:pt x="336" y="107"/>
                  <a:pt x="336" y="109"/>
                </a:cubicBezTo>
                <a:cubicBezTo>
                  <a:pt x="335" y="109"/>
                  <a:pt x="332" y="108"/>
                  <a:pt x="331" y="109"/>
                </a:cubicBezTo>
                <a:cubicBezTo>
                  <a:pt x="330" y="110"/>
                  <a:pt x="331" y="112"/>
                  <a:pt x="330" y="113"/>
                </a:cubicBezTo>
                <a:cubicBezTo>
                  <a:pt x="323" y="114"/>
                  <a:pt x="322" y="103"/>
                  <a:pt x="313" y="105"/>
                </a:cubicBezTo>
                <a:cubicBezTo>
                  <a:pt x="313" y="106"/>
                  <a:pt x="314" y="107"/>
                  <a:pt x="316" y="107"/>
                </a:cubicBezTo>
                <a:cubicBezTo>
                  <a:pt x="316" y="107"/>
                  <a:pt x="315" y="107"/>
                  <a:pt x="315" y="107"/>
                </a:cubicBezTo>
                <a:cubicBezTo>
                  <a:pt x="314" y="109"/>
                  <a:pt x="315" y="111"/>
                  <a:pt x="316" y="113"/>
                </a:cubicBezTo>
                <a:cubicBezTo>
                  <a:pt x="314" y="113"/>
                  <a:pt x="309" y="111"/>
                  <a:pt x="308" y="114"/>
                </a:cubicBezTo>
                <a:cubicBezTo>
                  <a:pt x="308" y="116"/>
                  <a:pt x="309" y="119"/>
                  <a:pt x="309" y="121"/>
                </a:cubicBezTo>
                <a:cubicBezTo>
                  <a:pt x="308" y="121"/>
                  <a:pt x="307" y="120"/>
                  <a:pt x="305" y="120"/>
                </a:cubicBezTo>
                <a:cubicBezTo>
                  <a:pt x="305" y="120"/>
                  <a:pt x="304" y="121"/>
                  <a:pt x="303" y="121"/>
                </a:cubicBezTo>
                <a:cubicBezTo>
                  <a:pt x="293" y="119"/>
                  <a:pt x="304" y="107"/>
                  <a:pt x="302" y="103"/>
                </a:cubicBezTo>
                <a:cubicBezTo>
                  <a:pt x="301" y="99"/>
                  <a:pt x="298" y="96"/>
                  <a:pt x="295" y="94"/>
                </a:cubicBezTo>
                <a:cubicBezTo>
                  <a:pt x="292" y="93"/>
                  <a:pt x="291" y="91"/>
                  <a:pt x="291" y="88"/>
                </a:cubicBezTo>
                <a:cubicBezTo>
                  <a:pt x="289" y="88"/>
                  <a:pt x="285" y="89"/>
                  <a:pt x="284" y="86"/>
                </a:cubicBezTo>
                <a:cubicBezTo>
                  <a:pt x="284" y="84"/>
                  <a:pt x="283" y="82"/>
                  <a:pt x="282" y="80"/>
                </a:cubicBezTo>
                <a:cubicBezTo>
                  <a:pt x="279" y="74"/>
                  <a:pt x="280" y="67"/>
                  <a:pt x="281" y="61"/>
                </a:cubicBezTo>
                <a:cubicBezTo>
                  <a:pt x="281" y="62"/>
                  <a:pt x="278" y="60"/>
                  <a:pt x="278" y="60"/>
                </a:cubicBezTo>
                <a:cubicBezTo>
                  <a:pt x="277" y="59"/>
                  <a:pt x="278" y="57"/>
                  <a:pt x="278" y="56"/>
                </a:cubicBezTo>
                <a:cubicBezTo>
                  <a:pt x="278" y="53"/>
                  <a:pt x="278" y="50"/>
                  <a:pt x="274" y="50"/>
                </a:cubicBezTo>
                <a:cubicBezTo>
                  <a:pt x="274" y="49"/>
                  <a:pt x="274" y="49"/>
                  <a:pt x="274" y="48"/>
                </a:cubicBezTo>
                <a:cubicBezTo>
                  <a:pt x="271" y="48"/>
                  <a:pt x="262" y="53"/>
                  <a:pt x="261" y="47"/>
                </a:cubicBezTo>
                <a:cubicBezTo>
                  <a:pt x="260" y="48"/>
                  <a:pt x="260" y="47"/>
                  <a:pt x="259" y="47"/>
                </a:cubicBezTo>
                <a:cubicBezTo>
                  <a:pt x="259" y="46"/>
                  <a:pt x="259" y="45"/>
                  <a:pt x="259" y="44"/>
                </a:cubicBezTo>
                <a:cubicBezTo>
                  <a:pt x="256" y="43"/>
                  <a:pt x="251" y="39"/>
                  <a:pt x="250" y="44"/>
                </a:cubicBezTo>
                <a:cubicBezTo>
                  <a:pt x="247" y="43"/>
                  <a:pt x="245" y="42"/>
                  <a:pt x="242" y="43"/>
                </a:cubicBezTo>
                <a:cubicBezTo>
                  <a:pt x="242" y="42"/>
                  <a:pt x="241" y="42"/>
                  <a:pt x="241" y="41"/>
                </a:cubicBezTo>
                <a:cubicBezTo>
                  <a:pt x="240" y="41"/>
                  <a:pt x="238" y="40"/>
                  <a:pt x="238" y="38"/>
                </a:cubicBezTo>
                <a:cubicBezTo>
                  <a:pt x="239" y="38"/>
                  <a:pt x="241" y="38"/>
                  <a:pt x="242" y="38"/>
                </a:cubicBezTo>
                <a:cubicBezTo>
                  <a:pt x="242" y="36"/>
                  <a:pt x="241" y="33"/>
                  <a:pt x="242" y="31"/>
                </a:cubicBezTo>
                <a:cubicBezTo>
                  <a:pt x="244" y="29"/>
                  <a:pt x="244" y="27"/>
                  <a:pt x="243" y="25"/>
                </a:cubicBezTo>
                <a:cubicBezTo>
                  <a:pt x="242" y="25"/>
                  <a:pt x="241" y="25"/>
                  <a:pt x="240" y="24"/>
                </a:cubicBezTo>
                <a:cubicBezTo>
                  <a:pt x="239" y="22"/>
                  <a:pt x="239" y="18"/>
                  <a:pt x="242" y="18"/>
                </a:cubicBezTo>
                <a:cubicBezTo>
                  <a:pt x="243" y="18"/>
                  <a:pt x="243" y="16"/>
                  <a:pt x="242" y="15"/>
                </a:cubicBezTo>
                <a:cubicBezTo>
                  <a:pt x="242" y="15"/>
                  <a:pt x="240" y="15"/>
                  <a:pt x="239" y="15"/>
                </a:cubicBezTo>
                <a:cubicBezTo>
                  <a:pt x="238" y="14"/>
                  <a:pt x="238" y="12"/>
                  <a:pt x="238" y="11"/>
                </a:cubicBezTo>
                <a:cubicBezTo>
                  <a:pt x="237" y="10"/>
                  <a:pt x="237" y="10"/>
                  <a:pt x="237" y="10"/>
                </a:cubicBezTo>
                <a:cubicBezTo>
                  <a:pt x="235" y="9"/>
                  <a:pt x="232" y="10"/>
                  <a:pt x="229" y="9"/>
                </a:cubicBezTo>
                <a:cubicBezTo>
                  <a:pt x="226" y="8"/>
                  <a:pt x="224" y="7"/>
                  <a:pt x="221" y="7"/>
                </a:cubicBezTo>
                <a:cubicBezTo>
                  <a:pt x="219" y="7"/>
                  <a:pt x="215" y="8"/>
                  <a:pt x="216" y="6"/>
                </a:cubicBezTo>
                <a:cubicBezTo>
                  <a:pt x="216" y="2"/>
                  <a:pt x="215" y="1"/>
                  <a:pt x="213" y="0"/>
                </a:cubicBezTo>
                <a:cubicBezTo>
                  <a:pt x="212" y="1"/>
                  <a:pt x="211" y="1"/>
                  <a:pt x="210" y="2"/>
                </a:cubicBezTo>
                <a:cubicBezTo>
                  <a:pt x="209" y="5"/>
                  <a:pt x="209" y="7"/>
                  <a:pt x="206" y="7"/>
                </a:cubicBezTo>
                <a:cubicBezTo>
                  <a:pt x="203" y="7"/>
                  <a:pt x="201" y="6"/>
                  <a:pt x="199" y="6"/>
                </a:cubicBezTo>
                <a:cubicBezTo>
                  <a:pt x="195" y="6"/>
                  <a:pt x="193" y="7"/>
                  <a:pt x="190" y="8"/>
                </a:cubicBezTo>
                <a:cubicBezTo>
                  <a:pt x="189" y="14"/>
                  <a:pt x="188" y="18"/>
                  <a:pt x="186" y="23"/>
                </a:cubicBezTo>
                <a:cubicBezTo>
                  <a:pt x="185" y="25"/>
                  <a:pt x="184" y="28"/>
                  <a:pt x="183" y="31"/>
                </a:cubicBezTo>
                <a:cubicBezTo>
                  <a:pt x="182" y="33"/>
                  <a:pt x="181" y="36"/>
                  <a:pt x="179" y="37"/>
                </a:cubicBezTo>
                <a:cubicBezTo>
                  <a:pt x="173" y="42"/>
                  <a:pt x="172" y="48"/>
                  <a:pt x="166" y="52"/>
                </a:cubicBezTo>
                <a:cubicBezTo>
                  <a:pt x="161" y="56"/>
                  <a:pt x="156" y="56"/>
                  <a:pt x="151" y="60"/>
                </a:cubicBezTo>
                <a:cubicBezTo>
                  <a:pt x="149" y="62"/>
                  <a:pt x="147" y="61"/>
                  <a:pt x="144" y="62"/>
                </a:cubicBezTo>
                <a:cubicBezTo>
                  <a:pt x="139" y="63"/>
                  <a:pt x="136" y="68"/>
                  <a:pt x="134" y="72"/>
                </a:cubicBezTo>
                <a:cubicBezTo>
                  <a:pt x="131" y="73"/>
                  <a:pt x="133" y="77"/>
                  <a:pt x="132" y="80"/>
                </a:cubicBezTo>
                <a:cubicBezTo>
                  <a:pt x="131" y="82"/>
                  <a:pt x="130" y="82"/>
                  <a:pt x="128" y="83"/>
                </a:cubicBezTo>
                <a:cubicBezTo>
                  <a:pt x="125" y="84"/>
                  <a:pt x="123" y="85"/>
                  <a:pt x="122" y="87"/>
                </a:cubicBezTo>
                <a:cubicBezTo>
                  <a:pt x="119" y="91"/>
                  <a:pt x="119" y="96"/>
                  <a:pt x="115" y="99"/>
                </a:cubicBezTo>
                <a:cubicBezTo>
                  <a:pt x="109" y="104"/>
                  <a:pt x="101" y="102"/>
                  <a:pt x="94" y="101"/>
                </a:cubicBezTo>
                <a:cubicBezTo>
                  <a:pt x="89" y="101"/>
                  <a:pt x="85" y="102"/>
                  <a:pt x="82" y="103"/>
                </a:cubicBezTo>
                <a:cubicBezTo>
                  <a:pt x="77" y="105"/>
                  <a:pt x="73" y="109"/>
                  <a:pt x="68" y="107"/>
                </a:cubicBezTo>
                <a:cubicBezTo>
                  <a:pt x="65" y="107"/>
                  <a:pt x="60" y="102"/>
                  <a:pt x="60" y="99"/>
                </a:cubicBezTo>
                <a:cubicBezTo>
                  <a:pt x="59" y="96"/>
                  <a:pt x="61" y="94"/>
                  <a:pt x="58" y="92"/>
                </a:cubicBezTo>
                <a:cubicBezTo>
                  <a:pt x="52" y="87"/>
                  <a:pt x="43" y="91"/>
                  <a:pt x="39" y="96"/>
                </a:cubicBezTo>
                <a:cubicBezTo>
                  <a:pt x="38" y="97"/>
                  <a:pt x="38" y="98"/>
                  <a:pt x="37" y="100"/>
                </a:cubicBezTo>
                <a:cubicBezTo>
                  <a:pt x="35" y="102"/>
                  <a:pt x="33" y="104"/>
                  <a:pt x="30" y="107"/>
                </a:cubicBezTo>
                <a:cubicBezTo>
                  <a:pt x="28" y="110"/>
                  <a:pt x="25" y="114"/>
                  <a:pt x="22" y="116"/>
                </a:cubicBezTo>
                <a:cubicBezTo>
                  <a:pt x="19" y="118"/>
                  <a:pt x="15" y="120"/>
                  <a:pt x="11" y="122"/>
                </a:cubicBezTo>
                <a:cubicBezTo>
                  <a:pt x="6" y="125"/>
                  <a:pt x="7" y="127"/>
                  <a:pt x="5" y="133"/>
                </a:cubicBezTo>
                <a:cubicBezTo>
                  <a:pt x="5" y="135"/>
                  <a:pt x="3" y="136"/>
                  <a:pt x="3" y="139"/>
                </a:cubicBezTo>
                <a:cubicBezTo>
                  <a:pt x="0" y="148"/>
                  <a:pt x="7" y="148"/>
                  <a:pt x="12" y="152"/>
                </a:cubicBezTo>
                <a:cubicBezTo>
                  <a:pt x="13" y="153"/>
                  <a:pt x="14" y="154"/>
                  <a:pt x="15" y="155"/>
                </a:cubicBezTo>
                <a:cubicBezTo>
                  <a:pt x="16" y="156"/>
                  <a:pt x="16" y="157"/>
                  <a:pt x="18" y="157"/>
                </a:cubicBezTo>
                <a:cubicBezTo>
                  <a:pt x="19" y="157"/>
                  <a:pt x="19" y="156"/>
                  <a:pt x="19" y="156"/>
                </a:cubicBezTo>
                <a:cubicBezTo>
                  <a:pt x="22" y="155"/>
                  <a:pt x="27" y="156"/>
                  <a:pt x="29" y="158"/>
                </a:cubicBezTo>
                <a:cubicBezTo>
                  <a:pt x="33" y="160"/>
                  <a:pt x="31" y="164"/>
                  <a:pt x="31" y="168"/>
                </a:cubicBezTo>
                <a:cubicBezTo>
                  <a:pt x="31" y="170"/>
                  <a:pt x="31" y="172"/>
                  <a:pt x="30" y="173"/>
                </a:cubicBezTo>
                <a:cubicBezTo>
                  <a:pt x="29" y="175"/>
                  <a:pt x="28" y="175"/>
                  <a:pt x="27" y="177"/>
                </a:cubicBezTo>
                <a:cubicBezTo>
                  <a:pt x="25" y="179"/>
                  <a:pt x="25" y="184"/>
                  <a:pt x="25" y="187"/>
                </a:cubicBezTo>
                <a:cubicBezTo>
                  <a:pt x="26" y="188"/>
                  <a:pt x="28" y="189"/>
                  <a:pt x="28" y="190"/>
                </a:cubicBezTo>
                <a:cubicBezTo>
                  <a:pt x="29" y="191"/>
                  <a:pt x="28" y="193"/>
                  <a:pt x="28" y="195"/>
                </a:cubicBezTo>
                <a:cubicBezTo>
                  <a:pt x="32" y="195"/>
                  <a:pt x="30" y="197"/>
                  <a:pt x="31" y="198"/>
                </a:cubicBezTo>
                <a:cubicBezTo>
                  <a:pt x="32" y="199"/>
                  <a:pt x="34" y="199"/>
                  <a:pt x="35" y="200"/>
                </a:cubicBezTo>
                <a:cubicBezTo>
                  <a:pt x="38" y="201"/>
                  <a:pt x="41" y="201"/>
                  <a:pt x="45" y="201"/>
                </a:cubicBezTo>
                <a:cubicBezTo>
                  <a:pt x="51" y="201"/>
                  <a:pt x="50" y="202"/>
                  <a:pt x="50" y="208"/>
                </a:cubicBezTo>
                <a:cubicBezTo>
                  <a:pt x="50" y="211"/>
                  <a:pt x="50" y="214"/>
                  <a:pt x="51" y="217"/>
                </a:cubicBezTo>
                <a:cubicBezTo>
                  <a:pt x="52" y="220"/>
                  <a:pt x="54" y="223"/>
                  <a:pt x="55" y="226"/>
                </a:cubicBezTo>
                <a:cubicBezTo>
                  <a:pt x="57" y="229"/>
                  <a:pt x="59" y="231"/>
                  <a:pt x="60" y="234"/>
                </a:cubicBezTo>
                <a:cubicBezTo>
                  <a:pt x="60" y="238"/>
                  <a:pt x="62" y="239"/>
                  <a:pt x="64" y="243"/>
                </a:cubicBezTo>
                <a:cubicBezTo>
                  <a:pt x="66" y="245"/>
                  <a:pt x="70" y="250"/>
                  <a:pt x="70" y="253"/>
                </a:cubicBezTo>
                <a:cubicBezTo>
                  <a:pt x="73" y="252"/>
                  <a:pt x="77" y="251"/>
                  <a:pt x="78" y="252"/>
                </a:cubicBezTo>
                <a:cubicBezTo>
                  <a:pt x="79" y="253"/>
                  <a:pt x="78" y="255"/>
                  <a:pt x="79" y="256"/>
                </a:cubicBezTo>
                <a:cubicBezTo>
                  <a:pt x="79" y="258"/>
                  <a:pt x="81" y="258"/>
                  <a:pt x="83" y="258"/>
                </a:cubicBezTo>
                <a:cubicBezTo>
                  <a:pt x="83" y="257"/>
                  <a:pt x="83" y="256"/>
                  <a:pt x="83" y="255"/>
                </a:cubicBezTo>
                <a:cubicBezTo>
                  <a:pt x="86" y="255"/>
                  <a:pt x="89" y="254"/>
                  <a:pt x="92" y="255"/>
                </a:cubicBezTo>
                <a:cubicBezTo>
                  <a:pt x="94" y="256"/>
                  <a:pt x="96" y="257"/>
                  <a:pt x="98" y="257"/>
                </a:cubicBezTo>
                <a:cubicBezTo>
                  <a:pt x="100" y="256"/>
                  <a:pt x="103" y="256"/>
                  <a:pt x="103" y="259"/>
                </a:cubicBezTo>
                <a:cubicBezTo>
                  <a:pt x="104" y="260"/>
                  <a:pt x="105" y="262"/>
                  <a:pt x="107" y="262"/>
                </a:cubicBezTo>
                <a:cubicBezTo>
                  <a:pt x="107" y="260"/>
                  <a:pt x="108" y="258"/>
                  <a:pt x="109" y="258"/>
                </a:cubicBezTo>
                <a:cubicBezTo>
                  <a:pt x="109" y="259"/>
                  <a:pt x="110" y="260"/>
                  <a:pt x="111" y="260"/>
                </a:cubicBezTo>
                <a:cubicBezTo>
                  <a:pt x="112" y="258"/>
                  <a:pt x="116" y="256"/>
                  <a:pt x="118" y="256"/>
                </a:cubicBezTo>
                <a:cubicBezTo>
                  <a:pt x="118" y="258"/>
                  <a:pt x="118" y="260"/>
                  <a:pt x="120" y="261"/>
                </a:cubicBezTo>
                <a:cubicBezTo>
                  <a:pt x="122" y="262"/>
                  <a:pt x="126" y="260"/>
                  <a:pt x="127" y="262"/>
                </a:cubicBezTo>
                <a:cubicBezTo>
                  <a:pt x="128" y="264"/>
                  <a:pt x="128" y="265"/>
                  <a:pt x="130" y="267"/>
                </a:cubicBezTo>
                <a:cubicBezTo>
                  <a:pt x="132" y="268"/>
                  <a:pt x="132" y="269"/>
                  <a:pt x="132" y="272"/>
                </a:cubicBezTo>
                <a:cubicBezTo>
                  <a:pt x="134" y="271"/>
                  <a:pt x="135" y="270"/>
                  <a:pt x="136" y="268"/>
                </a:cubicBezTo>
                <a:cubicBezTo>
                  <a:pt x="138" y="267"/>
                  <a:pt x="140" y="272"/>
                  <a:pt x="143" y="272"/>
                </a:cubicBezTo>
                <a:cubicBezTo>
                  <a:pt x="143" y="274"/>
                  <a:pt x="143" y="275"/>
                  <a:pt x="143" y="277"/>
                </a:cubicBezTo>
                <a:cubicBezTo>
                  <a:pt x="146" y="277"/>
                  <a:pt x="152" y="275"/>
                  <a:pt x="153" y="279"/>
                </a:cubicBezTo>
                <a:cubicBezTo>
                  <a:pt x="156" y="280"/>
                  <a:pt x="156" y="275"/>
                  <a:pt x="157" y="273"/>
                </a:cubicBezTo>
                <a:cubicBezTo>
                  <a:pt x="158" y="271"/>
                  <a:pt x="161" y="272"/>
                  <a:pt x="163" y="273"/>
                </a:cubicBezTo>
                <a:cubicBezTo>
                  <a:pt x="163" y="275"/>
                  <a:pt x="162" y="277"/>
                  <a:pt x="163" y="278"/>
                </a:cubicBezTo>
                <a:cubicBezTo>
                  <a:pt x="164" y="279"/>
                  <a:pt x="166" y="278"/>
                  <a:pt x="167" y="279"/>
                </a:cubicBezTo>
                <a:cubicBezTo>
                  <a:pt x="164" y="281"/>
                  <a:pt x="161" y="281"/>
                  <a:pt x="160" y="285"/>
                </a:cubicBezTo>
                <a:cubicBezTo>
                  <a:pt x="160" y="288"/>
                  <a:pt x="162" y="292"/>
                  <a:pt x="165" y="291"/>
                </a:cubicBezTo>
                <a:cubicBezTo>
                  <a:pt x="164" y="295"/>
                  <a:pt x="166" y="297"/>
                  <a:pt x="169" y="294"/>
                </a:cubicBezTo>
                <a:cubicBezTo>
                  <a:pt x="172" y="290"/>
                  <a:pt x="176" y="295"/>
                  <a:pt x="175" y="299"/>
                </a:cubicBezTo>
                <a:cubicBezTo>
                  <a:pt x="174" y="301"/>
                  <a:pt x="167" y="305"/>
                  <a:pt x="169" y="308"/>
                </a:cubicBezTo>
                <a:cubicBezTo>
                  <a:pt x="170" y="310"/>
                  <a:pt x="172" y="309"/>
                  <a:pt x="173" y="310"/>
                </a:cubicBezTo>
                <a:cubicBezTo>
                  <a:pt x="175" y="312"/>
                  <a:pt x="173" y="315"/>
                  <a:pt x="175" y="317"/>
                </a:cubicBezTo>
                <a:cubicBezTo>
                  <a:pt x="184" y="312"/>
                  <a:pt x="177" y="322"/>
                  <a:pt x="181" y="325"/>
                </a:cubicBezTo>
                <a:cubicBezTo>
                  <a:pt x="182" y="327"/>
                  <a:pt x="186" y="326"/>
                  <a:pt x="188" y="326"/>
                </a:cubicBezTo>
                <a:cubicBezTo>
                  <a:pt x="190" y="327"/>
                  <a:pt x="190" y="331"/>
                  <a:pt x="193" y="330"/>
                </a:cubicBezTo>
                <a:cubicBezTo>
                  <a:pt x="193" y="331"/>
                  <a:pt x="193" y="331"/>
                  <a:pt x="193" y="331"/>
                </a:cubicBezTo>
                <a:cubicBezTo>
                  <a:pt x="195" y="331"/>
                  <a:pt x="198" y="330"/>
                  <a:pt x="200" y="332"/>
                </a:cubicBezTo>
                <a:cubicBezTo>
                  <a:pt x="202" y="334"/>
                  <a:pt x="201" y="335"/>
                  <a:pt x="200" y="338"/>
                </a:cubicBezTo>
                <a:cubicBezTo>
                  <a:pt x="200" y="341"/>
                  <a:pt x="205" y="339"/>
                  <a:pt x="206" y="339"/>
                </a:cubicBezTo>
                <a:cubicBezTo>
                  <a:pt x="208" y="339"/>
                  <a:pt x="208" y="342"/>
                  <a:pt x="208" y="344"/>
                </a:cubicBezTo>
                <a:cubicBezTo>
                  <a:pt x="209" y="344"/>
                  <a:pt x="209" y="344"/>
                  <a:pt x="209" y="344"/>
                </a:cubicBezTo>
                <a:cubicBezTo>
                  <a:pt x="210" y="344"/>
                  <a:pt x="210" y="344"/>
                  <a:pt x="210" y="343"/>
                </a:cubicBezTo>
                <a:cubicBezTo>
                  <a:pt x="210" y="342"/>
                  <a:pt x="214" y="343"/>
                  <a:pt x="215" y="344"/>
                </a:cubicBezTo>
                <a:cubicBezTo>
                  <a:pt x="217" y="340"/>
                  <a:pt x="224" y="342"/>
                  <a:pt x="227" y="338"/>
                </a:cubicBezTo>
                <a:cubicBezTo>
                  <a:pt x="229" y="335"/>
                  <a:pt x="221" y="333"/>
                  <a:pt x="219" y="332"/>
                </a:cubicBezTo>
                <a:cubicBezTo>
                  <a:pt x="222" y="330"/>
                  <a:pt x="220" y="329"/>
                  <a:pt x="221" y="327"/>
                </a:cubicBezTo>
                <a:cubicBezTo>
                  <a:pt x="225" y="325"/>
                  <a:pt x="230" y="324"/>
                  <a:pt x="235" y="322"/>
                </a:cubicBezTo>
                <a:cubicBezTo>
                  <a:pt x="238" y="320"/>
                  <a:pt x="239" y="316"/>
                  <a:pt x="239" y="313"/>
                </a:cubicBezTo>
                <a:cubicBezTo>
                  <a:pt x="239" y="311"/>
                  <a:pt x="238" y="309"/>
                  <a:pt x="238" y="307"/>
                </a:cubicBezTo>
                <a:cubicBezTo>
                  <a:pt x="239" y="304"/>
                  <a:pt x="240" y="303"/>
                  <a:pt x="242" y="301"/>
                </a:cubicBezTo>
                <a:cubicBezTo>
                  <a:pt x="243" y="299"/>
                  <a:pt x="242" y="298"/>
                  <a:pt x="241" y="296"/>
                </a:cubicBezTo>
                <a:cubicBezTo>
                  <a:pt x="240" y="294"/>
                  <a:pt x="240" y="291"/>
                  <a:pt x="240" y="289"/>
                </a:cubicBezTo>
                <a:cubicBezTo>
                  <a:pt x="237" y="288"/>
                  <a:pt x="235" y="288"/>
                  <a:pt x="232" y="288"/>
                </a:cubicBezTo>
                <a:cubicBezTo>
                  <a:pt x="233" y="287"/>
                  <a:pt x="235" y="286"/>
                  <a:pt x="235" y="284"/>
                </a:cubicBezTo>
                <a:cubicBezTo>
                  <a:pt x="236" y="283"/>
                  <a:pt x="234" y="280"/>
                  <a:pt x="237" y="279"/>
                </a:cubicBezTo>
                <a:cubicBezTo>
                  <a:pt x="236" y="278"/>
                  <a:pt x="234" y="277"/>
                  <a:pt x="232" y="277"/>
                </a:cubicBezTo>
                <a:cubicBezTo>
                  <a:pt x="232" y="275"/>
                  <a:pt x="231" y="273"/>
                  <a:pt x="232" y="272"/>
                </a:cubicBezTo>
                <a:cubicBezTo>
                  <a:pt x="233" y="270"/>
                  <a:pt x="236" y="270"/>
                  <a:pt x="236" y="269"/>
                </a:cubicBezTo>
                <a:cubicBezTo>
                  <a:pt x="236" y="266"/>
                  <a:pt x="232" y="262"/>
                  <a:pt x="238" y="263"/>
                </a:cubicBezTo>
                <a:cubicBezTo>
                  <a:pt x="237" y="265"/>
                  <a:pt x="239" y="264"/>
                  <a:pt x="240" y="265"/>
                </a:cubicBezTo>
                <a:cubicBezTo>
                  <a:pt x="241" y="266"/>
                  <a:pt x="242" y="268"/>
                  <a:pt x="244" y="267"/>
                </a:cubicBezTo>
                <a:cubicBezTo>
                  <a:pt x="244" y="262"/>
                  <a:pt x="235" y="258"/>
                  <a:pt x="238" y="253"/>
                </a:cubicBezTo>
                <a:cubicBezTo>
                  <a:pt x="241" y="253"/>
                  <a:pt x="241" y="256"/>
                  <a:pt x="242" y="257"/>
                </a:cubicBezTo>
                <a:cubicBezTo>
                  <a:pt x="243" y="259"/>
                  <a:pt x="247" y="259"/>
                  <a:pt x="248" y="258"/>
                </a:cubicBezTo>
                <a:cubicBezTo>
                  <a:pt x="251" y="257"/>
                  <a:pt x="250" y="254"/>
                  <a:pt x="251" y="252"/>
                </a:cubicBezTo>
                <a:cubicBezTo>
                  <a:pt x="253" y="249"/>
                  <a:pt x="258" y="250"/>
                  <a:pt x="261" y="250"/>
                </a:cubicBezTo>
                <a:cubicBezTo>
                  <a:pt x="261" y="253"/>
                  <a:pt x="261" y="255"/>
                  <a:pt x="260" y="257"/>
                </a:cubicBezTo>
                <a:cubicBezTo>
                  <a:pt x="257" y="256"/>
                  <a:pt x="258" y="260"/>
                  <a:pt x="258" y="262"/>
                </a:cubicBezTo>
                <a:cubicBezTo>
                  <a:pt x="254" y="262"/>
                  <a:pt x="253" y="266"/>
                  <a:pt x="257" y="267"/>
                </a:cubicBezTo>
                <a:cubicBezTo>
                  <a:pt x="261" y="268"/>
                  <a:pt x="266" y="268"/>
                  <a:pt x="270" y="268"/>
                </a:cubicBezTo>
                <a:cubicBezTo>
                  <a:pt x="269" y="273"/>
                  <a:pt x="273" y="270"/>
                  <a:pt x="275" y="268"/>
                </a:cubicBezTo>
                <a:cubicBezTo>
                  <a:pt x="278" y="267"/>
                  <a:pt x="279" y="266"/>
                  <a:pt x="282" y="267"/>
                </a:cubicBezTo>
                <a:cubicBezTo>
                  <a:pt x="283" y="269"/>
                  <a:pt x="282" y="272"/>
                  <a:pt x="282" y="275"/>
                </a:cubicBezTo>
                <a:cubicBezTo>
                  <a:pt x="284" y="275"/>
                  <a:pt x="285" y="275"/>
                  <a:pt x="287" y="275"/>
                </a:cubicBezTo>
                <a:cubicBezTo>
                  <a:pt x="287" y="278"/>
                  <a:pt x="286" y="286"/>
                  <a:pt x="282" y="281"/>
                </a:cubicBezTo>
                <a:cubicBezTo>
                  <a:pt x="279" y="281"/>
                  <a:pt x="278" y="284"/>
                  <a:pt x="279" y="286"/>
                </a:cubicBezTo>
                <a:cubicBezTo>
                  <a:pt x="279" y="288"/>
                  <a:pt x="281" y="287"/>
                  <a:pt x="281" y="290"/>
                </a:cubicBezTo>
                <a:cubicBezTo>
                  <a:pt x="281" y="292"/>
                  <a:pt x="280" y="293"/>
                  <a:pt x="280" y="295"/>
                </a:cubicBezTo>
                <a:cubicBezTo>
                  <a:pt x="281" y="298"/>
                  <a:pt x="284" y="297"/>
                  <a:pt x="284" y="299"/>
                </a:cubicBezTo>
                <a:cubicBezTo>
                  <a:pt x="281" y="300"/>
                  <a:pt x="280" y="302"/>
                  <a:pt x="276" y="302"/>
                </a:cubicBezTo>
                <a:cubicBezTo>
                  <a:pt x="274" y="303"/>
                  <a:pt x="272" y="302"/>
                  <a:pt x="270" y="301"/>
                </a:cubicBezTo>
                <a:cubicBezTo>
                  <a:pt x="266" y="299"/>
                  <a:pt x="266" y="307"/>
                  <a:pt x="267" y="309"/>
                </a:cubicBezTo>
                <a:cubicBezTo>
                  <a:pt x="272" y="309"/>
                  <a:pt x="271" y="312"/>
                  <a:pt x="275" y="314"/>
                </a:cubicBezTo>
                <a:cubicBezTo>
                  <a:pt x="275" y="312"/>
                  <a:pt x="275" y="310"/>
                  <a:pt x="276" y="309"/>
                </a:cubicBezTo>
                <a:cubicBezTo>
                  <a:pt x="278" y="308"/>
                  <a:pt x="282" y="309"/>
                  <a:pt x="285" y="309"/>
                </a:cubicBezTo>
                <a:cubicBezTo>
                  <a:pt x="285" y="308"/>
                  <a:pt x="286" y="307"/>
                  <a:pt x="288" y="308"/>
                </a:cubicBezTo>
                <a:cubicBezTo>
                  <a:pt x="288" y="305"/>
                  <a:pt x="287" y="304"/>
                  <a:pt x="287" y="302"/>
                </a:cubicBezTo>
                <a:cubicBezTo>
                  <a:pt x="289" y="302"/>
                  <a:pt x="291" y="302"/>
                  <a:pt x="292" y="300"/>
                </a:cubicBezTo>
                <a:cubicBezTo>
                  <a:pt x="294" y="298"/>
                  <a:pt x="296" y="295"/>
                  <a:pt x="296" y="292"/>
                </a:cubicBezTo>
                <a:cubicBezTo>
                  <a:pt x="299" y="291"/>
                  <a:pt x="302" y="293"/>
                  <a:pt x="306" y="294"/>
                </a:cubicBezTo>
                <a:cubicBezTo>
                  <a:pt x="309" y="294"/>
                  <a:pt x="312" y="294"/>
                  <a:pt x="315" y="296"/>
                </a:cubicBezTo>
                <a:cubicBezTo>
                  <a:pt x="315" y="295"/>
                  <a:pt x="316" y="294"/>
                  <a:pt x="316" y="293"/>
                </a:cubicBezTo>
                <a:cubicBezTo>
                  <a:pt x="317" y="293"/>
                  <a:pt x="318" y="293"/>
                  <a:pt x="320" y="293"/>
                </a:cubicBezTo>
                <a:cubicBezTo>
                  <a:pt x="320" y="292"/>
                  <a:pt x="320" y="292"/>
                  <a:pt x="320" y="292"/>
                </a:cubicBezTo>
                <a:cubicBezTo>
                  <a:pt x="320" y="293"/>
                  <a:pt x="320" y="295"/>
                  <a:pt x="320" y="296"/>
                </a:cubicBezTo>
                <a:cubicBezTo>
                  <a:pt x="322" y="296"/>
                  <a:pt x="323" y="298"/>
                  <a:pt x="325" y="297"/>
                </a:cubicBezTo>
                <a:cubicBezTo>
                  <a:pt x="325" y="299"/>
                  <a:pt x="326" y="301"/>
                  <a:pt x="328" y="301"/>
                </a:cubicBezTo>
                <a:cubicBezTo>
                  <a:pt x="328" y="298"/>
                  <a:pt x="333" y="298"/>
                  <a:pt x="333" y="296"/>
                </a:cubicBezTo>
                <a:cubicBezTo>
                  <a:pt x="329" y="295"/>
                  <a:pt x="331" y="283"/>
                  <a:pt x="330" y="280"/>
                </a:cubicBezTo>
                <a:cubicBezTo>
                  <a:pt x="333" y="279"/>
                  <a:pt x="334" y="282"/>
                  <a:pt x="336" y="283"/>
                </a:cubicBezTo>
                <a:cubicBezTo>
                  <a:pt x="340" y="284"/>
                  <a:pt x="341" y="279"/>
                  <a:pt x="341" y="277"/>
                </a:cubicBezTo>
                <a:cubicBezTo>
                  <a:pt x="341" y="273"/>
                  <a:pt x="340" y="272"/>
                  <a:pt x="337" y="271"/>
                </a:cubicBezTo>
                <a:cubicBezTo>
                  <a:pt x="333" y="270"/>
                  <a:pt x="331" y="269"/>
                  <a:pt x="330" y="266"/>
                </a:cubicBezTo>
                <a:cubicBezTo>
                  <a:pt x="332" y="266"/>
                  <a:pt x="336" y="266"/>
                  <a:pt x="335" y="263"/>
                </a:cubicBezTo>
                <a:cubicBezTo>
                  <a:pt x="335" y="261"/>
                  <a:pt x="333" y="261"/>
                  <a:pt x="333" y="259"/>
                </a:cubicBezTo>
                <a:cubicBezTo>
                  <a:pt x="332" y="258"/>
                  <a:pt x="333" y="256"/>
                  <a:pt x="333" y="255"/>
                </a:cubicBezTo>
                <a:cubicBezTo>
                  <a:pt x="337" y="254"/>
                  <a:pt x="340" y="255"/>
                  <a:pt x="344" y="255"/>
                </a:cubicBezTo>
                <a:cubicBezTo>
                  <a:pt x="347" y="254"/>
                  <a:pt x="349" y="253"/>
                  <a:pt x="352" y="252"/>
                </a:cubicBezTo>
                <a:cubicBezTo>
                  <a:pt x="352" y="252"/>
                  <a:pt x="352" y="254"/>
                  <a:pt x="352" y="254"/>
                </a:cubicBezTo>
                <a:cubicBezTo>
                  <a:pt x="354" y="254"/>
                  <a:pt x="355" y="253"/>
                  <a:pt x="357" y="254"/>
                </a:cubicBezTo>
                <a:cubicBezTo>
                  <a:pt x="357" y="250"/>
                  <a:pt x="357" y="247"/>
                  <a:pt x="357" y="243"/>
                </a:cubicBezTo>
                <a:cubicBezTo>
                  <a:pt x="354" y="244"/>
                  <a:pt x="355" y="240"/>
                  <a:pt x="355" y="238"/>
                </a:cubicBezTo>
                <a:cubicBezTo>
                  <a:pt x="351" y="238"/>
                  <a:pt x="350" y="239"/>
                  <a:pt x="349" y="243"/>
                </a:cubicBezTo>
                <a:cubicBezTo>
                  <a:pt x="348" y="243"/>
                  <a:pt x="347" y="242"/>
                  <a:pt x="346" y="241"/>
                </a:cubicBezTo>
                <a:cubicBezTo>
                  <a:pt x="344" y="241"/>
                  <a:pt x="343" y="242"/>
                  <a:pt x="341" y="242"/>
                </a:cubicBezTo>
                <a:cubicBezTo>
                  <a:pt x="336" y="243"/>
                  <a:pt x="330" y="242"/>
                  <a:pt x="325" y="240"/>
                </a:cubicBezTo>
                <a:cubicBezTo>
                  <a:pt x="322" y="239"/>
                  <a:pt x="321" y="238"/>
                  <a:pt x="320" y="235"/>
                </a:cubicBezTo>
                <a:cubicBezTo>
                  <a:pt x="319" y="231"/>
                  <a:pt x="318" y="226"/>
                  <a:pt x="316" y="222"/>
                </a:cubicBezTo>
                <a:cubicBezTo>
                  <a:pt x="320" y="223"/>
                  <a:pt x="318" y="218"/>
                  <a:pt x="320" y="216"/>
                </a:cubicBezTo>
                <a:cubicBezTo>
                  <a:pt x="324" y="216"/>
                  <a:pt x="328" y="215"/>
                  <a:pt x="331" y="211"/>
                </a:cubicBezTo>
                <a:cubicBezTo>
                  <a:pt x="333" y="208"/>
                  <a:pt x="336" y="203"/>
                  <a:pt x="341" y="202"/>
                </a:cubicBezTo>
                <a:cubicBezTo>
                  <a:pt x="343" y="202"/>
                  <a:pt x="346" y="202"/>
                  <a:pt x="348" y="200"/>
                </a:cubicBezTo>
                <a:cubicBezTo>
                  <a:pt x="349" y="198"/>
                  <a:pt x="349" y="197"/>
                  <a:pt x="351" y="196"/>
                </a:cubicBezTo>
                <a:cubicBezTo>
                  <a:pt x="354" y="195"/>
                  <a:pt x="359" y="195"/>
                  <a:pt x="361" y="192"/>
                </a:cubicBezTo>
                <a:cubicBezTo>
                  <a:pt x="364" y="192"/>
                  <a:pt x="367" y="191"/>
                  <a:pt x="369" y="189"/>
                </a:cubicBezTo>
                <a:cubicBezTo>
                  <a:pt x="370" y="188"/>
                  <a:pt x="371" y="187"/>
                  <a:pt x="372" y="186"/>
                </a:cubicBezTo>
                <a:cubicBezTo>
                  <a:pt x="374" y="185"/>
                  <a:pt x="376" y="185"/>
                  <a:pt x="378" y="185"/>
                </a:cubicBezTo>
                <a:cubicBezTo>
                  <a:pt x="379" y="177"/>
                  <a:pt x="389" y="180"/>
                  <a:pt x="394" y="179"/>
                </a:cubicBezTo>
                <a:cubicBezTo>
                  <a:pt x="395" y="176"/>
                  <a:pt x="395" y="176"/>
                  <a:pt x="395" y="176"/>
                </a:cubicBezTo>
                <a:cubicBezTo>
                  <a:pt x="396" y="174"/>
                  <a:pt x="398" y="173"/>
                  <a:pt x="399" y="172"/>
                </a:cubicBezTo>
                <a:cubicBezTo>
                  <a:pt x="398" y="172"/>
                  <a:pt x="398" y="170"/>
                  <a:pt x="399" y="169"/>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1" name="Freeform 432">
            <a:extLst>
              <a:ext uri="{FF2B5EF4-FFF2-40B4-BE49-F238E27FC236}">
                <a16:creationId xmlns:a16="http://schemas.microsoft.com/office/drawing/2014/main" id="{41E01B54-F2DD-48D2-B646-80C9B5841202}"/>
              </a:ext>
            </a:extLst>
          </p:cNvPr>
          <p:cNvSpPr>
            <a:spLocks/>
          </p:cNvSpPr>
          <p:nvPr/>
        </p:nvSpPr>
        <p:spPr bwMode="auto">
          <a:xfrm>
            <a:off x="2656409" y="3301589"/>
            <a:ext cx="203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3" name="Freeform 434">
            <a:extLst>
              <a:ext uri="{FF2B5EF4-FFF2-40B4-BE49-F238E27FC236}">
                <a16:creationId xmlns:a16="http://schemas.microsoft.com/office/drawing/2014/main" id="{2ACE04A6-38E5-42F1-8309-D83ECF785EB2}"/>
              </a:ext>
            </a:extLst>
          </p:cNvPr>
          <p:cNvSpPr>
            <a:spLocks/>
          </p:cNvSpPr>
          <p:nvPr/>
        </p:nvSpPr>
        <p:spPr bwMode="auto">
          <a:xfrm>
            <a:off x="2658448" y="4363852"/>
            <a:ext cx="900540" cy="781424"/>
          </a:xfrm>
          <a:custGeom>
            <a:avLst/>
            <a:gdLst>
              <a:gd name="T0" fmla="*/ 381 w 396"/>
              <a:gd name="T1" fmla="*/ 69 h 356"/>
              <a:gd name="T2" fmla="*/ 360 w 396"/>
              <a:gd name="T3" fmla="*/ 91 h 356"/>
              <a:gd name="T4" fmla="*/ 325 w 396"/>
              <a:gd name="T5" fmla="*/ 118 h 356"/>
              <a:gd name="T6" fmla="*/ 291 w 396"/>
              <a:gd name="T7" fmla="*/ 138 h 356"/>
              <a:gd name="T8" fmla="*/ 278 w 396"/>
              <a:gd name="T9" fmla="*/ 150 h 356"/>
              <a:gd name="T10" fmla="*/ 276 w 396"/>
              <a:gd name="T11" fmla="*/ 166 h 356"/>
              <a:gd name="T12" fmla="*/ 248 w 396"/>
              <a:gd name="T13" fmla="*/ 176 h 356"/>
              <a:gd name="T14" fmla="*/ 233 w 396"/>
              <a:gd name="T15" fmla="*/ 177 h 356"/>
              <a:gd name="T16" fmla="*/ 221 w 396"/>
              <a:gd name="T17" fmla="*/ 194 h 356"/>
              <a:gd name="T18" fmla="*/ 211 w 396"/>
              <a:gd name="T19" fmla="*/ 204 h 356"/>
              <a:gd name="T20" fmla="*/ 203 w 396"/>
              <a:gd name="T21" fmla="*/ 198 h 356"/>
              <a:gd name="T22" fmla="*/ 176 w 396"/>
              <a:gd name="T23" fmla="*/ 215 h 356"/>
              <a:gd name="T24" fmla="*/ 173 w 396"/>
              <a:gd name="T25" fmla="*/ 261 h 356"/>
              <a:gd name="T26" fmla="*/ 170 w 396"/>
              <a:gd name="T27" fmla="*/ 283 h 356"/>
              <a:gd name="T28" fmla="*/ 174 w 396"/>
              <a:gd name="T29" fmla="*/ 315 h 356"/>
              <a:gd name="T30" fmla="*/ 165 w 396"/>
              <a:gd name="T31" fmla="*/ 296 h 356"/>
              <a:gd name="T32" fmla="*/ 163 w 396"/>
              <a:gd name="T33" fmla="*/ 314 h 356"/>
              <a:gd name="T34" fmla="*/ 154 w 396"/>
              <a:gd name="T35" fmla="*/ 324 h 356"/>
              <a:gd name="T36" fmla="*/ 130 w 396"/>
              <a:gd name="T37" fmla="*/ 324 h 356"/>
              <a:gd name="T38" fmla="*/ 106 w 396"/>
              <a:gd name="T39" fmla="*/ 332 h 356"/>
              <a:gd name="T40" fmla="*/ 75 w 396"/>
              <a:gd name="T41" fmla="*/ 354 h 356"/>
              <a:gd name="T42" fmla="*/ 79 w 396"/>
              <a:gd name="T43" fmla="*/ 342 h 356"/>
              <a:gd name="T44" fmla="*/ 76 w 396"/>
              <a:gd name="T45" fmla="*/ 317 h 356"/>
              <a:gd name="T46" fmla="*/ 66 w 396"/>
              <a:gd name="T47" fmla="*/ 303 h 356"/>
              <a:gd name="T48" fmla="*/ 58 w 396"/>
              <a:gd name="T49" fmla="*/ 288 h 356"/>
              <a:gd name="T50" fmla="*/ 46 w 396"/>
              <a:gd name="T51" fmla="*/ 295 h 356"/>
              <a:gd name="T52" fmla="*/ 30 w 396"/>
              <a:gd name="T53" fmla="*/ 292 h 356"/>
              <a:gd name="T54" fmla="*/ 12 w 396"/>
              <a:gd name="T55" fmla="*/ 284 h 356"/>
              <a:gd name="T56" fmla="*/ 18 w 396"/>
              <a:gd name="T57" fmla="*/ 285 h 356"/>
              <a:gd name="T58" fmla="*/ 33 w 396"/>
              <a:gd name="T59" fmla="*/ 273 h 356"/>
              <a:gd name="T60" fmla="*/ 25 w 396"/>
              <a:gd name="T61" fmla="*/ 268 h 356"/>
              <a:gd name="T62" fmla="*/ 6 w 396"/>
              <a:gd name="T63" fmla="*/ 265 h 356"/>
              <a:gd name="T64" fmla="*/ 1 w 396"/>
              <a:gd name="T65" fmla="*/ 257 h 356"/>
              <a:gd name="T66" fmla="*/ 3 w 396"/>
              <a:gd name="T67" fmla="*/ 231 h 356"/>
              <a:gd name="T68" fmla="*/ 19 w 396"/>
              <a:gd name="T69" fmla="*/ 223 h 356"/>
              <a:gd name="T70" fmla="*/ 41 w 396"/>
              <a:gd name="T71" fmla="*/ 194 h 356"/>
              <a:gd name="T72" fmla="*/ 37 w 396"/>
              <a:gd name="T73" fmla="*/ 165 h 356"/>
              <a:gd name="T74" fmla="*/ 41 w 396"/>
              <a:gd name="T75" fmla="*/ 146 h 356"/>
              <a:gd name="T76" fmla="*/ 46 w 396"/>
              <a:gd name="T77" fmla="*/ 116 h 356"/>
              <a:gd name="T78" fmla="*/ 56 w 396"/>
              <a:gd name="T79" fmla="*/ 90 h 356"/>
              <a:gd name="T80" fmla="*/ 50 w 396"/>
              <a:gd name="T81" fmla="*/ 77 h 356"/>
              <a:gd name="T82" fmla="*/ 61 w 396"/>
              <a:gd name="T83" fmla="*/ 57 h 356"/>
              <a:gd name="T84" fmla="*/ 70 w 396"/>
              <a:gd name="T85" fmla="*/ 26 h 356"/>
              <a:gd name="T86" fmla="*/ 78 w 396"/>
              <a:gd name="T87" fmla="*/ 24 h 356"/>
              <a:gd name="T88" fmla="*/ 91 w 396"/>
              <a:gd name="T89" fmla="*/ 0 h 356"/>
              <a:gd name="T90" fmla="*/ 120 w 396"/>
              <a:gd name="T91" fmla="*/ 16 h 356"/>
              <a:gd name="T92" fmla="*/ 134 w 396"/>
              <a:gd name="T93" fmla="*/ 15 h 356"/>
              <a:gd name="T94" fmla="*/ 147 w 396"/>
              <a:gd name="T95" fmla="*/ 22 h 356"/>
              <a:gd name="T96" fmla="*/ 168 w 396"/>
              <a:gd name="T97" fmla="*/ 25 h 356"/>
              <a:gd name="T98" fmla="*/ 170 w 396"/>
              <a:gd name="T99" fmla="*/ 60 h 356"/>
              <a:gd name="T100" fmla="*/ 205 w 396"/>
              <a:gd name="T101" fmla="*/ 85 h 356"/>
              <a:gd name="T102" fmla="*/ 215 w 396"/>
              <a:gd name="T103" fmla="*/ 97 h 356"/>
              <a:gd name="T104" fmla="*/ 251 w 396"/>
              <a:gd name="T105" fmla="*/ 106 h 356"/>
              <a:gd name="T106" fmla="*/ 278 w 396"/>
              <a:gd name="T107" fmla="*/ 99 h 356"/>
              <a:gd name="T108" fmla="*/ 282 w 396"/>
              <a:gd name="T109" fmla="*/ 86 h 356"/>
              <a:gd name="T110" fmla="*/ 301 w 396"/>
              <a:gd name="T111" fmla="*/ 84 h 356"/>
              <a:gd name="T112" fmla="*/ 317 w 396"/>
              <a:gd name="T113" fmla="*/ 78 h 356"/>
              <a:gd name="T114" fmla="*/ 327 w 396"/>
              <a:gd name="T115" fmla="*/ 63 h 356"/>
              <a:gd name="T116" fmla="*/ 338 w 396"/>
              <a:gd name="T117" fmla="*/ 53 h 356"/>
              <a:gd name="T118" fmla="*/ 354 w 396"/>
              <a:gd name="T119" fmla="*/ 60 h 356"/>
              <a:gd name="T120" fmla="*/ 379 w 396"/>
              <a:gd name="T121" fmla="*/ 55 h 356"/>
              <a:gd name="T122" fmla="*/ 396 w 396"/>
              <a:gd name="T123" fmla="*/ 5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6" h="356">
                <a:moveTo>
                  <a:pt x="396" y="52"/>
                </a:moveTo>
                <a:cubicBezTo>
                  <a:pt x="396" y="53"/>
                  <a:pt x="396" y="54"/>
                  <a:pt x="395" y="55"/>
                </a:cubicBezTo>
                <a:cubicBezTo>
                  <a:pt x="394" y="57"/>
                  <a:pt x="392" y="58"/>
                  <a:pt x="390" y="59"/>
                </a:cubicBezTo>
                <a:cubicBezTo>
                  <a:pt x="389" y="60"/>
                  <a:pt x="387" y="62"/>
                  <a:pt x="386" y="63"/>
                </a:cubicBezTo>
                <a:cubicBezTo>
                  <a:pt x="385" y="64"/>
                  <a:pt x="385" y="66"/>
                  <a:pt x="384" y="67"/>
                </a:cubicBezTo>
                <a:cubicBezTo>
                  <a:pt x="383" y="68"/>
                  <a:pt x="382" y="68"/>
                  <a:pt x="381" y="69"/>
                </a:cubicBezTo>
                <a:cubicBezTo>
                  <a:pt x="380" y="71"/>
                  <a:pt x="379" y="73"/>
                  <a:pt x="378" y="75"/>
                </a:cubicBezTo>
                <a:cubicBezTo>
                  <a:pt x="377" y="75"/>
                  <a:pt x="376" y="75"/>
                  <a:pt x="376" y="76"/>
                </a:cubicBezTo>
                <a:cubicBezTo>
                  <a:pt x="374" y="76"/>
                  <a:pt x="372" y="79"/>
                  <a:pt x="370" y="80"/>
                </a:cubicBezTo>
                <a:cubicBezTo>
                  <a:pt x="368" y="81"/>
                  <a:pt x="367" y="81"/>
                  <a:pt x="366" y="82"/>
                </a:cubicBezTo>
                <a:cubicBezTo>
                  <a:pt x="366" y="83"/>
                  <a:pt x="367" y="87"/>
                  <a:pt x="364" y="88"/>
                </a:cubicBezTo>
                <a:cubicBezTo>
                  <a:pt x="362" y="88"/>
                  <a:pt x="362" y="90"/>
                  <a:pt x="360" y="91"/>
                </a:cubicBezTo>
                <a:cubicBezTo>
                  <a:pt x="358" y="93"/>
                  <a:pt x="356" y="94"/>
                  <a:pt x="353" y="95"/>
                </a:cubicBezTo>
                <a:cubicBezTo>
                  <a:pt x="352" y="95"/>
                  <a:pt x="351" y="96"/>
                  <a:pt x="350" y="96"/>
                </a:cubicBezTo>
                <a:cubicBezTo>
                  <a:pt x="349" y="97"/>
                  <a:pt x="348" y="98"/>
                  <a:pt x="347" y="99"/>
                </a:cubicBezTo>
                <a:cubicBezTo>
                  <a:pt x="342" y="102"/>
                  <a:pt x="338" y="103"/>
                  <a:pt x="334" y="107"/>
                </a:cubicBezTo>
                <a:cubicBezTo>
                  <a:pt x="331" y="109"/>
                  <a:pt x="329" y="111"/>
                  <a:pt x="327" y="114"/>
                </a:cubicBezTo>
                <a:cubicBezTo>
                  <a:pt x="326" y="115"/>
                  <a:pt x="326" y="117"/>
                  <a:pt x="325" y="118"/>
                </a:cubicBezTo>
                <a:cubicBezTo>
                  <a:pt x="325" y="119"/>
                  <a:pt x="323" y="120"/>
                  <a:pt x="322" y="121"/>
                </a:cubicBezTo>
                <a:cubicBezTo>
                  <a:pt x="320" y="122"/>
                  <a:pt x="320" y="123"/>
                  <a:pt x="318" y="124"/>
                </a:cubicBezTo>
                <a:cubicBezTo>
                  <a:pt x="317" y="125"/>
                  <a:pt x="314" y="126"/>
                  <a:pt x="312" y="126"/>
                </a:cubicBezTo>
                <a:cubicBezTo>
                  <a:pt x="309" y="127"/>
                  <a:pt x="306" y="128"/>
                  <a:pt x="303" y="130"/>
                </a:cubicBezTo>
                <a:cubicBezTo>
                  <a:pt x="300" y="131"/>
                  <a:pt x="298" y="132"/>
                  <a:pt x="296" y="134"/>
                </a:cubicBezTo>
                <a:cubicBezTo>
                  <a:pt x="295" y="136"/>
                  <a:pt x="293" y="137"/>
                  <a:pt x="291" y="138"/>
                </a:cubicBezTo>
                <a:cubicBezTo>
                  <a:pt x="289" y="140"/>
                  <a:pt x="287" y="142"/>
                  <a:pt x="284" y="143"/>
                </a:cubicBezTo>
                <a:cubicBezTo>
                  <a:pt x="282" y="144"/>
                  <a:pt x="280" y="145"/>
                  <a:pt x="278" y="147"/>
                </a:cubicBezTo>
                <a:cubicBezTo>
                  <a:pt x="277" y="148"/>
                  <a:pt x="273" y="159"/>
                  <a:pt x="278" y="158"/>
                </a:cubicBezTo>
                <a:cubicBezTo>
                  <a:pt x="279" y="156"/>
                  <a:pt x="278" y="154"/>
                  <a:pt x="278" y="152"/>
                </a:cubicBezTo>
                <a:cubicBezTo>
                  <a:pt x="278" y="152"/>
                  <a:pt x="278" y="152"/>
                  <a:pt x="278" y="152"/>
                </a:cubicBezTo>
                <a:cubicBezTo>
                  <a:pt x="277" y="151"/>
                  <a:pt x="277" y="150"/>
                  <a:pt x="278" y="150"/>
                </a:cubicBezTo>
                <a:cubicBezTo>
                  <a:pt x="279" y="150"/>
                  <a:pt x="281" y="152"/>
                  <a:pt x="281" y="153"/>
                </a:cubicBezTo>
                <a:cubicBezTo>
                  <a:pt x="281" y="155"/>
                  <a:pt x="280" y="156"/>
                  <a:pt x="279" y="158"/>
                </a:cubicBezTo>
                <a:cubicBezTo>
                  <a:pt x="278" y="159"/>
                  <a:pt x="278" y="162"/>
                  <a:pt x="277" y="163"/>
                </a:cubicBezTo>
                <a:cubicBezTo>
                  <a:pt x="277" y="164"/>
                  <a:pt x="278" y="169"/>
                  <a:pt x="277" y="169"/>
                </a:cubicBezTo>
                <a:cubicBezTo>
                  <a:pt x="277" y="169"/>
                  <a:pt x="277" y="169"/>
                  <a:pt x="276" y="169"/>
                </a:cubicBezTo>
                <a:cubicBezTo>
                  <a:pt x="276" y="168"/>
                  <a:pt x="276" y="167"/>
                  <a:pt x="276" y="166"/>
                </a:cubicBezTo>
                <a:cubicBezTo>
                  <a:pt x="275" y="167"/>
                  <a:pt x="276" y="168"/>
                  <a:pt x="275" y="170"/>
                </a:cubicBezTo>
                <a:cubicBezTo>
                  <a:pt x="274" y="171"/>
                  <a:pt x="274" y="171"/>
                  <a:pt x="273" y="172"/>
                </a:cubicBezTo>
                <a:cubicBezTo>
                  <a:pt x="270" y="173"/>
                  <a:pt x="267" y="173"/>
                  <a:pt x="265" y="175"/>
                </a:cubicBezTo>
                <a:cubicBezTo>
                  <a:pt x="262" y="176"/>
                  <a:pt x="261" y="178"/>
                  <a:pt x="258" y="179"/>
                </a:cubicBezTo>
                <a:cubicBezTo>
                  <a:pt x="255" y="180"/>
                  <a:pt x="252" y="181"/>
                  <a:pt x="249" y="180"/>
                </a:cubicBezTo>
                <a:cubicBezTo>
                  <a:pt x="249" y="179"/>
                  <a:pt x="250" y="177"/>
                  <a:pt x="248" y="176"/>
                </a:cubicBezTo>
                <a:cubicBezTo>
                  <a:pt x="248" y="178"/>
                  <a:pt x="248" y="179"/>
                  <a:pt x="248" y="180"/>
                </a:cubicBezTo>
                <a:cubicBezTo>
                  <a:pt x="248" y="179"/>
                  <a:pt x="248" y="179"/>
                  <a:pt x="248" y="179"/>
                </a:cubicBezTo>
                <a:cubicBezTo>
                  <a:pt x="246" y="179"/>
                  <a:pt x="244" y="177"/>
                  <a:pt x="243" y="177"/>
                </a:cubicBezTo>
                <a:cubicBezTo>
                  <a:pt x="241" y="176"/>
                  <a:pt x="239" y="176"/>
                  <a:pt x="237" y="176"/>
                </a:cubicBezTo>
                <a:cubicBezTo>
                  <a:pt x="235" y="176"/>
                  <a:pt x="229" y="176"/>
                  <a:pt x="229" y="178"/>
                </a:cubicBezTo>
                <a:cubicBezTo>
                  <a:pt x="231" y="179"/>
                  <a:pt x="231" y="177"/>
                  <a:pt x="233" y="177"/>
                </a:cubicBezTo>
                <a:cubicBezTo>
                  <a:pt x="235" y="176"/>
                  <a:pt x="238" y="176"/>
                  <a:pt x="238" y="178"/>
                </a:cubicBezTo>
                <a:cubicBezTo>
                  <a:pt x="236" y="179"/>
                  <a:pt x="233" y="179"/>
                  <a:pt x="231" y="179"/>
                </a:cubicBezTo>
                <a:cubicBezTo>
                  <a:pt x="228" y="180"/>
                  <a:pt x="227" y="180"/>
                  <a:pt x="227" y="183"/>
                </a:cubicBezTo>
                <a:cubicBezTo>
                  <a:pt x="226" y="186"/>
                  <a:pt x="227" y="186"/>
                  <a:pt x="225" y="187"/>
                </a:cubicBezTo>
                <a:cubicBezTo>
                  <a:pt x="224" y="188"/>
                  <a:pt x="223" y="189"/>
                  <a:pt x="222" y="190"/>
                </a:cubicBezTo>
                <a:cubicBezTo>
                  <a:pt x="221" y="191"/>
                  <a:pt x="222" y="192"/>
                  <a:pt x="221" y="194"/>
                </a:cubicBezTo>
                <a:cubicBezTo>
                  <a:pt x="220" y="197"/>
                  <a:pt x="217" y="197"/>
                  <a:pt x="215" y="200"/>
                </a:cubicBezTo>
                <a:cubicBezTo>
                  <a:pt x="213" y="201"/>
                  <a:pt x="213" y="204"/>
                  <a:pt x="215" y="204"/>
                </a:cubicBezTo>
                <a:cubicBezTo>
                  <a:pt x="214" y="204"/>
                  <a:pt x="213" y="204"/>
                  <a:pt x="212" y="203"/>
                </a:cubicBezTo>
                <a:cubicBezTo>
                  <a:pt x="213" y="204"/>
                  <a:pt x="212" y="205"/>
                  <a:pt x="212" y="205"/>
                </a:cubicBezTo>
                <a:cubicBezTo>
                  <a:pt x="212" y="205"/>
                  <a:pt x="212" y="205"/>
                  <a:pt x="211" y="205"/>
                </a:cubicBezTo>
                <a:cubicBezTo>
                  <a:pt x="211" y="204"/>
                  <a:pt x="211" y="204"/>
                  <a:pt x="211" y="204"/>
                </a:cubicBezTo>
                <a:cubicBezTo>
                  <a:pt x="209" y="205"/>
                  <a:pt x="209" y="202"/>
                  <a:pt x="209" y="201"/>
                </a:cubicBezTo>
                <a:cubicBezTo>
                  <a:pt x="208" y="203"/>
                  <a:pt x="209" y="207"/>
                  <a:pt x="206" y="207"/>
                </a:cubicBezTo>
                <a:cubicBezTo>
                  <a:pt x="206" y="206"/>
                  <a:pt x="207" y="205"/>
                  <a:pt x="207" y="203"/>
                </a:cubicBezTo>
                <a:cubicBezTo>
                  <a:pt x="205" y="204"/>
                  <a:pt x="205" y="205"/>
                  <a:pt x="205" y="206"/>
                </a:cubicBezTo>
                <a:cubicBezTo>
                  <a:pt x="203" y="207"/>
                  <a:pt x="204" y="204"/>
                  <a:pt x="204" y="203"/>
                </a:cubicBezTo>
                <a:cubicBezTo>
                  <a:pt x="203" y="201"/>
                  <a:pt x="203" y="200"/>
                  <a:pt x="203" y="198"/>
                </a:cubicBezTo>
                <a:cubicBezTo>
                  <a:pt x="199" y="198"/>
                  <a:pt x="196" y="197"/>
                  <a:pt x="193" y="199"/>
                </a:cubicBezTo>
                <a:cubicBezTo>
                  <a:pt x="193" y="200"/>
                  <a:pt x="193" y="200"/>
                  <a:pt x="193" y="200"/>
                </a:cubicBezTo>
                <a:cubicBezTo>
                  <a:pt x="191" y="200"/>
                  <a:pt x="191" y="201"/>
                  <a:pt x="189" y="202"/>
                </a:cubicBezTo>
                <a:cubicBezTo>
                  <a:pt x="188" y="202"/>
                  <a:pt x="187" y="201"/>
                  <a:pt x="185" y="202"/>
                </a:cubicBezTo>
                <a:cubicBezTo>
                  <a:pt x="183" y="202"/>
                  <a:pt x="182" y="205"/>
                  <a:pt x="181" y="206"/>
                </a:cubicBezTo>
                <a:cubicBezTo>
                  <a:pt x="179" y="209"/>
                  <a:pt x="179" y="212"/>
                  <a:pt x="176" y="215"/>
                </a:cubicBezTo>
                <a:cubicBezTo>
                  <a:pt x="173" y="217"/>
                  <a:pt x="172" y="222"/>
                  <a:pt x="171" y="226"/>
                </a:cubicBezTo>
                <a:cubicBezTo>
                  <a:pt x="170" y="227"/>
                  <a:pt x="170" y="227"/>
                  <a:pt x="169" y="229"/>
                </a:cubicBezTo>
                <a:cubicBezTo>
                  <a:pt x="168" y="232"/>
                  <a:pt x="167" y="236"/>
                  <a:pt x="168" y="239"/>
                </a:cubicBezTo>
                <a:cubicBezTo>
                  <a:pt x="168" y="242"/>
                  <a:pt x="169" y="246"/>
                  <a:pt x="170" y="249"/>
                </a:cubicBezTo>
                <a:cubicBezTo>
                  <a:pt x="171" y="252"/>
                  <a:pt x="172" y="255"/>
                  <a:pt x="173" y="258"/>
                </a:cubicBezTo>
                <a:cubicBezTo>
                  <a:pt x="173" y="259"/>
                  <a:pt x="173" y="260"/>
                  <a:pt x="173" y="261"/>
                </a:cubicBezTo>
                <a:cubicBezTo>
                  <a:pt x="173" y="264"/>
                  <a:pt x="173" y="267"/>
                  <a:pt x="172" y="269"/>
                </a:cubicBezTo>
                <a:cubicBezTo>
                  <a:pt x="172" y="271"/>
                  <a:pt x="171" y="271"/>
                  <a:pt x="170" y="272"/>
                </a:cubicBezTo>
                <a:cubicBezTo>
                  <a:pt x="169" y="273"/>
                  <a:pt x="169" y="274"/>
                  <a:pt x="169" y="275"/>
                </a:cubicBezTo>
                <a:cubicBezTo>
                  <a:pt x="167" y="275"/>
                  <a:pt x="165" y="275"/>
                  <a:pt x="166" y="277"/>
                </a:cubicBezTo>
                <a:cubicBezTo>
                  <a:pt x="166" y="276"/>
                  <a:pt x="167" y="276"/>
                  <a:pt x="169" y="276"/>
                </a:cubicBezTo>
                <a:cubicBezTo>
                  <a:pt x="169" y="279"/>
                  <a:pt x="170" y="280"/>
                  <a:pt x="170" y="283"/>
                </a:cubicBezTo>
                <a:cubicBezTo>
                  <a:pt x="170" y="285"/>
                  <a:pt x="171" y="288"/>
                  <a:pt x="171" y="290"/>
                </a:cubicBezTo>
                <a:cubicBezTo>
                  <a:pt x="172" y="293"/>
                  <a:pt x="171" y="295"/>
                  <a:pt x="172" y="297"/>
                </a:cubicBezTo>
                <a:cubicBezTo>
                  <a:pt x="172" y="301"/>
                  <a:pt x="173" y="304"/>
                  <a:pt x="173" y="307"/>
                </a:cubicBezTo>
                <a:cubicBezTo>
                  <a:pt x="174" y="309"/>
                  <a:pt x="173" y="311"/>
                  <a:pt x="173" y="313"/>
                </a:cubicBezTo>
                <a:cubicBezTo>
                  <a:pt x="173" y="313"/>
                  <a:pt x="175" y="314"/>
                  <a:pt x="174" y="315"/>
                </a:cubicBezTo>
                <a:cubicBezTo>
                  <a:pt x="174" y="315"/>
                  <a:pt x="174" y="315"/>
                  <a:pt x="174" y="315"/>
                </a:cubicBezTo>
                <a:cubicBezTo>
                  <a:pt x="173" y="315"/>
                  <a:pt x="173" y="315"/>
                  <a:pt x="172" y="314"/>
                </a:cubicBezTo>
                <a:cubicBezTo>
                  <a:pt x="172" y="314"/>
                  <a:pt x="172" y="314"/>
                  <a:pt x="172" y="313"/>
                </a:cubicBezTo>
                <a:cubicBezTo>
                  <a:pt x="171" y="312"/>
                  <a:pt x="172" y="311"/>
                  <a:pt x="171" y="310"/>
                </a:cubicBezTo>
                <a:cubicBezTo>
                  <a:pt x="171" y="309"/>
                  <a:pt x="170" y="309"/>
                  <a:pt x="170" y="307"/>
                </a:cubicBezTo>
                <a:cubicBezTo>
                  <a:pt x="170" y="303"/>
                  <a:pt x="167" y="300"/>
                  <a:pt x="167" y="296"/>
                </a:cubicBezTo>
                <a:cubicBezTo>
                  <a:pt x="165" y="296"/>
                  <a:pt x="165" y="296"/>
                  <a:pt x="165" y="296"/>
                </a:cubicBezTo>
                <a:cubicBezTo>
                  <a:pt x="165" y="298"/>
                  <a:pt x="165" y="301"/>
                  <a:pt x="165" y="303"/>
                </a:cubicBezTo>
                <a:cubicBezTo>
                  <a:pt x="165" y="304"/>
                  <a:pt x="169" y="309"/>
                  <a:pt x="166" y="309"/>
                </a:cubicBezTo>
                <a:cubicBezTo>
                  <a:pt x="166" y="310"/>
                  <a:pt x="167" y="311"/>
                  <a:pt x="168" y="313"/>
                </a:cubicBezTo>
                <a:cubicBezTo>
                  <a:pt x="168" y="312"/>
                  <a:pt x="168" y="312"/>
                  <a:pt x="168" y="312"/>
                </a:cubicBezTo>
                <a:cubicBezTo>
                  <a:pt x="167" y="312"/>
                  <a:pt x="167" y="312"/>
                  <a:pt x="166" y="312"/>
                </a:cubicBezTo>
                <a:cubicBezTo>
                  <a:pt x="165" y="313"/>
                  <a:pt x="165" y="314"/>
                  <a:pt x="163" y="314"/>
                </a:cubicBezTo>
                <a:cubicBezTo>
                  <a:pt x="163" y="313"/>
                  <a:pt x="163" y="312"/>
                  <a:pt x="163" y="312"/>
                </a:cubicBezTo>
                <a:cubicBezTo>
                  <a:pt x="162" y="311"/>
                  <a:pt x="162" y="311"/>
                  <a:pt x="162" y="311"/>
                </a:cubicBezTo>
                <a:cubicBezTo>
                  <a:pt x="161" y="311"/>
                  <a:pt x="160" y="310"/>
                  <a:pt x="159" y="311"/>
                </a:cubicBezTo>
                <a:cubicBezTo>
                  <a:pt x="159" y="312"/>
                  <a:pt x="159" y="314"/>
                  <a:pt x="159" y="315"/>
                </a:cubicBezTo>
                <a:cubicBezTo>
                  <a:pt x="155" y="315"/>
                  <a:pt x="156" y="319"/>
                  <a:pt x="153" y="321"/>
                </a:cubicBezTo>
                <a:cubicBezTo>
                  <a:pt x="152" y="322"/>
                  <a:pt x="154" y="323"/>
                  <a:pt x="154" y="324"/>
                </a:cubicBezTo>
                <a:cubicBezTo>
                  <a:pt x="150" y="324"/>
                  <a:pt x="147" y="323"/>
                  <a:pt x="147" y="328"/>
                </a:cubicBezTo>
                <a:cubicBezTo>
                  <a:pt x="146" y="328"/>
                  <a:pt x="144" y="328"/>
                  <a:pt x="143" y="328"/>
                </a:cubicBezTo>
                <a:cubicBezTo>
                  <a:pt x="143" y="325"/>
                  <a:pt x="139" y="321"/>
                  <a:pt x="139" y="325"/>
                </a:cubicBezTo>
                <a:cubicBezTo>
                  <a:pt x="138" y="326"/>
                  <a:pt x="137" y="326"/>
                  <a:pt x="136" y="326"/>
                </a:cubicBezTo>
                <a:cubicBezTo>
                  <a:pt x="136" y="323"/>
                  <a:pt x="136" y="322"/>
                  <a:pt x="132" y="321"/>
                </a:cubicBezTo>
                <a:cubicBezTo>
                  <a:pt x="129" y="321"/>
                  <a:pt x="125" y="322"/>
                  <a:pt x="130" y="324"/>
                </a:cubicBezTo>
                <a:cubicBezTo>
                  <a:pt x="127" y="325"/>
                  <a:pt x="130" y="328"/>
                  <a:pt x="127" y="329"/>
                </a:cubicBezTo>
                <a:cubicBezTo>
                  <a:pt x="125" y="329"/>
                  <a:pt x="125" y="330"/>
                  <a:pt x="124" y="332"/>
                </a:cubicBezTo>
                <a:cubicBezTo>
                  <a:pt x="122" y="335"/>
                  <a:pt x="119" y="328"/>
                  <a:pt x="119" y="334"/>
                </a:cubicBezTo>
                <a:cubicBezTo>
                  <a:pt x="118" y="334"/>
                  <a:pt x="117" y="334"/>
                  <a:pt x="117" y="334"/>
                </a:cubicBezTo>
                <a:cubicBezTo>
                  <a:pt x="117" y="336"/>
                  <a:pt x="114" y="337"/>
                  <a:pt x="112" y="336"/>
                </a:cubicBezTo>
                <a:cubicBezTo>
                  <a:pt x="109" y="336"/>
                  <a:pt x="109" y="333"/>
                  <a:pt x="106" y="332"/>
                </a:cubicBezTo>
                <a:cubicBezTo>
                  <a:pt x="101" y="331"/>
                  <a:pt x="94" y="333"/>
                  <a:pt x="89" y="335"/>
                </a:cubicBezTo>
                <a:cubicBezTo>
                  <a:pt x="89" y="336"/>
                  <a:pt x="88" y="337"/>
                  <a:pt x="89" y="338"/>
                </a:cubicBezTo>
                <a:cubicBezTo>
                  <a:pt x="89" y="338"/>
                  <a:pt x="89" y="338"/>
                  <a:pt x="89" y="338"/>
                </a:cubicBezTo>
                <a:cubicBezTo>
                  <a:pt x="89" y="340"/>
                  <a:pt x="89" y="342"/>
                  <a:pt x="89" y="344"/>
                </a:cubicBezTo>
                <a:cubicBezTo>
                  <a:pt x="86" y="344"/>
                  <a:pt x="85" y="349"/>
                  <a:pt x="83" y="350"/>
                </a:cubicBezTo>
                <a:cubicBezTo>
                  <a:pt x="81" y="352"/>
                  <a:pt x="78" y="356"/>
                  <a:pt x="75" y="354"/>
                </a:cubicBezTo>
                <a:cubicBezTo>
                  <a:pt x="73" y="353"/>
                  <a:pt x="70" y="352"/>
                  <a:pt x="69" y="350"/>
                </a:cubicBezTo>
                <a:cubicBezTo>
                  <a:pt x="69" y="350"/>
                  <a:pt x="69" y="348"/>
                  <a:pt x="68" y="347"/>
                </a:cubicBezTo>
                <a:cubicBezTo>
                  <a:pt x="69" y="346"/>
                  <a:pt x="69" y="344"/>
                  <a:pt x="71" y="343"/>
                </a:cubicBezTo>
                <a:cubicBezTo>
                  <a:pt x="72" y="342"/>
                  <a:pt x="75" y="342"/>
                  <a:pt x="75" y="341"/>
                </a:cubicBezTo>
                <a:cubicBezTo>
                  <a:pt x="73" y="341"/>
                  <a:pt x="70" y="338"/>
                  <a:pt x="73" y="337"/>
                </a:cubicBezTo>
                <a:cubicBezTo>
                  <a:pt x="76" y="337"/>
                  <a:pt x="77" y="342"/>
                  <a:pt x="79" y="342"/>
                </a:cubicBezTo>
                <a:cubicBezTo>
                  <a:pt x="82" y="342"/>
                  <a:pt x="79" y="336"/>
                  <a:pt x="80" y="335"/>
                </a:cubicBezTo>
                <a:cubicBezTo>
                  <a:pt x="80" y="332"/>
                  <a:pt x="82" y="332"/>
                  <a:pt x="84" y="332"/>
                </a:cubicBezTo>
                <a:cubicBezTo>
                  <a:pt x="84" y="331"/>
                  <a:pt x="84" y="329"/>
                  <a:pt x="85" y="329"/>
                </a:cubicBezTo>
                <a:cubicBezTo>
                  <a:pt x="86" y="327"/>
                  <a:pt x="87" y="321"/>
                  <a:pt x="86" y="321"/>
                </a:cubicBezTo>
                <a:cubicBezTo>
                  <a:pt x="83" y="319"/>
                  <a:pt x="80" y="320"/>
                  <a:pt x="77" y="320"/>
                </a:cubicBezTo>
                <a:cubicBezTo>
                  <a:pt x="77" y="319"/>
                  <a:pt x="77" y="318"/>
                  <a:pt x="76" y="317"/>
                </a:cubicBezTo>
                <a:cubicBezTo>
                  <a:pt x="76" y="316"/>
                  <a:pt x="76" y="314"/>
                  <a:pt x="76" y="313"/>
                </a:cubicBezTo>
                <a:cubicBezTo>
                  <a:pt x="76" y="312"/>
                  <a:pt x="78" y="308"/>
                  <a:pt x="76" y="307"/>
                </a:cubicBezTo>
                <a:cubicBezTo>
                  <a:pt x="75" y="306"/>
                  <a:pt x="68" y="306"/>
                  <a:pt x="68" y="308"/>
                </a:cubicBezTo>
                <a:cubicBezTo>
                  <a:pt x="67" y="308"/>
                  <a:pt x="67" y="308"/>
                  <a:pt x="67" y="308"/>
                </a:cubicBezTo>
                <a:cubicBezTo>
                  <a:pt x="67" y="307"/>
                  <a:pt x="68" y="305"/>
                  <a:pt x="67" y="304"/>
                </a:cubicBezTo>
                <a:cubicBezTo>
                  <a:pt x="67" y="304"/>
                  <a:pt x="66" y="303"/>
                  <a:pt x="66" y="303"/>
                </a:cubicBezTo>
                <a:cubicBezTo>
                  <a:pt x="65" y="303"/>
                  <a:pt x="64" y="304"/>
                  <a:pt x="63" y="303"/>
                </a:cubicBezTo>
                <a:cubicBezTo>
                  <a:pt x="61" y="302"/>
                  <a:pt x="63" y="301"/>
                  <a:pt x="64" y="302"/>
                </a:cubicBezTo>
                <a:cubicBezTo>
                  <a:pt x="64" y="300"/>
                  <a:pt x="66" y="294"/>
                  <a:pt x="63" y="293"/>
                </a:cubicBezTo>
                <a:cubicBezTo>
                  <a:pt x="62" y="292"/>
                  <a:pt x="58" y="292"/>
                  <a:pt x="58" y="294"/>
                </a:cubicBezTo>
                <a:cubicBezTo>
                  <a:pt x="58" y="294"/>
                  <a:pt x="57" y="294"/>
                  <a:pt x="57" y="294"/>
                </a:cubicBezTo>
                <a:cubicBezTo>
                  <a:pt x="57" y="292"/>
                  <a:pt x="58" y="291"/>
                  <a:pt x="58" y="288"/>
                </a:cubicBezTo>
                <a:cubicBezTo>
                  <a:pt x="58" y="288"/>
                  <a:pt x="57" y="288"/>
                  <a:pt x="57" y="288"/>
                </a:cubicBezTo>
                <a:cubicBezTo>
                  <a:pt x="56" y="289"/>
                  <a:pt x="57" y="290"/>
                  <a:pt x="56" y="290"/>
                </a:cubicBezTo>
                <a:cubicBezTo>
                  <a:pt x="56" y="290"/>
                  <a:pt x="55" y="290"/>
                  <a:pt x="55" y="290"/>
                </a:cubicBezTo>
                <a:cubicBezTo>
                  <a:pt x="55" y="288"/>
                  <a:pt x="51" y="289"/>
                  <a:pt x="49" y="289"/>
                </a:cubicBezTo>
                <a:cubicBezTo>
                  <a:pt x="50" y="290"/>
                  <a:pt x="50" y="291"/>
                  <a:pt x="50" y="292"/>
                </a:cubicBezTo>
                <a:cubicBezTo>
                  <a:pt x="48" y="292"/>
                  <a:pt x="47" y="293"/>
                  <a:pt x="46" y="295"/>
                </a:cubicBezTo>
                <a:cubicBezTo>
                  <a:pt x="45" y="296"/>
                  <a:pt x="43" y="296"/>
                  <a:pt x="42" y="296"/>
                </a:cubicBezTo>
                <a:cubicBezTo>
                  <a:pt x="42" y="297"/>
                  <a:pt x="42" y="297"/>
                  <a:pt x="42" y="297"/>
                </a:cubicBezTo>
                <a:cubicBezTo>
                  <a:pt x="39" y="297"/>
                  <a:pt x="36" y="296"/>
                  <a:pt x="34" y="296"/>
                </a:cubicBezTo>
                <a:cubicBezTo>
                  <a:pt x="34" y="297"/>
                  <a:pt x="34" y="298"/>
                  <a:pt x="33" y="299"/>
                </a:cubicBezTo>
                <a:cubicBezTo>
                  <a:pt x="33" y="297"/>
                  <a:pt x="33" y="297"/>
                  <a:pt x="33" y="297"/>
                </a:cubicBezTo>
                <a:cubicBezTo>
                  <a:pt x="29" y="297"/>
                  <a:pt x="30" y="294"/>
                  <a:pt x="30" y="292"/>
                </a:cubicBezTo>
                <a:cubicBezTo>
                  <a:pt x="28" y="292"/>
                  <a:pt x="23" y="292"/>
                  <a:pt x="21" y="290"/>
                </a:cubicBezTo>
                <a:cubicBezTo>
                  <a:pt x="20" y="289"/>
                  <a:pt x="19" y="287"/>
                  <a:pt x="17" y="288"/>
                </a:cubicBezTo>
                <a:cubicBezTo>
                  <a:pt x="16" y="289"/>
                  <a:pt x="17" y="295"/>
                  <a:pt x="16" y="295"/>
                </a:cubicBezTo>
                <a:cubicBezTo>
                  <a:pt x="14" y="295"/>
                  <a:pt x="11" y="295"/>
                  <a:pt x="9" y="294"/>
                </a:cubicBezTo>
                <a:cubicBezTo>
                  <a:pt x="9" y="293"/>
                  <a:pt x="10" y="291"/>
                  <a:pt x="10" y="289"/>
                </a:cubicBezTo>
                <a:cubicBezTo>
                  <a:pt x="14" y="289"/>
                  <a:pt x="14" y="286"/>
                  <a:pt x="12" y="284"/>
                </a:cubicBezTo>
                <a:cubicBezTo>
                  <a:pt x="11" y="283"/>
                  <a:pt x="10" y="283"/>
                  <a:pt x="9" y="282"/>
                </a:cubicBezTo>
                <a:cubicBezTo>
                  <a:pt x="8" y="281"/>
                  <a:pt x="9" y="280"/>
                  <a:pt x="9" y="278"/>
                </a:cubicBezTo>
                <a:cubicBezTo>
                  <a:pt x="8" y="278"/>
                  <a:pt x="6" y="277"/>
                  <a:pt x="5" y="277"/>
                </a:cubicBezTo>
                <a:cubicBezTo>
                  <a:pt x="5" y="276"/>
                  <a:pt x="5" y="275"/>
                  <a:pt x="5" y="274"/>
                </a:cubicBezTo>
                <a:cubicBezTo>
                  <a:pt x="9" y="275"/>
                  <a:pt x="12" y="277"/>
                  <a:pt x="13" y="280"/>
                </a:cubicBezTo>
                <a:cubicBezTo>
                  <a:pt x="14" y="283"/>
                  <a:pt x="17" y="281"/>
                  <a:pt x="18" y="285"/>
                </a:cubicBezTo>
                <a:cubicBezTo>
                  <a:pt x="19" y="286"/>
                  <a:pt x="19" y="285"/>
                  <a:pt x="20" y="284"/>
                </a:cubicBezTo>
                <a:cubicBezTo>
                  <a:pt x="23" y="283"/>
                  <a:pt x="26" y="285"/>
                  <a:pt x="28" y="288"/>
                </a:cubicBezTo>
                <a:cubicBezTo>
                  <a:pt x="30" y="292"/>
                  <a:pt x="35" y="287"/>
                  <a:pt x="30" y="285"/>
                </a:cubicBezTo>
                <a:cubicBezTo>
                  <a:pt x="28" y="284"/>
                  <a:pt x="27" y="280"/>
                  <a:pt x="29" y="278"/>
                </a:cubicBezTo>
                <a:cubicBezTo>
                  <a:pt x="31" y="277"/>
                  <a:pt x="36" y="279"/>
                  <a:pt x="36" y="276"/>
                </a:cubicBezTo>
                <a:cubicBezTo>
                  <a:pt x="34" y="276"/>
                  <a:pt x="33" y="274"/>
                  <a:pt x="33" y="273"/>
                </a:cubicBezTo>
                <a:cubicBezTo>
                  <a:pt x="32" y="272"/>
                  <a:pt x="32" y="272"/>
                  <a:pt x="32" y="271"/>
                </a:cubicBezTo>
                <a:cubicBezTo>
                  <a:pt x="32" y="269"/>
                  <a:pt x="31" y="270"/>
                  <a:pt x="30" y="269"/>
                </a:cubicBezTo>
                <a:cubicBezTo>
                  <a:pt x="30" y="270"/>
                  <a:pt x="31" y="274"/>
                  <a:pt x="30" y="274"/>
                </a:cubicBezTo>
                <a:cubicBezTo>
                  <a:pt x="30" y="275"/>
                  <a:pt x="27" y="272"/>
                  <a:pt x="26" y="272"/>
                </a:cubicBezTo>
                <a:cubicBezTo>
                  <a:pt x="26" y="271"/>
                  <a:pt x="26" y="270"/>
                  <a:pt x="26" y="268"/>
                </a:cubicBezTo>
                <a:cubicBezTo>
                  <a:pt x="25" y="268"/>
                  <a:pt x="25" y="268"/>
                  <a:pt x="25" y="268"/>
                </a:cubicBezTo>
                <a:cubicBezTo>
                  <a:pt x="25" y="270"/>
                  <a:pt x="22" y="269"/>
                  <a:pt x="20" y="269"/>
                </a:cubicBezTo>
                <a:cubicBezTo>
                  <a:pt x="17" y="269"/>
                  <a:pt x="17" y="271"/>
                  <a:pt x="17" y="273"/>
                </a:cubicBezTo>
                <a:cubicBezTo>
                  <a:pt x="16" y="273"/>
                  <a:pt x="15" y="273"/>
                  <a:pt x="14" y="273"/>
                </a:cubicBezTo>
                <a:cubicBezTo>
                  <a:pt x="13" y="272"/>
                  <a:pt x="11" y="273"/>
                  <a:pt x="9" y="273"/>
                </a:cubicBezTo>
                <a:cubicBezTo>
                  <a:pt x="7" y="272"/>
                  <a:pt x="8" y="269"/>
                  <a:pt x="8" y="268"/>
                </a:cubicBezTo>
                <a:cubicBezTo>
                  <a:pt x="6" y="268"/>
                  <a:pt x="6" y="267"/>
                  <a:pt x="6" y="265"/>
                </a:cubicBezTo>
                <a:cubicBezTo>
                  <a:pt x="6" y="265"/>
                  <a:pt x="6" y="265"/>
                  <a:pt x="6" y="265"/>
                </a:cubicBezTo>
                <a:cubicBezTo>
                  <a:pt x="7" y="265"/>
                  <a:pt x="7" y="265"/>
                  <a:pt x="7" y="264"/>
                </a:cubicBezTo>
                <a:cubicBezTo>
                  <a:pt x="7" y="263"/>
                  <a:pt x="8" y="263"/>
                  <a:pt x="10" y="263"/>
                </a:cubicBezTo>
                <a:cubicBezTo>
                  <a:pt x="10" y="261"/>
                  <a:pt x="9" y="261"/>
                  <a:pt x="7" y="261"/>
                </a:cubicBezTo>
                <a:cubicBezTo>
                  <a:pt x="5" y="262"/>
                  <a:pt x="5" y="260"/>
                  <a:pt x="3" y="259"/>
                </a:cubicBezTo>
                <a:cubicBezTo>
                  <a:pt x="3" y="258"/>
                  <a:pt x="2" y="258"/>
                  <a:pt x="1" y="257"/>
                </a:cubicBezTo>
                <a:cubicBezTo>
                  <a:pt x="0" y="256"/>
                  <a:pt x="0" y="254"/>
                  <a:pt x="0" y="252"/>
                </a:cubicBezTo>
                <a:cubicBezTo>
                  <a:pt x="1" y="252"/>
                  <a:pt x="2" y="247"/>
                  <a:pt x="2" y="247"/>
                </a:cubicBezTo>
                <a:cubicBezTo>
                  <a:pt x="2" y="247"/>
                  <a:pt x="3" y="246"/>
                  <a:pt x="3" y="247"/>
                </a:cubicBezTo>
                <a:cubicBezTo>
                  <a:pt x="4" y="243"/>
                  <a:pt x="4" y="240"/>
                  <a:pt x="5" y="237"/>
                </a:cubicBezTo>
                <a:cubicBezTo>
                  <a:pt x="1" y="237"/>
                  <a:pt x="1" y="236"/>
                  <a:pt x="1" y="233"/>
                </a:cubicBezTo>
                <a:cubicBezTo>
                  <a:pt x="2" y="233"/>
                  <a:pt x="2" y="232"/>
                  <a:pt x="3" y="231"/>
                </a:cubicBezTo>
                <a:cubicBezTo>
                  <a:pt x="4" y="232"/>
                  <a:pt x="5" y="235"/>
                  <a:pt x="8" y="235"/>
                </a:cubicBezTo>
                <a:cubicBezTo>
                  <a:pt x="10" y="235"/>
                  <a:pt x="12" y="234"/>
                  <a:pt x="14" y="235"/>
                </a:cubicBezTo>
                <a:cubicBezTo>
                  <a:pt x="16" y="235"/>
                  <a:pt x="17" y="237"/>
                  <a:pt x="18" y="234"/>
                </a:cubicBezTo>
                <a:cubicBezTo>
                  <a:pt x="20" y="232"/>
                  <a:pt x="23" y="232"/>
                  <a:pt x="21" y="229"/>
                </a:cubicBezTo>
                <a:cubicBezTo>
                  <a:pt x="21" y="229"/>
                  <a:pt x="20" y="228"/>
                  <a:pt x="20" y="228"/>
                </a:cubicBezTo>
                <a:cubicBezTo>
                  <a:pt x="19" y="227"/>
                  <a:pt x="19" y="224"/>
                  <a:pt x="19" y="223"/>
                </a:cubicBezTo>
                <a:cubicBezTo>
                  <a:pt x="19" y="220"/>
                  <a:pt x="16" y="218"/>
                  <a:pt x="14" y="216"/>
                </a:cubicBezTo>
                <a:cubicBezTo>
                  <a:pt x="12" y="214"/>
                  <a:pt x="16" y="213"/>
                  <a:pt x="16" y="211"/>
                </a:cubicBezTo>
                <a:cubicBezTo>
                  <a:pt x="16" y="208"/>
                  <a:pt x="16" y="206"/>
                  <a:pt x="20" y="206"/>
                </a:cubicBezTo>
                <a:cubicBezTo>
                  <a:pt x="20" y="205"/>
                  <a:pt x="20" y="204"/>
                  <a:pt x="20" y="203"/>
                </a:cubicBezTo>
                <a:cubicBezTo>
                  <a:pt x="17" y="203"/>
                  <a:pt x="17" y="200"/>
                  <a:pt x="18" y="197"/>
                </a:cubicBezTo>
                <a:cubicBezTo>
                  <a:pt x="21" y="188"/>
                  <a:pt x="34" y="194"/>
                  <a:pt x="41" y="194"/>
                </a:cubicBezTo>
                <a:cubicBezTo>
                  <a:pt x="41" y="189"/>
                  <a:pt x="39" y="180"/>
                  <a:pt x="43" y="176"/>
                </a:cubicBezTo>
                <a:cubicBezTo>
                  <a:pt x="45" y="176"/>
                  <a:pt x="47" y="176"/>
                  <a:pt x="47" y="173"/>
                </a:cubicBezTo>
                <a:cubicBezTo>
                  <a:pt x="47" y="173"/>
                  <a:pt x="46" y="173"/>
                  <a:pt x="45" y="173"/>
                </a:cubicBezTo>
                <a:cubicBezTo>
                  <a:pt x="44" y="171"/>
                  <a:pt x="40" y="171"/>
                  <a:pt x="39" y="171"/>
                </a:cubicBezTo>
                <a:cubicBezTo>
                  <a:pt x="35" y="171"/>
                  <a:pt x="32" y="169"/>
                  <a:pt x="29" y="168"/>
                </a:cubicBezTo>
                <a:cubicBezTo>
                  <a:pt x="28" y="164"/>
                  <a:pt x="34" y="166"/>
                  <a:pt x="37" y="165"/>
                </a:cubicBezTo>
                <a:cubicBezTo>
                  <a:pt x="37" y="164"/>
                  <a:pt x="39" y="162"/>
                  <a:pt x="40" y="162"/>
                </a:cubicBezTo>
                <a:cubicBezTo>
                  <a:pt x="40" y="161"/>
                  <a:pt x="40" y="160"/>
                  <a:pt x="41" y="160"/>
                </a:cubicBezTo>
                <a:cubicBezTo>
                  <a:pt x="41" y="158"/>
                  <a:pt x="41" y="158"/>
                  <a:pt x="39" y="158"/>
                </a:cubicBezTo>
                <a:cubicBezTo>
                  <a:pt x="40" y="156"/>
                  <a:pt x="39" y="154"/>
                  <a:pt x="39" y="152"/>
                </a:cubicBezTo>
                <a:cubicBezTo>
                  <a:pt x="40" y="152"/>
                  <a:pt x="41" y="152"/>
                  <a:pt x="42" y="152"/>
                </a:cubicBezTo>
                <a:cubicBezTo>
                  <a:pt x="42" y="150"/>
                  <a:pt x="39" y="148"/>
                  <a:pt x="41" y="146"/>
                </a:cubicBezTo>
                <a:cubicBezTo>
                  <a:pt x="43" y="143"/>
                  <a:pt x="43" y="141"/>
                  <a:pt x="43" y="138"/>
                </a:cubicBezTo>
                <a:cubicBezTo>
                  <a:pt x="44" y="134"/>
                  <a:pt x="42" y="135"/>
                  <a:pt x="40" y="134"/>
                </a:cubicBezTo>
                <a:cubicBezTo>
                  <a:pt x="37" y="132"/>
                  <a:pt x="40" y="129"/>
                  <a:pt x="42" y="130"/>
                </a:cubicBezTo>
                <a:cubicBezTo>
                  <a:pt x="43" y="124"/>
                  <a:pt x="51" y="119"/>
                  <a:pt x="56" y="119"/>
                </a:cubicBezTo>
                <a:cubicBezTo>
                  <a:pt x="57" y="116"/>
                  <a:pt x="52" y="116"/>
                  <a:pt x="51" y="116"/>
                </a:cubicBezTo>
                <a:cubicBezTo>
                  <a:pt x="49" y="116"/>
                  <a:pt x="48" y="116"/>
                  <a:pt x="46" y="116"/>
                </a:cubicBezTo>
                <a:cubicBezTo>
                  <a:pt x="44" y="115"/>
                  <a:pt x="44" y="114"/>
                  <a:pt x="42" y="114"/>
                </a:cubicBezTo>
                <a:cubicBezTo>
                  <a:pt x="41" y="111"/>
                  <a:pt x="43" y="111"/>
                  <a:pt x="45" y="111"/>
                </a:cubicBezTo>
                <a:cubicBezTo>
                  <a:pt x="46" y="108"/>
                  <a:pt x="46" y="108"/>
                  <a:pt x="49" y="107"/>
                </a:cubicBezTo>
                <a:cubicBezTo>
                  <a:pt x="49" y="106"/>
                  <a:pt x="49" y="105"/>
                  <a:pt x="49" y="104"/>
                </a:cubicBezTo>
                <a:cubicBezTo>
                  <a:pt x="51" y="104"/>
                  <a:pt x="55" y="100"/>
                  <a:pt x="55" y="99"/>
                </a:cubicBezTo>
                <a:cubicBezTo>
                  <a:pt x="56" y="96"/>
                  <a:pt x="52" y="90"/>
                  <a:pt x="56" y="90"/>
                </a:cubicBezTo>
                <a:cubicBezTo>
                  <a:pt x="56" y="89"/>
                  <a:pt x="56" y="88"/>
                  <a:pt x="56" y="87"/>
                </a:cubicBezTo>
                <a:cubicBezTo>
                  <a:pt x="55" y="87"/>
                  <a:pt x="55" y="83"/>
                  <a:pt x="55" y="82"/>
                </a:cubicBezTo>
                <a:cubicBezTo>
                  <a:pt x="56" y="82"/>
                  <a:pt x="56" y="82"/>
                  <a:pt x="57" y="82"/>
                </a:cubicBezTo>
                <a:cubicBezTo>
                  <a:pt x="56" y="79"/>
                  <a:pt x="56" y="79"/>
                  <a:pt x="56" y="79"/>
                </a:cubicBezTo>
                <a:cubicBezTo>
                  <a:pt x="56" y="79"/>
                  <a:pt x="51" y="78"/>
                  <a:pt x="49" y="78"/>
                </a:cubicBezTo>
                <a:cubicBezTo>
                  <a:pt x="50" y="78"/>
                  <a:pt x="50" y="77"/>
                  <a:pt x="50" y="77"/>
                </a:cubicBezTo>
                <a:cubicBezTo>
                  <a:pt x="51" y="75"/>
                  <a:pt x="52" y="73"/>
                  <a:pt x="51" y="71"/>
                </a:cubicBezTo>
                <a:cubicBezTo>
                  <a:pt x="51" y="69"/>
                  <a:pt x="50" y="69"/>
                  <a:pt x="50" y="67"/>
                </a:cubicBezTo>
                <a:cubicBezTo>
                  <a:pt x="51" y="67"/>
                  <a:pt x="51" y="65"/>
                  <a:pt x="51" y="64"/>
                </a:cubicBezTo>
                <a:cubicBezTo>
                  <a:pt x="52" y="65"/>
                  <a:pt x="53" y="64"/>
                  <a:pt x="53" y="62"/>
                </a:cubicBezTo>
                <a:cubicBezTo>
                  <a:pt x="55" y="62"/>
                  <a:pt x="57" y="63"/>
                  <a:pt x="59" y="63"/>
                </a:cubicBezTo>
                <a:cubicBezTo>
                  <a:pt x="59" y="62"/>
                  <a:pt x="60" y="58"/>
                  <a:pt x="61" y="57"/>
                </a:cubicBezTo>
                <a:cubicBezTo>
                  <a:pt x="62" y="54"/>
                  <a:pt x="64" y="52"/>
                  <a:pt x="67" y="51"/>
                </a:cubicBezTo>
                <a:cubicBezTo>
                  <a:pt x="68" y="50"/>
                  <a:pt x="69" y="49"/>
                  <a:pt x="69" y="47"/>
                </a:cubicBezTo>
                <a:cubicBezTo>
                  <a:pt x="67" y="47"/>
                  <a:pt x="67" y="47"/>
                  <a:pt x="67" y="47"/>
                </a:cubicBezTo>
                <a:cubicBezTo>
                  <a:pt x="67" y="44"/>
                  <a:pt x="58" y="39"/>
                  <a:pt x="65" y="37"/>
                </a:cubicBezTo>
                <a:cubicBezTo>
                  <a:pt x="68" y="36"/>
                  <a:pt x="66" y="33"/>
                  <a:pt x="67" y="31"/>
                </a:cubicBezTo>
                <a:cubicBezTo>
                  <a:pt x="68" y="29"/>
                  <a:pt x="71" y="29"/>
                  <a:pt x="70" y="26"/>
                </a:cubicBezTo>
                <a:cubicBezTo>
                  <a:pt x="71" y="26"/>
                  <a:pt x="72" y="26"/>
                  <a:pt x="73" y="26"/>
                </a:cubicBezTo>
                <a:cubicBezTo>
                  <a:pt x="73" y="29"/>
                  <a:pt x="77" y="29"/>
                  <a:pt x="75" y="32"/>
                </a:cubicBezTo>
                <a:cubicBezTo>
                  <a:pt x="77" y="30"/>
                  <a:pt x="80" y="31"/>
                  <a:pt x="82" y="31"/>
                </a:cubicBezTo>
                <a:cubicBezTo>
                  <a:pt x="83" y="30"/>
                  <a:pt x="83" y="30"/>
                  <a:pt x="83" y="30"/>
                </a:cubicBezTo>
                <a:cubicBezTo>
                  <a:pt x="82" y="29"/>
                  <a:pt x="82" y="27"/>
                  <a:pt x="80" y="26"/>
                </a:cubicBezTo>
                <a:cubicBezTo>
                  <a:pt x="79" y="26"/>
                  <a:pt x="78" y="25"/>
                  <a:pt x="78" y="24"/>
                </a:cubicBezTo>
                <a:cubicBezTo>
                  <a:pt x="83" y="24"/>
                  <a:pt x="85" y="24"/>
                  <a:pt x="88" y="21"/>
                </a:cubicBezTo>
                <a:cubicBezTo>
                  <a:pt x="90" y="20"/>
                  <a:pt x="90" y="14"/>
                  <a:pt x="90" y="12"/>
                </a:cubicBezTo>
                <a:cubicBezTo>
                  <a:pt x="90" y="11"/>
                  <a:pt x="88" y="11"/>
                  <a:pt x="89" y="10"/>
                </a:cubicBezTo>
                <a:cubicBezTo>
                  <a:pt x="89" y="9"/>
                  <a:pt x="91" y="9"/>
                  <a:pt x="91" y="8"/>
                </a:cubicBezTo>
                <a:cubicBezTo>
                  <a:pt x="94" y="5"/>
                  <a:pt x="89" y="4"/>
                  <a:pt x="89" y="1"/>
                </a:cubicBezTo>
                <a:cubicBezTo>
                  <a:pt x="90" y="1"/>
                  <a:pt x="91" y="1"/>
                  <a:pt x="91" y="0"/>
                </a:cubicBezTo>
                <a:cubicBezTo>
                  <a:pt x="93" y="1"/>
                  <a:pt x="99" y="4"/>
                  <a:pt x="99" y="6"/>
                </a:cubicBezTo>
                <a:cubicBezTo>
                  <a:pt x="102" y="6"/>
                  <a:pt x="105" y="4"/>
                  <a:pt x="108" y="6"/>
                </a:cubicBezTo>
                <a:cubicBezTo>
                  <a:pt x="110" y="7"/>
                  <a:pt x="113" y="6"/>
                  <a:pt x="116" y="6"/>
                </a:cubicBezTo>
                <a:cubicBezTo>
                  <a:pt x="116" y="9"/>
                  <a:pt x="115" y="11"/>
                  <a:pt x="115" y="13"/>
                </a:cubicBezTo>
                <a:cubicBezTo>
                  <a:pt x="118" y="14"/>
                  <a:pt x="120" y="13"/>
                  <a:pt x="122" y="13"/>
                </a:cubicBezTo>
                <a:cubicBezTo>
                  <a:pt x="122" y="15"/>
                  <a:pt x="122" y="15"/>
                  <a:pt x="120" y="16"/>
                </a:cubicBezTo>
                <a:cubicBezTo>
                  <a:pt x="119" y="17"/>
                  <a:pt x="119" y="19"/>
                  <a:pt x="119" y="20"/>
                </a:cubicBezTo>
                <a:cubicBezTo>
                  <a:pt x="122" y="21"/>
                  <a:pt x="125" y="20"/>
                  <a:pt x="127" y="20"/>
                </a:cubicBezTo>
                <a:cubicBezTo>
                  <a:pt x="127" y="20"/>
                  <a:pt x="127" y="20"/>
                  <a:pt x="127" y="20"/>
                </a:cubicBezTo>
                <a:cubicBezTo>
                  <a:pt x="130" y="19"/>
                  <a:pt x="131" y="23"/>
                  <a:pt x="134" y="22"/>
                </a:cubicBezTo>
                <a:cubicBezTo>
                  <a:pt x="133" y="21"/>
                  <a:pt x="132" y="19"/>
                  <a:pt x="134" y="19"/>
                </a:cubicBezTo>
                <a:cubicBezTo>
                  <a:pt x="134" y="17"/>
                  <a:pt x="134" y="16"/>
                  <a:pt x="134" y="15"/>
                </a:cubicBezTo>
                <a:cubicBezTo>
                  <a:pt x="134" y="15"/>
                  <a:pt x="135" y="15"/>
                  <a:pt x="135" y="15"/>
                </a:cubicBezTo>
                <a:cubicBezTo>
                  <a:pt x="136" y="15"/>
                  <a:pt x="136" y="17"/>
                  <a:pt x="136" y="17"/>
                </a:cubicBezTo>
                <a:cubicBezTo>
                  <a:pt x="137" y="18"/>
                  <a:pt x="139" y="17"/>
                  <a:pt x="141" y="17"/>
                </a:cubicBezTo>
                <a:cubicBezTo>
                  <a:pt x="141" y="18"/>
                  <a:pt x="141" y="19"/>
                  <a:pt x="141" y="19"/>
                </a:cubicBezTo>
                <a:cubicBezTo>
                  <a:pt x="141" y="19"/>
                  <a:pt x="142" y="19"/>
                  <a:pt x="143" y="19"/>
                </a:cubicBezTo>
                <a:cubicBezTo>
                  <a:pt x="142" y="21"/>
                  <a:pt x="145" y="24"/>
                  <a:pt x="147" y="22"/>
                </a:cubicBezTo>
                <a:cubicBezTo>
                  <a:pt x="148" y="21"/>
                  <a:pt x="146" y="20"/>
                  <a:pt x="147" y="19"/>
                </a:cubicBezTo>
                <a:cubicBezTo>
                  <a:pt x="149" y="18"/>
                  <a:pt x="149" y="20"/>
                  <a:pt x="149" y="21"/>
                </a:cubicBezTo>
                <a:cubicBezTo>
                  <a:pt x="151" y="21"/>
                  <a:pt x="151" y="19"/>
                  <a:pt x="152" y="18"/>
                </a:cubicBezTo>
                <a:cubicBezTo>
                  <a:pt x="154" y="18"/>
                  <a:pt x="156" y="19"/>
                  <a:pt x="158" y="19"/>
                </a:cubicBezTo>
                <a:cubicBezTo>
                  <a:pt x="159" y="18"/>
                  <a:pt x="160" y="18"/>
                  <a:pt x="160" y="19"/>
                </a:cubicBezTo>
                <a:cubicBezTo>
                  <a:pt x="162" y="22"/>
                  <a:pt x="165" y="24"/>
                  <a:pt x="168" y="25"/>
                </a:cubicBezTo>
                <a:cubicBezTo>
                  <a:pt x="168" y="26"/>
                  <a:pt x="170" y="27"/>
                  <a:pt x="170" y="28"/>
                </a:cubicBezTo>
                <a:cubicBezTo>
                  <a:pt x="170" y="30"/>
                  <a:pt x="169" y="31"/>
                  <a:pt x="168" y="33"/>
                </a:cubicBezTo>
                <a:cubicBezTo>
                  <a:pt x="167" y="36"/>
                  <a:pt x="169" y="39"/>
                  <a:pt x="166" y="41"/>
                </a:cubicBezTo>
                <a:cubicBezTo>
                  <a:pt x="164" y="43"/>
                  <a:pt x="163" y="46"/>
                  <a:pt x="166" y="47"/>
                </a:cubicBezTo>
                <a:cubicBezTo>
                  <a:pt x="168" y="48"/>
                  <a:pt x="169" y="54"/>
                  <a:pt x="169" y="56"/>
                </a:cubicBezTo>
                <a:cubicBezTo>
                  <a:pt x="166" y="57"/>
                  <a:pt x="169" y="59"/>
                  <a:pt x="170" y="60"/>
                </a:cubicBezTo>
                <a:cubicBezTo>
                  <a:pt x="172" y="62"/>
                  <a:pt x="176" y="63"/>
                  <a:pt x="179" y="64"/>
                </a:cubicBezTo>
                <a:cubicBezTo>
                  <a:pt x="180" y="64"/>
                  <a:pt x="182" y="63"/>
                  <a:pt x="183" y="64"/>
                </a:cubicBezTo>
                <a:cubicBezTo>
                  <a:pt x="184" y="65"/>
                  <a:pt x="184" y="66"/>
                  <a:pt x="185" y="67"/>
                </a:cubicBezTo>
                <a:cubicBezTo>
                  <a:pt x="186" y="68"/>
                  <a:pt x="190" y="69"/>
                  <a:pt x="191" y="68"/>
                </a:cubicBezTo>
                <a:cubicBezTo>
                  <a:pt x="194" y="64"/>
                  <a:pt x="201" y="75"/>
                  <a:pt x="202" y="77"/>
                </a:cubicBezTo>
                <a:cubicBezTo>
                  <a:pt x="203" y="80"/>
                  <a:pt x="204" y="82"/>
                  <a:pt x="205" y="85"/>
                </a:cubicBezTo>
                <a:cubicBezTo>
                  <a:pt x="206" y="87"/>
                  <a:pt x="203" y="88"/>
                  <a:pt x="204" y="91"/>
                </a:cubicBezTo>
                <a:cubicBezTo>
                  <a:pt x="206" y="92"/>
                  <a:pt x="208" y="89"/>
                  <a:pt x="211" y="89"/>
                </a:cubicBezTo>
                <a:cubicBezTo>
                  <a:pt x="211" y="90"/>
                  <a:pt x="211" y="91"/>
                  <a:pt x="211" y="92"/>
                </a:cubicBezTo>
                <a:cubicBezTo>
                  <a:pt x="213" y="93"/>
                  <a:pt x="213" y="91"/>
                  <a:pt x="215" y="91"/>
                </a:cubicBezTo>
                <a:cubicBezTo>
                  <a:pt x="215" y="92"/>
                  <a:pt x="215" y="92"/>
                  <a:pt x="215" y="92"/>
                </a:cubicBezTo>
                <a:cubicBezTo>
                  <a:pt x="216" y="93"/>
                  <a:pt x="213" y="95"/>
                  <a:pt x="215" y="97"/>
                </a:cubicBezTo>
                <a:cubicBezTo>
                  <a:pt x="217" y="99"/>
                  <a:pt x="217" y="102"/>
                  <a:pt x="217" y="105"/>
                </a:cubicBezTo>
                <a:cubicBezTo>
                  <a:pt x="216" y="113"/>
                  <a:pt x="220" y="107"/>
                  <a:pt x="225" y="107"/>
                </a:cubicBezTo>
                <a:cubicBezTo>
                  <a:pt x="227" y="107"/>
                  <a:pt x="229" y="109"/>
                  <a:pt x="231" y="108"/>
                </a:cubicBezTo>
                <a:cubicBezTo>
                  <a:pt x="234" y="108"/>
                  <a:pt x="237" y="107"/>
                  <a:pt x="241" y="108"/>
                </a:cubicBezTo>
                <a:cubicBezTo>
                  <a:pt x="243" y="108"/>
                  <a:pt x="244" y="107"/>
                  <a:pt x="247" y="106"/>
                </a:cubicBezTo>
                <a:cubicBezTo>
                  <a:pt x="248" y="106"/>
                  <a:pt x="250" y="107"/>
                  <a:pt x="251" y="106"/>
                </a:cubicBezTo>
                <a:cubicBezTo>
                  <a:pt x="252" y="106"/>
                  <a:pt x="253" y="106"/>
                  <a:pt x="254" y="105"/>
                </a:cubicBezTo>
                <a:cubicBezTo>
                  <a:pt x="255" y="101"/>
                  <a:pt x="257" y="102"/>
                  <a:pt x="260" y="102"/>
                </a:cubicBezTo>
                <a:cubicBezTo>
                  <a:pt x="264" y="101"/>
                  <a:pt x="264" y="97"/>
                  <a:pt x="268" y="97"/>
                </a:cubicBezTo>
                <a:cubicBezTo>
                  <a:pt x="270" y="98"/>
                  <a:pt x="272" y="97"/>
                  <a:pt x="273" y="99"/>
                </a:cubicBezTo>
                <a:cubicBezTo>
                  <a:pt x="273" y="100"/>
                  <a:pt x="273" y="102"/>
                  <a:pt x="275" y="102"/>
                </a:cubicBezTo>
                <a:cubicBezTo>
                  <a:pt x="277" y="102"/>
                  <a:pt x="277" y="100"/>
                  <a:pt x="278" y="99"/>
                </a:cubicBezTo>
                <a:cubicBezTo>
                  <a:pt x="278" y="97"/>
                  <a:pt x="279" y="98"/>
                  <a:pt x="280" y="98"/>
                </a:cubicBezTo>
                <a:cubicBezTo>
                  <a:pt x="281" y="96"/>
                  <a:pt x="280" y="94"/>
                  <a:pt x="282" y="95"/>
                </a:cubicBezTo>
                <a:cubicBezTo>
                  <a:pt x="282" y="94"/>
                  <a:pt x="282" y="93"/>
                  <a:pt x="282" y="93"/>
                </a:cubicBezTo>
                <a:cubicBezTo>
                  <a:pt x="281" y="93"/>
                  <a:pt x="281" y="92"/>
                  <a:pt x="280" y="92"/>
                </a:cubicBezTo>
                <a:cubicBezTo>
                  <a:pt x="280" y="91"/>
                  <a:pt x="279" y="88"/>
                  <a:pt x="281" y="88"/>
                </a:cubicBezTo>
                <a:cubicBezTo>
                  <a:pt x="282" y="87"/>
                  <a:pt x="283" y="87"/>
                  <a:pt x="282" y="86"/>
                </a:cubicBezTo>
                <a:cubicBezTo>
                  <a:pt x="282" y="86"/>
                  <a:pt x="282" y="86"/>
                  <a:pt x="282" y="86"/>
                </a:cubicBezTo>
                <a:cubicBezTo>
                  <a:pt x="282" y="84"/>
                  <a:pt x="281" y="82"/>
                  <a:pt x="281" y="80"/>
                </a:cubicBezTo>
                <a:cubicBezTo>
                  <a:pt x="284" y="79"/>
                  <a:pt x="285" y="78"/>
                  <a:pt x="287" y="76"/>
                </a:cubicBezTo>
                <a:cubicBezTo>
                  <a:pt x="290" y="77"/>
                  <a:pt x="292" y="81"/>
                  <a:pt x="293" y="84"/>
                </a:cubicBezTo>
                <a:cubicBezTo>
                  <a:pt x="295" y="85"/>
                  <a:pt x="292" y="86"/>
                  <a:pt x="291" y="87"/>
                </a:cubicBezTo>
                <a:cubicBezTo>
                  <a:pt x="293" y="93"/>
                  <a:pt x="299" y="84"/>
                  <a:pt x="301" y="84"/>
                </a:cubicBezTo>
                <a:cubicBezTo>
                  <a:pt x="302" y="83"/>
                  <a:pt x="302" y="82"/>
                  <a:pt x="302" y="81"/>
                </a:cubicBezTo>
                <a:cubicBezTo>
                  <a:pt x="303" y="80"/>
                  <a:pt x="305" y="81"/>
                  <a:pt x="306" y="82"/>
                </a:cubicBezTo>
                <a:cubicBezTo>
                  <a:pt x="307" y="83"/>
                  <a:pt x="308" y="85"/>
                  <a:pt x="309" y="85"/>
                </a:cubicBezTo>
                <a:cubicBezTo>
                  <a:pt x="311" y="85"/>
                  <a:pt x="312" y="82"/>
                  <a:pt x="315" y="82"/>
                </a:cubicBezTo>
                <a:cubicBezTo>
                  <a:pt x="315" y="81"/>
                  <a:pt x="315" y="81"/>
                  <a:pt x="314" y="81"/>
                </a:cubicBezTo>
                <a:cubicBezTo>
                  <a:pt x="314" y="79"/>
                  <a:pt x="314" y="77"/>
                  <a:pt x="317" y="78"/>
                </a:cubicBezTo>
                <a:cubicBezTo>
                  <a:pt x="317" y="77"/>
                  <a:pt x="317" y="76"/>
                  <a:pt x="315" y="76"/>
                </a:cubicBezTo>
                <a:cubicBezTo>
                  <a:pt x="315" y="74"/>
                  <a:pt x="312" y="74"/>
                  <a:pt x="313" y="72"/>
                </a:cubicBezTo>
                <a:cubicBezTo>
                  <a:pt x="313" y="70"/>
                  <a:pt x="314" y="69"/>
                  <a:pt x="315" y="69"/>
                </a:cubicBezTo>
                <a:cubicBezTo>
                  <a:pt x="318" y="68"/>
                  <a:pt x="316" y="64"/>
                  <a:pt x="317" y="64"/>
                </a:cubicBezTo>
                <a:cubicBezTo>
                  <a:pt x="319" y="64"/>
                  <a:pt x="320" y="64"/>
                  <a:pt x="322" y="64"/>
                </a:cubicBezTo>
                <a:cubicBezTo>
                  <a:pt x="324" y="64"/>
                  <a:pt x="326" y="64"/>
                  <a:pt x="327" y="63"/>
                </a:cubicBezTo>
                <a:cubicBezTo>
                  <a:pt x="329" y="62"/>
                  <a:pt x="330" y="58"/>
                  <a:pt x="332" y="58"/>
                </a:cubicBezTo>
                <a:cubicBezTo>
                  <a:pt x="331" y="58"/>
                  <a:pt x="331" y="58"/>
                  <a:pt x="331" y="58"/>
                </a:cubicBezTo>
                <a:cubicBezTo>
                  <a:pt x="331" y="57"/>
                  <a:pt x="326" y="56"/>
                  <a:pt x="328" y="54"/>
                </a:cubicBezTo>
                <a:cubicBezTo>
                  <a:pt x="331" y="51"/>
                  <a:pt x="332" y="55"/>
                  <a:pt x="334" y="56"/>
                </a:cubicBezTo>
                <a:cubicBezTo>
                  <a:pt x="334" y="54"/>
                  <a:pt x="335" y="51"/>
                  <a:pt x="336" y="50"/>
                </a:cubicBezTo>
                <a:cubicBezTo>
                  <a:pt x="337" y="50"/>
                  <a:pt x="337" y="52"/>
                  <a:pt x="338" y="53"/>
                </a:cubicBezTo>
                <a:cubicBezTo>
                  <a:pt x="338" y="52"/>
                  <a:pt x="338" y="52"/>
                  <a:pt x="339" y="51"/>
                </a:cubicBezTo>
                <a:cubicBezTo>
                  <a:pt x="342" y="54"/>
                  <a:pt x="342" y="48"/>
                  <a:pt x="342" y="46"/>
                </a:cubicBezTo>
                <a:cubicBezTo>
                  <a:pt x="343" y="46"/>
                  <a:pt x="343" y="46"/>
                  <a:pt x="343" y="47"/>
                </a:cubicBezTo>
                <a:cubicBezTo>
                  <a:pt x="343" y="49"/>
                  <a:pt x="345" y="54"/>
                  <a:pt x="348" y="53"/>
                </a:cubicBezTo>
                <a:cubicBezTo>
                  <a:pt x="348" y="52"/>
                  <a:pt x="349" y="52"/>
                  <a:pt x="350" y="52"/>
                </a:cubicBezTo>
                <a:cubicBezTo>
                  <a:pt x="351" y="55"/>
                  <a:pt x="353" y="57"/>
                  <a:pt x="354" y="60"/>
                </a:cubicBezTo>
                <a:cubicBezTo>
                  <a:pt x="354" y="63"/>
                  <a:pt x="357" y="62"/>
                  <a:pt x="359" y="62"/>
                </a:cubicBezTo>
                <a:cubicBezTo>
                  <a:pt x="362" y="62"/>
                  <a:pt x="364" y="63"/>
                  <a:pt x="367" y="65"/>
                </a:cubicBezTo>
                <a:cubicBezTo>
                  <a:pt x="369" y="65"/>
                  <a:pt x="372" y="65"/>
                  <a:pt x="375" y="65"/>
                </a:cubicBezTo>
                <a:cubicBezTo>
                  <a:pt x="375" y="64"/>
                  <a:pt x="375" y="64"/>
                  <a:pt x="375" y="63"/>
                </a:cubicBezTo>
                <a:cubicBezTo>
                  <a:pt x="379" y="63"/>
                  <a:pt x="378" y="59"/>
                  <a:pt x="382" y="59"/>
                </a:cubicBezTo>
                <a:cubicBezTo>
                  <a:pt x="381" y="59"/>
                  <a:pt x="379" y="56"/>
                  <a:pt x="379" y="55"/>
                </a:cubicBezTo>
                <a:cubicBezTo>
                  <a:pt x="380" y="54"/>
                  <a:pt x="381" y="55"/>
                  <a:pt x="382" y="55"/>
                </a:cubicBezTo>
                <a:cubicBezTo>
                  <a:pt x="383" y="55"/>
                  <a:pt x="383" y="54"/>
                  <a:pt x="384" y="53"/>
                </a:cubicBezTo>
                <a:cubicBezTo>
                  <a:pt x="385" y="52"/>
                  <a:pt x="392" y="53"/>
                  <a:pt x="391" y="50"/>
                </a:cubicBezTo>
                <a:cubicBezTo>
                  <a:pt x="390" y="50"/>
                  <a:pt x="389" y="49"/>
                  <a:pt x="390" y="48"/>
                </a:cubicBezTo>
                <a:cubicBezTo>
                  <a:pt x="391" y="47"/>
                  <a:pt x="392" y="47"/>
                  <a:pt x="395" y="47"/>
                </a:cubicBezTo>
                <a:cubicBezTo>
                  <a:pt x="395" y="49"/>
                  <a:pt x="394" y="51"/>
                  <a:pt x="396" y="52"/>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4" name="Freeform 435">
            <a:extLst>
              <a:ext uri="{FF2B5EF4-FFF2-40B4-BE49-F238E27FC236}">
                <a16:creationId xmlns:a16="http://schemas.microsoft.com/office/drawing/2014/main" id="{652AC25C-B193-49DA-8F6D-6D27CD4337D5}"/>
              </a:ext>
            </a:extLst>
          </p:cNvPr>
          <p:cNvSpPr>
            <a:spLocks/>
          </p:cNvSpPr>
          <p:nvPr/>
        </p:nvSpPr>
        <p:spPr bwMode="auto">
          <a:xfrm>
            <a:off x="3888404" y="3500640"/>
            <a:ext cx="92808" cy="114306"/>
          </a:xfrm>
          <a:custGeom>
            <a:avLst/>
            <a:gdLst>
              <a:gd name="T0" fmla="*/ 0 w 41"/>
              <a:gd name="T1" fmla="*/ 44 h 52"/>
              <a:gd name="T2" fmla="*/ 0 w 41"/>
              <a:gd name="T3" fmla="*/ 44 h 52"/>
              <a:gd name="T4" fmla="*/ 1 w 41"/>
              <a:gd name="T5" fmla="*/ 38 h 52"/>
              <a:gd name="T6" fmla="*/ 2 w 41"/>
              <a:gd name="T7" fmla="*/ 35 h 52"/>
              <a:gd name="T8" fmla="*/ 2 w 41"/>
              <a:gd name="T9" fmla="*/ 29 h 52"/>
              <a:gd name="T10" fmla="*/ 5 w 41"/>
              <a:gd name="T11" fmla="*/ 26 h 52"/>
              <a:gd name="T12" fmla="*/ 5 w 41"/>
              <a:gd name="T13" fmla="*/ 23 h 52"/>
              <a:gd name="T14" fmla="*/ 6 w 41"/>
              <a:gd name="T15" fmla="*/ 21 h 52"/>
              <a:gd name="T16" fmla="*/ 8 w 41"/>
              <a:gd name="T17" fmla="*/ 18 h 52"/>
              <a:gd name="T18" fmla="*/ 9 w 41"/>
              <a:gd name="T19" fmla="*/ 13 h 52"/>
              <a:gd name="T20" fmla="*/ 7 w 41"/>
              <a:gd name="T21" fmla="*/ 9 h 52"/>
              <a:gd name="T22" fmla="*/ 10 w 41"/>
              <a:gd name="T23" fmla="*/ 9 h 52"/>
              <a:gd name="T24" fmla="*/ 14 w 41"/>
              <a:gd name="T25" fmla="*/ 9 h 52"/>
              <a:gd name="T26" fmla="*/ 18 w 41"/>
              <a:gd name="T27" fmla="*/ 6 h 52"/>
              <a:gd name="T28" fmla="*/ 20 w 41"/>
              <a:gd name="T29" fmla="*/ 8 h 52"/>
              <a:gd name="T30" fmla="*/ 20 w 41"/>
              <a:gd name="T31" fmla="*/ 6 h 52"/>
              <a:gd name="T32" fmla="*/ 22 w 41"/>
              <a:gd name="T33" fmla="*/ 4 h 52"/>
              <a:gd name="T34" fmla="*/ 25 w 41"/>
              <a:gd name="T35" fmla="*/ 5 h 52"/>
              <a:gd name="T36" fmla="*/ 25 w 41"/>
              <a:gd name="T37" fmla="*/ 2 h 52"/>
              <a:gd name="T38" fmla="*/ 27 w 41"/>
              <a:gd name="T39" fmla="*/ 2 h 52"/>
              <a:gd name="T40" fmla="*/ 27 w 41"/>
              <a:gd name="T41" fmla="*/ 1 h 52"/>
              <a:gd name="T42" fmla="*/ 30 w 41"/>
              <a:gd name="T43" fmla="*/ 1 h 52"/>
              <a:gd name="T44" fmla="*/ 31 w 41"/>
              <a:gd name="T45" fmla="*/ 3 h 52"/>
              <a:gd name="T46" fmla="*/ 33 w 41"/>
              <a:gd name="T47" fmla="*/ 3 h 52"/>
              <a:gd name="T48" fmla="*/ 36 w 41"/>
              <a:gd name="T49" fmla="*/ 4 h 52"/>
              <a:gd name="T50" fmla="*/ 38 w 41"/>
              <a:gd name="T51" fmla="*/ 8 h 52"/>
              <a:gd name="T52" fmla="*/ 40 w 41"/>
              <a:gd name="T53" fmla="*/ 12 h 52"/>
              <a:gd name="T54" fmla="*/ 39 w 41"/>
              <a:gd name="T55" fmla="*/ 16 h 52"/>
              <a:gd name="T56" fmla="*/ 40 w 41"/>
              <a:gd name="T57" fmla="*/ 19 h 52"/>
              <a:gd name="T58" fmla="*/ 38 w 41"/>
              <a:gd name="T59" fmla="*/ 23 h 52"/>
              <a:gd name="T60" fmla="*/ 36 w 41"/>
              <a:gd name="T61" fmla="*/ 28 h 52"/>
              <a:gd name="T62" fmla="*/ 35 w 41"/>
              <a:gd name="T63" fmla="*/ 28 h 52"/>
              <a:gd name="T64" fmla="*/ 35 w 41"/>
              <a:gd name="T65" fmla="*/ 29 h 52"/>
              <a:gd name="T66" fmla="*/ 36 w 41"/>
              <a:gd name="T67" fmla="*/ 30 h 52"/>
              <a:gd name="T68" fmla="*/ 38 w 41"/>
              <a:gd name="T69" fmla="*/ 37 h 52"/>
              <a:gd name="T70" fmla="*/ 41 w 41"/>
              <a:gd name="T71" fmla="*/ 39 h 52"/>
              <a:gd name="T72" fmla="*/ 40 w 41"/>
              <a:gd name="T73" fmla="*/ 44 h 52"/>
              <a:gd name="T74" fmla="*/ 37 w 41"/>
              <a:gd name="T75" fmla="*/ 47 h 52"/>
              <a:gd name="T76" fmla="*/ 35 w 41"/>
              <a:gd name="T77" fmla="*/ 46 h 52"/>
              <a:gd name="T78" fmla="*/ 33 w 41"/>
              <a:gd name="T79" fmla="*/ 48 h 52"/>
              <a:gd name="T80" fmla="*/ 29 w 41"/>
              <a:gd name="T81" fmla="*/ 47 h 52"/>
              <a:gd name="T82" fmla="*/ 23 w 41"/>
              <a:gd name="T83" fmla="*/ 46 h 52"/>
              <a:gd name="T84" fmla="*/ 23 w 41"/>
              <a:gd name="T85" fmla="*/ 48 h 52"/>
              <a:gd name="T86" fmla="*/ 15 w 41"/>
              <a:gd name="T87" fmla="*/ 50 h 52"/>
              <a:gd name="T88" fmla="*/ 11 w 41"/>
              <a:gd name="T89" fmla="*/ 49 h 52"/>
              <a:gd name="T90" fmla="*/ 5 w 41"/>
              <a:gd name="T91" fmla="*/ 49 h 52"/>
              <a:gd name="T92" fmla="*/ 4 w 41"/>
              <a:gd name="T93" fmla="*/ 48 h 52"/>
              <a:gd name="T94" fmla="*/ 0 w 41"/>
              <a:gd name="T95" fmla="*/ 4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 h="52">
                <a:moveTo>
                  <a:pt x="0" y="44"/>
                </a:moveTo>
                <a:cubicBezTo>
                  <a:pt x="0" y="44"/>
                  <a:pt x="0" y="44"/>
                  <a:pt x="0" y="44"/>
                </a:cubicBezTo>
                <a:cubicBezTo>
                  <a:pt x="3" y="42"/>
                  <a:pt x="2" y="41"/>
                  <a:pt x="1" y="38"/>
                </a:cubicBezTo>
                <a:cubicBezTo>
                  <a:pt x="1" y="37"/>
                  <a:pt x="2" y="36"/>
                  <a:pt x="2" y="35"/>
                </a:cubicBezTo>
                <a:cubicBezTo>
                  <a:pt x="3" y="33"/>
                  <a:pt x="2" y="31"/>
                  <a:pt x="2" y="29"/>
                </a:cubicBezTo>
                <a:cubicBezTo>
                  <a:pt x="2" y="27"/>
                  <a:pt x="4" y="27"/>
                  <a:pt x="5" y="26"/>
                </a:cubicBezTo>
                <a:cubicBezTo>
                  <a:pt x="5" y="25"/>
                  <a:pt x="5" y="24"/>
                  <a:pt x="5" y="23"/>
                </a:cubicBezTo>
                <a:cubicBezTo>
                  <a:pt x="6" y="22"/>
                  <a:pt x="6" y="22"/>
                  <a:pt x="6" y="21"/>
                </a:cubicBezTo>
                <a:cubicBezTo>
                  <a:pt x="7" y="20"/>
                  <a:pt x="8" y="19"/>
                  <a:pt x="8" y="18"/>
                </a:cubicBezTo>
                <a:cubicBezTo>
                  <a:pt x="8" y="17"/>
                  <a:pt x="9" y="14"/>
                  <a:pt x="9" y="13"/>
                </a:cubicBezTo>
                <a:cubicBezTo>
                  <a:pt x="8" y="12"/>
                  <a:pt x="7" y="11"/>
                  <a:pt x="7" y="9"/>
                </a:cubicBezTo>
                <a:cubicBezTo>
                  <a:pt x="8" y="9"/>
                  <a:pt x="9" y="9"/>
                  <a:pt x="10" y="9"/>
                </a:cubicBezTo>
                <a:cubicBezTo>
                  <a:pt x="10" y="7"/>
                  <a:pt x="13" y="9"/>
                  <a:pt x="14" y="9"/>
                </a:cubicBezTo>
                <a:cubicBezTo>
                  <a:pt x="16" y="8"/>
                  <a:pt x="15" y="5"/>
                  <a:pt x="18" y="6"/>
                </a:cubicBezTo>
                <a:cubicBezTo>
                  <a:pt x="19" y="6"/>
                  <a:pt x="18" y="9"/>
                  <a:pt x="20" y="8"/>
                </a:cubicBezTo>
                <a:cubicBezTo>
                  <a:pt x="20" y="6"/>
                  <a:pt x="20" y="6"/>
                  <a:pt x="20" y="6"/>
                </a:cubicBezTo>
                <a:cubicBezTo>
                  <a:pt x="21" y="5"/>
                  <a:pt x="22" y="5"/>
                  <a:pt x="22" y="4"/>
                </a:cubicBezTo>
                <a:cubicBezTo>
                  <a:pt x="23" y="4"/>
                  <a:pt x="24" y="5"/>
                  <a:pt x="25" y="5"/>
                </a:cubicBezTo>
                <a:cubicBezTo>
                  <a:pt x="25" y="4"/>
                  <a:pt x="25" y="3"/>
                  <a:pt x="25" y="2"/>
                </a:cubicBezTo>
                <a:cubicBezTo>
                  <a:pt x="26" y="2"/>
                  <a:pt x="27" y="2"/>
                  <a:pt x="27" y="2"/>
                </a:cubicBezTo>
                <a:cubicBezTo>
                  <a:pt x="27" y="2"/>
                  <a:pt x="27" y="1"/>
                  <a:pt x="27" y="1"/>
                </a:cubicBezTo>
                <a:cubicBezTo>
                  <a:pt x="28" y="1"/>
                  <a:pt x="29" y="0"/>
                  <a:pt x="30" y="1"/>
                </a:cubicBezTo>
                <a:cubicBezTo>
                  <a:pt x="31" y="2"/>
                  <a:pt x="29" y="3"/>
                  <a:pt x="31" y="3"/>
                </a:cubicBezTo>
                <a:cubicBezTo>
                  <a:pt x="32" y="3"/>
                  <a:pt x="32" y="3"/>
                  <a:pt x="33" y="3"/>
                </a:cubicBezTo>
                <a:cubicBezTo>
                  <a:pt x="34" y="3"/>
                  <a:pt x="35" y="3"/>
                  <a:pt x="36" y="4"/>
                </a:cubicBezTo>
                <a:cubicBezTo>
                  <a:pt x="38" y="5"/>
                  <a:pt x="38" y="6"/>
                  <a:pt x="38" y="8"/>
                </a:cubicBezTo>
                <a:cubicBezTo>
                  <a:pt x="38" y="10"/>
                  <a:pt x="37" y="12"/>
                  <a:pt x="40" y="12"/>
                </a:cubicBezTo>
                <a:cubicBezTo>
                  <a:pt x="40" y="13"/>
                  <a:pt x="40" y="14"/>
                  <a:pt x="39" y="16"/>
                </a:cubicBezTo>
                <a:cubicBezTo>
                  <a:pt x="39" y="16"/>
                  <a:pt x="37" y="19"/>
                  <a:pt x="40" y="19"/>
                </a:cubicBezTo>
                <a:cubicBezTo>
                  <a:pt x="40" y="20"/>
                  <a:pt x="39" y="22"/>
                  <a:pt x="38" y="23"/>
                </a:cubicBezTo>
                <a:cubicBezTo>
                  <a:pt x="38" y="25"/>
                  <a:pt x="36" y="26"/>
                  <a:pt x="36" y="28"/>
                </a:cubicBezTo>
                <a:cubicBezTo>
                  <a:pt x="35" y="28"/>
                  <a:pt x="35" y="28"/>
                  <a:pt x="35" y="28"/>
                </a:cubicBezTo>
                <a:cubicBezTo>
                  <a:pt x="35" y="28"/>
                  <a:pt x="35" y="29"/>
                  <a:pt x="35" y="29"/>
                </a:cubicBezTo>
                <a:cubicBezTo>
                  <a:pt x="36" y="30"/>
                  <a:pt x="36" y="30"/>
                  <a:pt x="36" y="30"/>
                </a:cubicBezTo>
                <a:cubicBezTo>
                  <a:pt x="36" y="32"/>
                  <a:pt x="36" y="35"/>
                  <a:pt x="38" y="37"/>
                </a:cubicBezTo>
                <a:cubicBezTo>
                  <a:pt x="39" y="38"/>
                  <a:pt x="40" y="38"/>
                  <a:pt x="41" y="39"/>
                </a:cubicBezTo>
                <a:cubicBezTo>
                  <a:pt x="41" y="41"/>
                  <a:pt x="40" y="42"/>
                  <a:pt x="40" y="44"/>
                </a:cubicBezTo>
                <a:cubicBezTo>
                  <a:pt x="37" y="43"/>
                  <a:pt x="37" y="45"/>
                  <a:pt x="37" y="47"/>
                </a:cubicBezTo>
                <a:cubicBezTo>
                  <a:pt x="36" y="47"/>
                  <a:pt x="36" y="47"/>
                  <a:pt x="35" y="46"/>
                </a:cubicBezTo>
                <a:cubicBezTo>
                  <a:pt x="34" y="47"/>
                  <a:pt x="34" y="48"/>
                  <a:pt x="33" y="48"/>
                </a:cubicBezTo>
                <a:cubicBezTo>
                  <a:pt x="32" y="45"/>
                  <a:pt x="32" y="48"/>
                  <a:pt x="29" y="47"/>
                </a:cubicBezTo>
                <a:cubicBezTo>
                  <a:pt x="27" y="47"/>
                  <a:pt x="26" y="44"/>
                  <a:pt x="23" y="46"/>
                </a:cubicBezTo>
                <a:cubicBezTo>
                  <a:pt x="23" y="47"/>
                  <a:pt x="23" y="47"/>
                  <a:pt x="23" y="48"/>
                </a:cubicBezTo>
                <a:cubicBezTo>
                  <a:pt x="20" y="50"/>
                  <a:pt x="19" y="52"/>
                  <a:pt x="15" y="50"/>
                </a:cubicBezTo>
                <a:cubicBezTo>
                  <a:pt x="13" y="49"/>
                  <a:pt x="13" y="49"/>
                  <a:pt x="11" y="49"/>
                </a:cubicBezTo>
                <a:cubicBezTo>
                  <a:pt x="9" y="49"/>
                  <a:pt x="7" y="49"/>
                  <a:pt x="5" y="49"/>
                </a:cubicBezTo>
                <a:cubicBezTo>
                  <a:pt x="4" y="48"/>
                  <a:pt x="4" y="48"/>
                  <a:pt x="4" y="48"/>
                </a:cubicBezTo>
                <a:cubicBezTo>
                  <a:pt x="2" y="46"/>
                  <a:pt x="4" y="45"/>
                  <a:pt x="0" y="4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5" name="Freeform 436">
            <a:extLst>
              <a:ext uri="{FF2B5EF4-FFF2-40B4-BE49-F238E27FC236}">
                <a16:creationId xmlns:a16="http://schemas.microsoft.com/office/drawing/2014/main" id="{8DA64C22-9477-4FBC-B1E9-585D9590255E}"/>
              </a:ext>
            </a:extLst>
          </p:cNvPr>
          <p:cNvSpPr>
            <a:spLocks/>
          </p:cNvSpPr>
          <p:nvPr/>
        </p:nvSpPr>
        <p:spPr bwMode="auto">
          <a:xfrm>
            <a:off x="2428979" y="5107830"/>
            <a:ext cx="279443" cy="500584"/>
          </a:xfrm>
          <a:custGeom>
            <a:avLst/>
            <a:gdLst>
              <a:gd name="T0" fmla="*/ 95 w 123"/>
              <a:gd name="T1" fmla="*/ 222 h 228"/>
              <a:gd name="T2" fmla="*/ 81 w 123"/>
              <a:gd name="T3" fmla="*/ 201 h 228"/>
              <a:gd name="T4" fmla="*/ 77 w 123"/>
              <a:gd name="T5" fmla="*/ 196 h 228"/>
              <a:gd name="T6" fmla="*/ 76 w 123"/>
              <a:gd name="T7" fmla="*/ 193 h 228"/>
              <a:gd name="T8" fmla="*/ 73 w 123"/>
              <a:gd name="T9" fmla="*/ 188 h 228"/>
              <a:gd name="T10" fmla="*/ 71 w 123"/>
              <a:gd name="T11" fmla="*/ 181 h 228"/>
              <a:gd name="T12" fmla="*/ 72 w 123"/>
              <a:gd name="T13" fmla="*/ 189 h 228"/>
              <a:gd name="T14" fmla="*/ 67 w 123"/>
              <a:gd name="T15" fmla="*/ 175 h 228"/>
              <a:gd name="T16" fmla="*/ 64 w 123"/>
              <a:gd name="T17" fmla="*/ 153 h 228"/>
              <a:gd name="T18" fmla="*/ 64 w 123"/>
              <a:gd name="T19" fmla="*/ 147 h 228"/>
              <a:gd name="T20" fmla="*/ 67 w 123"/>
              <a:gd name="T21" fmla="*/ 159 h 228"/>
              <a:gd name="T22" fmla="*/ 71 w 123"/>
              <a:gd name="T23" fmla="*/ 162 h 228"/>
              <a:gd name="T24" fmla="*/ 68 w 123"/>
              <a:gd name="T25" fmla="*/ 152 h 228"/>
              <a:gd name="T26" fmla="*/ 61 w 123"/>
              <a:gd name="T27" fmla="*/ 140 h 228"/>
              <a:gd name="T28" fmla="*/ 61 w 123"/>
              <a:gd name="T29" fmla="*/ 132 h 228"/>
              <a:gd name="T30" fmla="*/ 61 w 123"/>
              <a:gd name="T31" fmla="*/ 131 h 228"/>
              <a:gd name="T32" fmla="*/ 57 w 123"/>
              <a:gd name="T33" fmla="*/ 125 h 228"/>
              <a:gd name="T34" fmla="*/ 54 w 123"/>
              <a:gd name="T35" fmla="*/ 115 h 228"/>
              <a:gd name="T36" fmla="*/ 54 w 123"/>
              <a:gd name="T37" fmla="*/ 115 h 228"/>
              <a:gd name="T38" fmla="*/ 49 w 123"/>
              <a:gd name="T39" fmla="*/ 106 h 228"/>
              <a:gd name="T40" fmla="*/ 50 w 123"/>
              <a:gd name="T41" fmla="*/ 102 h 228"/>
              <a:gd name="T42" fmla="*/ 48 w 123"/>
              <a:gd name="T43" fmla="*/ 105 h 228"/>
              <a:gd name="T44" fmla="*/ 45 w 123"/>
              <a:gd name="T45" fmla="*/ 92 h 228"/>
              <a:gd name="T46" fmla="*/ 45 w 123"/>
              <a:gd name="T47" fmla="*/ 80 h 228"/>
              <a:gd name="T48" fmla="*/ 41 w 123"/>
              <a:gd name="T49" fmla="*/ 75 h 228"/>
              <a:gd name="T50" fmla="*/ 38 w 123"/>
              <a:gd name="T51" fmla="*/ 70 h 228"/>
              <a:gd name="T52" fmla="*/ 34 w 123"/>
              <a:gd name="T53" fmla="*/ 65 h 228"/>
              <a:gd name="T54" fmla="*/ 33 w 123"/>
              <a:gd name="T55" fmla="*/ 60 h 228"/>
              <a:gd name="T56" fmla="*/ 26 w 123"/>
              <a:gd name="T57" fmla="*/ 50 h 228"/>
              <a:gd name="T58" fmla="*/ 22 w 123"/>
              <a:gd name="T59" fmla="*/ 43 h 228"/>
              <a:gd name="T60" fmla="*/ 14 w 123"/>
              <a:gd name="T61" fmla="*/ 38 h 228"/>
              <a:gd name="T62" fmla="*/ 9 w 123"/>
              <a:gd name="T63" fmla="*/ 23 h 228"/>
              <a:gd name="T64" fmla="*/ 3 w 123"/>
              <a:gd name="T65" fmla="*/ 1 h 228"/>
              <a:gd name="T66" fmla="*/ 11 w 123"/>
              <a:gd name="T67" fmla="*/ 7 h 228"/>
              <a:gd name="T68" fmla="*/ 18 w 123"/>
              <a:gd name="T69" fmla="*/ 12 h 228"/>
              <a:gd name="T70" fmla="*/ 25 w 123"/>
              <a:gd name="T71" fmla="*/ 16 h 228"/>
              <a:gd name="T72" fmla="*/ 30 w 123"/>
              <a:gd name="T73" fmla="*/ 26 h 228"/>
              <a:gd name="T74" fmla="*/ 51 w 123"/>
              <a:gd name="T75" fmla="*/ 45 h 228"/>
              <a:gd name="T76" fmla="*/ 66 w 123"/>
              <a:gd name="T77" fmla="*/ 49 h 228"/>
              <a:gd name="T78" fmla="*/ 77 w 123"/>
              <a:gd name="T79" fmla="*/ 57 h 228"/>
              <a:gd name="T80" fmla="*/ 73 w 123"/>
              <a:gd name="T81" fmla="*/ 64 h 228"/>
              <a:gd name="T82" fmla="*/ 76 w 123"/>
              <a:gd name="T83" fmla="*/ 72 h 228"/>
              <a:gd name="T84" fmla="*/ 76 w 123"/>
              <a:gd name="T85" fmla="*/ 83 h 228"/>
              <a:gd name="T86" fmla="*/ 87 w 123"/>
              <a:gd name="T87" fmla="*/ 98 h 228"/>
              <a:gd name="T88" fmla="*/ 95 w 123"/>
              <a:gd name="T89" fmla="*/ 125 h 228"/>
              <a:gd name="T90" fmla="*/ 108 w 123"/>
              <a:gd name="T91" fmla="*/ 129 h 228"/>
              <a:gd name="T92" fmla="*/ 113 w 123"/>
              <a:gd name="T93" fmla="*/ 152 h 228"/>
              <a:gd name="T94" fmla="*/ 116 w 123"/>
              <a:gd name="T95" fmla="*/ 166 h 228"/>
              <a:gd name="T96" fmla="*/ 112 w 123"/>
              <a:gd name="T97" fmla="*/ 189 h 228"/>
              <a:gd name="T98" fmla="*/ 109 w 123"/>
              <a:gd name="T99" fmla="*/ 207 h 228"/>
              <a:gd name="T100" fmla="*/ 109 w 123"/>
              <a:gd name="T101" fmla="*/ 221 h 228"/>
              <a:gd name="T102" fmla="*/ 102 w 123"/>
              <a:gd name="T103"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 h="228">
                <a:moveTo>
                  <a:pt x="102" y="228"/>
                </a:moveTo>
                <a:cubicBezTo>
                  <a:pt x="102" y="228"/>
                  <a:pt x="102" y="228"/>
                  <a:pt x="102" y="228"/>
                </a:cubicBezTo>
                <a:cubicBezTo>
                  <a:pt x="101" y="227"/>
                  <a:pt x="100" y="226"/>
                  <a:pt x="99" y="225"/>
                </a:cubicBezTo>
                <a:cubicBezTo>
                  <a:pt x="97" y="224"/>
                  <a:pt x="96" y="224"/>
                  <a:pt x="95" y="222"/>
                </a:cubicBezTo>
                <a:cubicBezTo>
                  <a:pt x="94" y="220"/>
                  <a:pt x="94" y="219"/>
                  <a:pt x="92" y="217"/>
                </a:cubicBezTo>
                <a:cubicBezTo>
                  <a:pt x="90" y="214"/>
                  <a:pt x="87" y="212"/>
                  <a:pt x="85" y="209"/>
                </a:cubicBezTo>
                <a:cubicBezTo>
                  <a:pt x="83" y="207"/>
                  <a:pt x="79" y="203"/>
                  <a:pt x="79" y="200"/>
                </a:cubicBezTo>
                <a:cubicBezTo>
                  <a:pt x="80" y="200"/>
                  <a:pt x="80" y="200"/>
                  <a:pt x="81" y="201"/>
                </a:cubicBezTo>
                <a:cubicBezTo>
                  <a:pt x="81" y="200"/>
                  <a:pt x="81" y="199"/>
                  <a:pt x="81" y="199"/>
                </a:cubicBezTo>
                <a:cubicBezTo>
                  <a:pt x="81" y="199"/>
                  <a:pt x="78" y="199"/>
                  <a:pt x="78" y="199"/>
                </a:cubicBezTo>
                <a:cubicBezTo>
                  <a:pt x="77" y="198"/>
                  <a:pt x="75" y="197"/>
                  <a:pt x="76" y="196"/>
                </a:cubicBezTo>
                <a:cubicBezTo>
                  <a:pt x="76" y="196"/>
                  <a:pt x="77" y="196"/>
                  <a:pt x="77" y="196"/>
                </a:cubicBezTo>
                <a:cubicBezTo>
                  <a:pt x="77" y="196"/>
                  <a:pt x="77" y="195"/>
                  <a:pt x="76" y="195"/>
                </a:cubicBezTo>
                <a:cubicBezTo>
                  <a:pt x="77" y="194"/>
                  <a:pt x="79" y="194"/>
                  <a:pt x="80" y="193"/>
                </a:cubicBezTo>
                <a:cubicBezTo>
                  <a:pt x="79" y="192"/>
                  <a:pt x="78" y="191"/>
                  <a:pt x="76" y="191"/>
                </a:cubicBezTo>
                <a:cubicBezTo>
                  <a:pt x="76" y="192"/>
                  <a:pt x="76" y="192"/>
                  <a:pt x="76" y="193"/>
                </a:cubicBezTo>
                <a:cubicBezTo>
                  <a:pt x="75" y="193"/>
                  <a:pt x="74" y="193"/>
                  <a:pt x="74" y="194"/>
                </a:cubicBezTo>
                <a:cubicBezTo>
                  <a:pt x="73" y="192"/>
                  <a:pt x="74" y="191"/>
                  <a:pt x="72" y="190"/>
                </a:cubicBezTo>
                <a:cubicBezTo>
                  <a:pt x="72" y="190"/>
                  <a:pt x="73" y="190"/>
                  <a:pt x="73" y="189"/>
                </a:cubicBezTo>
                <a:cubicBezTo>
                  <a:pt x="73" y="189"/>
                  <a:pt x="73" y="188"/>
                  <a:pt x="73" y="188"/>
                </a:cubicBezTo>
                <a:cubicBezTo>
                  <a:pt x="73" y="187"/>
                  <a:pt x="73" y="187"/>
                  <a:pt x="73" y="186"/>
                </a:cubicBezTo>
                <a:cubicBezTo>
                  <a:pt x="72" y="185"/>
                  <a:pt x="72" y="185"/>
                  <a:pt x="72" y="184"/>
                </a:cubicBezTo>
                <a:cubicBezTo>
                  <a:pt x="72" y="184"/>
                  <a:pt x="72" y="183"/>
                  <a:pt x="71" y="182"/>
                </a:cubicBezTo>
                <a:cubicBezTo>
                  <a:pt x="71" y="182"/>
                  <a:pt x="71" y="182"/>
                  <a:pt x="71" y="181"/>
                </a:cubicBezTo>
                <a:cubicBezTo>
                  <a:pt x="71" y="182"/>
                  <a:pt x="71" y="182"/>
                  <a:pt x="72" y="183"/>
                </a:cubicBezTo>
                <a:cubicBezTo>
                  <a:pt x="72" y="184"/>
                  <a:pt x="72" y="184"/>
                  <a:pt x="72" y="185"/>
                </a:cubicBezTo>
                <a:cubicBezTo>
                  <a:pt x="72" y="185"/>
                  <a:pt x="72" y="186"/>
                  <a:pt x="72" y="187"/>
                </a:cubicBezTo>
                <a:cubicBezTo>
                  <a:pt x="72" y="187"/>
                  <a:pt x="72" y="188"/>
                  <a:pt x="72" y="189"/>
                </a:cubicBezTo>
                <a:cubicBezTo>
                  <a:pt x="71" y="189"/>
                  <a:pt x="71" y="188"/>
                  <a:pt x="71" y="187"/>
                </a:cubicBezTo>
                <a:cubicBezTo>
                  <a:pt x="71" y="186"/>
                  <a:pt x="71" y="185"/>
                  <a:pt x="71" y="184"/>
                </a:cubicBezTo>
                <a:cubicBezTo>
                  <a:pt x="70" y="183"/>
                  <a:pt x="69" y="181"/>
                  <a:pt x="69" y="179"/>
                </a:cubicBezTo>
                <a:cubicBezTo>
                  <a:pt x="68" y="178"/>
                  <a:pt x="67" y="176"/>
                  <a:pt x="67" y="175"/>
                </a:cubicBezTo>
                <a:cubicBezTo>
                  <a:pt x="66" y="173"/>
                  <a:pt x="67" y="171"/>
                  <a:pt x="66" y="170"/>
                </a:cubicBezTo>
                <a:cubicBezTo>
                  <a:pt x="65" y="168"/>
                  <a:pt x="65" y="167"/>
                  <a:pt x="64" y="165"/>
                </a:cubicBezTo>
                <a:cubicBezTo>
                  <a:pt x="64" y="163"/>
                  <a:pt x="64" y="161"/>
                  <a:pt x="64" y="159"/>
                </a:cubicBezTo>
                <a:cubicBezTo>
                  <a:pt x="64" y="157"/>
                  <a:pt x="64" y="155"/>
                  <a:pt x="64" y="153"/>
                </a:cubicBezTo>
                <a:cubicBezTo>
                  <a:pt x="63" y="149"/>
                  <a:pt x="61" y="145"/>
                  <a:pt x="61" y="141"/>
                </a:cubicBezTo>
                <a:cubicBezTo>
                  <a:pt x="61" y="142"/>
                  <a:pt x="62" y="142"/>
                  <a:pt x="62" y="143"/>
                </a:cubicBezTo>
                <a:cubicBezTo>
                  <a:pt x="62" y="143"/>
                  <a:pt x="63" y="144"/>
                  <a:pt x="63" y="144"/>
                </a:cubicBezTo>
                <a:cubicBezTo>
                  <a:pt x="63" y="145"/>
                  <a:pt x="64" y="146"/>
                  <a:pt x="64" y="147"/>
                </a:cubicBezTo>
                <a:cubicBezTo>
                  <a:pt x="64" y="148"/>
                  <a:pt x="65" y="150"/>
                  <a:pt x="65" y="151"/>
                </a:cubicBezTo>
                <a:cubicBezTo>
                  <a:pt x="66" y="152"/>
                  <a:pt x="65" y="153"/>
                  <a:pt x="66" y="154"/>
                </a:cubicBezTo>
                <a:cubicBezTo>
                  <a:pt x="66" y="156"/>
                  <a:pt x="68" y="155"/>
                  <a:pt x="68" y="157"/>
                </a:cubicBezTo>
                <a:cubicBezTo>
                  <a:pt x="68" y="158"/>
                  <a:pt x="67" y="159"/>
                  <a:pt x="67" y="159"/>
                </a:cubicBezTo>
                <a:cubicBezTo>
                  <a:pt x="66" y="161"/>
                  <a:pt x="66" y="162"/>
                  <a:pt x="66" y="163"/>
                </a:cubicBezTo>
                <a:cubicBezTo>
                  <a:pt x="66" y="165"/>
                  <a:pt x="68" y="165"/>
                  <a:pt x="69" y="165"/>
                </a:cubicBezTo>
                <a:cubicBezTo>
                  <a:pt x="71" y="165"/>
                  <a:pt x="72" y="166"/>
                  <a:pt x="74" y="166"/>
                </a:cubicBezTo>
                <a:cubicBezTo>
                  <a:pt x="74" y="164"/>
                  <a:pt x="73" y="163"/>
                  <a:pt x="71" y="162"/>
                </a:cubicBezTo>
                <a:cubicBezTo>
                  <a:pt x="71" y="163"/>
                  <a:pt x="71" y="163"/>
                  <a:pt x="71" y="163"/>
                </a:cubicBezTo>
                <a:cubicBezTo>
                  <a:pt x="71" y="163"/>
                  <a:pt x="70" y="163"/>
                  <a:pt x="69" y="163"/>
                </a:cubicBezTo>
                <a:cubicBezTo>
                  <a:pt x="69" y="161"/>
                  <a:pt x="69" y="158"/>
                  <a:pt x="69" y="155"/>
                </a:cubicBezTo>
                <a:cubicBezTo>
                  <a:pt x="69" y="154"/>
                  <a:pt x="68" y="154"/>
                  <a:pt x="68" y="152"/>
                </a:cubicBezTo>
                <a:cubicBezTo>
                  <a:pt x="68" y="151"/>
                  <a:pt x="68" y="150"/>
                  <a:pt x="68" y="149"/>
                </a:cubicBezTo>
                <a:cubicBezTo>
                  <a:pt x="68" y="147"/>
                  <a:pt x="67" y="147"/>
                  <a:pt x="66" y="146"/>
                </a:cubicBezTo>
                <a:cubicBezTo>
                  <a:pt x="65" y="145"/>
                  <a:pt x="65" y="144"/>
                  <a:pt x="64" y="143"/>
                </a:cubicBezTo>
                <a:cubicBezTo>
                  <a:pt x="63" y="142"/>
                  <a:pt x="62" y="141"/>
                  <a:pt x="61" y="140"/>
                </a:cubicBezTo>
                <a:cubicBezTo>
                  <a:pt x="60" y="139"/>
                  <a:pt x="60" y="138"/>
                  <a:pt x="60" y="136"/>
                </a:cubicBezTo>
                <a:cubicBezTo>
                  <a:pt x="60" y="136"/>
                  <a:pt x="60" y="135"/>
                  <a:pt x="59" y="134"/>
                </a:cubicBezTo>
                <a:cubicBezTo>
                  <a:pt x="60" y="134"/>
                  <a:pt x="60" y="134"/>
                  <a:pt x="60" y="134"/>
                </a:cubicBezTo>
                <a:cubicBezTo>
                  <a:pt x="60" y="133"/>
                  <a:pt x="60" y="131"/>
                  <a:pt x="61" y="132"/>
                </a:cubicBezTo>
                <a:cubicBezTo>
                  <a:pt x="61" y="132"/>
                  <a:pt x="61" y="132"/>
                  <a:pt x="61" y="132"/>
                </a:cubicBezTo>
                <a:cubicBezTo>
                  <a:pt x="62" y="132"/>
                  <a:pt x="62" y="134"/>
                  <a:pt x="63" y="133"/>
                </a:cubicBezTo>
                <a:cubicBezTo>
                  <a:pt x="62" y="134"/>
                  <a:pt x="61" y="129"/>
                  <a:pt x="60" y="128"/>
                </a:cubicBezTo>
                <a:cubicBezTo>
                  <a:pt x="60" y="129"/>
                  <a:pt x="61" y="130"/>
                  <a:pt x="61" y="131"/>
                </a:cubicBezTo>
                <a:cubicBezTo>
                  <a:pt x="60" y="131"/>
                  <a:pt x="59" y="130"/>
                  <a:pt x="58" y="131"/>
                </a:cubicBezTo>
                <a:cubicBezTo>
                  <a:pt x="58" y="130"/>
                  <a:pt x="58" y="128"/>
                  <a:pt x="58" y="127"/>
                </a:cubicBezTo>
                <a:cubicBezTo>
                  <a:pt x="57" y="126"/>
                  <a:pt x="57" y="126"/>
                  <a:pt x="57" y="126"/>
                </a:cubicBezTo>
                <a:cubicBezTo>
                  <a:pt x="57" y="125"/>
                  <a:pt x="57" y="125"/>
                  <a:pt x="57" y="125"/>
                </a:cubicBezTo>
                <a:cubicBezTo>
                  <a:pt x="57" y="124"/>
                  <a:pt x="57" y="123"/>
                  <a:pt x="57" y="123"/>
                </a:cubicBezTo>
                <a:cubicBezTo>
                  <a:pt x="57" y="122"/>
                  <a:pt x="56" y="122"/>
                  <a:pt x="56" y="121"/>
                </a:cubicBezTo>
                <a:cubicBezTo>
                  <a:pt x="56" y="120"/>
                  <a:pt x="56" y="120"/>
                  <a:pt x="55" y="119"/>
                </a:cubicBezTo>
                <a:cubicBezTo>
                  <a:pt x="55" y="118"/>
                  <a:pt x="54" y="117"/>
                  <a:pt x="54" y="115"/>
                </a:cubicBezTo>
                <a:cubicBezTo>
                  <a:pt x="55" y="115"/>
                  <a:pt x="55" y="115"/>
                  <a:pt x="55" y="115"/>
                </a:cubicBezTo>
                <a:cubicBezTo>
                  <a:pt x="55" y="117"/>
                  <a:pt x="55" y="117"/>
                  <a:pt x="57" y="117"/>
                </a:cubicBezTo>
                <a:cubicBezTo>
                  <a:pt x="56" y="117"/>
                  <a:pt x="56" y="115"/>
                  <a:pt x="55" y="115"/>
                </a:cubicBezTo>
                <a:cubicBezTo>
                  <a:pt x="55" y="114"/>
                  <a:pt x="54" y="114"/>
                  <a:pt x="54" y="115"/>
                </a:cubicBezTo>
                <a:cubicBezTo>
                  <a:pt x="52" y="115"/>
                  <a:pt x="52" y="113"/>
                  <a:pt x="52" y="113"/>
                </a:cubicBezTo>
                <a:cubicBezTo>
                  <a:pt x="52" y="112"/>
                  <a:pt x="52" y="111"/>
                  <a:pt x="51" y="111"/>
                </a:cubicBezTo>
                <a:cubicBezTo>
                  <a:pt x="51" y="110"/>
                  <a:pt x="50" y="108"/>
                  <a:pt x="49" y="108"/>
                </a:cubicBezTo>
                <a:cubicBezTo>
                  <a:pt x="49" y="107"/>
                  <a:pt x="49" y="107"/>
                  <a:pt x="49" y="106"/>
                </a:cubicBezTo>
                <a:cubicBezTo>
                  <a:pt x="49" y="106"/>
                  <a:pt x="50" y="106"/>
                  <a:pt x="51" y="106"/>
                </a:cubicBezTo>
                <a:cubicBezTo>
                  <a:pt x="51" y="106"/>
                  <a:pt x="50" y="105"/>
                  <a:pt x="50" y="104"/>
                </a:cubicBezTo>
                <a:cubicBezTo>
                  <a:pt x="51" y="104"/>
                  <a:pt x="51" y="104"/>
                  <a:pt x="51" y="103"/>
                </a:cubicBezTo>
                <a:cubicBezTo>
                  <a:pt x="51" y="102"/>
                  <a:pt x="50" y="102"/>
                  <a:pt x="50" y="102"/>
                </a:cubicBezTo>
                <a:cubicBezTo>
                  <a:pt x="49" y="102"/>
                  <a:pt x="49" y="102"/>
                  <a:pt x="49" y="102"/>
                </a:cubicBezTo>
                <a:cubicBezTo>
                  <a:pt x="49" y="102"/>
                  <a:pt x="49" y="103"/>
                  <a:pt x="49" y="103"/>
                </a:cubicBezTo>
                <a:cubicBezTo>
                  <a:pt x="49" y="103"/>
                  <a:pt x="49" y="103"/>
                  <a:pt x="49" y="103"/>
                </a:cubicBezTo>
                <a:cubicBezTo>
                  <a:pt x="48" y="104"/>
                  <a:pt x="48" y="105"/>
                  <a:pt x="48" y="105"/>
                </a:cubicBezTo>
                <a:cubicBezTo>
                  <a:pt x="48" y="105"/>
                  <a:pt x="48" y="103"/>
                  <a:pt x="48" y="102"/>
                </a:cubicBezTo>
                <a:cubicBezTo>
                  <a:pt x="48" y="101"/>
                  <a:pt x="47" y="100"/>
                  <a:pt x="47" y="99"/>
                </a:cubicBezTo>
                <a:cubicBezTo>
                  <a:pt x="47" y="98"/>
                  <a:pt x="47" y="96"/>
                  <a:pt x="47" y="95"/>
                </a:cubicBezTo>
                <a:cubicBezTo>
                  <a:pt x="46" y="94"/>
                  <a:pt x="46" y="93"/>
                  <a:pt x="45" y="92"/>
                </a:cubicBezTo>
                <a:cubicBezTo>
                  <a:pt x="45" y="91"/>
                  <a:pt x="45" y="90"/>
                  <a:pt x="45" y="89"/>
                </a:cubicBezTo>
                <a:cubicBezTo>
                  <a:pt x="45" y="88"/>
                  <a:pt x="45" y="87"/>
                  <a:pt x="44" y="86"/>
                </a:cubicBezTo>
                <a:cubicBezTo>
                  <a:pt x="44" y="85"/>
                  <a:pt x="43" y="83"/>
                  <a:pt x="43" y="83"/>
                </a:cubicBezTo>
                <a:cubicBezTo>
                  <a:pt x="43" y="81"/>
                  <a:pt x="45" y="82"/>
                  <a:pt x="45" y="80"/>
                </a:cubicBezTo>
                <a:cubicBezTo>
                  <a:pt x="44" y="80"/>
                  <a:pt x="43" y="80"/>
                  <a:pt x="43" y="81"/>
                </a:cubicBezTo>
                <a:cubicBezTo>
                  <a:pt x="42" y="81"/>
                  <a:pt x="42" y="81"/>
                  <a:pt x="42" y="81"/>
                </a:cubicBezTo>
                <a:cubicBezTo>
                  <a:pt x="42" y="79"/>
                  <a:pt x="41" y="78"/>
                  <a:pt x="41" y="77"/>
                </a:cubicBezTo>
                <a:cubicBezTo>
                  <a:pt x="41" y="76"/>
                  <a:pt x="41" y="75"/>
                  <a:pt x="41" y="75"/>
                </a:cubicBezTo>
                <a:cubicBezTo>
                  <a:pt x="41" y="74"/>
                  <a:pt x="40" y="74"/>
                  <a:pt x="40" y="73"/>
                </a:cubicBezTo>
                <a:cubicBezTo>
                  <a:pt x="41" y="73"/>
                  <a:pt x="42" y="73"/>
                  <a:pt x="43" y="73"/>
                </a:cubicBezTo>
                <a:cubicBezTo>
                  <a:pt x="43" y="72"/>
                  <a:pt x="40" y="73"/>
                  <a:pt x="39" y="72"/>
                </a:cubicBezTo>
                <a:cubicBezTo>
                  <a:pt x="39" y="72"/>
                  <a:pt x="39" y="71"/>
                  <a:pt x="38" y="70"/>
                </a:cubicBezTo>
                <a:cubicBezTo>
                  <a:pt x="38" y="70"/>
                  <a:pt x="37" y="69"/>
                  <a:pt x="37" y="69"/>
                </a:cubicBezTo>
                <a:cubicBezTo>
                  <a:pt x="36" y="68"/>
                  <a:pt x="37" y="68"/>
                  <a:pt x="35" y="68"/>
                </a:cubicBezTo>
                <a:cubicBezTo>
                  <a:pt x="35" y="68"/>
                  <a:pt x="34" y="67"/>
                  <a:pt x="34" y="67"/>
                </a:cubicBezTo>
                <a:cubicBezTo>
                  <a:pt x="34" y="66"/>
                  <a:pt x="34" y="65"/>
                  <a:pt x="34" y="65"/>
                </a:cubicBezTo>
                <a:cubicBezTo>
                  <a:pt x="34" y="64"/>
                  <a:pt x="33" y="63"/>
                  <a:pt x="33" y="62"/>
                </a:cubicBezTo>
                <a:cubicBezTo>
                  <a:pt x="33" y="62"/>
                  <a:pt x="34" y="62"/>
                  <a:pt x="35" y="62"/>
                </a:cubicBezTo>
                <a:cubicBezTo>
                  <a:pt x="35" y="62"/>
                  <a:pt x="35" y="62"/>
                  <a:pt x="35" y="62"/>
                </a:cubicBezTo>
                <a:cubicBezTo>
                  <a:pt x="33" y="62"/>
                  <a:pt x="33" y="60"/>
                  <a:pt x="33" y="60"/>
                </a:cubicBezTo>
                <a:cubicBezTo>
                  <a:pt x="32" y="58"/>
                  <a:pt x="33" y="58"/>
                  <a:pt x="32" y="56"/>
                </a:cubicBezTo>
                <a:cubicBezTo>
                  <a:pt x="32" y="55"/>
                  <a:pt x="30" y="54"/>
                  <a:pt x="30" y="54"/>
                </a:cubicBezTo>
                <a:cubicBezTo>
                  <a:pt x="29" y="53"/>
                  <a:pt x="28" y="52"/>
                  <a:pt x="28" y="51"/>
                </a:cubicBezTo>
                <a:cubicBezTo>
                  <a:pt x="27" y="51"/>
                  <a:pt x="26" y="50"/>
                  <a:pt x="26" y="50"/>
                </a:cubicBezTo>
                <a:cubicBezTo>
                  <a:pt x="25" y="49"/>
                  <a:pt x="24" y="49"/>
                  <a:pt x="22" y="48"/>
                </a:cubicBezTo>
                <a:cubicBezTo>
                  <a:pt x="21" y="47"/>
                  <a:pt x="22" y="47"/>
                  <a:pt x="21" y="45"/>
                </a:cubicBezTo>
                <a:cubicBezTo>
                  <a:pt x="21" y="45"/>
                  <a:pt x="19" y="44"/>
                  <a:pt x="20" y="43"/>
                </a:cubicBezTo>
                <a:cubicBezTo>
                  <a:pt x="20" y="43"/>
                  <a:pt x="21" y="43"/>
                  <a:pt x="22" y="43"/>
                </a:cubicBezTo>
                <a:cubicBezTo>
                  <a:pt x="21" y="43"/>
                  <a:pt x="17" y="40"/>
                  <a:pt x="17" y="40"/>
                </a:cubicBezTo>
                <a:cubicBezTo>
                  <a:pt x="18" y="40"/>
                  <a:pt x="18" y="39"/>
                  <a:pt x="18" y="39"/>
                </a:cubicBezTo>
                <a:cubicBezTo>
                  <a:pt x="18" y="38"/>
                  <a:pt x="16" y="39"/>
                  <a:pt x="16" y="39"/>
                </a:cubicBezTo>
                <a:cubicBezTo>
                  <a:pt x="15" y="39"/>
                  <a:pt x="15" y="38"/>
                  <a:pt x="14" y="38"/>
                </a:cubicBezTo>
                <a:cubicBezTo>
                  <a:pt x="14" y="38"/>
                  <a:pt x="14" y="39"/>
                  <a:pt x="13" y="38"/>
                </a:cubicBezTo>
                <a:cubicBezTo>
                  <a:pt x="13" y="37"/>
                  <a:pt x="13" y="35"/>
                  <a:pt x="13" y="34"/>
                </a:cubicBezTo>
                <a:cubicBezTo>
                  <a:pt x="13" y="33"/>
                  <a:pt x="12" y="32"/>
                  <a:pt x="12" y="31"/>
                </a:cubicBezTo>
                <a:cubicBezTo>
                  <a:pt x="10" y="28"/>
                  <a:pt x="10" y="25"/>
                  <a:pt x="9" y="23"/>
                </a:cubicBezTo>
                <a:cubicBezTo>
                  <a:pt x="8" y="20"/>
                  <a:pt x="7" y="17"/>
                  <a:pt x="6" y="14"/>
                </a:cubicBezTo>
                <a:cubicBezTo>
                  <a:pt x="6" y="10"/>
                  <a:pt x="4" y="7"/>
                  <a:pt x="2" y="5"/>
                </a:cubicBezTo>
                <a:cubicBezTo>
                  <a:pt x="1" y="3"/>
                  <a:pt x="1" y="2"/>
                  <a:pt x="0" y="1"/>
                </a:cubicBezTo>
                <a:cubicBezTo>
                  <a:pt x="1" y="1"/>
                  <a:pt x="2" y="1"/>
                  <a:pt x="3" y="1"/>
                </a:cubicBezTo>
                <a:cubicBezTo>
                  <a:pt x="5" y="1"/>
                  <a:pt x="5" y="0"/>
                  <a:pt x="7" y="0"/>
                </a:cubicBezTo>
                <a:cubicBezTo>
                  <a:pt x="8" y="0"/>
                  <a:pt x="7" y="3"/>
                  <a:pt x="7" y="3"/>
                </a:cubicBezTo>
                <a:cubicBezTo>
                  <a:pt x="9" y="3"/>
                  <a:pt x="11" y="5"/>
                  <a:pt x="9" y="5"/>
                </a:cubicBezTo>
                <a:cubicBezTo>
                  <a:pt x="9" y="6"/>
                  <a:pt x="10" y="7"/>
                  <a:pt x="11" y="7"/>
                </a:cubicBezTo>
                <a:cubicBezTo>
                  <a:pt x="11" y="5"/>
                  <a:pt x="12" y="5"/>
                  <a:pt x="14" y="6"/>
                </a:cubicBezTo>
                <a:cubicBezTo>
                  <a:pt x="17" y="8"/>
                  <a:pt x="14" y="8"/>
                  <a:pt x="15" y="9"/>
                </a:cubicBezTo>
                <a:cubicBezTo>
                  <a:pt x="16" y="10"/>
                  <a:pt x="17" y="10"/>
                  <a:pt x="18" y="10"/>
                </a:cubicBezTo>
                <a:cubicBezTo>
                  <a:pt x="18" y="10"/>
                  <a:pt x="18" y="11"/>
                  <a:pt x="18" y="12"/>
                </a:cubicBezTo>
                <a:cubicBezTo>
                  <a:pt x="18" y="11"/>
                  <a:pt x="20" y="9"/>
                  <a:pt x="21" y="9"/>
                </a:cubicBezTo>
                <a:cubicBezTo>
                  <a:pt x="21" y="11"/>
                  <a:pt x="21" y="12"/>
                  <a:pt x="20" y="13"/>
                </a:cubicBezTo>
                <a:cubicBezTo>
                  <a:pt x="22" y="13"/>
                  <a:pt x="23" y="15"/>
                  <a:pt x="23" y="16"/>
                </a:cubicBezTo>
                <a:cubicBezTo>
                  <a:pt x="25" y="16"/>
                  <a:pt x="25" y="16"/>
                  <a:pt x="25" y="16"/>
                </a:cubicBezTo>
                <a:cubicBezTo>
                  <a:pt x="25" y="15"/>
                  <a:pt x="28" y="15"/>
                  <a:pt x="27" y="16"/>
                </a:cubicBezTo>
                <a:cubicBezTo>
                  <a:pt x="27" y="18"/>
                  <a:pt x="25" y="18"/>
                  <a:pt x="25" y="19"/>
                </a:cubicBezTo>
                <a:cubicBezTo>
                  <a:pt x="25" y="21"/>
                  <a:pt x="26" y="21"/>
                  <a:pt x="26" y="23"/>
                </a:cubicBezTo>
                <a:cubicBezTo>
                  <a:pt x="26" y="26"/>
                  <a:pt x="27" y="25"/>
                  <a:pt x="30" y="26"/>
                </a:cubicBezTo>
                <a:cubicBezTo>
                  <a:pt x="32" y="26"/>
                  <a:pt x="34" y="31"/>
                  <a:pt x="34" y="33"/>
                </a:cubicBezTo>
                <a:cubicBezTo>
                  <a:pt x="37" y="33"/>
                  <a:pt x="38" y="35"/>
                  <a:pt x="40" y="36"/>
                </a:cubicBezTo>
                <a:cubicBezTo>
                  <a:pt x="41" y="38"/>
                  <a:pt x="46" y="37"/>
                  <a:pt x="47" y="39"/>
                </a:cubicBezTo>
                <a:cubicBezTo>
                  <a:pt x="47" y="42"/>
                  <a:pt x="48" y="43"/>
                  <a:pt x="51" y="45"/>
                </a:cubicBezTo>
                <a:cubicBezTo>
                  <a:pt x="52" y="45"/>
                  <a:pt x="54" y="45"/>
                  <a:pt x="55" y="45"/>
                </a:cubicBezTo>
                <a:cubicBezTo>
                  <a:pt x="57" y="45"/>
                  <a:pt x="59" y="44"/>
                  <a:pt x="61" y="44"/>
                </a:cubicBezTo>
                <a:cubicBezTo>
                  <a:pt x="61" y="45"/>
                  <a:pt x="61" y="47"/>
                  <a:pt x="61" y="48"/>
                </a:cubicBezTo>
                <a:cubicBezTo>
                  <a:pt x="62" y="48"/>
                  <a:pt x="65" y="48"/>
                  <a:pt x="66" y="49"/>
                </a:cubicBezTo>
                <a:cubicBezTo>
                  <a:pt x="66" y="50"/>
                  <a:pt x="67" y="52"/>
                  <a:pt x="67" y="52"/>
                </a:cubicBezTo>
                <a:cubicBezTo>
                  <a:pt x="67" y="52"/>
                  <a:pt x="67" y="52"/>
                  <a:pt x="67" y="52"/>
                </a:cubicBezTo>
                <a:cubicBezTo>
                  <a:pt x="69" y="51"/>
                  <a:pt x="70" y="54"/>
                  <a:pt x="72" y="55"/>
                </a:cubicBezTo>
                <a:cubicBezTo>
                  <a:pt x="74" y="55"/>
                  <a:pt x="77" y="55"/>
                  <a:pt x="77" y="57"/>
                </a:cubicBezTo>
                <a:cubicBezTo>
                  <a:pt x="77" y="57"/>
                  <a:pt x="78" y="58"/>
                  <a:pt x="78" y="59"/>
                </a:cubicBezTo>
                <a:cubicBezTo>
                  <a:pt x="78" y="59"/>
                  <a:pt x="78" y="59"/>
                  <a:pt x="78" y="59"/>
                </a:cubicBezTo>
                <a:cubicBezTo>
                  <a:pt x="77" y="59"/>
                  <a:pt x="77" y="59"/>
                  <a:pt x="77" y="59"/>
                </a:cubicBezTo>
                <a:cubicBezTo>
                  <a:pt x="77" y="63"/>
                  <a:pt x="73" y="61"/>
                  <a:pt x="73" y="64"/>
                </a:cubicBezTo>
                <a:cubicBezTo>
                  <a:pt x="70" y="64"/>
                  <a:pt x="69" y="63"/>
                  <a:pt x="67" y="62"/>
                </a:cubicBezTo>
                <a:cubicBezTo>
                  <a:pt x="67" y="65"/>
                  <a:pt x="67" y="67"/>
                  <a:pt x="67" y="70"/>
                </a:cubicBezTo>
                <a:cubicBezTo>
                  <a:pt x="69" y="70"/>
                  <a:pt x="71" y="69"/>
                  <a:pt x="72" y="71"/>
                </a:cubicBezTo>
                <a:cubicBezTo>
                  <a:pt x="73" y="72"/>
                  <a:pt x="75" y="71"/>
                  <a:pt x="76" y="72"/>
                </a:cubicBezTo>
                <a:cubicBezTo>
                  <a:pt x="77" y="73"/>
                  <a:pt x="78" y="74"/>
                  <a:pt x="79" y="75"/>
                </a:cubicBezTo>
                <a:cubicBezTo>
                  <a:pt x="80" y="75"/>
                  <a:pt x="82" y="75"/>
                  <a:pt x="82" y="77"/>
                </a:cubicBezTo>
                <a:cubicBezTo>
                  <a:pt x="80" y="77"/>
                  <a:pt x="77" y="82"/>
                  <a:pt x="77" y="83"/>
                </a:cubicBezTo>
                <a:cubicBezTo>
                  <a:pt x="76" y="83"/>
                  <a:pt x="76" y="83"/>
                  <a:pt x="76" y="83"/>
                </a:cubicBezTo>
                <a:cubicBezTo>
                  <a:pt x="80" y="84"/>
                  <a:pt x="85" y="82"/>
                  <a:pt x="89" y="84"/>
                </a:cubicBezTo>
                <a:cubicBezTo>
                  <a:pt x="92" y="85"/>
                  <a:pt x="91" y="90"/>
                  <a:pt x="90" y="92"/>
                </a:cubicBezTo>
                <a:cubicBezTo>
                  <a:pt x="90" y="92"/>
                  <a:pt x="89" y="92"/>
                  <a:pt x="88" y="92"/>
                </a:cubicBezTo>
                <a:cubicBezTo>
                  <a:pt x="87" y="94"/>
                  <a:pt x="88" y="96"/>
                  <a:pt x="87" y="98"/>
                </a:cubicBezTo>
                <a:cubicBezTo>
                  <a:pt x="89" y="98"/>
                  <a:pt x="95" y="101"/>
                  <a:pt x="96" y="102"/>
                </a:cubicBezTo>
                <a:cubicBezTo>
                  <a:pt x="98" y="104"/>
                  <a:pt x="98" y="108"/>
                  <a:pt x="97" y="110"/>
                </a:cubicBezTo>
                <a:cubicBezTo>
                  <a:pt x="95" y="112"/>
                  <a:pt x="96" y="115"/>
                  <a:pt x="95" y="118"/>
                </a:cubicBezTo>
                <a:cubicBezTo>
                  <a:pt x="94" y="120"/>
                  <a:pt x="94" y="122"/>
                  <a:pt x="95" y="125"/>
                </a:cubicBezTo>
                <a:cubicBezTo>
                  <a:pt x="95" y="127"/>
                  <a:pt x="95" y="130"/>
                  <a:pt x="97" y="131"/>
                </a:cubicBezTo>
                <a:cubicBezTo>
                  <a:pt x="98" y="132"/>
                  <a:pt x="100" y="131"/>
                  <a:pt x="101" y="134"/>
                </a:cubicBezTo>
                <a:cubicBezTo>
                  <a:pt x="101" y="134"/>
                  <a:pt x="102" y="134"/>
                  <a:pt x="102" y="133"/>
                </a:cubicBezTo>
                <a:cubicBezTo>
                  <a:pt x="102" y="130"/>
                  <a:pt x="106" y="131"/>
                  <a:pt x="108" y="129"/>
                </a:cubicBezTo>
                <a:cubicBezTo>
                  <a:pt x="109" y="127"/>
                  <a:pt x="112" y="127"/>
                  <a:pt x="114" y="128"/>
                </a:cubicBezTo>
                <a:cubicBezTo>
                  <a:pt x="117" y="129"/>
                  <a:pt x="118" y="139"/>
                  <a:pt x="113" y="138"/>
                </a:cubicBezTo>
                <a:cubicBezTo>
                  <a:pt x="113" y="140"/>
                  <a:pt x="114" y="140"/>
                  <a:pt x="114" y="141"/>
                </a:cubicBezTo>
                <a:cubicBezTo>
                  <a:pt x="121" y="143"/>
                  <a:pt x="113" y="148"/>
                  <a:pt x="113" y="152"/>
                </a:cubicBezTo>
                <a:cubicBezTo>
                  <a:pt x="114" y="152"/>
                  <a:pt x="114" y="152"/>
                  <a:pt x="114" y="152"/>
                </a:cubicBezTo>
                <a:cubicBezTo>
                  <a:pt x="114" y="153"/>
                  <a:pt x="114" y="154"/>
                  <a:pt x="114" y="155"/>
                </a:cubicBezTo>
                <a:cubicBezTo>
                  <a:pt x="110" y="156"/>
                  <a:pt x="113" y="163"/>
                  <a:pt x="110" y="163"/>
                </a:cubicBezTo>
                <a:cubicBezTo>
                  <a:pt x="112" y="163"/>
                  <a:pt x="113" y="166"/>
                  <a:pt x="116" y="166"/>
                </a:cubicBezTo>
                <a:cubicBezTo>
                  <a:pt x="117" y="165"/>
                  <a:pt x="117" y="164"/>
                  <a:pt x="119" y="164"/>
                </a:cubicBezTo>
                <a:cubicBezTo>
                  <a:pt x="119" y="167"/>
                  <a:pt x="123" y="168"/>
                  <a:pt x="120" y="170"/>
                </a:cubicBezTo>
                <a:cubicBezTo>
                  <a:pt x="118" y="171"/>
                  <a:pt x="117" y="176"/>
                  <a:pt x="117" y="178"/>
                </a:cubicBezTo>
                <a:cubicBezTo>
                  <a:pt x="113" y="177"/>
                  <a:pt x="114" y="186"/>
                  <a:pt x="112" y="189"/>
                </a:cubicBezTo>
                <a:cubicBezTo>
                  <a:pt x="111" y="191"/>
                  <a:pt x="108" y="190"/>
                  <a:pt x="109" y="192"/>
                </a:cubicBezTo>
                <a:cubicBezTo>
                  <a:pt x="109" y="194"/>
                  <a:pt x="111" y="198"/>
                  <a:pt x="113" y="198"/>
                </a:cubicBezTo>
                <a:cubicBezTo>
                  <a:pt x="113" y="200"/>
                  <a:pt x="113" y="202"/>
                  <a:pt x="113" y="203"/>
                </a:cubicBezTo>
                <a:cubicBezTo>
                  <a:pt x="111" y="203"/>
                  <a:pt x="109" y="206"/>
                  <a:pt x="109" y="207"/>
                </a:cubicBezTo>
                <a:cubicBezTo>
                  <a:pt x="108" y="209"/>
                  <a:pt x="111" y="211"/>
                  <a:pt x="111" y="213"/>
                </a:cubicBezTo>
                <a:cubicBezTo>
                  <a:pt x="111" y="213"/>
                  <a:pt x="111" y="213"/>
                  <a:pt x="111" y="213"/>
                </a:cubicBezTo>
                <a:cubicBezTo>
                  <a:pt x="112" y="216"/>
                  <a:pt x="114" y="220"/>
                  <a:pt x="109" y="218"/>
                </a:cubicBezTo>
                <a:cubicBezTo>
                  <a:pt x="109" y="219"/>
                  <a:pt x="109" y="220"/>
                  <a:pt x="109" y="221"/>
                </a:cubicBezTo>
                <a:cubicBezTo>
                  <a:pt x="108" y="221"/>
                  <a:pt x="108" y="221"/>
                  <a:pt x="108" y="221"/>
                </a:cubicBezTo>
                <a:cubicBezTo>
                  <a:pt x="108" y="223"/>
                  <a:pt x="108" y="225"/>
                  <a:pt x="108" y="226"/>
                </a:cubicBezTo>
                <a:cubicBezTo>
                  <a:pt x="106" y="226"/>
                  <a:pt x="106" y="226"/>
                  <a:pt x="106" y="226"/>
                </a:cubicBezTo>
                <a:cubicBezTo>
                  <a:pt x="106" y="227"/>
                  <a:pt x="104" y="228"/>
                  <a:pt x="102" y="228"/>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7" name="Freeform 438">
            <a:extLst>
              <a:ext uri="{FF2B5EF4-FFF2-40B4-BE49-F238E27FC236}">
                <a16:creationId xmlns:a16="http://schemas.microsoft.com/office/drawing/2014/main" id="{5234BA23-E1E4-4D39-819A-DDB72D9CD212}"/>
              </a:ext>
            </a:extLst>
          </p:cNvPr>
          <p:cNvSpPr>
            <a:spLocks/>
          </p:cNvSpPr>
          <p:nvPr/>
        </p:nvSpPr>
        <p:spPr bwMode="auto">
          <a:xfrm>
            <a:off x="2472834" y="3011882"/>
            <a:ext cx="305959" cy="318285"/>
          </a:xfrm>
          <a:custGeom>
            <a:avLst/>
            <a:gdLst>
              <a:gd name="T0" fmla="*/ 129 w 135"/>
              <a:gd name="T1" fmla="*/ 89 h 145"/>
              <a:gd name="T2" fmla="*/ 127 w 135"/>
              <a:gd name="T3" fmla="*/ 85 h 145"/>
              <a:gd name="T4" fmla="*/ 131 w 135"/>
              <a:gd name="T5" fmla="*/ 83 h 145"/>
              <a:gd name="T6" fmla="*/ 129 w 135"/>
              <a:gd name="T7" fmla="*/ 76 h 145"/>
              <a:gd name="T8" fmla="*/ 121 w 135"/>
              <a:gd name="T9" fmla="*/ 62 h 145"/>
              <a:gd name="T10" fmla="*/ 113 w 135"/>
              <a:gd name="T11" fmla="*/ 54 h 145"/>
              <a:gd name="T12" fmla="*/ 102 w 135"/>
              <a:gd name="T13" fmla="*/ 49 h 145"/>
              <a:gd name="T14" fmla="*/ 91 w 135"/>
              <a:gd name="T15" fmla="*/ 25 h 145"/>
              <a:gd name="T16" fmla="*/ 82 w 135"/>
              <a:gd name="T17" fmla="*/ 20 h 145"/>
              <a:gd name="T18" fmla="*/ 90 w 135"/>
              <a:gd name="T19" fmla="*/ 9 h 145"/>
              <a:gd name="T20" fmla="*/ 91 w 135"/>
              <a:gd name="T21" fmla="*/ 0 h 145"/>
              <a:gd name="T22" fmla="*/ 87 w 135"/>
              <a:gd name="T23" fmla="*/ 4 h 145"/>
              <a:gd name="T24" fmla="*/ 75 w 135"/>
              <a:gd name="T25" fmla="*/ 6 h 145"/>
              <a:gd name="T26" fmla="*/ 72 w 135"/>
              <a:gd name="T27" fmla="*/ 6 h 145"/>
              <a:gd name="T28" fmla="*/ 67 w 135"/>
              <a:gd name="T29" fmla="*/ 20 h 145"/>
              <a:gd name="T30" fmla="*/ 49 w 135"/>
              <a:gd name="T31" fmla="*/ 23 h 145"/>
              <a:gd name="T32" fmla="*/ 38 w 135"/>
              <a:gd name="T33" fmla="*/ 32 h 145"/>
              <a:gd name="T34" fmla="*/ 38 w 135"/>
              <a:gd name="T35" fmla="*/ 45 h 145"/>
              <a:gd name="T36" fmla="*/ 38 w 135"/>
              <a:gd name="T37" fmla="*/ 50 h 145"/>
              <a:gd name="T38" fmla="*/ 35 w 135"/>
              <a:gd name="T39" fmla="*/ 63 h 145"/>
              <a:gd name="T40" fmla="*/ 40 w 135"/>
              <a:gd name="T41" fmla="*/ 62 h 145"/>
              <a:gd name="T42" fmla="*/ 36 w 135"/>
              <a:gd name="T43" fmla="*/ 66 h 145"/>
              <a:gd name="T44" fmla="*/ 31 w 135"/>
              <a:gd name="T45" fmla="*/ 70 h 145"/>
              <a:gd name="T46" fmla="*/ 21 w 135"/>
              <a:gd name="T47" fmla="*/ 80 h 145"/>
              <a:gd name="T48" fmla="*/ 13 w 135"/>
              <a:gd name="T49" fmla="*/ 88 h 145"/>
              <a:gd name="T50" fmla="*/ 4 w 135"/>
              <a:gd name="T51" fmla="*/ 93 h 145"/>
              <a:gd name="T52" fmla="*/ 5 w 135"/>
              <a:gd name="T53" fmla="*/ 100 h 145"/>
              <a:gd name="T54" fmla="*/ 0 w 135"/>
              <a:gd name="T55" fmla="*/ 111 h 145"/>
              <a:gd name="T56" fmla="*/ 16 w 135"/>
              <a:gd name="T57" fmla="*/ 120 h 145"/>
              <a:gd name="T58" fmla="*/ 36 w 135"/>
              <a:gd name="T59" fmla="*/ 121 h 145"/>
              <a:gd name="T60" fmla="*/ 57 w 135"/>
              <a:gd name="T61" fmla="*/ 131 h 145"/>
              <a:gd name="T62" fmla="*/ 55 w 135"/>
              <a:gd name="T63" fmla="*/ 139 h 145"/>
              <a:gd name="T64" fmla="*/ 62 w 135"/>
              <a:gd name="T65" fmla="*/ 142 h 145"/>
              <a:gd name="T66" fmla="*/ 80 w 135"/>
              <a:gd name="T67" fmla="*/ 134 h 145"/>
              <a:gd name="T68" fmla="*/ 97 w 135"/>
              <a:gd name="T69" fmla="*/ 135 h 145"/>
              <a:gd name="T70" fmla="*/ 100 w 135"/>
              <a:gd name="T71" fmla="*/ 132 h 145"/>
              <a:gd name="T72" fmla="*/ 103 w 135"/>
              <a:gd name="T73" fmla="*/ 125 h 145"/>
              <a:gd name="T74" fmla="*/ 112 w 135"/>
              <a:gd name="T75" fmla="*/ 116 h 145"/>
              <a:gd name="T76" fmla="*/ 119 w 135"/>
              <a:gd name="T77" fmla="*/ 118 h 145"/>
              <a:gd name="T78" fmla="*/ 119 w 135"/>
              <a:gd name="T79" fmla="*/ 111 h 145"/>
              <a:gd name="T80" fmla="*/ 126 w 135"/>
              <a:gd name="T81" fmla="*/ 105 h 145"/>
              <a:gd name="T82" fmla="*/ 131 w 135"/>
              <a:gd name="T83" fmla="*/ 103 h 145"/>
              <a:gd name="T84" fmla="*/ 134 w 135"/>
              <a:gd name="T85" fmla="*/ 9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5" h="145">
                <a:moveTo>
                  <a:pt x="134" y="94"/>
                </a:moveTo>
                <a:cubicBezTo>
                  <a:pt x="132" y="92"/>
                  <a:pt x="130" y="93"/>
                  <a:pt x="129" y="90"/>
                </a:cubicBezTo>
                <a:cubicBezTo>
                  <a:pt x="129" y="89"/>
                  <a:pt x="129" y="89"/>
                  <a:pt x="129" y="89"/>
                </a:cubicBezTo>
                <a:cubicBezTo>
                  <a:pt x="129" y="89"/>
                  <a:pt x="128" y="89"/>
                  <a:pt x="128" y="89"/>
                </a:cubicBezTo>
                <a:cubicBezTo>
                  <a:pt x="127" y="87"/>
                  <a:pt x="127" y="87"/>
                  <a:pt x="127" y="87"/>
                </a:cubicBezTo>
                <a:cubicBezTo>
                  <a:pt x="126" y="87"/>
                  <a:pt x="127" y="86"/>
                  <a:pt x="127" y="85"/>
                </a:cubicBezTo>
                <a:cubicBezTo>
                  <a:pt x="126" y="85"/>
                  <a:pt x="125" y="84"/>
                  <a:pt x="126" y="83"/>
                </a:cubicBezTo>
                <a:cubicBezTo>
                  <a:pt x="126" y="82"/>
                  <a:pt x="128" y="83"/>
                  <a:pt x="130" y="83"/>
                </a:cubicBezTo>
                <a:cubicBezTo>
                  <a:pt x="130" y="83"/>
                  <a:pt x="130" y="83"/>
                  <a:pt x="131" y="83"/>
                </a:cubicBezTo>
                <a:cubicBezTo>
                  <a:pt x="131" y="82"/>
                  <a:pt x="131" y="82"/>
                  <a:pt x="131" y="82"/>
                </a:cubicBezTo>
                <a:cubicBezTo>
                  <a:pt x="131" y="81"/>
                  <a:pt x="130" y="80"/>
                  <a:pt x="129" y="79"/>
                </a:cubicBezTo>
                <a:cubicBezTo>
                  <a:pt x="129" y="78"/>
                  <a:pt x="129" y="77"/>
                  <a:pt x="129" y="76"/>
                </a:cubicBezTo>
                <a:cubicBezTo>
                  <a:pt x="127" y="75"/>
                  <a:pt x="123" y="75"/>
                  <a:pt x="121" y="72"/>
                </a:cubicBezTo>
                <a:cubicBezTo>
                  <a:pt x="120" y="70"/>
                  <a:pt x="121" y="69"/>
                  <a:pt x="122" y="67"/>
                </a:cubicBezTo>
                <a:cubicBezTo>
                  <a:pt x="122" y="66"/>
                  <a:pt x="121" y="63"/>
                  <a:pt x="121" y="62"/>
                </a:cubicBezTo>
                <a:cubicBezTo>
                  <a:pt x="121" y="61"/>
                  <a:pt x="121" y="61"/>
                  <a:pt x="121" y="61"/>
                </a:cubicBezTo>
                <a:cubicBezTo>
                  <a:pt x="121" y="58"/>
                  <a:pt x="119" y="60"/>
                  <a:pt x="117" y="59"/>
                </a:cubicBezTo>
                <a:cubicBezTo>
                  <a:pt x="115" y="59"/>
                  <a:pt x="114" y="55"/>
                  <a:pt x="113" y="54"/>
                </a:cubicBezTo>
                <a:cubicBezTo>
                  <a:pt x="111" y="51"/>
                  <a:pt x="110" y="51"/>
                  <a:pt x="109" y="54"/>
                </a:cubicBezTo>
                <a:cubicBezTo>
                  <a:pt x="109" y="57"/>
                  <a:pt x="105" y="56"/>
                  <a:pt x="102" y="56"/>
                </a:cubicBezTo>
                <a:cubicBezTo>
                  <a:pt x="102" y="54"/>
                  <a:pt x="103" y="51"/>
                  <a:pt x="102" y="49"/>
                </a:cubicBezTo>
                <a:cubicBezTo>
                  <a:pt x="101" y="47"/>
                  <a:pt x="100" y="45"/>
                  <a:pt x="98" y="43"/>
                </a:cubicBezTo>
                <a:cubicBezTo>
                  <a:pt x="97" y="42"/>
                  <a:pt x="89" y="32"/>
                  <a:pt x="96" y="33"/>
                </a:cubicBezTo>
                <a:cubicBezTo>
                  <a:pt x="96" y="32"/>
                  <a:pt x="92" y="26"/>
                  <a:pt x="91" y="25"/>
                </a:cubicBezTo>
                <a:cubicBezTo>
                  <a:pt x="90" y="24"/>
                  <a:pt x="87" y="23"/>
                  <a:pt x="85" y="22"/>
                </a:cubicBezTo>
                <a:cubicBezTo>
                  <a:pt x="83" y="21"/>
                  <a:pt x="81" y="22"/>
                  <a:pt x="79" y="21"/>
                </a:cubicBezTo>
                <a:cubicBezTo>
                  <a:pt x="80" y="20"/>
                  <a:pt x="81" y="20"/>
                  <a:pt x="82" y="20"/>
                </a:cubicBezTo>
                <a:cubicBezTo>
                  <a:pt x="84" y="19"/>
                  <a:pt x="83" y="17"/>
                  <a:pt x="83" y="15"/>
                </a:cubicBezTo>
                <a:cubicBezTo>
                  <a:pt x="82" y="12"/>
                  <a:pt x="86" y="13"/>
                  <a:pt x="88" y="13"/>
                </a:cubicBezTo>
                <a:cubicBezTo>
                  <a:pt x="90" y="9"/>
                  <a:pt x="90" y="9"/>
                  <a:pt x="90" y="9"/>
                </a:cubicBezTo>
                <a:cubicBezTo>
                  <a:pt x="91" y="7"/>
                  <a:pt x="93" y="7"/>
                  <a:pt x="95" y="7"/>
                </a:cubicBezTo>
                <a:cubicBezTo>
                  <a:pt x="95" y="5"/>
                  <a:pt x="93" y="4"/>
                  <a:pt x="92" y="2"/>
                </a:cubicBezTo>
                <a:cubicBezTo>
                  <a:pt x="91" y="2"/>
                  <a:pt x="91" y="1"/>
                  <a:pt x="91" y="0"/>
                </a:cubicBezTo>
                <a:cubicBezTo>
                  <a:pt x="91" y="0"/>
                  <a:pt x="91" y="0"/>
                  <a:pt x="91" y="0"/>
                </a:cubicBezTo>
                <a:cubicBezTo>
                  <a:pt x="90" y="0"/>
                  <a:pt x="90" y="0"/>
                  <a:pt x="89" y="2"/>
                </a:cubicBezTo>
                <a:cubicBezTo>
                  <a:pt x="89" y="3"/>
                  <a:pt x="89" y="4"/>
                  <a:pt x="87" y="4"/>
                </a:cubicBezTo>
                <a:cubicBezTo>
                  <a:pt x="85" y="4"/>
                  <a:pt x="84" y="4"/>
                  <a:pt x="82" y="4"/>
                </a:cubicBezTo>
                <a:cubicBezTo>
                  <a:pt x="82" y="6"/>
                  <a:pt x="80" y="5"/>
                  <a:pt x="80" y="7"/>
                </a:cubicBezTo>
                <a:cubicBezTo>
                  <a:pt x="78" y="8"/>
                  <a:pt x="77" y="7"/>
                  <a:pt x="75" y="6"/>
                </a:cubicBezTo>
                <a:cubicBezTo>
                  <a:pt x="74" y="6"/>
                  <a:pt x="73" y="6"/>
                  <a:pt x="72" y="6"/>
                </a:cubicBezTo>
                <a:cubicBezTo>
                  <a:pt x="72" y="6"/>
                  <a:pt x="72" y="6"/>
                  <a:pt x="72" y="6"/>
                </a:cubicBezTo>
                <a:cubicBezTo>
                  <a:pt x="72" y="6"/>
                  <a:pt x="72" y="6"/>
                  <a:pt x="72" y="6"/>
                </a:cubicBezTo>
                <a:cubicBezTo>
                  <a:pt x="73" y="9"/>
                  <a:pt x="71" y="12"/>
                  <a:pt x="71" y="14"/>
                </a:cubicBezTo>
                <a:cubicBezTo>
                  <a:pt x="71" y="16"/>
                  <a:pt x="71" y="16"/>
                  <a:pt x="69" y="17"/>
                </a:cubicBezTo>
                <a:cubicBezTo>
                  <a:pt x="68" y="18"/>
                  <a:pt x="67" y="18"/>
                  <a:pt x="67" y="20"/>
                </a:cubicBezTo>
                <a:cubicBezTo>
                  <a:pt x="64" y="20"/>
                  <a:pt x="60" y="20"/>
                  <a:pt x="57" y="20"/>
                </a:cubicBezTo>
                <a:cubicBezTo>
                  <a:pt x="55" y="20"/>
                  <a:pt x="53" y="19"/>
                  <a:pt x="52" y="20"/>
                </a:cubicBezTo>
                <a:cubicBezTo>
                  <a:pt x="51" y="21"/>
                  <a:pt x="51" y="23"/>
                  <a:pt x="49" y="23"/>
                </a:cubicBezTo>
                <a:cubicBezTo>
                  <a:pt x="49" y="27"/>
                  <a:pt x="46" y="25"/>
                  <a:pt x="43" y="26"/>
                </a:cubicBezTo>
                <a:cubicBezTo>
                  <a:pt x="42" y="26"/>
                  <a:pt x="41" y="27"/>
                  <a:pt x="40" y="29"/>
                </a:cubicBezTo>
                <a:cubicBezTo>
                  <a:pt x="38" y="30"/>
                  <a:pt x="39" y="30"/>
                  <a:pt x="38" y="32"/>
                </a:cubicBezTo>
                <a:cubicBezTo>
                  <a:pt x="37" y="34"/>
                  <a:pt x="36" y="32"/>
                  <a:pt x="35" y="33"/>
                </a:cubicBezTo>
                <a:cubicBezTo>
                  <a:pt x="34" y="34"/>
                  <a:pt x="36" y="37"/>
                  <a:pt x="37" y="38"/>
                </a:cubicBezTo>
                <a:cubicBezTo>
                  <a:pt x="38" y="40"/>
                  <a:pt x="39" y="42"/>
                  <a:pt x="38" y="45"/>
                </a:cubicBezTo>
                <a:cubicBezTo>
                  <a:pt x="38" y="45"/>
                  <a:pt x="37" y="45"/>
                  <a:pt x="37" y="45"/>
                </a:cubicBezTo>
                <a:cubicBezTo>
                  <a:pt x="39" y="45"/>
                  <a:pt x="40" y="46"/>
                  <a:pt x="40" y="49"/>
                </a:cubicBezTo>
                <a:cubicBezTo>
                  <a:pt x="40" y="49"/>
                  <a:pt x="38" y="49"/>
                  <a:pt x="38" y="50"/>
                </a:cubicBezTo>
                <a:cubicBezTo>
                  <a:pt x="37" y="50"/>
                  <a:pt x="36" y="52"/>
                  <a:pt x="35" y="53"/>
                </a:cubicBezTo>
                <a:cubicBezTo>
                  <a:pt x="35" y="54"/>
                  <a:pt x="32" y="63"/>
                  <a:pt x="35" y="63"/>
                </a:cubicBezTo>
                <a:cubicBezTo>
                  <a:pt x="35" y="63"/>
                  <a:pt x="35" y="63"/>
                  <a:pt x="35" y="63"/>
                </a:cubicBezTo>
                <a:cubicBezTo>
                  <a:pt x="35" y="64"/>
                  <a:pt x="36" y="64"/>
                  <a:pt x="37" y="64"/>
                </a:cubicBezTo>
                <a:cubicBezTo>
                  <a:pt x="37" y="62"/>
                  <a:pt x="37" y="62"/>
                  <a:pt x="37" y="62"/>
                </a:cubicBezTo>
                <a:cubicBezTo>
                  <a:pt x="38" y="62"/>
                  <a:pt x="39" y="62"/>
                  <a:pt x="40" y="62"/>
                </a:cubicBezTo>
                <a:cubicBezTo>
                  <a:pt x="40" y="63"/>
                  <a:pt x="41" y="64"/>
                  <a:pt x="40" y="65"/>
                </a:cubicBezTo>
                <a:cubicBezTo>
                  <a:pt x="40" y="65"/>
                  <a:pt x="38" y="65"/>
                  <a:pt x="38" y="65"/>
                </a:cubicBezTo>
                <a:cubicBezTo>
                  <a:pt x="37" y="65"/>
                  <a:pt x="37" y="66"/>
                  <a:pt x="36" y="66"/>
                </a:cubicBezTo>
                <a:cubicBezTo>
                  <a:pt x="35" y="67"/>
                  <a:pt x="35" y="67"/>
                  <a:pt x="34" y="67"/>
                </a:cubicBezTo>
                <a:cubicBezTo>
                  <a:pt x="33" y="68"/>
                  <a:pt x="33" y="68"/>
                  <a:pt x="33" y="69"/>
                </a:cubicBezTo>
                <a:cubicBezTo>
                  <a:pt x="32" y="69"/>
                  <a:pt x="32" y="70"/>
                  <a:pt x="31" y="70"/>
                </a:cubicBezTo>
                <a:cubicBezTo>
                  <a:pt x="30" y="72"/>
                  <a:pt x="29" y="73"/>
                  <a:pt x="27" y="74"/>
                </a:cubicBezTo>
                <a:cubicBezTo>
                  <a:pt x="26" y="76"/>
                  <a:pt x="25" y="76"/>
                  <a:pt x="23" y="77"/>
                </a:cubicBezTo>
                <a:cubicBezTo>
                  <a:pt x="20" y="77"/>
                  <a:pt x="22" y="79"/>
                  <a:pt x="21" y="80"/>
                </a:cubicBezTo>
                <a:cubicBezTo>
                  <a:pt x="20" y="82"/>
                  <a:pt x="18" y="82"/>
                  <a:pt x="17" y="83"/>
                </a:cubicBezTo>
                <a:cubicBezTo>
                  <a:pt x="16" y="85"/>
                  <a:pt x="16" y="85"/>
                  <a:pt x="13" y="85"/>
                </a:cubicBezTo>
                <a:cubicBezTo>
                  <a:pt x="13" y="86"/>
                  <a:pt x="13" y="87"/>
                  <a:pt x="13" y="88"/>
                </a:cubicBezTo>
                <a:cubicBezTo>
                  <a:pt x="12" y="88"/>
                  <a:pt x="11" y="91"/>
                  <a:pt x="10" y="91"/>
                </a:cubicBezTo>
                <a:cubicBezTo>
                  <a:pt x="9" y="91"/>
                  <a:pt x="9" y="91"/>
                  <a:pt x="9" y="91"/>
                </a:cubicBezTo>
                <a:cubicBezTo>
                  <a:pt x="8" y="91"/>
                  <a:pt x="4" y="91"/>
                  <a:pt x="4" y="93"/>
                </a:cubicBezTo>
                <a:cubicBezTo>
                  <a:pt x="6" y="93"/>
                  <a:pt x="7" y="94"/>
                  <a:pt x="6" y="95"/>
                </a:cubicBezTo>
                <a:cubicBezTo>
                  <a:pt x="6" y="95"/>
                  <a:pt x="3" y="96"/>
                  <a:pt x="3" y="96"/>
                </a:cubicBezTo>
                <a:cubicBezTo>
                  <a:pt x="1" y="98"/>
                  <a:pt x="3" y="99"/>
                  <a:pt x="5" y="100"/>
                </a:cubicBezTo>
                <a:cubicBezTo>
                  <a:pt x="5" y="103"/>
                  <a:pt x="4" y="105"/>
                  <a:pt x="4" y="107"/>
                </a:cubicBezTo>
                <a:cubicBezTo>
                  <a:pt x="3" y="109"/>
                  <a:pt x="4" y="110"/>
                  <a:pt x="2" y="110"/>
                </a:cubicBezTo>
                <a:cubicBezTo>
                  <a:pt x="1" y="111"/>
                  <a:pt x="1" y="111"/>
                  <a:pt x="0" y="111"/>
                </a:cubicBezTo>
                <a:cubicBezTo>
                  <a:pt x="2" y="112"/>
                  <a:pt x="3" y="113"/>
                  <a:pt x="3" y="117"/>
                </a:cubicBezTo>
                <a:cubicBezTo>
                  <a:pt x="2" y="119"/>
                  <a:pt x="6" y="118"/>
                  <a:pt x="8" y="118"/>
                </a:cubicBezTo>
                <a:cubicBezTo>
                  <a:pt x="11" y="118"/>
                  <a:pt x="13" y="119"/>
                  <a:pt x="16" y="120"/>
                </a:cubicBezTo>
                <a:cubicBezTo>
                  <a:pt x="19" y="121"/>
                  <a:pt x="22" y="120"/>
                  <a:pt x="25" y="121"/>
                </a:cubicBezTo>
                <a:cubicBezTo>
                  <a:pt x="29" y="121"/>
                  <a:pt x="31" y="124"/>
                  <a:pt x="34" y="123"/>
                </a:cubicBezTo>
                <a:cubicBezTo>
                  <a:pt x="35" y="122"/>
                  <a:pt x="36" y="122"/>
                  <a:pt x="36" y="121"/>
                </a:cubicBezTo>
                <a:cubicBezTo>
                  <a:pt x="40" y="121"/>
                  <a:pt x="46" y="121"/>
                  <a:pt x="48" y="124"/>
                </a:cubicBezTo>
                <a:cubicBezTo>
                  <a:pt x="52" y="130"/>
                  <a:pt x="52" y="123"/>
                  <a:pt x="54" y="126"/>
                </a:cubicBezTo>
                <a:cubicBezTo>
                  <a:pt x="54" y="126"/>
                  <a:pt x="53" y="135"/>
                  <a:pt x="57" y="131"/>
                </a:cubicBezTo>
                <a:cubicBezTo>
                  <a:pt x="57" y="131"/>
                  <a:pt x="56" y="130"/>
                  <a:pt x="58" y="130"/>
                </a:cubicBezTo>
                <a:cubicBezTo>
                  <a:pt x="59" y="130"/>
                  <a:pt x="59" y="132"/>
                  <a:pt x="58" y="133"/>
                </a:cubicBezTo>
                <a:cubicBezTo>
                  <a:pt x="58" y="135"/>
                  <a:pt x="55" y="136"/>
                  <a:pt x="55" y="139"/>
                </a:cubicBezTo>
                <a:cubicBezTo>
                  <a:pt x="55" y="139"/>
                  <a:pt x="57" y="140"/>
                  <a:pt x="57" y="141"/>
                </a:cubicBezTo>
                <a:cubicBezTo>
                  <a:pt x="58" y="142"/>
                  <a:pt x="59" y="143"/>
                  <a:pt x="59" y="145"/>
                </a:cubicBezTo>
                <a:cubicBezTo>
                  <a:pt x="62" y="145"/>
                  <a:pt x="62" y="144"/>
                  <a:pt x="62" y="142"/>
                </a:cubicBezTo>
                <a:cubicBezTo>
                  <a:pt x="62" y="139"/>
                  <a:pt x="65" y="138"/>
                  <a:pt x="66" y="136"/>
                </a:cubicBezTo>
                <a:cubicBezTo>
                  <a:pt x="68" y="134"/>
                  <a:pt x="69" y="131"/>
                  <a:pt x="72" y="133"/>
                </a:cubicBezTo>
                <a:cubicBezTo>
                  <a:pt x="75" y="134"/>
                  <a:pt x="77" y="135"/>
                  <a:pt x="80" y="134"/>
                </a:cubicBezTo>
                <a:cubicBezTo>
                  <a:pt x="80" y="130"/>
                  <a:pt x="89" y="131"/>
                  <a:pt x="89" y="136"/>
                </a:cubicBezTo>
                <a:cubicBezTo>
                  <a:pt x="91" y="136"/>
                  <a:pt x="93" y="136"/>
                  <a:pt x="94" y="136"/>
                </a:cubicBezTo>
                <a:cubicBezTo>
                  <a:pt x="97" y="137"/>
                  <a:pt x="96" y="136"/>
                  <a:pt x="97" y="135"/>
                </a:cubicBezTo>
                <a:cubicBezTo>
                  <a:pt x="97" y="134"/>
                  <a:pt x="98" y="134"/>
                  <a:pt x="98" y="133"/>
                </a:cubicBezTo>
                <a:cubicBezTo>
                  <a:pt x="98" y="134"/>
                  <a:pt x="99" y="134"/>
                  <a:pt x="99" y="134"/>
                </a:cubicBezTo>
                <a:cubicBezTo>
                  <a:pt x="100" y="134"/>
                  <a:pt x="99" y="133"/>
                  <a:pt x="100" y="132"/>
                </a:cubicBezTo>
                <a:cubicBezTo>
                  <a:pt x="101" y="132"/>
                  <a:pt x="102" y="132"/>
                  <a:pt x="103" y="132"/>
                </a:cubicBezTo>
                <a:cubicBezTo>
                  <a:pt x="103" y="131"/>
                  <a:pt x="104" y="130"/>
                  <a:pt x="104" y="130"/>
                </a:cubicBezTo>
                <a:cubicBezTo>
                  <a:pt x="102" y="130"/>
                  <a:pt x="102" y="126"/>
                  <a:pt x="103" y="125"/>
                </a:cubicBezTo>
                <a:cubicBezTo>
                  <a:pt x="103" y="124"/>
                  <a:pt x="103" y="123"/>
                  <a:pt x="104" y="122"/>
                </a:cubicBezTo>
                <a:cubicBezTo>
                  <a:pt x="104" y="120"/>
                  <a:pt x="104" y="117"/>
                  <a:pt x="105" y="115"/>
                </a:cubicBezTo>
                <a:cubicBezTo>
                  <a:pt x="106" y="116"/>
                  <a:pt x="111" y="119"/>
                  <a:pt x="112" y="116"/>
                </a:cubicBezTo>
                <a:cubicBezTo>
                  <a:pt x="112" y="114"/>
                  <a:pt x="114" y="113"/>
                  <a:pt x="115" y="116"/>
                </a:cubicBezTo>
                <a:cubicBezTo>
                  <a:pt x="115" y="117"/>
                  <a:pt x="115" y="118"/>
                  <a:pt x="116" y="119"/>
                </a:cubicBezTo>
                <a:cubicBezTo>
                  <a:pt x="118" y="121"/>
                  <a:pt x="118" y="119"/>
                  <a:pt x="119" y="118"/>
                </a:cubicBezTo>
                <a:cubicBezTo>
                  <a:pt x="121" y="117"/>
                  <a:pt x="122" y="117"/>
                  <a:pt x="122" y="115"/>
                </a:cubicBezTo>
                <a:cubicBezTo>
                  <a:pt x="122" y="113"/>
                  <a:pt x="121" y="112"/>
                  <a:pt x="119" y="112"/>
                </a:cubicBezTo>
                <a:cubicBezTo>
                  <a:pt x="119" y="111"/>
                  <a:pt x="119" y="111"/>
                  <a:pt x="119" y="111"/>
                </a:cubicBezTo>
                <a:cubicBezTo>
                  <a:pt x="121" y="112"/>
                  <a:pt x="121" y="110"/>
                  <a:pt x="122" y="109"/>
                </a:cubicBezTo>
                <a:cubicBezTo>
                  <a:pt x="123" y="109"/>
                  <a:pt x="125" y="108"/>
                  <a:pt x="126" y="108"/>
                </a:cubicBezTo>
                <a:cubicBezTo>
                  <a:pt x="126" y="107"/>
                  <a:pt x="126" y="106"/>
                  <a:pt x="126" y="105"/>
                </a:cubicBezTo>
                <a:cubicBezTo>
                  <a:pt x="125" y="104"/>
                  <a:pt x="125" y="103"/>
                  <a:pt x="125" y="102"/>
                </a:cubicBezTo>
                <a:cubicBezTo>
                  <a:pt x="126" y="101"/>
                  <a:pt x="127" y="101"/>
                  <a:pt x="128" y="102"/>
                </a:cubicBezTo>
                <a:cubicBezTo>
                  <a:pt x="128" y="103"/>
                  <a:pt x="130" y="103"/>
                  <a:pt x="131" y="103"/>
                </a:cubicBezTo>
                <a:cubicBezTo>
                  <a:pt x="133" y="104"/>
                  <a:pt x="132" y="106"/>
                  <a:pt x="133" y="107"/>
                </a:cubicBezTo>
                <a:cubicBezTo>
                  <a:pt x="135" y="107"/>
                  <a:pt x="134" y="100"/>
                  <a:pt x="134" y="99"/>
                </a:cubicBezTo>
                <a:cubicBezTo>
                  <a:pt x="134" y="97"/>
                  <a:pt x="135" y="95"/>
                  <a:pt x="134" y="94"/>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8" name="Freeform 439">
            <a:extLst>
              <a:ext uri="{FF2B5EF4-FFF2-40B4-BE49-F238E27FC236}">
                <a16:creationId xmlns:a16="http://schemas.microsoft.com/office/drawing/2014/main" id="{52C45E22-BC79-4D9C-96CF-719074AB9D83}"/>
              </a:ext>
            </a:extLst>
          </p:cNvPr>
          <p:cNvSpPr>
            <a:spLocks/>
          </p:cNvSpPr>
          <p:nvPr/>
        </p:nvSpPr>
        <p:spPr bwMode="auto">
          <a:xfrm>
            <a:off x="2397363" y="2526078"/>
            <a:ext cx="745521" cy="520292"/>
          </a:xfrm>
          <a:custGeom>
            <a:avLst/>
            <a:gdLst>
              <a:gd name="T0" fmla="*/ 93 w 328"/>
              <a:gd name="T1" fmla="*/ 219 h 237"/>
              <a:gd name="T2" fmla="*/ 87 w 328"/>
              <a:gd name="T3" fmla="*/ 220 h 237"/>
              <a:gd name="T4" fmla="*/ 78 w 328"/>
              <a:gd name="T5" fmla="*/ 208 h 237"/>
              <a:gd name="T6" fmla="*/ 66 w 328"/>
              <a:gd name="T7" fmla="*/ 203 h 237"/>
              <a:gd name="T8" fmla="*/ 40 w 328"/>
              <a:gd name="T9" fmla="*/ 191 h 237"/>
              <a:gd name="T10" fmla="*/ 34 w 328"/>
              <a:gd name="T11" fmla="*/ 175 h 237"/>
              <a:gd name="T12" fmla="*/ 36 w 328"/>
              <a:gd name="T13" fmla="*/ 156 h 237"/>
              <a:gd name="T14" fmla="*/ 33 w 328"/>
              <a:gd name="T15" fmla="*/ 132 h 237"/>
              <a:gd name="T16" fmla="*/ 41 w 328"/>
              <a:gd name="T17" fmla="*/ 115 h 237"/>
              <a:gd name="T18" fmla="*/ 50 w 328"/>
              <a:gd name="T19" fmla="*/ 104 h 237"/>
              <a:gd name="T20" fmla="*/ 61 w 328"/>
              <a:gd name="T21" fmla="*/ 97 h 237"/>
              <a:gd name="T22" fmla="*/ 52 w 328"/>
              <a:gd name="T23" fmla="*/ 83 h 237"/>
              <a:gd name="T24" fmla="*/ 41 w 328"/>
              <a:gd name="T25" fmla="*/ 68 h 237"/>
              <a:gd name="T26" fmla="*/ 26 w 328"/>
              <a:gd name="T27" fmla="*/ 59 h 237"/>
              <a:gd name="T28" fmla="*/ 18 w 328"/>
              <a:gd name="T29" fmla="*/ 50 h 237"/>
              <a:gd name="T30" fmla="*/ 1 w 328"/>
              <a:gd name="T31" fmla="*/ 48 h 237"/>
              <a:gd name="T32" fmla="*/ 4 w 328"/>
              <a:gd name="T33" fmla="*/ 33 h 237"/>
              <a:gd name="T34" fmla="*/ 24 w 328"/>
              <a:gd name="T35" fmla="*/ 18 h 237"/>
              <a:gd name="T36" fmla="*/ 52 w 328"/>
              <a:gd name="T37" fmla="*/ 14 h 237"/>
              <a:gd name="T38" fmla="*/ 51 w 328"/>
              <a:gd name="T39" fmla="*/ 5 h 237"/>
              <a:gd name="T40" fmla="*/ 87 w 328"/>
              <a:gd name="T41" fmla="*/ 3 h 237"/>
              <a:gd name="T42" fmla="*/ 106 w 328"/>
              <a:gd name="T43" fmla="*/ 4 h 237"/>
              <a:gd name="T44" fmla="*/ 125 w 328"/>
              <a:gd name="T45" fmla="*/ 9 h 237"/>
              <a:gd name="T46" fmla="*/ 144 w 328"/>
              <a:gd name="T47" fmla="*/ 27 h 237"/>
              <a:gd name="T48" fmla="*/ 168 w 328"/>
              <a:gd name="T49" fmla="*/ 47 h 237"/>
              <a:gd name="T50" fmla="*/ 193 w 328"/>
              <a:gd name="T51" fmla="*/ 66 h 237"/>
              <a:gd name="T52" fmla="*/ 206 w 328"/>
              <a:gd name="T53" fmla="*/ 74 h 237"/>
              <a:gd name="T54" fmla="*/ 216 w 328"/>
              <a:gd name="T55" fmla="*/ 81 h 237"/>
              <a:gd name="T56" fmla="*/ 237 w 328"/>
              <a:gd name="T57" fmla="*/ 76 h 237"/>
              <a:gd name="T58" fmla="*/ 254 w 328"/>
              <a:gd name="T59" fmla="*/ 70 h 237"/>
              <a:gd name="T60" fmla="*/ 286 w 328"/>
              <a:gd name="T61" fmla="*/ 63 h 237"/>
              <a:gd name="T62" fmla="*/ 320 w 328"/>
              <a:gd name="T63" fmla="*/ 80 h 237"/>
              <a:gd name="T64" fmla="*/ 323 w 328"/>
              <a:gd name="T65" fmla="*/ 100 h 237"/>
              <a:gd name="T66" fmla="*/ 307 w 328"/>
              <a:gd name="T67" fmla="*/ 124 h 237"/>
              <a:gd name="T68" fmla="*/ 293 w 328"/>
              <a:gd name="T69" fmla="*/ 138 h 237"/>
              <a:gd name="T70" fmla="*/ 287 w 328"/>
              <a:gd name="T71" fmla="*/ 154 h 237"/>
              <a:gd name="T72" fmla="*/ 266 w 328"/>
              <a:gd name="T73" fmla="*/ 155 h 237"/>
              <a:gd name="T74" fmla="*/ 265 w 328"/>
              <a:gd name="T75" fmla="*/ 181 h 237"/>
              <a:gd name="T76" fmla="*/ 286 w 328"/>
              <a:gd name="T77" fmla="*/ 211 h 237"/>
              <a:gd name="T78" fmla="*/ 282 w 328"/>
              <a:gd name="T79" fmla="*/ 226 h 237"/>
              <a:gd name="T80" fmla="*/ 269 w 328"/>
              <a:gd name="T81" fmla="*/ 233 h 237"/>
              <a:gd name="T82" fmla="*/ 257 w 328"/>
              <a:gd name="T83" fmla="*/ 228 h 237"/>
              <a:gd name="T84" fmla="*/ 243 w 328"/>
              <a:gd name="T85" fmla="*/ 225 h 237"/>
              <a:gd name="T86" fmla="*/ 242 w 328"/>
              <a:gd name="T87" fmla="*/ 230 h 237"/>
              <a:gd name="T88" fmla="*/ 234 w 328"/>
              <a:gd name="T89" fmla="*/ 217 h 237"/>
              <a:gd name="T90" fmla="*/ 221 w 328"/>
              <a:gd name="T91" fmla="*/ 214 h 237"/>
              <a:gd name="T92" fmla="*/ 198 w 328"/>
              <a:gd name="T93" fmla="*/ 206 h 237"/>
              <a:gd name="T94" fmla="*/ 176 w 328"/>
              <a:gd name="T95" fmla="*/ 195 h 237"/>
              <a:gd name="T96" fmla="*/ 146 w 328"/>
              <a:gd name="T97" fmla="*/ 197 h 237"/>
              <a:gd name="T98" fmla="*/ 133 w 328"/>
              <a:gd name="T99" fmla="*/ 202 h 237"/>
              <a:gd name="T100" fmla="*/ 131 w 328"/>
              <a:gd name="T101" fmla="*/ 211 h 237"/>
              <a:gd name="T102" fmla="*/ 122 w 328"/>
              <a:gd name="T103" fmla="*/ 223 h 237"/>
              <a:gd name="T104" fmla="*/ 105 w 328"/>
              <a:gd name="T105" fmla="*/ 22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 h="237">
                <a:moveTo>
                  <a:pt x="105" y="227"/>
                </a:moveTo>
                <a:cubicBezTo>
                  <a:pt x="105" y="225"/>
                  <a:pt x="102" y="223"/>
                  <a:pt x="101" y="223"/>
                </a:cubicBezTo>
                <a:cubicBezTo>
                  <a:pt x="100" y="222"/>
                  <a:pt x="98" y="223"/>
                  <a:pt x="97" y="223"/>
                </a:cubicBezTo>
                <a:cubicBezTo>
                  <a:pt x="97" y="221"/>
                  <a:pt x="95" y="220"/>
                  <a:pt x="95" y="219"/>
                </a:cubicBezTo>
                <a:cubicBezTo>
                  <a:pt x="94" y="219"/>
                  <a:pt x="93" y="219"/>
                  <a:pt x="93" y="219"/>
                </a:cubicBezTo>
                <a:cubicBezTo>
                  <a:pt x="92" y="219"/>
                  <a:pt x="92" y="219"/>
                  <a:pt x="92" y="219"/>
                </a:cubicBezTo>
                <a:cubicBezTo>
                  <a:pt x="91" y="219"/>
                  <a:pt x="91" y="220"/>
                  <a:pt x="91" y="221"/>
                </a:cubicBezTo>
                <a:cubicBezTo>
                  <a:pt x="90" y="221"/>
                  <a:pt x="89" y="221"/>
                  <a:pt x="89" y="221"/>
                </a:cubicBezTo>
                <a:cubicBezTo>
                  <a:pt x="88" y="220"/>
                  <a:pt x="88" y="220"/>
                  <a:pt x="88" y="220"/>
                </a:cubicBezTo>
                <a:cubicBezTo>
                  <a:pt x="87" y="220"/>
                  <a:pt x="87" y="220"/>
                  <a:pt x="87" y="220"/>
                </a:cubicBezTo>
                <a:cubicBezTo>
                  <a:pt x="87" y="219"/>
                  <a:pt x="86" y="218"/>
                  <a:pt x="86" y="217"/>
                </a:cubicBezTo>
                <a:cubicBezTo>
                  <a:pt x="84" y="217"/>
                  <a:pt x="79" y="216"/>
                  <a:pt x="77" y="218"/>
                </a:cubicBezTo>
                <a:cubicBezTo>
                  <a:pt x="77" y="218"/>
                  <a:pt x="77" y="216"/>
                  <a:pt x="77" y="215"/>
                </a:cubicBezTo>
                <a:cubicBezTo>
                  <a:pt x="74" y="215"/>
                  <a:pt x="77" y="213"/>
                  <a:pt x="77" y="212"/>
                </a:cubicBezTo>
                <a:cubicBezTo>
                  <a:pt x="78" y="211"/>
                  <a:pt x="78" y="210"/>
                  <a:pt x="78" y="208"/>
                </a:cubicBezTo>
                <a:cubicBezTo>
                  <a:pt x="77" y="208"/>
                  <a:pt x="77" y="208"/>
                  <a:pt x="77" y="208"/>
                </a:cubicBezTo>
                <a:cubicBezTo>
                  <a:pt x="77" y="206"/>
                  <a:pt x="79" y="204"/>
                  <a:pt x="79" y="201"/>
                </a:cubicBezTo>
                <a:cubicBezTo>
                  <a:pt x="77" y="201"/>
                  <a:pt x="76" y="202"/>
                  <a:pt x="75" y="202"/>
                </a:cubicBezTo>
                <a:cubicBezTo>
                  <a:pt x="75" y="203"/>
                  <a:pt x="75" y="204"/>
                  <a:pt x="75" y="205"/>
                </a:cubicBezTo>
                <a:cubicBezTo>
                  <a:pt x="72" y="205"/>
                  <a:pt x="70" y="203"/>
                  <a:pt x="66" y="203"/>
                </a:cubicBezTo>
                <a:cubicBezTo>
                  <a:pt x="66" y="204"/>
                  <a:pt x="66" y="204"/>
                  <a:pt x="66" y="204"/>
                </a:cubicBezTo>
                <a:cubicBezTo>
                  <a:pt x="61" y="205"/>
                  <a:pt x="63" y="200"/>
                  <a:pt x="60" y="198"/>
                </a:cubicBezTo>
                <a:cubicBezTo>
                  <a:pt x="59" y="198"/>
                  <a:pt x="58" y="199"/>
                  <a:pt x="56" y="198"/>
                </a:cubicBezTo>
                <a:cubicBezTo>
                  <a:pt x="55" y="197"/>
                  <a:pt x="55" y="195"/>
                  <a:pt x="53" y="195"/>
                </a:cubicBezTo>
                <a:cubicBezTo>
                  <a:pt x="52" y="191"/>
                  <a:pt x="43" y="191"/>
                  <a:pt x="40" y="191"/>
                </a:cubicBezTo>
                <a:cubicBezTo>
                  <a:pt x="41" y="187"/>
                  <a:pt x="38" y="186"/>
                  <a:pt x="35" y="186"/>
                </a:cubicBezTo>
                <a:cubicBezTo>
                  <a:pt x="35" y="184"/>
                  <a:pt x="35" y="183"/>
                  <a:pt x="35" y="181"/>
                </a:cubicBezTo>
                <a:cubicBezTo>
                  <a:pt x="35" y="181"/>
                  <a:pt x="35" y="181"/>
                  <a:pt x="35" y="181"/>
                </a:cubicBezTo>
                <a:cubicBezTo>
                  <a:pt x="35" y="180"/>
                  <a:pt x="35" y="179"/>
                  <a:pt x="35" y="178"/>
                </a:cubicBezTo>
                <a:cubicBezTo>
                  <a:pt x="34" y="177"/>
                  <a:pt x="34" y="177"/>
                  <a:pt x="34" y="175"/>
                </a:cubicBezTo>
                <a:cubicBezTo>
                  <a:pt x="34" y="175"/>
                  <a:pt x="35" y="174"/>
                  <a:pt x="36" y="173"/>
                </a:cubicBezTo>
                <a:cubicBezTo>
                  <a:pt x="36" y="172"/>
                  <a:pt x="36" y="170"/>
                  <a:pt x="36" y="170"/>
                </a:cubicBezTo>
                <a:cubicBezTo>
                  <a:pt x="36" y="168"/>
                  <a:pt x="36" y="167"/>
                  <a:pt x="35" y="165"/>
                </a:cubicBezTo>
                <a:cubicBezTo>
                  <a:pt x="35" y="165"/>
                  <a:pt x="34" y="163"/>
                  <a:pt x="34" y="163"/>
                </a:cubicBezTo>
                <a:cubicBezTo>
                  <a:pt x="34" y="160"/>
                  <a:pt x="36" y="159"/>
                  <a:pt x="36" y="156"/>
                </a:cubicBezTo>
                <a:cubicBezTo>
                  <a:pt x="36" y="156"/>
                  <a:pt x="36" y="155"/>
                  <a:pt x="36" y="155"/>
                </a:cubicBezTo>
                <a:cubicBezTo>
                  <a:pt x="36" y="154"/>
                  <a:pt x="35" y="154"/>
                  <a:pt x="35" y="153"/>
                </a:cubicBezTo>
                <a:cubicBezTo>
                  <a:pt x="35" y="152"/>
                  <a:pt x="35" y="152"/>
                  <a:pt x="36" y="151"/>
                </a:cubicBezTo>
                <a:cubicBezTo>
                  <a:pt x="36" y="149"/>
                  <a:pt x="35" y="147"/>
                  <a:pt x="34" y="145"/>
                </a:cubicBezTo>
                <a:cubicBezTo>
                  <a:pt x="33" y="141"/>
                  <a:pt x="33" y="137"/>
                  <a:pt x="33" y="132"/>
                </a:cubicBezTo>
                <a:cubicBezTo>
                  <a:pt x="32" y="132"/>
                  <a:pt x="32" y="132"/>
                  <a:pt x="32" y="132"/>
                </a:cubicBezTo>
                <a:cubicBezTo>
                  <a:pt x="32" y="130"/>
                  <a:pt x="32" y="127"/>
                  <a:pt x="32" y="125"/>
                </a:cubicBezTo>
                <a:cubicBezTo>
                  <a:pt x="30" y="124"/>
                  <a:pt x="32" y="120"/>
                  <a:pt x="32" y="119"/>
                </a:cubicBezTo>
                <a:cubicBezTo>
                  <a:pt x="32" y="118"/>
                  <a:pt x="32" y="116"/>
                  <a:pt x="33" y="115"/>
                </a:cubicBezTo>
                <a:cubicBezTo>
                  <a:pt x="34" y="114"/>
                  <a:pt x="39" y="115"/>
                  <a:pt x="41" y="115"/>
                </a:cubicBezTo>
                <a:cubicBezTo>
                  <a:pt x="43" y="115"/>
                  <a:pt x="42" y="116"/>
                  <a:pt x="43" y="113"/>
                </a:cubicBezTo>
                <a:cubicBezTo>
                  <a:pt x="44" y="112"/>
                  <a:pt x="44" y="111"/>
                  <a:pt x="45" y="110"/>
                </a:cubicBezTo>
                <a:cubicBezTo>
                  <a:pt x="45" y="109"/>
                  <a:pt x="44" y="106"/>
                  <a:pt x="45" y="106"/>
                </a:cubicBezTo>
                <a:cubicBezTo>
                  <a:pt x="45" y="105"/>
                  <a:pt x="48" y="105"/>
                  <a:pt x="49" y="105"/>
                </a:cubicBezTo>
                <a:cubicBezTo>
                  <a:pt x="49" y="105"/>
                  <a:pt x="50" y="104"/>
                  <a:pt x="50" y="104"/>
                </a:cubicBezTo>
                <a:cubicBezTo>
                  <a:pt x="51" y="103"/>
                  <a:pt x="52" y="103"/>
                  <a:pt x="53" y="103"/>
                </a:cubicBezTo>
                <a:cubicBezTo>
                  <a:pt x="54" y="103"/>
                  <a:pt x="55" y="104"/>
                  <a:pt x="56" y="103"/>
                </a:cubicBezTo>
                <a:cubicBezTo>
                  <a:pt x="57" y="103"/>
                  <a:pt x="57" y="102"/>
                  <a:pt x="58" y="101"/>
                </a:cubicBezTo>
                <a:cubicBezTo>
                  <a:pt x="58" y="101"/>
                  <a:pt x="60" y="101"/>
                  <a:pt x="60" y="100"/>
                </a:cubicBezTo>
                <a:cubicBezTo>
                  <a:pt x="61" y="99"/>
                  <a:pt x="60" y="98"/>
                  <a:pt x="61" y="97"/>
                </a:cubicBezTo>
                <a:cubicBezTo>
                  <a:pt x="61" y="96"/>
                  <a:pt x="61" y="96"/>
                  <a:pt x="62" y="95"/>
                </a:cubicBezTo>
                <a:cubicBezTo>
                  <a:pt x="63" y="94"/>
                  <a:pt x="64" y="91"/>
                  <a:pt x="63" y="90"/>
                </a:cubicBezTo>
                <a:cubicBezTo>
                  <a:pt x="62" y="88"/>
                  <a:pt x="60" y="89"/>
                  <a:pt x="58" y="88"/>
                </a:cubicBezTo>
                <a:cubicBezTo>
                  <a:pt x="57" y="86"/>
                  <a:pt x="55" y="86"/>
                  <a:pt x="54" y="85"/>
                </a:cubicBezTo>
                <a:cubicBezTo>
                  <a:pt x="53" y="84"/>
                  <a:pt x="53" y="83"/>
                  <a:pt x="52" y="83"/>
                </a:cubicBezTo>
                <a:cubicBezTo>
                  <a:pt x="51" y="82"/>
                  <a:pt x="50" y="83"/>
                  <a:pt x="49" y="83"/>
                </a:cubicBezTo>
                <a:cubicBezTo>
                  <a:pt x="46" y="81"/>
                  <a:pt x="47" y="74"/>
                  <a:pt x="50" y="74"/>
                </a:cubicBezTo>
                <a:cubicBezTo>
                  <a:pt x="50" y="73"/>
                  <a:pt x="51" y="72"/>
                  <a:pt x="52" y="72"/>
                </a:cubicBezTo>
                <a:cubicBezTo>
                  <a:pt x="52" y="72"/>
                  <a:pt x="52" y="71"/>
                  <a:pt x="52" y="70"/>
                </a:cubicBezTo>
                <a:cubicBezTo>
                  <a:pt x="49" y="68"/>
                  <a:pt x="45" y="69"/>
                  <a:pt x="41" y="68"/>
                </a:cubicBezTo>
                <a:cubicBezTo>
                  <a:pt x="40" y="68"/>
                  <a:pt x="39" y="68"/>
                  <a:pt x="39" y="67"/>
                </a:cubicBezTo>
                <a:cubicBezTo>
                  <a:pt x="38" y="67"/>
                  <a:pt x="37" y="66"/>
                  <a:pt x="36" y="65"/>
                </a:cubicBezTo>
                <a:cubicBezTo>
                  <a:pt x="35" y="64"/>
                  <a:pt x="33" y="65"/>
                  <a:pt x="32" y="64"/>
                </a:cubicBezTo>
                <a:cubicBezTo>
                  <a:pt x="30" y="64"/>
                  <a:pt x="30" y="62"/>
                  <a:pt x="29" y="61"/>
                </a:cubicBezTo>
                <a:cubicBezTo>
                  <a:pt x="28" y="60"/>
                  <a:pt x="27" y="61"/>
                  <a:pt x="26" y="59"/>
                </a:cubicBezTo>
                <a:cubicBezTo>
                  <a:pt x="26" y="58"/>
                  <a:pt x="26" y="57"/>
                  <a:pt x="26" y="55"/>
                </a:cubicBezTo>
                <a:cubicBezTo>
                  <a:pt x="25" y="54"/>
                  <a:pt x="24" y="53"/>
                  <a:pt x="24" y="52"/>
                </a:cubicBezTo>
                <a:cubicBezTo>
                  <a:pt x="23" y="52"/>
                  <a:pt x="21" y="52"/>
                  <a:pt x="21" y="52"/>
                </a:cubicBezTo>
                <a:cubicBezTo>
                  <a:pt x="20" y="51"/>
                  <a:pt x="19" y="52"/>
                  <a:pt x="19" y="52"/>
                </a:cubicBezTo>
                <a:cubicBezTo>
                  <a:pt x="18" y="51"/>
                  <a:pt x="19" y="50"/>
                  <a:pt x="18" y="50"/>
                </a:cubicBezTo>
                <a:cubicBezTo>
                  <a:pt x="16" y="50"/>
                  <a:pt x="15" y="52"/>
                  <a:pt x="12" y="51"/>
                </a:cubicBezTo>
                <a:cubicBezTo>
                  <a:pt x="12" y="51"/>
                  <a:pt x="12" y="51"/>
                  <a:pt x="12" y="51"/>
                </a:cubicBezTo>
                <a:cubicBezTo>
                  <a:pt x="10" y="50"/>
                  <a:pt x="10" y="53"/>
                  <a:pt x="8" y="52"/>
                </a:cubicBezTo>
                <a:cubicBezTo>
                  <a:pt x="8" y="50"/>
                  <a:pt x="4" y="51"/>
                  <a:pt x="4" y="48"/>
                </a:cubicBezTo>
                <a:cubicBezTo>
                  <a:pt x="4" y="48"/>
                  <a:pt x="2" y="48"/>
                  <a:pt x="1" y="48"/>
                </a:cubicBezTo>
                <a:cubicBezTo>
                  <a:pt x="0" y="47"/>
                  <a:pt x="2" y="47"/>
                  <a:pt x="2" y="46"/>
                </a:cubicBezTo>
                <a:cubicBezTo>
                  <a:pt x="2" y="44"/>
                  <a:pt x="3" y="43"/>
                  <a:pt x="2" y="41"/>
                </a:cubicBezTo>
                <a:cubicBezTo>
                  <a:pt x="2" y="40"/>
                  <a:pt x="1" y="40"/>
                  <a:pt x="1" y="39"/>
                </a:cubicBezTo>
                <a:cubicBezTo>
                  <a:pt x="1" y="39"/>
                  <a:pt x="3" y="37"/>
                  <a:pt x="3" y="36"/>
                </a:cubicBezTo>
                <a:cubicBezTo>
                  <a:pt x="3" y="35"/>
                  <a:pt x="3" y="34"/>
                  <a:pt x="4" y="33"/>
                </a:cubicBezTo>
                <a:cubicBezTo>
                  <a:pt x="5" y="31"/>
                  <a:pt x="7" y="33"/>
                  <a:pt x="9" y="33"/>
                </a:cubicBezTo>
                <a:cubicBezTo>
                  <a:pt x="10" y="32"/>
                  <a:pt x="10" y="32"/>
                  <a:pt x="10" y="32"/>
                </a:cubicBezTo>
                <a:cubicBezTo>
                  <a:pt x="10" y="27"/>
                  <a:pt x="18" y="28"/>
                  <a:pt x="17" y="23"/>
                </a:cubicBezTo>
                <a:cubicBezTo>
                  <a:pt x="19" y="23"/>
                  <a:pt x="21" y="23"/>
                  <a:pt x="22" y="23"/>
                </a:cubicBezTo>
                <a:cubicBezTo>
                  <a:pt x="23" y="22"/>
                  <a:pt x="23" y="20"/>
                  <a:pt x="24" y="18"/>
                </a:cubicBezTo>
                <a:cubicBezTo>
                  <a:pt x="26" y="18"/>
                  <a:pt x="27" y="17"/>
                  <a:pt x="27" y="15"/>
                </a:cubicBezTo>
                <a:cubicBezTo>
                  <a:pt x="28" y="14"/>
                  <a:pt x="29" y="13"/>
                  <a:pt x="30" y="12"/>
                </a:cubicBezTo>
                <a:cubicBezTo>
                  <a:pt x="31" y="12"/>
                  <a:pt x="33" y="12"/>
                  <a:pt x="34" y="12"/>
                </a:cubicBezTo>
                <a:cubicBezTo>
                  <a:pt x="37" y="12"/>
                  <a:pt x="40" y="11"/>
                  <a:pt x="43" y="12"/>
                </a:cubicBezTo>
                <a:cubicBezTo>
                  <a:pt x="46" y="13"/>
                  <a:pt x="48" y="15"/>
                  <a:pt x="52" y="14"/>
                </a:cubicBezTo>
                <a:cubicBezTo>
                  <a:pt x="53" y="14"/>
                  <a:pt x="54" y="13"/>
                  <a:pt x="56" y="13"/>
                </a:cubicBezTo>
                <a:cubicBezTo>
                  <a:pt x="58" y="13"/>
                  <a:pt x="59" y="13"/>
                  <a:pt x="60" y="13"/>
                </a:cubicBezTo>
                <a:cubicBezTo>
                  <a:pt x="60" y="12"/>
                  <a:pt x="60" y="11"/>
                  <a:pt x="60" y="10"/>
                </a:cubicBezTo>
                <a:cubicBezTo>
                  <a:pt x="59" y="10"/>
                  <a:pt x="59" y="10"/>
                  <a:pt x="58" y="9"/>
                </a:cubicBezTo>
                <a:cubicBezTo>
                  <a:pt x="57" y="5"/>
                  <a:pt x="54" y="7"/>
                  <a:pt x="51" y="5"/>
                </a:cubicBezTo>
                <a:cubicBezTo>
                  <a:pt x="53" y="4"/>
                  <a:pt x="59" y="6"/>
                  <a:pt x="62" y="6"/>
                </a:cubicBezTo>
                <a:cubicBezTo>
                  <a:pt x="66" y="7"/>
                  <a:pt x="68" y="9"/>
                  <a:pt x="72" y="8"/>
                </a:cubicBezTo>
                <a:cubicBezTo>
                  <a:pt x="72" y="8"/>
                  <a:pt x="72" y="7"/>
                  <a:pt x="72" y="6"/>
                </a:cubicBezTo>
                <a:cubicBezTo>
                  <a:pt x="75" y="6"/>
                  <a:pt x="77" y="5"/>
                  <a:pt x="80" y="4"/>
                </a:cubicBezTo>
                <a:cubicBezTo>
                  <a:pt x="82" y="4"/>
                  <a:pt x="84" y="2"/>
                  <a:pt x="87" y="3"/>
                </a:cubicBezTo>
                <a:cubicBezTo>
                  <a:pt x="88" y="3"/>
                  <a:pt x="89" y="4"/>
                  <a:pt x="90" y="4"/>
                </a:cubicBezTo>
                <a:cubicBezTo>
                  <a:pt x="92" y="3"/>
                  <a:pt x="92" y="1"/>
                  <a:pt x="93" y="1"/>
                </a:cubicBezTo>
                <a:cubicBezTo>
                  <a:pt x="94" y="1"/>
                  <a:pt x="96" y="0"/>
                  <a:pt x="97" y="1"/>
                </a:cubicBezTo>
                <a:cubicBezTo>
                  <a:pt x="98" y="1"/>
                  <a:pt x="98" y="2"/>
                  <a:pt x="100" y="3"/>
                </a:cubicBezTo>
                <a:cubicBezTo>
                  <a:pt x="101" y="6"/>
                  <a:pt x="103" y="5"/>
                  <a:pt x="106" y="4"/>
                </a:cubicBezTo>
                <a:cubicBezTo>
                  <a:pt x="107" y="3"/>
                  <a:pt x="109" y="4"/>
                  <a:pt x="110" y="4"/>
                </a:cubicBezTo>
                <a:cubicBezTo>
                  <a:pt x="111" y="4"/>
                  <a:pt x="112" y="3"/>
                  <a:pt x="112" y="4"/>
                </a:cubicBezTo>
                <a:cubicBezTo>
                  <a:pt x="113" y="4"/>
                  <a:pt x="113" y="4"/>
                  <a:pt x="113" y="5"/>
                </a:cubicBezTo>
                <a:cubicBezTo>
                  <a:pt x="115" y="6"/>
                  <a:pt x="118" y="6"/>
                  <a:pt x="120" y="6"/>
                </a:cubicBezTo>
                <a:cubicBezTo>
                  <a:pt x="124" y="6"/>
                  <a:pt x="125" y="6"/>
                  <a:pt x="125" y="9"/>
                </a:cubicBezTo>
                <a:cubicBezTo>
                  <a:pt x="125" y="11"/>
                  <a:pt x="124" y="14"/>
                  <a:pt x="125" y="16"/>
                </a:cubicBezTo>
                <a:cubicBezTo>
                  <a:pt x="125" y="17"/>
                  <a:pt x="126" y="18"/>
                  <a:pt x="128" y="18"/>
                </a:cubicBezTo>
                <a:cubicBezTo>
                  <a:pt x="129" y="17"/>
                  <a:pt x="129" y="16"/>
                  <a:pt x="130" y="16"/>
                </a:cubicBezTo>
                <a:cubicBezTo>
                  <a:pt x="135" y="14"/>
                  <a:pt x="139" y="18"/>
                  <a:pt x="142" y="21"/>
                </a:cubicBezTo>
                <a:cubicBezTo>
                  <a:pt x="143" y="23"/>
                  <a:pt x="143" y="25"/>
                  <a:pt x="144" y="27"/>
                </a:cubicBezTo>
                <a:cubicBezTo>
                  <a:pt x="145" y="29"/>
                  <a:pt x="146" y="31"/>
                  <a:pt x="147" y="33"/>
                </a:cubicBezTo>
                <a:cubicBezTo>
                  <a:pt x="148" y="34"/>
                  <a:pt x="150" y="34"/>
                  <a:pt x="151" y="35"/>
                </a:cubicBezTo>
                <a:cubicBezTo>
                  <a:pt x="152" y="36"/>
                  <a:pt x="152" y="38"/>
                  <a:pt x="154" y="39"/>
                </a:cubicBezTo>
                <a:cubicBezTo>
                  <a:pt x="157" y="40"/>
                  <a:pt x="161" y="37"/>
                  <a:pt x="163" y="41"/>
                </a:cubicBezTo>
                <a:cubicBezTo>
                  <a:pt x="164" y="43"/>
                  <a:pt x="164" y="46"/>
                  <a:pt x="168" y="47"/>
                </a:cubicBezTo>
                <a:cubicBezTo>
                  <a:pt x="171" y="48"/>
                  <a:pt x="172" y="47"/>
                  <a:pt x="174" y="49"/>
                </a:cubicBezTo>
                <a:cubicBezTo>
                  <a:pt x="175" y="50"/>
                  <a:pt x="176" y="52"/>
                  <a:pt x="177" y="54"/>
                </a:cubicBezTo>
                <a:cubicBezTo>
                  <a:pt x="177" y="57"/>
                  <a:pt x="176" y="60"/>
                  <a:pt x="179" y="63"/>
                </a:cubicBezTo>
                <a:cubicBezTo>
                  <a:pt x="181" y="65"/>
                  <a:pt x="182" y="65"/>
                  <a:pt x="186" y="65"/>
                </a:cubicBezTo>
                <a:cubicBezTo>
                  <a:pt x="188" y="65"/>
                  <a:pt x="191" y="65"/>
                  <a:pt x="193" y="66"/>
                </a:cubicBezTo>
                <a:cubicBezTo>
                  <a:pt x="194" y="67"/>
                  <a:pt x="194" y="68"/>
                  <a:pt x="195" y="69"/>
                </a:cubicBezTo>
                <a:cubicBezTo>
                  <a:pt x="195" y="69"/>
                  <a:pt x="197" y="70"/>
                  <a:pt x="198" y="70"/>
                </a:cubicBezTo>
                <a:cubicBezTo>
                  <a:pt x="200" y="70"/>
                  <a:pt x="202" y="70"/>
                  <a:pt x="204" y="72"/>
                </a:cubicBezTo>
                <a:cubicBezTo>
                  <a:pt x="204" y="72"/>
                  <a:pt x="204" y="73"/>
                  <a:pt x="205" y="73"/>
                </a:cubicBezTo>
                <a:cubicBezTo>
                  <a:pt x="205" y="73"/>
                  <a:pt x="206" y="73"/>
                  <a:pt x="206" y="74"/>
                </a:cubicBezTo>
                <a:cubicBezTo>
                  <a:pt x="207" y="75"/>
                  <a:pt x="207" y="75"/>
                  <a:pt x="207" y="77"/>
                </a:cubicBezTo>
                <a:cubicBezTo>
                  <a:pt x="205" y="77"/>
                  <a:pt x="197" y="80"/>
                  <a:pt x="201" y="82"/>
                </a:cubicBezTo>
                <a:cubicBezTo>
                  <a:pt x="202" y="82"/>
                  <a:pt x="205" y="81"/>
                  <a:pt x="206" y="81"/>
                </a:cubicBezTo>
                <a:cubicBezTo>
                  <a:pt x="208" y="81"/>
                  <a:pt x="209" y="81"/>
                  <a:pt x="211" y="81"/>
                </a:cubicBezTo>
                <a:cubicBezTo>
                  <a:pt x="213" y="81"/>
                  <a:pt x="214" y="82"/>
                  <a:pt x="216" y="81"/>
                </a:cubicBezTo>
                <a:cubicBezTo>
                  <a:pt x="218" y="81"/>
                  <a:pt x="218" y="80"/>
                  <a:pt x="220" y="81"/>
                </a:cubicBezTo>
                <a:cubicBezTo>
                  <a:pt x="222" y="82"/>
                  <a:pt x="223" y="83"/>
                  <a:pt x="225" y="81"/>
                </a:cubicBezTo>
                <a:cubicBezTo>
                  <a:pt x="226" y="79"/>
                  <a:pt x="225" y="78"/>
                  <a:pt x="228" y="77"/>
                </a:cubicBezTo>
                <a:cubicBezTo>
                  <a:pt x="230" y="77"/>
                  <a:pt x="233" y="78"/>
                  <a:pt x="236" y="78"/>
                </a:cubicBezTo>
                <a:cubicBezTo>
                  <a:pt x="236" y="77"/>
                  <a:pt x="237" y="77"/>
                  <a:pt x="237" y="76"/>
                </a:cubicBezTo>
                <a:cubicBezTo>
                  <a:pt x="238" y="76"/>
                  <a:pt x="239" y="76"/>
                  <a:pt x="239" y="75"/>
                </a:cubicBezTo>
                <a:cubicBezTo>
                  <a:pt x="240" y="75"/>
                  <a:pt x="241" y="74"/>
                  <a:pt x="242" y="73"/>
                </a:cubicBezTo>
                <a:cubicBezTo>
                  <a:pt x="243" y="73"/>
                  <a:pt x="244" y="74"/>
                  <a:pt x="245" y="74"/>
                </a:cubicBezTo>
                <a:cubicBezTo>
                  <a:pt x="246" y="73"/>
                  <a:pt x="247" y="73"/>
                  <a:pt x="248" y="72"/>
                </a:cubicBezTo>
                <a:cubicBezTo>
                  <a:pt x="250" y="71"/>
                  <a:pt x="252" y="71"/>
                  <a:pt x="254" y="70"/>
                </a:cubicBezTo>
                <a:cubicBezTo>
                  <a:pt x="256" y="69"/>
                  <a:pt x="258" y="68"/>
                  <a:pt x="260" y="67"/>
                </a:cubicBezTo>
                <a:cubicBezTo>
                  <a:pt x="263" y="66"/>
                  <a:pt x="269" y="68"/>
                  <a:pt x="272" y="68"/>
                </a:cubicBezTo>
                <a:cubicBezTo>
                  <a:pt x="274" y="68"/>
                  <a:pt x="277" y="69"/>
                  <a:pt x="278" y="68"/>
                </a:cubicBezTo>
                <a:cubicBezTo>
                  <a:pt x="280" y="68"/>
                  <a:pt x="280" y="66"/>
                  <a:pt x="281" y="64"/>
                </a:cubicBezTo>
                <a:cubicBezTo>
                  <a:pt x="282" y="64"/>
                  <a:pt x="283" y="62"/>
                  <a:pt x="286" y="63"/>
                </a:cubicBezTo>
                <a:cubicBezTo>
                  <a:pt x="287" y="64"/>
                  <a:pt x="288" y="65"/>
                  <a:pt x="288" y="67"/>
                </a:cubicBezTo>
                <a:cubicBezTo>
                  <a:pt x="291" y="67"/>
                  <a:pt x="295" y="69"/>
                  <a:pt x="298" y="70"/>
                </a:cubicBezTo>
                <a:cubicBezTo>
                  <a:pt x="302" y="72"/>
                  <a:pt x="304" y="73"/>
                  <a:pt x="308" y="72"/>
                </a:cubicBezTo>
                <a:cubicBezTo>
                  <a:pt x="313" y="71"/>
                  <a:pt x="314" y="72"/>
                  <a:pt x="316" y="76"/>
                </a:cubicBezTo>
                <a:cubicBezTo>
                  <a:pt x="317" y="77"/>
                  <a:pt x="318" y="79"/>
                  <a:pt x="320" y="80"/>
                </a:cubicBezTo>
                <a:cubicBezTo>
                  <a:pt x="321" y="80"/>
                  <a:pt x="322" y="80"/>
                  <a:pt x="323" y="80"/>
                </a:cubicBezTo>
                <a:cubicBezTo>
                  <a:pt x="323" y="81"/>
                  <a:pt x="324" y="81"/>
                  <a:pt x="324" y="81"/>
                </a:cubicBezTo>
                <a:cubicBezTo>
                  <a:pt x="325" y="83"/>
                  <a:pt x="326" y="84"/>
                  <a:pt x="326" y="85"/>
                </a:cubicBezTo>
                <a:cubicBezTo>
                  <a:pt x="328" y="88"/>
                  <a:pt x="326" y="88"/>
                  <a:pt x="325" y="90"/>
                </a:cubicBezTo>
                <a:cubicBezTo>
                  <a:pt x="323" y="93"/>
                  <a:pt x="325" y="97"/>
                  <a:pt x="323" y="100"/>
                </a:cubicBezTo>
                <a:cubicBezTo>
                  <a:pt x="319" y="101"/>
                  <a:pt x="321" y="107"/>
                  <a:pt x="320" y="110"/>
                </a:cubicBezTo>
                <a:cubicBezTo>
                  <a:pt x="319" y="110"/>
                  <a:pt x="319" y="112"/>
                  <a:pt x="319" y="113"/>
                </a:cubicBezTo>
                <a:cubicBezTo>
                  <a:pt x="318" y="115"/>
                  <a:pt x="318" y="115"/>
                  <a:pt x="317" y="116"/>
                </a:cubicBezTo>
                <a:cubicBezTo>
                  <a:pt x="315" y="119"/>
                  <a:pt x="315" y="121"/>
                  <a:pt x="315" y="124"/>
                </a:cubicBezTo>
                <a:cubicBezTo>
                  <a:pt x="312" y="124"/>
                  <a:pt x="310" y="123"/>
                  <a:pt x="307" y="124"/>
                </a:cubicBezTo>
                <a:cubicBezTo>
                  <a:pt x="305" y="126"/>
                  <a:pt x="303" y="127"/>
                  <a:pt x="302" y="129"/>
                </a:cubicBezTo>
                <a:cubicBezTo>
                  <a:pt x="302" y="130"/>
                  <a:pt x="303" y="132"/>
                  <a:pt x="302" y="133"/>
                </a:cubicBezTo>
                <a:cubicBezTo>
                  <a:pt x="301" y="134"/>
                  <a:pt x="298" y="133"/>
                  <a:pt x="297" y="133"/>
                </a:cubicBezTo>
                <a:cubicBezTo>
                  <a:pt x="295" y="133"/>
                  <a:pt x="293" y="134"/>
                  <a:pt x="291" y="134"/>
                </a:cubicBezTo>
                <a:cubicBezTo>
                  <a:pt x="292" y="135"/>
                  <a:pt x="293" y="137"/>
                  <a:pt x="293" y="138"/>
                </a:cubicBezTo>
                <a:cubicBezTo>
                  <a:pt x="293" y="140"/>
                  <a:pt x="292" y="141"/>
                  <a:pt x="292" y="142"/>
                </a:cubicBezTo>
                <a:cubicBezTo>
                  <a:pt x="292" y="143"/>
                  <a:pt x="293" y="144"/>
                  <a:pt x="293" y="145"/>
                </a:cubicBezTo>
                <a:cubicBezTo>
                  <a:pt x="293" y="147"/>
                  <a:pt x="291" y="149"/>
                  <a:pt x="289" y="150"/>
                </a:cubicBezTo>
                <a:cubicBezTo>
                  <a:pt x="288" y="151"/>
                  <a:pt x="287" y="150"/>
                  <a:pt x="287" y="152"/>
                </a:cubicBezTo>
                <a:cubicBezTo>
                  <a:pt x="287" y="152"/>
                  <a:pt x="287" y="154"/>
                  <a:pt x="287" y="154"/>
                </a:cubicBezTo>
                <a:cubicBezTo>
                  <a:pt x="285" y="154"/>
                  <a:pt x="284" y="154"/>
                  <a:pt x="282" y="154"/>
                </a:cubicBezTo>
                <a:cubicBezTo>
                  <a:pt x="279" y="155"/>
                  <a:pt x="278" y="154"/>
                  <a:pt x="276" y="153"/>
                </a:cubicBezTo>
                <a:cubicBezTo>
                  <a:pt x="275" y="153"/>
                  <a:pt x="274" y="153"/>
                  <a:pt x="273" y="153"/>
                </a:cubicBezTo>
                <a:cubicBezTo>
                  <a:pt x="272" y="153"/>
                  <a:pt x="271" y="152"/>
                  <a:pt x="270" y="152"/>
                </a:cubicBezTo>
                <a:cubicBezTo>
                  <a:pt x="269" y="152"/>
                  <a:pt x="267" y="154"/>
                  <a:pt x="266" y="155"/>
                </a:cubicBezTo>
                <a:cubicBezTo>
                  <a:pt x="266" y="155"/>
                  <a:pt x="266" y="155"/>
                  <a:pt x="266" y="155"/>
                </a:cubicBezTo>
                <a:cubicBezTo>
                  <a:pt x="268" y="160"/>
                  <a:pt x="269" y="165"/>
                  <a:pt x="271" y="169"/>
                </a:cubicBezTo>
                <a:cubicBezTo>
                  <a:pt x="272" y="171"/>
                  <a:pt x="272" y="171"/>
                  <a:pt x="271" y="172"/>
                </a:cubicBezTo>
                <a:cubicBezTo>
                  <a:pt x="265" y="173"/>
                  <a:pt x="265" y="173"/>
                  <a:pt x="265" y="173"/>
                </a:cubicBezTo>
                <a:cubicBezTo>
                  <a:pt x="266" y="175"/>
                  <a:pt x="265" y="178"/>
                  <a:pt x="265" y="181"/>
                </a:cubicBezTo>
                <a:cubicBezTo>
                  <a:pt x="266" y="185"/>
                  <a:pt x="270" y="189"/>
                  <a:pt x="274" y="190"/>
                </a:cubicBezTo>
                <a:cubicBezTo>
                  <a:pt x="278" y="190"/>
                  <a:pt x="287" y="190"/>
                  <a:pt x="283" y="196"/>
                </a:cubicBezTo>
                <a:cubicBezTo>
                  <a:pt x="282" y="198"/>
                  <a:pt x="280" y="199"/>
                  <a:pt x="281" y="202"/>
                </a:cubicBezTo>
                <a:cubicBezTo>
                  <a:pt x="281" y="205"/>
                  <a:pt x="284" y="206"/>
                  <a:pt x="285" y="208"/>
                </a:cubicBezTo>
                <a:cubicBezTo>
                  <a:pt x="286" y="209"/>
                  <a:pt x="286" y="210"/>
                  <a:pt x="286" y="211"/>
                </a:cubicBezTo>
                <a:cubicBezTo>
                  <a:pt x="287" y="212"/>
                  <a:pt x="288" y="213"/>
                  <a:pt x="289" y="213"/>
                </a:cubicBezTo>
                <a:cubicBezTo>
                  <a:pt x="290" y="215"/>
                  <a:pt x="289" y="217"/>
                  <a:pt x="291" y="219"/>
                </a:cubicBezTo>
                <a:cubicBezTo>
                  <a:pt x="289" y="219"/>
                  <a:pt x="288" y="220"/>
                  <a:pt x="287" y="221"/>
                </a:cubicBezTo>
                <a:cubicBezTo>
                  <a:pt x="285" y="221"/>
                  <a:pt x="285" y="222"/>
                  <a:pt x="284" y="223"/>
                </a:cubicBezTo>
                <a:cubicBezTo>
                  <a:pt x="283" y="225"/>
                  <a:pt x="283" y="226"/>
                  <a:pt x="282" y="226"/>
                </a:cubicBezTo>
                <a:cubicBezTo>
                  <a:pt x="280" y="226"/>
                  <a:pt x="279" y="225"/>
                  <a:pt x="279" y="224"/>
                </a:cubicBezTo>
                <a:cubicBezTo>
                  <a:pt x="277" y="225"/>
                  <a:pt x="274" y="227"/>
                  <a:pt x="275" y="229"/>
                </a:cubicBezTo>
                <a:cubicBezTo>
                  <a:pt x="275" y="229"/>
                  <a:pt x="271" y="230"/>
                  <a:pt x="271" y="230"/>
                </a:cubicBezTo>
                <a:cubicBezTo>
                  <a:pt x="270" y="230"/>
                  <a:pt x="270" y="231"/>
                  <a:pt x="269" y="232"/>
                </a:cubicBezTo>
                <a:cubicBezTo>
                  <a:pt x="269" y="232"/>
                  <a:pt x="269" y="232"/>
                  <a:pt x="269" y="233"/>
                </a:cubicBezTo>
                <a:cubicBezTo>
                  <a:pt x="268" y="233"/>
                  <a:pt x="268" y="233"/>
                  <a:pt x="268" y="233"/>
                </a:cubicBezTo>
                <a:cubicBezTo>
                  <a:pt x="266" y="234"/>
                  <a:pt x="265" y="234"/>
                  <a:pt x="265" y="236"/>
                </a:cubicBezTo>
                <a:cubicBezTo>
                  <a:pt x="265" y="237"/>
                  <a:pt x="262" y="234"/>
                  <a:pt x="262" y="234"/>
                </a:cubicBezTo>
                <a:cubicBezTo>
                  <a:pt x="260" y="233"/>
                  <a:pt x="259" y="231"/>
                  <a:pt x="257" y="231"/>
                </a:cubicBezTo>
                <a:cubicBezTo>
                  <a:pt x="257" y="230"/>
                  <a:pt x="257" y="229"/>
                  <a:pt x="257" y="228"/>
                </a:cubicBezTo>
                <a:cubicBezTo>
                  <a:pt x="256" y="228"/>
                  <a:pt x="256" y="227"/>
                  <a:pt x="255" y="227"/>
                </a:cubicBezTo>
                <a:cubicBezTo>
                  <a:pt x="254" y="224"/>
                  <a:pt x="256" y="221"/>
                  <a:pt x="256" y="218"/>
                </a:cubicBezTo>
                <a:cubicBezTo>
                  <a:pt x="255" y="218"/>
                  <a:pt x="255" y="218"/>
                  <a:pt x="255" y="218"/>
                </a:cubicBezTo>
                <a:cubicBezTo>
                  <a:pt x="254" y="219"/>
                  <a:pt x="253" y="219"/>
                  <a:pt x="253" y="221"/>
                </a:cubicBezTo>
                <a:cubicBezTo>
                  <a:pt x="250" y="221"/>
                  <a:pt x="244" y="221"/>
                  <a:pt x="243" y="225"/>
                </a:cubicBezTo>
                <a:cubicBezTo>
                  <a:pt x="242" y="225"/>
                  <a:pt x="240" y="225"/>
                  <a:pt x="241" y="227"/>
                </a:cubicBezTo>
                <a:cubicBezTo>
                  <a:pt x="241" y="227"/>
                  <a:pt x="243" y="228"/>
                  <a:pt x="243" y="228"/>
                </a:cubicBezTo>
                <a:cubicBezTo>
                  <a:pt x="244" y="229"/>
                  <a:pt x="245" y="230"/>
                  <a:pt x="245" y="231"/>
                </a:cubicBezTo>
                <a:cubicBezTo>
                  <a:pt x="244" y="231"/>
                  <a:pt x="244" y="231"/>
                  <a:pt x="244" y="231"/>
                </a:cubicBezTo>
                <a:cubicBezTo>
                  <a:pt x="243" y="231"/>
                  <a:pt x="243" y="231"/>
                  <a:pt x="242" y="230"/>
                </a:cubicBezTo>
                <a:cubicBezTo>
                  <a:pt x="241" y="229"/>
                  <a:pt x="241" y="228"/>
                  <a:pt x="239" y="228"/>
                </a:cubicBezTo>
                <a:cubicBezTo>
                  <a:pt x="238" y="228"/>
                  <a:pt x="236" y="228"/>
                  <a:pt x="235" y="229"/>
                </a:cubicBezTo>
                <a:cubicBezTo>
                  <a:pt x="236" y="228"/>
                  <a:pt x="236" y="226"/>
                  <a:pt x="238" y="227"/>
                </a:cubicBezTo>
                <a:cubicBezTo>
                  <a:pt x="239" y="224"/>
                  <a:pt x="242" y="212"/>
                  <a:pt x="235" y="216"/>
                </a:cubicBezTo>
                <a:cubicBezTo>
                  <a:pt x="234" y="216"/>
                  <a:pt x="234" y="217"/>
                  <a:pt x="234" y="217"/>
                </a:cubicBezTo>
                <a:cubicBezTo>
                  <a:pt x="233" y="217"/>
                  <a:pt x="232" y="217"/>
                  <a:pt x="232" y="217"/>
                </a:cubicBezTo>
                <a:cubicBezTo>
                  <a:pt x="231" y="218"/>
                  <a:pt x="231" y="219"/>
                  <a:pt x="229" y="219"/>
                </a:cubicBezTo>
                <a:cubicBezTo>
                  <a:pt x="228" y="220"/>
                  <a:pt x="227" y="219"/>
                  <a:pt x="225" y="219"/>
                </a:cubicBezTo>
                <a:cubicBezTo>
                  <a:pt x="224" y="218"/>
                  <a:pt x="223" y="219"/>
                  <a:pt x="221" y="218"/>
                </a:cubicBezTo>
                <a:cubicBezTo>
                  <a:pt x="221" y="217"/>
                  <a:pt x="222" y="215"/>
                  <a:pt x="221" y="214"/>
                </a:cubicBezTo>
                <a:cubicBezTo>
                  <a:pt x="221" y="212"/>
                  <a:pt x="219" y="211"/>
                  <a:pt x="218" y="210"/>
                </a:cubicBezTo>
                <a:cubicBezTo>
                  <a:pt x="217" y="208"/>
                  <a:pt x="215" y="208"/>
                  <a:pt x="214" y="206"/>
                </a:cubicBezTo>
                <a:cubicBezTo>
                  <a:pt x="213" y="205"/>
                  <a:pt x="214" y="203"/>
                  <a:pt x="214" y="202"/>
                </a:cubicBezTo>
                <a:cubicBezTo>
                  <a:pt x="211" y="201"/>
                  <a:pt x="209" y="204"/>
                  <a:pt x="207" y="204"/>
                </a:cubicBezTo>
                <a:cubicBezTo>
                  <a:pt x="204" y="205"/>
                  <a:pt x="201" y="206"/>
                  <a:pt x="198" y="206"/>
                </a:cubicBezTo>
                <a:cubicBezTo>
                  <a:pt x="195" y="206"/>
                  <a:pt x="192" y="206"/>
                  <a:pt x="190" y="204"/>
                </a:cubicBezTo>
                <a:cubicBezTo>
                  <a:pt x="189" y="202"/>
                  <a:pt x="189" y="201"/>
                  <a:pt x="187" y="201"/>
                </a:cubicBezTo>
                <a:cubicBezTo>
                  <a:pt x="186" y="201"/>
                  <a:pt x="184" y="201"/>
                  <a:pt x="182" y="201"/>
                </a:cubicBezTo>
                <a:cubicBezTo>
                  <a:pt x="182" y="200"/>
                  <a:pt x="180" y="199"/>
                  <a:pt x="179" y="197"/>
                </a:cubicBezTo>
                <a:cubicBezTo>
                  <a:pt x="178" y="195"/>
                  <a:pt x="179" y="195"/>
                  <a:pt x="176" y="195"/>
                </a:cubicBezTo>
                <a:cubicBezTo>
                  <a:pt x="175" y="195"/>
                  <a:pt x="173" y="195"/>
                  <a:pt x="172" y="194"/>
                </a:cubicBezTo>
                <a:cubicBezTo>
                  <a:pt x="170" y="193"/>
                  <a:pt x="171" y="191"/>
                  <a:pt x="171" y="190"/>
                </a:cubicBezTo>
                <a:cubicBezTo>
                  <a:pt x="167" y="189"/>
                  <a:pt x="163" y="189"/>
                  <a:pt x="159" y="189"/>
                </a:cubicBezTo>
                <a:cubicBezTo>
                  <a:pt x="155" y="189"/>
                  <a:pt x="151" y="188"/>
                  <a:pt x="150" y="192"/>
                </a:cubicBezTo>
                <a:cubicBezTo>
                  <a:pt x="148" y="193"/>
                  <a:pt x="149" y="196"/>
                  <a:pt x="146" y="197"/>
                </a:cubicBezTo>
                <a:cubicBezTo>
                  <a:pt x="145" y="198"/>
                  <a:pt x="142" y="197"/>
                  <a:pt x="140" y="197"/>
                </a:cubicBezTo>
                <a:cubicBezTo>
                  <a:pt x="139" y="198"/>
                  <a:pt x="139" y="199"/>
                  <a:pt x="139" y="200"/>
                </a:cubicBezTo>
                <a:cubicBezTo>
                  <a:pt x="138" y="200"/>
                  <a:pt x="138" y="200"/>
                  <a:pt x="137" y="200"/>
                </a:cubicBezTo>
                <a:cubicBezTo>
                  <a:pt x="137" y="201"/>
                  <a:pt x="137" y="201"/>
                  <a:pt x="136" y="202"/>
                </a:cubicBezTo>
                <a:cubicBezTo>
                  <a:pt x="135" y="203"/>
                  <a:pt x="135" y="203"/>
                  <a:pt x="133" y="202"/>
                </a:cubicBezTo>
                <a:cubicBezTo>
                  <a:pt x="132" y="202"/>
                  <a:pt x="132" y="201"/>
                  <a:pt x="131" y="200"/>
                </a:cubicBezTo>
                <a:cubicBezTo>
                  <a:pt x="130" y="200"/>
                  <a:pt x="130" y="200"/>
                  <a:pt x="129" y="200"/>
                </a:cubicBezTo>
                <a:cubicBezTo>
                  <a:pt x="128" y="202"/>
                  <a:pt x="128" y="203"/>
                  <a:pt x="128" y="204"/>
                </a:cubicBezTo>
                <a:cubicBezTo>
                  <a:pt x="130" y="204"/>
                  <a:pt x="131" y="204"/>
                  <a:pt x="131" y="206"/>
                </a:cubicBezTo>
                <a:cubicBezTo>
                  <a:pt x="132" y="208"/>
                  <a:pt x="131" y="209"/>
                  <a:pt x="131" y="211"/>
                </a:cubicBezTo>
                <a:cubicBezTo>
                  <a:pt x="130" y="214"/>
                  <a:pt x="131" y="217"/>
                  <a:pt x="128" y="219"/>
                </a:cubicBezTo>
                <a:cubicBezTo>
                  <a:pt x="128" y="219"/>
                  <a:pt x="127" y="219"/>
                  <a:pt x="127" y="220"/>
                </a:cubicBezTo>
                <a:cubicBezTo>
                  <a:pt x="126" y="220"/>
                  <a:pt x="126" y="220"/>
                  <a:pt x="126" y="220"/>
                </a:cubicBezTo>
                <a:cubicBezTo>
                  <a:pt x="125" y="220"/>
                  <a:pt x="126" y="221"/>
                  <a:pt x="125" y="221"/>
                </a:cubicBezTo>
                <a:cubicBezTo>
                  <a:pt x="123" y="222"/>
                  <a:pt x="123" y="220"/>
                  <a:pt x="122" y="223"/>
                </a:cubicBezTo>
                <a:cubicBezTo>
                  <a:pt x="122" y="224"/>
                  <a:pt x="122" y="225"/>
                  <a:pt x="120" y="225"/>
                </a:cubicBezTo>
                <a:cubicBezTo>
                  <a:pt x="118" y="225"/>
                  <a:pt x="117" y="225"/>
                  <a:pt x="115" y="225"/>
                </a:cubicBezTo>
                <a:cubicBezTo>
                  <a:pt x="115" y="227"/>
                  <a:pt x="113" y="226"/>
                  <a:pt x="113" y="228"/>
                </a:cubicBezTo>
                <a:cubicBezTo>
                  <a:pt x="111" y="229"/>
                  <a:pt x="110" y="228"/>
                  <a:pt x="108" y="227"/>
                </a:cubicBezTo>
                <a:cubicBezTo>
                  <a:pt x="107" y="227"/>
                  <a:pt x="106" y="227"/>
                  <a:pt x="105" y="227"/>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79" name="Freeform 440">
            <a:extLst>
              <a:ext uri="{FF2B5EF4-FFF2-40B4-BE49-F238E27FC236}">
                <a16:creationId xmlns:a16="http://schemas.microsoft.com/office/drawing/2014/main" id="{3BBD73C5-377C-4E13-91C1-FF08043F684A}"/>
              </a:ext>
            </a:extLst>
          </p:cNvPr>
          <p:cNvSpPr>
            <a:spLocks/>
          </p:cNvSpPr>
          <p:nvPr/>
        </p:nvSpPr>
        <p:spPr bwMode="auto">
          <a:xfrm>
            <a:off x="4233118" y="3881005"/>
            <a:ext cx="120344" cy="159635"/>
          </a:xfrm>
          <a:custGeom>
            <a:avLst/>
            <a:gdLst>
              <a:gd name="T0" fmla="*/ 51 w 53"/>
              <a:gd name="T1" fmla="*/ 19 h 73"/>
              <a:gd name="T2" fmla="*/ 52 w 53"/>
              <a:gd name="T3" fmla="*/ 15 h 73"/>
              <a:gd name="T4" fmla="*/ 50 w 53"/>
              <a:gd name="T5" fmla="*/ 12 h 73"/>
              <a:gd name="T6" fmla="*/ 50 w 53"/>
              <a:gd name="T7" fmla="*/ 7 h 73"/>
              <a:gd name="T8" fmla="*/ 45 w 53"/>
              <a:gd name="T9" fmla="*/ 7 h 73"/>
              <a:gd name="T10" fmla="*/ 45 w 53"/>
              <a:gd name="T11" fmla="*/ 1 h 73"/>
              <a:gd name="T12" fmla="*/ 44 w 53"/>
              <a:gd name="T13" fmla="*/ 0 h 73"/>
              <a:gd name="T14" fmla="*/ 41 w 53"/>
              <a:gd name="T15" fmla="*/ 3 h 73"/>
              <a:gd name="T16" fmla="*/ 41 w 53"/>
              <a:gd name="T17" fmla="*/ 3 h 73"/>
              <a:gd name="T18" fmla="*/ 40 w 53"/>
              <a:gd name="T19" fmla="*/ 6 h 73"/>
              <a:gd name="T20" fmla="*/ 36 w 53"/>
              <a:gd name="T21" fmla="*/ 4 h 73"/>
              <a:gd name="T22" fmla="*/ 35 w 53"/>
              <a:gd name="T23" fmla="*/ 7 h 73"/>
              <a:gd name="T24" fmla="*/ 35 w 53"/>
              <a:gd name="T25" fmla="*/ 9 h 73"/>
              <a:gd name="T26" fmla="*/ 33 w 53"/>
              <a:gd name="T27" fmla="*/ 10 h 73"/>
              <a:gd name="T28" fmla="*/ 32 w 53"/>
              <a:gd name="T29" fmla="*/ 16 h 73"/>
              <a:gd name="T30" fmla="*/ 28 w 53"/>
              <a:gd name="T31" fmla="*/ 13 h 73"/>
              <a:gd name="T32" fmla="*/ 25 w 53"/>
              <a:gd name="T33" fmla="*/ 16 h 73"/>
              <a:gd name="T34" fmla="*/ 22 w 53"/>
              <a:gd name="T35" fmla="*/ 14 h 73"/>
              <a:gd name="T36" fmla="*/ 21 w 53"/>
              <a:gd name="T37" fmla="*/ 17 h 73"/>
              <a:gd name="T38" fmla="*/ 18 w 53"/>
              <a:gd name="T39" fmla="*/ 20 h 73"/>
              <a:gd name="T40" fmla="*/ 14 w 53"/>
              <a:gd name="T41" fmla="*/ 20 h 73"/>
              <a:gd name="T42" fmla="*/ 10 w 53"/>
              <a:gd name="T43" fmla="*/ 19 h 73"/>
              <a:gd name="T44" fmla="*/ 10 w 53"/>
              <a:gd name="T45" fmla="*/ 22 h 73"/>
              <a:gd name="T46" fmla="*/ 5 w 53"/>
              <a:gd name="T47" fmla="*/ 24 h 73"/>
              <a:gd name="T48" fmla="*/ 4 w 53"/>
              <a:gd name="T49" fmla="*/ 30 h 73"/>
              <a:gd name="T50" fmla="*/ 1 w 53"/>
              <a:gd name="T51" fmla="*/ 35 h 73"/>
              <a:gd name="T52" fmla="*/ 4 w 53"/>
              <a:gd name="T53" fmla="*/ 41 h 73"/>
              <a:gd name="T54" fmla="*/ 4 w 53"/>
              <a:gd name="T55" fmla="*/ 43 h 73"/>
              <a:gd name="T56" fmla="*/ 5 w 53"/>
              <a:gd name="T57" fmla="*/ 47 h 73"/>
              <a:gd name="T58" fmla="*/ 7 w 53"/>
              <a:gd name="T59" fmla="*/ 50 h 73"/>
              <a:gd name="T60" fmla="*/ 7 w 53"/>
              <a:gd name="T61" fmla="*/ 54 h 73"/>
              <a:gd name="T62" fmla="*/ 9 w 53"/>
              <a:gd name="T63" fmla="*/ 58 h 73"/>
              <a:gd name="T64" fmla="*/ 8 w 53"/>
              <a:gd name="T65" fmla="*/ 62 h 73"/>
              <a:gd name="T66" fmla="*/ 9 w 53"/>
              <a:gd name="T67" fmla="*/ 66 h 73"/>
              <a:gd name="T68" fmla="*/ 12 w 53"/>
              <a:gd name="T69" fmla="*/ 67 h 73"/>
              <a:gd name="T70" fmla="*/ 15 w 53"/>
              <a:gd name="T71" fmla="*/ 57 h 73"/>
              <a:gd name="T72" fmla="*/ 19 w 53"/>
              <a:gd name="T73" fmla="*/ 70 h 73"/>
              <a:gd name="T74" fmla="*/ 30 w 53"/>
              <a:gd name="T75" fmla="*/ 65 h 73"/>
              <a:gd name="T76" fmla="*/ 29 w 53"/>
              <a:gd name="T77" fmla="*/ 61 h 73"/>
              <a:gd name="T78" fmla="*/ 28 w 53"/>
              <a:gd name="T79" fmla="*/ 56 h 73"/>
              <a:gd name="T80" fmla="*/ 31 w 53"/>
              <a:gd name="T81" fmla="*/ 51 h 73"/>
              <a:gd name="T82" fmla="*/ 36 w 53"/>
              <a:gd name="T83" fmla="*/ 48 h 73"/>
              <a:gd name="T84" fmla="*/ 34 w 53"/>
              <a:gd name="T85" fmla="*/ 42 h 73"/>
              <a:gd name="T86" fmla="*/ 34 w 53"/>
              <a:gd name="T87" fmla="*/ 35 h 73"/>
              <a:gd name="T88" fmla="*/ 37 w 53"/>
              <a:gd name="T89" fmla="*/ 39 h 73"/>
              <a:gd name="T90" fmla="*/ 44 w 53"/>
              <a:gd name="T91" fmla="*/ 35 h 73"/>
              <a:gd name="T92" fmla="*/ 46 w 53"/>
              <a:gd name="T93" fmla="*/ 38 h 73"/>
              <a:gd name="T94" fmla="*/ 48 w 53"/>
              <a:gd name="T95" fmla="*/ 36 h 73"/>
              <a:gd name="T96" fmla="*/ 50 w 53"/>
              <a:gd name="T97" fmla="*/ 33 h 73"/>
              <a:gd name="T98" fmla="*/ 51 w 53"/>
              <a:gd name="T99" fmla="*/ 33 h 73"/>
              <a:gd name="T100" fmla="*/ 53 w 53"/>
              <a:gd name="T101" fmla="*/ 23 h 73"/>
              <a:gd name="T102" fmla="*/ 51 w 53"/>
              <a:gd name="T103" fmla="*/ 1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3" h="73">
                <a:moveTo>
                  <a:pt x="51" y="19"/>
                </a:moveTo>
                <a:cubicBezTo>
                  <a:pt x="51" y="17"/>
                  <a:pt x="52" y="16"/>
                  <a:pt x="52" y="15"/>
                </a:cubicBezTo>
                <a:cubicBezTo>
                  <a:pt x="52" y="13"/>
                  <a:pt x="50" y="13"/>
                  <a:pt x="50" y="12"/>
                </a:cubicBezTo>
                <a:cubicBezTo>
                  <a:pt x="49" y="10"/>
                  <a:pt x="49" y="9"/>
                  <a:pt x="50" y="7"/>
                </a:cubicBezTo>
                <a:cubicBezTo>
                  <a:pt x="48" y="7"/>
                  <a:pt x="45" y="7"/>
                  <a:pt x="45" y="7"/>
                </a:cubicBezTo>
                <a:cubicBezTo>
                  <a:pt x="46" y="5"/>
                  <a:pt x="46" y="3"/>
                  <a:pt x="45" y="1"/>
                </a:cubicBezTo>
                <a:cubicBezTo>
                  <a:pt x="44" y="0"/>
                  <a:pt x="44" y="0"/>
                  <a:pt x="44" y="0"/>
                </a:cubicBezTo>
                <a:cubicBezTo>
                  <a:pt x="42" y="1"/>
                  <a:pt x="42" y="2"/>
                  <a:pt x="41" y="3"/>
                </a:cubicBezTo>
                <a:cubicBezTo>
                  <a:pt x="41" y="3"/>
                  <a:pt x="41" y="3"/>
                  <a:pt x="41" y="3"/>
                </a:cubicBezTo>
                <a:cubicBezTo>
                  <a:pt x="41" y="4"/>
                  <a:pt x="41" y="6"/>
                  <a:pt x="40" y="6"/>
                </a:cubicBezTo>
                <a:cubicBezTo>
                  <a:pt x="38" y="7"/>
                  <a:pt x="37" y="5"/>
                  <a:pt x="36" y="4"/>
                </a:cubicBezTo>
                <a:cubicBezTo>
                  <a:pt x="36" y="5"/>
                  <a:pt x="35" y="5"/>
                  <a:pt x="35" y="7"/>
                </a:cubicBezTo>
                <a:cubicBezTo>
                  <a:pt x="35" y="7"/>
                  <a:pt x="35" y="8"/>
                  <a:pt x="35" y="9"/>
                </a:cubicBezTo>
                <a:cubicBezTo>
                  <a:pt x="34" y="9"/>
                  <a:pt x="34" y="9"/>
                  <a:pt x="33" y="10"/>
                </a:cubicBezTo>
                <a:cubicBezTo>
                  <a:pt x="32" y="12"/>
                  <a:pt x="34" y="14"/>
                  <a:pt x="32" y="16"/>
                </a:cubicBezTo>
                <a:cubicBezTo>
                  <a:pt x="31" y="15"/>
                  <a:pt x="30" y="13"/>
                  <a:pt x="28" y="13"/>
                </a:cubicBezTo>
                <a:cubicBezTo>
                  <a:pt x="26" y="13"/>
                  <a:pt x="25" y="14"/>
                  <a:pt x="25" y="16"/>
                </a:cubicBezTo>
                <a:cubicBezTo>
                  <a:pt x="24" y="16"/>
                  <a:pt x="23" y="15"/>
                  <a:pt x="22" y="14"/>
                </a:cubicBezTo>
                <a:cubicBezTo>
                  <a:pt x="21" y="15"/>
                  <a:pt x="22" y="16"/>
                  <a:pt x="21" y="17"/>
                </a:cubicBezTo>
                <a:cubicBezTo>
                  <a:pt x="20" y="18"/>
                  <a:pt x="19" y="19"/>
                  <a:pt x="18" y="20"/>
                </a:cubicBezTo>
                <a:cubicBezTo>
                  <a:pt x="17" y="21"/>
                  <a:pt x="16" y="20"/>
                  <a:pt x="14" y="20"/>
                </a:cubicBezTo>
                <a:cubicBezTo>
                  <a:pt x="13" y="19"/>
                  <a:pt x="12" y="19"/>
                  <a:pt x="10" y="19"/>
                </a:cubicBezTo>
                <a:cubicBezTo>
                  <a:pt x="10" y="20"/>
                  <a:pt x="10" y="21"/>
                  <a:pt x="10" y="22"/>
                </a:cubicBezTo>
                <a:cubicBezTo>
                  <a:pt x="8" y="22"/>
                  <a:pt x="7" y="24"/>
                  <a:pt x="5" y="24"/>
                </a:cubicBezTo>
                <a:cubicBezTo>
                  <a:pt x="4" y="26"/>
                  <a:pt x="5" y="28"/>
                  <a:pt x="4" y="30"/>
                </a:cubicBezTo>
                <a:cubicBezTo>
                  <a:pt x="4" y="32"/>
                  <a:pt x="2" y="33"/>
                  <a:pt x="1" y="35"/>
                </a:cubicBezTo>
                <a:cubicBezTo>
                  <a:pt x="0" y="38"/>
                  <a:pt x="3" y="38"/>
                  <a:pt x="4" y="41"/>
                </a:cubicBezTo>
                <a:cubicBezTo>
                  <a:pt x="4" y="42"/>
                  <a:pt x="3" y="42"/>
                  <a:pt x="4" y="43"/>
                </a:cubicBezTo>
                <a:cubicBezTo>
                  <a:pt x="4" y="44"/>
                  <a:pt x="5" y="46"/>
                  <a:pt x="5" y="47"/>
                </a:cubicBezTo>
                <a:cubicBezTo>
                  <a:pt x="6" y="48"/>
                  <a:pt x="6" y="49"/>
                  <a:pt x="7" y="50"/>
                </a:cubicBezTo>
                <a:cubicBezTo>
                  <a:pt x="7" y="51"/>
                  <a:pt x="7" y="52"/>
                  <a:pt x="7" y="54"/>
                </a:cubicBezTo>
                <a:cubicBezTo>
                  <a:pt x="7" y="55"/>
                  <a:pt x="9" y="56"/>
                  <a:pt x="9" y="58"/>
                </a:cubicBezTo>
                <a:cubicBezTo>
                  <a:pt x="9" y="59"/>
                  <a:pt x="8" y="61"/>
                  <a:pt x="8" y="62"/>
                </a:cubicBezTo>
                <a:cubicBezTo>
                  <a:pt x="8" y="63"/>
                  <a:pt x="8" y="65"/>
                  <a:pt x="9" y="66"/>
                </a:cubicBezTo>
                <a:cubicBezTo>
                  <a:pt x="9" y="66"/>
                  <a:pt x="12" y="68"/>
                  <a:pt x="12" y="67"/>
                </a:cubicBezTo>
                <a:cubicBezTo>
                  <a:pt x="12" y="65"/>
                  <a:pt x="11" y="54"/>
                  <a:pt x="15" y="57"/>
                </a:cubicBezTo>
                <a:cubicBezTo>
                  <a:pt x="19" y="60"/>
                  <a:pt x="16" y="67"/>
                  <a:pt x="19" y="70"/>
                </a:cubicBezTo>
                <a:cubicBezTo>
                  <a:pt x="22" y="73"/>
                  <a:pt x="30" y="69"/>
                  <a:pt x="30" y="65"/>
                </a:cubicBezTo>
                <a:cubicBezTo>
                  <a:pt x="30" y="64"/>
                  <a:pt x="29" y="62"/>
                  <a:pt x="29" y="61"/>
                </a:cubicBezTo>
                <a:cubicBezTo>
                  <a:pt x="28" y="60"/>
                  <a:pt x="27" y="57"/>
                  <a:pt x="28" y="56"/>
                </a:cubicBezTo>
                <a:cubicBezTo>
                  <a:pt x="29" y="54"/>
                  <a:pt x="31" y="53"/>
                  <a:pt x="31" y="51"/>
                </a:cubicBezTo>
                <a:cubicBezTo>
                  <a:pt x="32" y="49"/>
                  <a:pt x="33" y="48"/>
                  <a:pt x="36" y="48"/>
                </a:cubicBezTo>
                <a:cubicBezTo>
                  <a:pt x="36" y="45"/>
                  <a:pt x="34" y="44"/>
                  <a:pt x="34" y="42"/>
                </a:cubicBezTo>
                <a:cubicBezTo>
                  <a:pt x="34" y="40"/>
                  <a:pt x="33" y="37"/>
                  <a:pt x="34" y="35"/>
                </a:cubicBezTo>
                <a:cubicBezTo>
                  <a:pt x="37" y="34"/>
                  <a:pt x="35" y="38"/>
                  <a:pt x="37" y="39"/>
                </a:cubicBezTo>
                <a:cubicBezTo>
                  <a:pt x="40" y="41"/>
                  <a:pt x="42" y="36"/>
                  <a:pt x="44" y="35"/>
                </a:cubicBezTo>
                <a:cubicBezTo>
                  <a:pt x="46" y="35"/>
                  <a:pt x="46" y="37"/>
                  <a:pt x="46" y="38"/>
                </a:cubicBezTo>
                <a:cubicBezTo>
                  <a:pt x="46" y="37"/>
                  <a:pt x="48" y="36"/>
                  <a:pt x="48" y="36"/>
                </a:cubicBezTo>
                <a:cubicBezTo>
                  <a:pt x="49" y="35"/>
                  <a:pt x="49" y="33"/>
                  <a:pt x="50" y="33"/>
                </a:cubicBezTo>
                <a:cubicBezTo>
                  <a:pt x="51" y="32"/>
                  <a:pt x="51" y="32"/>
                  <a:pt x="51" y="33"/>
                </a:cubicBezTo>
                <a:cubicBezTo>
                  <a:pt x="52" y="29"/>
                  <a:pt x="53" y="26"/>
                  <a:pt x="53" y="23"/>
                </a:cubicBezTo>
                <a:cubicBezTo>
                  <a:pt x="53" y="21"/>
                  <a:pt x="52" y="20"/>
                  <a:pt x="51" y="19"/>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0" name="Freeform 441">
            <a:extLst>
              <a:ext uri="{FF2B5EF4-FFF2-40B4-BE49-F238E27FC236}">
                <a16:creationId xmlns:a16="http://schemas.microsoft.com/office/drawing/2014/main" id="{D3266DA4-006B-4C12-A504-6CF35EC4B865}"/>
              </a:ext>
            </a:extLst>
          </p:cNvPr>
          <p:cNvSpPr>
            <a:spLocks/>
          </p:cNvSpPr>
          <p:nvPr/>
        </p:nvSpPr>
        <p:spPr bwMode="auto">
          <a:xfrm>
            <a:off x="3067413" y="3913523"/>
            <a:ext cx="449761" cy="698649"/>
          </a:xfrm>
          <a:custGeom>
            <a:avLst/>
            <a:gdLst>
              <a:gd name="T0" fmla="*/ 196 w 198"/>
              <a:gd name="T1" fmla="*/ 72 h 318"/>
              <a:gd name="T2" fmla="*/ 185 w 198"/>
              <a:gd name="T3" fmla="*/ 58 h 318"/>
              <a:gd name="T4" fmla="*/ 175 w 198"/>
              <a:gd name="T5" fmla="*/ 34 h 318"/>
              <a:gd name="T6" fmla="*/ 167 w 198"/>
              <a:gd name="T7" fmla="*/ 21 h 318"/>
              <a:gd name="T8" fmla="*/ 128 w 198"/>
              <a:gd name="T9" fmla="*/ 0 h 318"/>
              <a:gd name="T10" fmla="*/ 123 w 198"/>
              <a:gd name="T11" fmla="*/ 8 h 318"/>
              <a:gd name="T12" fmla="*/ 128 w 198"/>
              <a:gd name="T13" fmla="*/ 15 h 318"/>
              <a:gd name="T14" fmla="*/ 121 w 198"/>
              <a:gd name="T15" fmla="*/ 21 h 318"/>
              <a:gd name="T16" fmla="*/ 114 w 198"/>
              <a:gd name="T17" fmla="*/ 29 h 318"/>
              <a:gd name="T18" fmla="*/ 100 w 198"/>
              <a:gd name="T19" fmla="*/ 25 h 318"/>
              <a:gd name="T20" fmla="*/ 75 w 198"/>
              <a:gd name="T21" fmla="*/ 29 h 318"/>
              <a:gd name="T22" fmla="*/ 85 w 198"/>
              <a:gd name="T23" fmla="*/ 38 h 318"/>
              <a:gd name="T24" fmla="*/ 87 w 198"/>
              <a:gd name="T25" fmla="*/ 60 h 318"/>
              <a:gd name="T26" fmla="*/ 80 w 198"/>
              <a:gd name="T27" fmla="*/ 71 h 318"/>
              <a:gd name="T28" fmla="*/ 71 w 198"/>
              <a:gd name="T29" fmla="*/ 82 h 318"/>
              <a:gd name="T30" fmla="*/ 57 w 198"/>
              <a:gd name="T31" fmla="*/ 87 h 318"/>
              <a:gd name="T32" fmla="*/ 45 w 198"/>
              <a:gd name="T33" fmla="*/ 96 h 318"/>
              <a:gd name="T34" fmla="*/ 37 w 198"/>
              <a:gd name="T35" fmla="*/ 104 h 318"/>
              <a:gd name="T36" fmla="*/ 34 w 198"/>
              <a:gd name="T37" fmla="*/ 118 h 318"/>
              <a:gd name="T38" fmla="*/ 17 w 198"/>
              <a:gd name="T39" fmla="*/ 142 h 318"/>
              <a:gd name="T40" fmla="*/ 25 w 198"/>
              <a:gd name="T41" fmla="*/ 147 h 318"/>
              <a:gd name="T42" fmla="*/ 13 w 198"/>
              <a:gd name="T43" fmla="*/ 150 h 318"/>
              <a:gd name="T44" fmla="*/ 19 w 198"/>
              <a:gd name="T45" fmla="*/ 163 h 318"/>
              <a:gd name="T46" fmla="*/ 21 w 198"/>
              <a:gd name="T47" fmla="*/ 183 h 318"/>
              <a:gd name="T48" fmla="*/ 11 w 198"/>
              <a:gd name="T49" fmla="*/ 196 h 318"/>
              <a:gd name="T50" fmla="*/ 18 w 198"/>
              <a:gd name="T51" fmla="*/ 204 h 318"/>
              <a:gd name="T52" fmla="*/ 12 w 198"/>
              <a:gd name="T53" fmla="*/ 217 h 318"/>
              <a:gd name="T54" fmla="*/ 26 w 198"/>
              <a:gd name="T55" fmla="*/ 225 h 318"/>
              <a:gd name="T56" fmla="*/ 32 w 198"/>
              <a:gd name="T57" fmla="*/ 235 h 318"/>
              <a:gd name="T58" fmla="*/ 31 w 198"/>
              <a:gd name="T59" fmla="*/ 239 h 318"/>
              <a:gd name="T60" fmla="*/ 18 w 198"/>
              <a:gd name="T61" fmla="*/ 236 h 318"/>
              <a:gd name="T62" fmla="*/ 5 w 198"/>
              <a:gd name="T63" fmla="*/ 249 h 318"/>
              <a:gd name="T64" fmla="*/ 1 w 198"/>
              <a:gd name="T65" fmla="*/ 266 h 318"/>
              <a:gd name="T66" fmla="*/ 0 w 198"/>
              <a:gd name="T67" fmla="*/ 269 h 318"/>
              <a:gd name="T68" fmla="*/ 11 w 198"/>
              <a:gd name="T69" fmla="*/ 273 h 318"/>
              <a:gd name="T70" fmla="*/ 24 w 198"/>
              <a:gd name="T71" fmla="*/ 296 h 318"/>
              <a:gd name="T72" fmla="*/ 35 w 198"/>
              <a:gd name="T73" fmla="*/ 296 h 318"/>
              <a:gd name="T74" fmla="*/ 37 w 198"/>
              <a:gd name="T75" fmla="*/ 310 h 318"/>
              <a:gd name="T76" fmla="*/ 51 w 198"/>
              <a:gd name="T77" fmla="*/ 313 h 318"/>
              <a:gd name="T78" fmla="*/ 56 w 198"/>
              <a:gd name="T79" fmla="*/ 303 h 318"/>
              <a:gd name="T80" fmla="*/ 66 w 198"/>
              <a:gd name="T81" fmla="*/ 288 h 318"/>
              <a:gd name="T82" fmla="*/ 81 w 198"/>
              <a:gd name="T83" fmla="*/ 278 h 318"/>
              <a:gd name="T84" fmla="*/ 89 w 198"/>
              <a:gd name="T85" fmla="*/ 267 h 318"/>
              <a:gd name="T86" fmla="*/ 92 w 198"/>
              <a:gd name="T87" fmla="*/ 243 h 318"/>
              <a:gd name="T88" fmla="*/ 85 w 198"/>
              <a:gd name="T89" fmla="*/ 231 h 318"/>
              <a:gd name="T90" fmla="*/ 79 w 198"/>
              <a:gd name="T91" fmla="*/ 213 h 318"/>
              <a:gd name="T92" fmla="*/ 101 w 198"/>
              <a:gd name="T93" fmla="*/ 207 h 318"/>
              <a:gd name="T94" fmla="*/ 113 w 198"/>
              <a:gd name="T95" fmla="*/ 217 h 318"/>
              <a:gd name="T96" fmla="*/ 111 w 198"/>
              <a:gd name="T97" fmla="*/ 207 h 318"/>
              <a:gd name="T98" fmla="*/ 105 w 198"/>
              <a:gd name="T99" fmla="*/ 184 h 318"/>
              <a:gd name="T100" fmla="*/ 103 w 198"/>
              <a:gd name="T101" fmla="*/ 161 h 318"/>
              <a:gd name="T102" fmla="*/ 112 w 198"/>
              <a:gd name="T103" fmla="*/ 161 h 318"/>
              <a:gd name="T104" fmla="*/ 138 w 198"/>
              <a:gd name="T105" fmla="*/ 151 h 318"/>
              <a:gd name="T106" fmla="*/ 145 w 198"/>
              <a:gd name="T107" fmla="*/ 142 h 318"/>
              <a:gd name="T108" fmla="*/ 153 w 198"/>
              <a:gd name="T109" fmla="*/ 128 h 318"/>
              <a:gd name="T110" fmla="*/ 164 w 198"/>
              <a:gd name="T111" fmla="*/ 115 h 318"/>
              <a:gd name="T112" fmla="*/ 168 w 198"/>
              <a:gd name="T113" fmla="*/ 99 h 318"/>
              <a:gd name="T114" fmla="*/ 183 w 198"/>
              <a:gd name="T115" fmla="*/ 84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8" h="318">
                <a:moveTo>
                  <a:pt x="186" y="84"/>
                </a:moveTo>
                <a:cubicBezTo>
                  <a:pt x="187" y="82"/>
                  <a:pt x="188" y="79"/>
                  <a:pt x="191" y="77"/>
                </a:cubicBezTo>
                <a:cubicBezTo>
                  <a:pt x="193" y="75"/>
                  <a:pt x="196" y="76"/>
                  <a:pt x="196" y="72"/>
                </a:cubicBezTo>
                <a:cubicBezTo>
                  <a:pt x="197" y="70"/>
                  <a:pt x="197" y="67"/>
                  <a:pt x="198" y="65"/>
                </a:cubicBezTo>
                <a:cubicBezTo>
                  <a:pt x="195" y="64"/>
                  <a:pt x="191" y="65"/>
                  <a:pt x="189" y="62"/>
                </a:cubicBezTo>
                <a:cubicBezTo>
                  <a:pt x="188" y="61"/>
                  <a:pt x="188" y="58"/>
                  <a:pt x="185" y="58"/>
                </a:cubicBezTo>
                <a:cubicBezTo>
                  <a:pt x="185" y="56"/>
                  <a:pt x="186" y="49"/>
                  <a:pt x="182" y="49"/>
                </a:cubicBezTo>
                <a:cubicBezTo>
                  <a:pt x="181" y="44"/>
                  <a:pt x="186" y="38"/>
                  <a:pt x="181" y="34"/>
                </a:cubicBezTo>
                <a:cubicBezTo>
                  <a:pt x="180" y="33"/>
                  <a:pt x="177" y="35"/>
                  <a:pt x="175" y="34"/>
                </a:cubicBezTo>
                <a:cubicBezTo>
                  <a:pt x="174" y="33"/>
                  <a:pt x="174" y="31"/>
                  <a:pt x="174" y="29"/>
                </a:cubicBezTo>
                <a:cubicBezTo>
                  <a:pt x="171" y="30"/>
                  <a:pt x="171" y="27"/>
                  <a:pt x="170" y="26"/>
                </a:cubicBezTo>
                <a:cubicBezTo>
                  <a:pt x="170" y="24"/>
                  <a:pt x="169" y="22"/>
                  <a:pt x="167" y="21"/>
                </a:cubicBezTo>
                <a:cubicBezTo>
                  <a:pt x="163" y="19"/>
                  <a:pt x="161" y="18"/>
                  <a:pt x="161" y="13"/>
                </a:cubicBezTo>
                <a:cubicBezTo>
                  <a:pt x="161" y="10"/>
                  <a:pt x="157" y="9"/>
                  <a:pt x="154" y="9"/>
                </a:cubicBezTo>
                <a:cubicBezTo>
                  <a:pt x="128" y="0"/>
                  <a:pt x="128" y="0"/>
                  <a:pt x="128" y="0"/>
                </a:cubicBezTo>
                <a:cubicBezTo>
                  <a:pt x="128" y="1"/>
                  <a:pt x="128" y="1"/>
                  <a:pt x="128" y="1"/>
                </a:cubicBezTo>
                <a:cubicBezTo>
                  <a:pt x="127" y="4"/>
                  <a:pt x="125" y="5"/>
                  <a:pt x="125" y="8"/>
                </a:cubicBezTo>
                <a:cubicBezTo>
                  <a:pt x="124" y="8"/>
                  <a:pt x="124" y="8"/>
                  <a:pt x="123" y="8"/>
                </a:cubicBezTo>
                <a:cubicBezTo>
                  <a:pt x="123" y="8"/>
                  <a:pt x="123" y="9"/>
                  <a:pt x="123" y="10"/>
                </a:cubicBezTo>
                <a:cubicBezTo>
                  <a:pt x="124" y="10"/>
                  <a:pt x="126" y="11"/>
                  <a:pt x="126" y="12"/>
                </a:cubicBezTo>
                <a:cubicBezTo>
                  <a:pt x="127" y="14"/>
                  <a:pt x="126" y="16"/>
                  <a:pt x="128" y="15"/>
                </a:cubicBezTo>
                <a:cubicBezTo>
                  <a:pt x="128" y="16"/>
                  <a:pt x="128" y="16"/>
                  <a:pt x="128" y="16"/>
                </a:cubicBezTo>
                <a:cubicBezTo>
                  <a:pt x="127" y="17"/>
                  <a:pt x="127" y="19"/>
                  <a:pt x="125" y="19"/>
                </a:cubicBezTo>
                <a:cubicBezTo>
                  <a:pt x="123" y="20"/>
                  <a:pt x="121" y="19"/>
                  <a:pt x="121" y="21"/>
                </a:cubicBezTo>
                <a:cubicBezTo>
                  <a:pt x="121" y="22"/>
                  <a:pt x="121" y="24"/>
                  <a:pt x="120" y="25"/>
                </a:cubicBezTo>
                <a:cubicBezTo>
                  <a:pt x="118" y="25"/>
                  <a:pt x="117" y="24"/>
                  <a:pt x="116" y="24"/>
                </a:cubicBezTo>
                <a:cubicBezTo>
                  <a:pt x="115" y="25"/>
                  <a:pt x="116" y="28"/>
                  <a:pt x="114" y="29"/>
                </a:cubicBezTo>
                <a:cubicBezTo>
                  <a:pt x="113" y="29"/>
                  <a:pt x="113" y="27"/>
                  <a:pt x="112" y="26"/>
                </a:cubicBezTo>
                <a:cubicBezTo>
                  <a:pt x="110" y="25"/>
                  <a:pt x="108" y="26"/>
                  <a:pt x="107" y="26"/>
                </a:cubicBezTo>
                <a:cubicBezTo>
                  <a:pt x="107" y="23"/>
                  <a:pt x="102" y="25"/>
                  <a:pt x="100" y="25"/>
                </a:cubicBezTo>
                <a:cubicBezTo>
                  <a:pt x="101" y="21"/>
                  <a:pt x="82" y="23"/>
                  <a:pt x="79" y="23"/>
                </a:cubicBezTo>
                <a:cubicBezTo>
                  <a:pt x="80" y="16"/>
                  <a:pt x="69" y="20"/>
                  <a:pt x="73" y="23"/>
                </a:cubicBezTo>
                <a:cubicBezTo>
                  <a:pt x="75" y="25"/>
                  <a:pt x="79" y="26"/>
                  <a:pt x="75" y="29"/>
                </a:cubicBezTo>
                <a:cubicBezTo>
                  <a:pt x="72" y="32"/>
                  <a:pt x="69" y="34"/>
                  <a:pt x="73" y="38"/>
                </a:cubicBezTo>
                <a:cubicBezTo>
                  <a:pt x="75" y="40"/>
                  <a:pt x="78" y="36"/>
                  <a:pt x="80" y="37"/>
                </a:cubicBezTo>
                <a:cubicBezTo>
                  <a:pt x="82" y="38"/>
                  <a:pt x="84" y="41"/>
                  <a:pt x="85" y="38"/>
                </a:cubicBezTo>
                <a:cubicBezTo>
                  <a:pt x="87" y="39"/>
                  <a:pt x="88" y="41"/>
                  <a:pt x="88" y="42"/>
                </a:cubicBezTo>
                <a:cubicBezTo>
                  <a:pt x="92" y="42"/>
                  <a:pt x="96" y="49"/>
                  <a:pt x="97" y="52"/>
                </a:cubicBezTo>
                <a:cubicBezTo>
                  <a:pt x="98" y="60"/>
                  <a:pt x="93" y="60"/>
                  <a:pt x="87" y="60"/>
                </a:cubicBezTo>
                <a:cubicBezTo>
                  <a:pt x="87" y="62"/>
                  <a:pt x="86" y="62"/>
                  <a:pt x="84" y="63"/>
                </a:cubicBezTo>
                <a:cubicBezTo>
                  <a:pt x="83" y="64"/>
                  <a:pt x="83" y="66"/>
                  <a:pt x="83" y="68"/>
                </a:cubicBezTo>
                <a:cubicBezTo>
                  <a:pt x="83" y="70"/>
                  <a:pt x="81" y="70"/>
                  <a:pt x="80" y="71"/>
                </a:cubicBezTo>
                <a:cubicBezTo>
                  <a:pt x="78" y="73"/>
                  <a:pt x="79" y="74"/>
                  <a:pt x="78" y="76"/>
                </a:cubicBezTo>
                <a:cubicBezTo>
                  <a:pt x="78" y="78"/>
                  <a:pt x="76" y="78"/>
                  <a:pt x="74" y="79"/>
                </a:cubicBezTo>
                <a:cubicBezTo>
                  <a:pt x="72" y="80"/>
                  <a:pt x="72" y="81"/>
                  <a:pt x="71" y="82"/>
                </a:cubicBezTo>
                <a:cubicBezTo>
                  <a:pt x="70" y="84"/>
                  <a:pt x="64" y="83"/>
                  <a:pt x="64" y="87"/>
                </a:cubicBezTo>
                <a:cubicBezTo>
                  <a:pt x="62" y="87"/>
                  <a:pt x="61" y="86"/>
                  <a:pt x="60" y="86"/>
                </a:cubicBezTo>
                <a:cubicBezTo>
                  <a:pt x="58" y="86"/>
                  <a:pt x="58" y="86"/>
                  <a:pt x="57" y="87"/>
                </a:cubicBezTo>
                <a:cubicBezTo>
                  <a:pt x="54" y="88"/>
                  <a:pt x="51" y="87"/>
                  <a:pt x="48" y="87"/>
                </a:cubicBezTo>
                <a:cubicBezTo>
                  <a:pt x="48" y="90"/>
                  <a:pt x="48" y="93"/>
                  <a:pt x="48" y="96"/>
                </a:cubicBezTo>
                <a:cubicBezTo>
                  <a:pt x="47" y="96"/>
                  <a:pt x="46" y="96"/>
                  <a:pt x="45" y="96"/>
                </a:cubicBezTo>
                <a:cubicBezTo>
                  <a:pt x="44" y="97"/>
                  <a:pt x="41" y="101"/>
                  <a:pt x="43" y="102"/>
                </a:cubicBezTo>
                <a:cubicBezTo>
                  <a:pt x="43" y="103"/>
                  <a:pt x="43" y="104"/>
                  <a:pt x="43" y="105"/>
                </a:cubicBezTo>
                <a:cubicBezTo>
                  <a:pt x="41" y="106"/>
                  <a:pt x="40" y="104"/>
                  <a:pt x="37" y="104"/>
                </a:cubicBezTo>
                <a:cubicBezTo>
                  <a:pt x="37" y="106"/>
                  <a:pt x="37" y="108"/>
                  <a:pt x="37" y="110"/>
                </a:cubicBezTo>
                <a:cubicBezTo>
                  <a:pt x="35" y="111"/>
                  <a:pt x="33" y="110"/>
                  <a:pt x="33" y="112"/>
                </a:cubicBezTo>
                <a:cubicBezTo>
                  <a:pt x="33" y="114"/>
                  <a:pt x="34" y="116"/>
                  <a:pt x="34" y="118"/>
                </a:cubicBezTo>
                <a:cubicBezTo>
                  <a:pt x="35" y="121"/>
                  <a:pt x="33" y="124"/>
                  <a:pt x="29" y="124"/>
                </a:cubicBezTo>
                <a:cubicBezTo>
                  <a:pt x="29" y="129"/>
                  <a:pt x="32" y="140"/>
                  <a:pt x="24" y="141"/>
                </a:cubicBezTo>
                <a:cubicBezTo>
                  <a:pt x="17" y="142"/>
                  <a:pt x="17" y="142"/>
                  <a:pt x="17" y="142"/>
                </a:cubicBezTo>
                <a:cubicBezTo>
                  <a:pt x="15" y="141"/>
                  <a:pt x="14" y="140"/>
                  <a:pt x="13" y="139"/>
                </a:cubicBezTo>
                <a:cubicBezTo>
                  <a:pt x="14" y="141"/>
                  <a:pt x="16" y="142"/>
                  <a:pt x="19" y="142"/>
                </a:cubicBezTo>
                <a:cubicBezTo>
                  <a:pt x="22" y="143"/>
                  <a:pt x="26" y="143"/>
                  <a:pt x="25" y="147"/>
                </a:cubicBezTo>
                <a:cubicBezTo>
                  <a:pt x="24" y="149"/>
                  <a:pt x="22" y="150"/>
                  <a:pt x="21" y="150"/>
                </a:cubicBezTo>
                <a:cubicBezTo>
                  <a:pt x="19" y="150"/>
                  <a:pt x="18" y="153"/>
                  <a:pt x="16" y="152"/>
                </a:cubicBezTo>
                <a:cubicBezTo>
                  <a:pt x="16" y="150"/>
                  <a:pt x="15" y="150"/>
                  <a:pt x="13" y="150"/>
                </a:cubicBezTo>
                <a:cubicBezTo>
                  <a:pt x="13" y="152"/>
                  <a:pt x="14" y="153"/>
                  <a:pt x="14" y="154"/>
                </a:cubicBezTo>
                <a:cubicBezTo>
                  <a:pt x="14" y="156"/>
                  <a:pt x="14" y="158"/>
                  <a:pt x="14" y="160"/>
                </a:cubicBezTo>
                <a:cubicBezTo>
                  <a:pt x="15" y="162"/>
                  <a:pt x="18" y="161"/>
                  <a:pt x="19" y="163"/>
                </a:cubicBezTo>
                <a:cubicBezTo>
                  <a:pt x="23" y="168"/>
                  <a:pt x="16" y="173"/>
                  <a:pt x="17" y="178"/>
                </a:cubicBezTo>
                <a:cubicBezTo>
                  <a:pt x="18" y="179"/>
                  <a:pt x="20" y="177"/>
                  <a:pt x="22" y="177"/>
                </a:cubicBezTo>
                <a:cubicBezTo>
                  <a:pt x="22" y="179"/>
                  <a:pt x="21" y="181"/>
                  <a:pt x="21" y="183"/>
                </a:cubicBezTo>
                <a:cubicBezTo>
                  <a:pt x="21" y="185"/>
                  <a:pt x="21" y="188"/>
                  <a:pt x="20" y="190"/>
                </a:cubicBezTo>
                <a:cubicBezTo>
                  <a:pt x="20" y="191"/>
                  <a:pt x="13" y="194"/>
                  <a:pt x="13" y="192"/>
                </a:cubicBezTo>
                <a:cubicBezTo>
                  <a:pt x="13" y="194"/>
                  <a:pt x="12" y="194"/>
                  <a:pt x="11" y="196"/>
                </a:cubicBezTo>
                <a:cubicBezTo>
                  <a:pt x="11" y="197"/>
                  <a:pt x="11" y="198"/>
                  <a:pt x="11" y="200"/>
                </a:cubicBezTo>
                <a:cubicBezTo>
                  <a:pt x="12" y="200"/>
                  <a:pt x="13" y="199"/>
                  <a:pt x="14" y="198"/>
                </a:cubicBezTo>
                <a:cubicBezTo>
                  <a:pt x="16" y="200"/>
                  <a:pt x="18" y="201"/>
                  <a:pt x="18" y="204"/>
                </a:cubicBezTo>
                <a:cubicBezTo>
                  <a:pt x="17" y="208"/>
                  <a:pt x="17" y="209"/>
                  <a:pt x="13" y="209"/>
                </a:cubicBezTo>
                <a:cubicBezTo>
                  <a:pt x="12" y="210"/>
                  <a:pt x="14" y="211"/>
                  <a:pt x="14" y="213"/>
                </a:cubicBezTo>
                <a:cubicBezTo>
                  <a:pt x="13" y="215"/>
                  <a:pt x="11" y="215"/>
                  <a:pt x="12" y="217"/>
                </a:cubicBezTo>
                <a:cubicBezTo>
                  <a:pt x="14" y="216"/>
                  <a:pt x="16" y="213"/>
                  <a:pt x="19" y="215"/>
                </a:cubicBezTo>
                <a:cubicBezTo>
                  <a:pt x="21" y="216"/>
                  <a:pt x="20" y="219"/>
                  <a:pt x="22" y="220"/>
                </a:cubicBezTo>
                <a:cubicBezTo>
                  <a:pt x="23" y="223"/>
                  <a:pt x="22" y="225"/>
                  <a:pt x="26" y="225"/>
                </a:cubicBezTo>
                <a:cubicBezTo>
                  <a:pt x="26" y="226"/>
                  <a:pt x="26" y="227"/>
                  <a:pt x="26" y="227"/>
                </a:cubicBezTo>
                <a:cubicBezTo>
                  <a:pt x="29" y="228"/>
                  <a:pt x="33" y="227"/>
                  <a:pt x="34" y="230"/>
                </a:cubicBezTo>
                <a:cubicBezTo>
                  <a:pt x="35" y="232"/>
                  <a:pt x="31" y="233"/>
                  <a:pt x="32" y="235"/>
                </a:cubicBezTo>
                <a:cubicBezTo>
                  <a:pt x="33" y="235"/>
                  <a:pt x="33" y="235"/>
                  <a:pt x="33" y="235"/>
                </a:cubicBezTo>
                <a:cubicBezTo>
                  <a:pt x="33" y="236"/>
                  <a:pt x="31" y="237"/>
                  <a:pt x="32" y="238"/>
                </a:cubicBezTo>
                <a:cubicBezTo>
                  <a:pt x="31" y="239"/>
                  <a:pt x="31" y="238"/>
                  <a:pt x="31" y="239"/>
                </a:cubicBezTo>
                <a:cubicBezTo>
                  <a:pt x="29" y="240"/>
                  <a:pt x="29" y="240"/>
                  <a:pt x="28" y="241"/>
                </a:cubicBezTo>
                <a:cubicBezTo>
                  <a:pt x="26" y="241"/>
                  <a:pt x="24" y="241"/>
                  <a:pt x="22" y="240"/>
                </a:cubicBezTo>
                <a:cubicBezTo>
                  <a:pt x="20" y="240"/>
                  <a:pt x="19" y="237"/>
                  <a:pt x="18" y="236"/>
                </a:cubicBezTo>
                <a:cubicBezTo>
                  <a:pt x="16" y="235"/>
                  <a:pt x="11" y="243"/>
                  <a:pt x="8" y="242"/>
                </a:cubicBezTo>
                <a:cubicBezTo>
                  <a:pt x="8" y="243"/>
                  <a:pt x="8" y="243"/>
                  <a:pt x="8" y="243"/>
                </a:cubicBezTo>
                <a:cubicBezTo>
                  <a:pt x="5" y="244"/>
                  <a:pt x="8" y="248"/>
                  <a:pt x="5" y="249"/>
                </a:cubicBezTo>
                <a:cubicBezTo>
                  <a:pt x="2" y="249"/>
                  <a:pt x="3" y="255"/>
                  <a:pt x="4" y="256"/>
                </a:cubicBezTo>
                <a:cubicBezTo>
                  <a:pt x="5" y="258"/>
                  <a:pt x="10" y="260"/>
                  <a:pt x="6" y="262"/>
                </a:cubicBezTo>
                <a:cubicBezTo>
                  <a:pt x="4" y="263"/>
                  <a:pt x="0" y="262"/>
                  <a:pt x="1" y="266"/>
                </a:cubicBezTo>
                <a:cubicBezTo>
                  <a:pt x="2" y="266"/>
                  <a:pt x="3" y="267"/>
                  <a:pt x="3" y="267"/>
                </a:cubicBezTo>
                <a:cubicBezTo>
                  <a:pt x="2" y="268"/>
                  <a:pt x="1" y="268"/>
                  <a:pt x="1" y="268"/>
                </a:cubicBezTo>
                <a:cubicBezTo>
                  <a:pt x="0" y="269"/>
                  <a:pt x="0" y="269"/>
                  <a:pt x="0" y="269"/>
                </a:cubicBezTo>
                <a:cubicBezTo>
                  <a:pt x="1" y="269"/>
                  <a:pt x="2" y="268"/>
                  <a:pt x="3" y="269"/>
                </a:cubicBezTo>
                <a:cubicBezTo>
                  <a:pt x="4" y="270"/>
                  <a:pt x="4" y="271"/>
                  <a:pt x="5" y="272"/>
                </a:cubicBezTo>
                <a:cubicBezTo>
                  <a:pt x="6" y="273"/>
                  <a:pt x="10" y="274"/>
                  <a:pt x="11" y="273"/>
                </a:cubicBezTo>
                <a:cubicBezTo>
                  <a:pt x="14" y="269"/>
                  <a:pt x="21" y="280"/>
                  <a:pt x="22" y="282"/>
                </a:cubicBezTo>
                <a:cubicBezTo>
                  <a:pt x="23" y="285"/>
                  <a:pt x="24" y="287"/>
                  <a:pt x="25" y="290"/>
                </a:cubicBezTo>
                <a:cubicBezTo>
                  <a:pt x="26" y="292"/>
                  <a:pt x="23" y="293"/>
                  <a:pt x="24" y="296"/>
                </a:cubicBezTo>
                <a:cubicBezTo>
                  <a:pt x="26" y="297"/>
                  <a:pt x="28" y="294"/>
                  <a:pt x="31" y="294"/>
                </a:cubicBezTo>
                <a:cubicBezTo>
                  <a:pt x="31" y="295"/>
                  <a:pt x="31" y="296"/>
                  <a:pt x="31" y="297"/>
                </a:cubicBezTo>
                <a:cubicBezTo>
                  <a:pt x="33" y="298"/>
                  <a:pt x="33" y="296"/>
                  <a:pt x="35" y="296"/>
                </a:cubicBezTo>
                <a:cubicBezTo>
                  <a:pt x="35" y="297"/>
                  <a:pt x="35" y="297"/>
                  <a:pt x="35" y="297"/>
                </a:cubicBezTo>
                <a:cubicBezTo>
                  <a:pt x="36" y="298"/>
                  <a:pt x="33" y="300"/>
                  <a:pt x="35" y="302"/>
                </a:cubicBezTo>
                <a:cubicBezTo>
                  <a:pt x="37" y="304"/>
                  <a:pt x="37" y="307"/>
                  <a:pt x="37" y="310"/>
                </a:cubicBezTo>
                <a:cubicBezTo>
                  <a:pt x="36" y="318"/>
                  <a:pt x="40" y="312"/>
                  <a:pt x="45" y="312"/>
                </a:cubicBezTo>
                <a:cubicBezTo>
                  <a:pt x="47" y="312"/>
                  <a:pt x="49" y="314"/>
                  <a:pt x="51" y="313"/>
                </a:cubicBezTo>
                <a:cubicBezTo>
                  <a:pt x="51" y="313"/>
                  <a:pt x="51" y="313"/>
                  <a:pt x="51" y="313"/>
                </a:cubicBezTo>
                <a:cubicBezTo>
                  <a:pt x="51" y="313"/>
                  <a:pt x="51" y="313"/>
                  <a:pt x="51" y="313"/>
                </a:cubicBezTo>
                <a:cubicBezTo>
                  <a:pt x="51" y="313"/>
                  <a:pt x="51" y="312"/>
                  <a:pt x="51" y="311"/>
                </a:cubicBezTo>
                <a:cubicBezTo>
                  <a:pt x="52" y="308"/>
                  <a:pt x="54" y="306"/>
                  <a:pt x="56" y="303"/>
                </a:cubicBezTo>
                <a:cubicBezTo>
                  <a:pt x="58" y="300"/>
                  <a:pt x="58" y="296"/>
                  <a:pt x="59" y="293"/>
                </a:cubicBezTo>
                <a:cubicBezTo>
                  <a:pt x="61" y="292"/>
                  <a:pt x="62" y="291"/>
                  <a:pt x="64" y="289"/>
                </a:cubicBezTo>
                <a:cubicBezTo>
                  <a:pt x="65" y="289"/>
                  <a:pt x="65" y="288"/>
                  <a:pt x="66" y="288"/>
                </a:cubicBezTo>
                <a:cubicBezTo>
                  <a:pt x="67" y="288"/>
                  <a:pt x="69" y="289"/>
                  <a:pt x="70" y="288"/>
                </a:cubicBezTo>
                <a:cubicBezTo>
                  <a:pt x="73" y="286"/>
                  <a:pt x="74" y="281"/>
                  <a:pt x="76" y="278"/>
                </a:cubicBezTo>
                <a:cubicBezTo>
                  <a:pt x="78" y="278"/>
                  <a:pt x="79" y="278"/>
                  <a:pt x="81" y="278"/>
                </a:cubicBezTo>
                <a:cubicBezTo>
                  <a:pt x="81" y="274"/>
                  <a:pt x="81" y="273"/>
                  <a:pt x="78" y="271"/>
                </a:cubicBezTo>
                <a:cubicBezTo>
                  <a:pt x="79" y="271"/>
                  <a:pt x="82" y="271"/>
                  <a:pt x="84" y="271"/>
                </a:cubicBezTo>
                <a:cubicBezTo>
                  <a:pt x="84" y="268"/>
                  <a:pt x="87" y="269"/>
                  <a:pt x="89" y="267"/>
                </a:cubicBezTo>
                <a:cubicBezTo>
                  <a:pt x="91" y="266"/>
                  <a:pt x="91" y="262"/>
                  <a:pt x="91" y="260"/>
                </a:cubicBezTo>
                <a:cubicBezTo>
                  <a:pt x="92" y="260"/>
                  <a:pt x="93" y="260"/>
                  <a:pt x="94" y="260"/>
                </a:cubicBezTo>
                <a:cubicBezTo>
                  <a:pt x="95" y="254"/>
                  <a:pt x="92" y="248"/>
                  <a:pt x="92" y="243"/>
                </a:cubicBezTo>
                <a:cubicBezTo>
                  <a:pt x="92" y="240"/>
                  <a:pt x="93" y="237"/>
                  <a:pt x="92" y="235"/>
                </a:cubicBezTo>
                <a:cubicBezTo>
                  <a:pt x="91" y="233"/>
                  <a:pt x="89" y="233"/>
                  <a:pt x="88" y="231"/>
                </a:cubicBezTo>
                <a:cubicBezTo>
                  <a:pt x="88" y="231"/>
                  <a:pt x="86" y="230"/>
                  <a:pt x="85" y="231"/>
                </a:cubicBezTo>
                <a:cubicBezTo>
                  <a:pt x="85" y="226"/>
                  <a:pt x="90" y="222"/>
                  <a:pt x="88" y="218"/>
                </a:cubicBezTo>
                <a:cubicBezTo>
                  <a:pt x="87" y="215"/>
                  <a:pt x="83" y="217"/>
                  <a:pt x="83" y="213"/>
                </a:cubicBezTo>
                <a:cubicBezTo>
                  <a:pt x="82" y="213"/>
                  <a:pt x="80" y="214"/>
                  <a:pt x="79" y="213"/>
                </a:cubicBezTo>
                <a:cubicBezTo>
                  <a:pt x="77" y="209"/>
                  <a:pt x="80" y="206"/>
                  <a:pt x="80" y="202"/>
                </a:cubicBezTo>
                <a:cubicBezTo>
                  <a:pt x="82" y="202"/>
                  <a:pt x="86" y="201"/>
                  <a:pt x="86" y="204"/>
                </a:cubicBezTo>
                <a:cubicBezTo>
                  <a:pt x="91" y="205"/>
                  <a:pt x="97" y="204"/>
                  <a:pt x="101" y="207"/>
                </a:cubicBezTo>
                <a:cubicBezTo>
                  <a:pt x="101" y="209"/>
                  <a:pt x="99" y="215"/>
                  <a:pt x="103" y="214"/>
                </a:cubicBezTo>
                <a:cubicBezTo>
                  <a:pt x="103" y="210"/>
                  <a:pt x="111" y="211"/>
                  <a:pt x="113" y="212"/>
                </a:cubicBezTo>
                <a:cubicBezTo>
                  <a:pt x="114" y="214"/>
                  <a:pt x="113" y="216"/>
                  <a:pt x="113" y="217"/>
                </a:cubicBezTo>
                <a:cubicBezTo>
                  <a:pt x="116" y="218"/>
                  <a:pt x="117" y="216"/>
                  <a:pt x="118" y="215"/>
                </a:cubicBezTo>
                <a:cubicBezTo>
                  <a:pt x="119" y="212"/>
                  <a:pt x="120" y="209"/>
                  <a:pt x="118" y="207"/>
                </a:cubicBezTo>
                <a:cubicBezTo>
                  <a:pt x="118" y="207"/>
                  <a:pt x="112" y="207"/>
                  <a:pt x="111" y="207"/>
                </a:cubicBezTo>
                <a:cubicBezTo>
                  <a:pt x="109" y="207"/>
                  <a:pt x="105" y="207"/>
                  <a:pt x="104" y="204"/>
                </a:cubicBezTo>
                <a:cubicBezTo>
                  <a:pt x="104" y="202"/>
                  <a:pt x="105" y="199"/>
                  <a:pt x="105" y="197"/>
                </a:cubicBezTo>
                <a:cubicBezTo>
                  <a:pt x="106" y="193"/>
                  <a:pt x="108" y="188"/>
                  <a:pt x="105" y="184"/>
                </a:cubicBezTo>
                <a:cubicBezTo>
                  <a:pt x="105" y="183"/>
                  <a:pt x="103" y="184"/>
                  <a:pt x="103" y="182"/>
                </a:cubicBezTo>
                <a:cubicBezTo>
                  <a:pt x="103" y="180"/>
                  <a:pt x="103" y="178"/>
                  <a:pt x="103" y="177"/>
                </a:cubicBezTo>
                <a:cubicBezTo>
                  <a:pt x="103" y="172"/>
                  <a:pt x="103" y="167"/>
                  <a:pt x="103" y="161"/>
                </a:cubicBezTo>
                <a:cubicBezTo>
                  <a:pt x="104" y="161"/>
                  <a:pt x="105" y="162"/>
                  <a:pt x="106" y="162"/>
                </a:cubicBezTo>
                <a:cubicBezTo>
                  <a:pt x="106" y="164"/>
                  <a:pt x="107" y="166"/>
                  <a:pt x="109" y="166"/>
                </a:cubicBezTo>
                <a:cubicBezTo>
                  <a:pt x="111" y="165"/>
                  <a:pt x="112" y="163"/>
                  <a:pt x="112" y="161"/>
                </a:cubicBezTo>
                <a:cubicBezTo>
                  <a:pt x="114" y="158"/>
                  <a:pt x="116" y="154"/>
                  <a:pt x="116" y="149"/>
                </a:cubicBezTo>
                <a:cubicBezTo>
                  <a:pt x="121" y="149"/>
                  <a:pt x="126" y="150"/>
                  <a:pt x="132" y="150"/>
                </a:cubicBezTo>
                <a:cubicBezTo>
                  <a:pt x="133" y="150"/>
                  <a:pt x="136" y="149"/>
                  <a:pt x="138" y="151"/>
                </a:cubicBezTo>
                <a:cubicBezTo>
                  <a:pt x="139" y="152"/>
                  <a:pt x="141" y="152"/>
                  <a:pt x="143" y="152"/>
                </a:cubicBezTo>
                <a:cubicBezTo>
                  <a:pt x="143" y="150"/>
                  <a:pt x="144" y="149"/>
                  <a:pt x="145" y="147"/>
                </a:cubicBezTo>
                <a:cubicBezTo>
                  <a:pt x="145" y="146"/>
                  <a:pt x="145" y="144"/>
                  <a:pt x="145" y="142"/>
                </a:cubicBezTo>
                <a:cubicBezTo>
                  <a:pt x="147" y="140"/>
                  <a:pt x="152" y="141"/>
                  <a:pt x="154" y="141"/>
                </a:cubicBezTo>
                <a:cubicBezTo>
                  <a:pt x="155" y="139"/>
                  <a:pt x="152" y="138"/>
                  <a:pt x="152" y="136"/>
                </a:cubicBezTo>
                <a:cubicBezTo>
                  <a:pt x="152" y="134"/>
                  <a:pt x="152" y="130"/>
                  <a:pt x="153" y="128"/>
                </a:cubicBezTo>
                <a:cubicBezTo>
                  <a:pt x="154" y="127"/>
                  <a:pt x="157" y="127"/>
                  <a:pt x="157" y="125"/>
                </a:cubicBezTo>
                <a:cubicBezTo>
                  <a:pt x="157" y="124"/>
                  <a:pt x="156" y="122"/>
                  <a:pt x="158" y="122"/>
                </a:cubicBezTo>
                <a:cubicBezTo>
                  <a:pt x="159" y="118"/>
                  <a:pt x="161" y="117"/>
                  <a:pt x="164" y="115"/>
                </a:cubicBezTo>
                <a:cubicBezTo>
                  <a:pt x="163" y="112"/>
                  <a:pt x="159" y="111"/>
                  <a:pt x="161" y="107"/>
                </a:cubicBezTo>
                <a:cubicBezTo>
                  <a:pt x="162" y="105"/>
                  <a:pt x="164" y="107"/>
                  <a:pt x="164" y="104"/>
                </a:cubicBezTo>
                <a:cubicBezTo>
                  <a:pt x="164" y="102"/>
                  <a:pt x="167" y="100"/>
                  <a:pt x="168" y="99"/>
                </a:cubicBezTo>
                <a:cubicBezTo>
                  <a:pt x="171" y="97"/>
                  <a:pt x="176" y="94"/>
                  <a:pt x="179" y="93"/>
                </a:cubicBezTo>
                <a:cubicBezTo>
                  <a:pt x="185" y="92"/>
                  <a:pt x="184" y="90"/>
                  <a:pt x="184" y="85"/>
                </a:cubicBezTo>
                <a:cubicBezTo>
                  <a:pt x="183" y="84"/>
                  <a:pt x="183" y="84"/>
                  <a:pt x="183" y="84"/>
                </a:cubicBezTo>
                <a:cubicBezTo>
                  <a:pt x="184" y="84"/>
                  <a:pt x="185" y="84"/>
                  <a:pt x="186" y="8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1" name="Freeform 442">
            <a:extLst>
              <a:ext uri="{FF2B5EF4-FFF2-40B4-BE49-F238E27FC236}">
                <a16:creationId xmlns:a16="http://schemas.microsoft.com/office/drawing/2014/main" id="{F9720388-7065-432C-94AD-B4A58E7976AD}"/>
              </a:ext>
            </a:extLst>
          </p:cNvPr>
          <p:cNvSpPr>
            <a:spLocks/>
          </p:cNvSpPr>
          <p:nvPr/>
        </p:nvSpPr>
        <p:spPr bwMode="auto">
          <a:xfrm>
            <a:off x="4058721" y="3480933"/>
            <a:ext cx="649653" cy="425693"/>
          </a:xfrm>
          <a:custGeom>
            <a:avLst/>
            <a:gdLst>
              <a:gd name="T0" fmla="*/ 13 w 286"/>
              <a:gd name="T1" fmla="*/ 76 h 194"/>
              <a:gd name="T2" fmla="*/ 12 w 286"/>
              <a:gd name="T3" fmla="*/ 92 h 194"/>
              <a:gd name="T4" fmla="*/ 2 w 286"/>
              <a:gd name="T5" fmla="*/ 104 h 194"/>
              <a:gd name="T6" fmla="*/ 3 w 286"/>
              <a:gd name="T7" fmla="*/ 129 h 194"/>
              <a:gd name="T8" fmla="*/ 15 w 286"/>
              <a:gd name="T9" fmla="*/ 124 h 194"/>
              <a:gd name="T10" fmla="*/ 32 w 286"/>
              <a:gd name="T11" fmla="*/ 113 h 194"/>
              <a:gd name="T12" fmla="*/ 53 w 286"/>
              <a:gd name="T13" fmla="*/ 114 h 194"/>
              <a:gd name="T14" fmla="*/ 70 w 286"/>
              <a:gd name="T15" fmla="*/ 120 h 194"/>
              <a:gd name="T16" fmla="*/ 80 w 286"/>
              <a:gd name="T17" fmla="*/ 123 h 194"/>
              <a:gd name="T18" fmla="*/ 90 w 286"/>
              <a:gd name="T19" fmla="*/ 113 h 194"/>
              <a:gd name="T20" fmla="*/ 101 w 286"/>
              <a:gd name="T21" fmla="*/ 110 h 194"/>
              <a:gd name="T22" fmla="*/ 124 w 286"/>
              <a:gd name="T23" fmla="*/ 106 h 194"/>
              <a:gd name="T24" fmla="*/ 121 w 286"/>
              <a:gd name="T25" fmla="*/ 122 h 194"/>
              <a:gd name="T26" fmla="*/ 143 w 286"/>
              <a:gd name="T27" fmla="*/ 125 h 194"/>
              <a:gd name="T28" fmla="*/ 145 w 286"/>
              <a:gd name="T29" fmla="*/ 144 h 194"/>
              <a:gd name="T30" fmla="*/ 118 w 286"/>
              <a:gd name="T31" fmla="*/ 158 h 194"/>
              <a:gd name="T32" fmla="*/ 122 w 286"/>
              <a:gd name="T33" fmla="*/ 181 h 194"/>
              <a:gd name="T34" fmla="*/ 132 w 286"/>
              <a:gd name="T35" fmla="*/ 194 h 194"/>
              <a:gd name="T36" fmla="*/ 141 w 286"/>
              <a:gd name="T37" fmla="*/ 185 h 194"/>
              <a:gd name="T38" fmla="*/ 154 w 286"/>
              <a:gd name="T39" fmla="*/ 180 h 194"/>
              <a:gd name="T40" fmla="*/ 162 w 286"/>
              <a:gd name="T41" fmla="*/ 159 h 194"/>
              <a:gd name="T42" fmla="*/ 170 w 286"/>
              <a:gd name="T43" fmla="*/ 148 h 194"/>
              <a:gd name="T44" fmla="*/ 178 w 286"/>
              <a:gd name="T45" fmla="*/ 137 h 194"/>
              <a:gd name="T46" fmla="*/ 171 w 286"/>
              <a:gd name="T47" fmla="*/ 123 h 194"/>
              <a:gd name="T48" fmla="*/ 186 w 286"/>
              <a:gd name="T49" fmla="*/ 109 h 194"/>
              <a:gd name="T50" fmla="*/ 194 w 286"/>
              <a:gd name="T51" fmla="*/ 109 h 194"/>
              <a:gd name="T52" fmla="*/ 203 w 286"/>
              <a:gd name="T53" fmla="*/ 86 h 194"/>
              <a:gd name="T54" fmla="*/ 212 w 286"/>
              <a:gd name="T55" fmla="*/ 79 h 194"/>
              <a:gd name="T56" fmla="*/ 219 w 286"/>
              <a:gd name="T57" fmla="*/ 72 h 194"/>
              <a:gd name="T58" fmla="*/ 238 w 286"/>
              <a:gd name="T59" fmla="*/ 55 h 194"/>
              <a:gd name="T60" fmla="*/ 249 w 286"/>
              <a:gd name="T61" fmla="*/ 49 h 194"/>
              <a:gd name="T62" fmla="*/ 256 w 286"/>
              <a:gd name="T63" fmla="*/ 46 h 194"/>
              <a:gd name="T64" fmla="*/ 265 w 286"/>
              <a:gd name="T65" fmla="*/ 36 h 194"/>
              <a:gd name="T66" fmla="*/ 285 w 286"/>
              <a:gd name="T67" fmla="*/ 30 h 194"/>
              <a:gd name="T68" fmla="*/ 278 w 286"/>
              <a:gd name="T69" fmla="*/ 24 h 194"/>
              <a:gd name="T70" fmla="*/ 277 w 286"/>
              <a:gd name="T71" fmla="*/ 7 h 194"/>
              <a:gd name="T72" fmla="*/ 269 w 286"/>
              <a:gd name="T73" fmla="*/ 2 h 194"/>
              <a:gd name="T74" fmla="*/ 256 w 286"/>
              <a:gd name="T75" fmla="*/ 7 h 194"/>
              <a:gd name="T76" fmla="*/ 248 w 286"/>
              <a:gd name="T77" fmla="*/ 10 h 194"/>
              <a:gd name="T78" fmla="*/ 239 w 286"/>
              <a:gd name="T79" fmla="*/ 13 h 194"/>
              <a:gd name="T80" fmla="*/ 233 w 286"/>
              <a:gd name="T81" fmla="*/ 17 h 194"/>
              <a:gd name="T82" fmla="*/ 229 w 286"/>
              <a:gd name="T83" fmla="*/ 19 h 194"/>
              <a:gd name="T84" fmla="*/ 215 w 286"/>
              <a:gd name="T85" fmla="*/ 25 h 194"/>
              <a:gd name="T86" fmla="*/ 203 w 286"/>
              <a:gd name="T87" fmla="*/ 25 h 194"/>
              <a:gd name="T88" fmla="*/ 203 w 286"/>
              <a:gd name="T89" fmla="*/ 34 h 194"/>
              <a:gd name="T90" fmla="*/ 195 w 286"/>
              <a:gd name="T91" fmla="*/ 40 h 194"/>
              <a:gd name="T92" fmla="*/ 187 w 286"/>
              <a:gd name="T93" fmla="*/ 52 h 194"/>
              <a:gd name="T94" fmla="*/ 177 w 286"/>
              <a:gd name="T95" fmla="*/ 57 h 194"/>
              <a:gd name="T96" fmla="*/ 159 w 286"/>
              <a:gd name="T97" fmla="*/ 61 h 194"/>
              <a:gd name="T98" fmla="*/ 138 w 286"/>
              <a:gd name="T99" fmla="*/ 59 h 194"/>
              <a:gd name="T100" fmla="*/ 125 w 286"/>
              <a:gd name="T101" fmla="*/ 63 h 194"/>
              <a:gd name="T102" fmla="*/ 110 w 286"/>
              <a:gd name="T103" fmla="*/ 65 h 194"/>
              <a:gd name="T104" fmla="*/ 66 w 286"/>
              <a:gd name="T105" fmla="*/ 56 h 194"/>
              <a:gd name="T106" fmla="*/ 14 w 286"/>
              <a:gd name="T107" fmla="*/ 7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6" h="194">
                <a:moveTo>
                  <a:pt x="14" y="74"/>
                </a:moveTo>
                <a:cubicBezTo>
                  <a:pt x="8" y="78"/>
                  <a:pt x="8" y="78"/>
                  <a:pt x="8" y="78"/>
                </a:cubicBezTo>
                <a:cubicBezTo>
                  <a:pt x="8" y="77"/>
                  <a:pt x="9" y="77"/>
                  <a:pt x="10" y="77"/>
                </a:cubicBezTo>
                <a:cubicBezTo>
                  <a:pt x="11" y="77"/>
                  <a:pt x="12" y="77"/>
                  <a:pt x="13" y="76"/>
                </a:cubicBezTo>
                <a:cubicBezTo>
                  <a:pt x="13" y="77"/>
                  <a:pt x="13" y="78"/>
                  <a:pt x="12" y="79"/>
                </a:cubicBezTo>
                <a:cubicBezTo>
                  <a:pt x="11" y="81"/>
                  <a:pt x="10" y="85"/>
                  <a:pt x="11" y="87"/>
                </a:cubicBezTo>
                <a:cubicBezTo>
                  <a:pt x="12" y="88"/>
                  <a:pt x="12" y="89"/>
                  <a:pt x="14" y="89"/>
                </a:cubicBezTo>
                <a:cubicBezTo>
                  <a:pt x="13" y="90"/>
                  <a:pt x="13" y="91"/>
                  <a:pt x="12" y="92"/>
                </a:cubicBezTo>
                <a:cubicBezTo>
                  <a:pt x="11" y="93"/>
                  <a:pt x="10" y="94"/>
                  <a:pt x="9" y="96"/>
                </a:cubicBezTo>
                <a:cubicBezTo>
                  <a:pt x="8" y="96"/>
                  <a:pt x="7" y="97"/>
                  <a:pt x="6" y="98"/>
                </a:cubicBezTo>
                <a:cubicBezTo>
                  <a:pt x="4" y="99"/>
                  <a:pt x="3" y="101"/>
                  <a:pt x="3" y="103"/>
                </a:cubicBezTo>
                <a:cubicBezTo>
                  <a:pt x="2" y="104"/>
                  <a:pt x="2" y="104"/>
                  <a:pt x="2" y="104"/>
                </a:cubicBezTo>
                <a:cubicBezTo>
                  <a:pt x="1" y="105"/>
                  <a:pt x="0" y="105"/>
                  <a:pt x="0" y="105"/>
                </a:cubicBezTo>
                <a:cubicBezTo>
                  <a:pt x="2" y="108"/>
                  <a:pt x="2" y="108"/>
                  <a:pt x="2" y="108"/>
                </a:cubicBezTo>
                <a:cubicBezTo>
                  <a:pt x="2" y="114"/>
                  <a:pt x="2" y="120"/>
                  <a:pt x="2" y="125"/>
                </a:cubicBezTo>
                <a:cubicBezTo>
                  <a:pt x="2" y="127"/>
                  <a:pt x="2" y="128"/>
                  <a:pt x="3" y="129"/>
                </a:cubicBezTo>
                <a:cubicBezTo>
                  <a:pt x="4" y="131"/>
                  <a:pt x="6" y="131"/>
                  <a:pt x="8" y="131"/>
                </a:cubicBezTo>
                <a:cubicBezTo>
                  <a:pt x="10" y="131"/>
                  <a:pt x="16" y="132"/>
                  <a:pt x="17" y="131"/>
                </a:cubicBezTo>
                <a:cubicBezTo>
                  <a:pt x="19" y="130"/>
                  <a:pt x="17" y="125"/>
                  <a:pt x="16" y="124"/>
                </a:cubicBezTo>
                <a:cubicBezTo>
                  <a:pt x="16" y="124"/>
                  <a:pt x="15" y="124"/>
                  <a:pt x="15" y="124"/>
                </a:cubicBezTo>
                <a:cubicBezTo>
                  <a:pt x="15" y="123"/>
                  <a:pt x="15" y="122"/>
                  <a:pt x="15" y="120"/>
                </a:cubicBezTo>
                <a:cubicBezTo>
                  <a:pt x="17" y="120"/>
                  <a:pt x="18" y="118"/>
                  <a:pt x="19" y="117"/>
                </a:cubicBezTo>
                <a:cubicBezTo>
                  <a:pt x="20" y="116"/>
                  <a:pt x="20" y="116"/>
                  <a:pt x="22" y="116"/>
                </a:cubicBezTo>
                <a:cubicBezTo>
                  <a:pt x="24" y="115"/>
                  <a:pt x="32" y="117"/>
                  <a:pt x="32" y="113"/>
                </a:cubicBezTo>
                <a:cubicBezTo>
                  <a:pt x="34" y="113"/>
                  <a:pt x="36" y="113"/>
                  <a:pt x="38" y="112"/>
                </a:cubicBezTo>
                <a:cubicBezTo>
                  <a:pt x="40" y="112"/>
                  <a:pt x="41" y="112"/>
                  <a:pt x="43" y="112"/>
                </a:cubicBezTo>
                <a:cubicBezTo>
                  <a:pt x="44" y="113"/>
                  <a:pt x="45" y="114"/>
                  <a:pt x="46" y="114"/>
                </a:cubicBezTo>
                <a:cubicBezTo>
                  <a:pt x="48" y="114"/>
                  <a:pt x="51" y="114"/>
                  <a:pt x="53" y="114"/>
                </a:cubicBezTo>
                <a:cubicBezTo>
                  <a:pt x="55" y="114"/>
                  <a:pt x="56" y="113"/>
                  <a:pt x="58" y="113"/>
                </a:cubicBezTo>
                <a:cubicBezTo>
                  <a:pt x="60" y="113"/>
                  <a:pt x="61" y="114"/>
                  <a:pt x="63" y="115"/>
                </a:cubicBezTo>
                <a:cubicBezTo>
                  <a:pt x="65" y="116"/>
                  <a:pt x="66" y="114"/>
                  <a:pt x="68" y="116"/>
                </a:cubicBezTo>
                <a:cubicBezTo>
                  <a:pt x="69" y="117"/>
                  <a:pt x="69" y="119"/>
                  <a:pt x="70" y="120"/>
                </a:cubicBezTo>
                <a:cubicBezTo>
                  <a:pt x="72" y="120"/>
                  <a:pt x="72" y="118"/>
                  <a:pt x="73" y="117"/>
                </a:cubicBezTo>
                <a:cubicBezTo>
                  <a:pt x="74" y="117"/>
                  <a:pt x="75" y="117"/>
                  <a:pt x="76" y="117"/>
                </a:cubicBezTo>
                <a:cubicBezTo>
                  <a:pt x="76" y="118"/>
                  <a:pt x="75" y="120"/>
                  <a:pt x="76" y="122"/>
                </a:cubicBezTo>
                <a:cubicBezTo>
                  <a:pt x="77" y="124"/>
                  <a:pt x="78" y="123"/>
                  <a:pt x="80" y="123"/>
                </a:cubicBezTo>
                <a:cubicBezTo>
                  <a:pt x="80" y="122"/>
                  <a:pt x="80" y="121"/>
                  <a:pt x="81" y="120"/>
                </a:cubicBezTo>
                <a:cubicBezTo>
                  <a:pt x="82" y="120"/>
                  <a:pt x="83" y="120"/>
                  <a:pt x="83" y="120"/>
                </a:cubicBezTo>
                <a:cubicBezTo>
                  <a:pt x="84" y="116"/>
                  <a:pt x="87" y="117"/>
                  <a:pt x="89" y="117"/>
                </a:cubicBezTo>
                <a:cubicBezTo>
                  <a:pt x="93" y="116"/>
                  <a:pt x="89" y="115"/>
                  <a:pt x="90" y="113"/>
                </a:cubicBezTo>
                <a:cubicBezTo>
                  <a:pt x="90" y="111"/>
                  <a:pt x="93" y="111"/>
                  <a:pt x="93" y="109"/>
                </a:cubicBezTo>
                <a:cubicBezTo>
                  <a:pt x="94" y="109"/>
                  <a:pt x="96" y="109"/>
                  <a:pt x="97" y="110"/>
                </a:cubicBezTo>
                <a:cubicBezTo>
                  <a:pt x="98" y="111"/>
                  <a:pt x="98" y="114"/>
                  <a:pt x="100" y="114"/>
                </a:cubicBezTo>
                <a:cubicBezTo>
                  <a:pt x="100" y="112"/>
                  <a:pt x="101" y="112"/>
                  <a:pt x="101" y="110"/>
                </a:cubicBezTo>
                <a:cubicBezTo>
                  <a:pt x="102" y="108"/>
                  <a:pt x="101" y="107"/>
                  <a:pt x="103" y="106"/>
                </a:cubicBezTo>
                <a:cubicBezTo>
                  <a:pt x="106" y="104"/>
                  <a:pt x="110" y="110"/>
                  <a:pt x="113" y="106"/>
                </a:cubicBezTo>
                <a:cubicBezTo>
                  <a:pt x="114" y="106"/>
                  <a:pt x="116" y="106"/>
                  <a:pt x="118" y="106"/>
                </a:cubicBezTo>
                <a:cubicBezTo>
                  <a:pt x="120" y="106"/>
                  <a:pt x="122" y="106"/>
                  <a:pt x="124" y="106"/>
                </a:cubicBezTo>
                <a:cubicBezTo>
                  <a:pt x="124" y="108"/>
                  <a:pt x="122" y="107"/>
                  <a:pt x="121" y="108"/>
                </a:cubicBezTo>
                <a:cubicBezTo>
                  <a:pt x="120" y="108"/>
                  <a:pt x="119" y="110"/>
                  <a:pt x="119" y="111"/>
                </a:cubicBezTo>
                <a:cubicBezTo>
                  <a:pt x="122" y="112"/>
                  <a:pt x="122" y="114"/>
                  <a:pt x="121" y="116"/>
                </a:cubicBezTo>
                <a:cubicBezTo>
                  <a:pt x="121" y="118"/>
                  <a:pt x="120" y="120"/>
                  <a:pt x="121" y="122"/>
                </a:cubicBezTo>
                <a:cubicBezTo>
                  <a:pt x="123" y="123"/>
                  <a:pt x="124" y="121"/>
                  <a:pt x="126" y="120"/>
                </a:cubicBezTo>
                <a:cubicBezTo>
                  <a:pt x="128" y="120"/>
                  <a:pt x="131" y="119"/>
                  <a:pt x="133" y="120"/>
                </a:cubicBezTo>
                <a:cubicBezTo>
                  <a:pt x="135" y="120"/>
                  <a:pt x="135" y="123"/>
                  <a:pt x="137" y="124"/>
                </a:cubicBezTo>
                <a:cubicBezTo>
                  <a:pt x="138" y="125"/>
                  <a:pt x="141" y="125"/>
                  <a:pt x="143" y="125"/>
                </a:cubicBezTo>
                <a:cubicBezTo>
                  <a:pt x="141" y="125"/>
                  <a:pt x="141" y="130"/>
                  <a:pt x="141" y="132"/>
                </a:cubicBezTo>
                <a:cubicBezTo>
                  <a:pt x="142" y="135"/>
                  <a:pt x="146" y="135"/>
                  <a:pt x="148" y="137"/>
                </a:cubicBezTo>
                <a:cubicBezTo>
                  <a:pt x="149" y="139"/>
                  <a:pt x="149" y="141"/>
                  <a:pt x="148" y="143"/>
                </a:cubicBezTo>
                <a:cubicBezTo>
                  <a:pt x="148" y="143"/>
                  <a:pt x="146" y="143"/>
                  <a:pt x="145" y="144"/>
                </a:cubicBezTo>
                <a:cubicBezTo>
                  <a:pt x="143" y="145"/>
                  <a:pt x="142" y="148"/>
                  <a:pt x="139" y="149"/>
                </a:cubicBezTo>
                <a:cubicBezTo>
                  <a:pt x="137" y="150"/>
                  <a:pt x="135" y="150"/>
                  <a:pt x="133" y="151"/>
                </a:cubicBezTo>
                <a:cubicBezTo>
                  <a:pt x="131" y="153"/>
                  <a:pt x="131" y="155"/>
                  <a:pt x="129" y="156"/>
                </a:cubicBezTo>
                <a:cubicBezTo>
                  <a:pt x="125" y="157"/>
                  <a:pt x="121" y="155"/>
                  <a:pt x="118" y="158"/>
                </a:cubicBezTo>
                <a:cubicBezTo>
                  <a:pt x="116" y="160"/>
                  <a:pt x="115" y="165"/>
                  <a:pt x="115" y="168"/>
                </a:cubicBezTo>
                <a:cubicBezTo>
                  <a:pt x="114" y="170"/>
                  <a:pt x="115" y="172"/>
                  <a:pt x="117" y="174"/>
                </a:cubicBezTo>
                <a:cubicBezTo>
                  <a:pt x="117" y="174"/>
                  <a:pt x="123" y="178"/>
                  <a:pt x="123" y="177"/>
                </a:cubicBezTo>
                <a:cubicBezTo>
                  <a:pt x="123" y="178"/>
                  <a:pt x="123" y="180"/>
                  <a:pt x="122" y="181"/>
                </a:cubicBezTo>
                <a:cubicBezTo>
                  <a:pt x="122" y="181"/>
                  <a:pt x="121" y="181"/>
                  <a:pt x="121" y="181"/>
                </a:cubicBezTo>
                <a:cubicBezTo>
                  <a:pt x="122" y="183"/>
                  <a:pt x="123" y="187"/>
                  <a:pt x="122" y="189"/>
                </a:cubicBezTo>
                <a:cubicBezTo>
                  <a:pt x="122" y="189"/>
                  <a:pt x="131" y="188"/>
                  <a:pt x="132" y="188"/>
                </a:cubicBezTo>
                <a:cubicBezTo>
                  <a:pt x="132" y="190"/>
                  <a:pt x="132" y="192"/>
                  <a:pt x="132" y="194"/>
                </a:cubicBezTo>
                <a:cubicBezTo>
                  <a:pt x="134" y="194"/>
                  <a:pt x="136" y="193"/>
                  <a:pt x="137" y="192"/>
                </a:cubicBezTo>
                <a:cubicBezTo>
                  <a:pt x="138" y="191"/>
                  <a:pt x="138" y="190"/>
                  <a:pt x="138" y="188"/>
                </a:cubicBezTo>
                <a:cubicBezTo>
                  <a:pt x="139" y="188"/>
                  <a:pt x="140" y="188"/>
                  <a:pt x="141" y="188"/>
                </a:cubicBezTo>
                <a:cubicBezTo>
                  <a:pt x="141" y="187"/>
                  <a:pt x="141" y="185"/>
                  <a:pt x="141" y="185"/>
                </a:cubicBezTo>
                <a:cubicBezTo>
                  <a:pt x="142" y="183"/>
                  <a:pt x="143" y="184"/>
                  <a:pt x="144" y="183"/>
                </a:cubicBezTo>
                <a:cubicBezTo>
                  <a:pt x="145" y="181"/>
                  <a:pt x="145" y="178"/>
                  <a:pt x="145" y="176"/>
                </a:cubicBezTo>
                <a:cubicBezTo>
                  <a:pt x="146" y="178"/>
                  <a:pt x="149" y="179"/>
                  <a:pt x="150" y="182"/>
                </a:cubicBezTo>
                <a:cubicBezTo>
                  <a:pt x="152" y="182"/>
                  <a:pt x="153" y="180"/>
                  <a:pt x="154" y="180"/>
                </a:cubicBezTo>
                <a:cubicBezTo>
                  <a:pt x="156" y="179"/>
                  <a:pt x="158" y="180"/>
                  <a:pt x="159" y="180"/>
                </a:cubicBezTo>
                <a:cubicBezTo>
                  <a:pt x="159" y="178"/>
                  <a:pt x="160" y="177"/>
                  <a:pt x="160" y="175"/>
                </a:cubicBezTo>
                <a:cubicBezTo>
                  <a:pt x="161" y="173"/>
                  <a:pt x="162" y="172"/>
                  <a:pt x="162" y="170"/>
                </a:cubicBezTo>
                <a:cubicBezTo>
                  <a:pt x="162" y="166"/>
                  <a:pt x="162" y="163"/>
                  <a:pt x="162" y="159"/>
                </a:cubicBezTo>
                <a:cubicBezTo>
                  <a:pt x="164" y="159"/>
                  <a:pt x="166" y="160"/>
                  <a:pt x="167" y="160"/>
                </a:cubicBezTo>
                <a:cubicBezTo>
                  <a:pt x="168" y="158"/>
                  <a:pt x="168" y="156"/>
                  <a:pt x="168" y="154"/>
                </a:cubicBezTo>
                <a:cubicBezTo>
                  <a:pt x="169" y="152"/>
                  <a:pt x="169" y="151"/>
                  <a:pt x="168" y="149"/>
                </a:cubicBezTo>
                <a:cubicBezTo>
                  <a:pt x="169" y="148"/>
                  <a:pt x="170" y="148"/>
                  <a:pt x="170" y="148"/>
                </a:cubicBezTo>
                <a:cubicBezTo>
                  <a:pt x="171" y="147"/>
                  <a:pt x="172" y="146"/>
                  <a:pt x="172" y="145"/>
                </a:cubicBezTo>
                <a:cubicBezTo>
                  <a:pt x="172" y="144"/>
                  <a:pt x="172" y="142"/>
                  <a:pt x="172" y="141"/>
                </a:cubicBezTo>
                <a:cubicBezTo>
                  <a:pt x="173" y="140"/>
                  <a:pt x="174" y="139"/>
                  <a:pt x="175" y="138"/>
                </a:cubicBezTo>
                <a:cubicBezTo>
                  <a:pt x="176" y="137"/>
                  <a:pt x="176" y="137"/>
                  <a:pt x="178" y="137"/>
                </a:cubicBezTo>
                <a:cubicBezTo>
                  <a:pt x="177" y="135"/>
                  <a:pt x="177" y="133"/>
                  <a:pt x="177" y="131"/>
                </a:cubicBezTo>
                <a:cubicBezTo>
                  <a:pt x="177" y="127"/>
                  <a:pt x="176" y="129"/>
                  <a:pt x="173" y="127"/>
                </a:cubicBezTo>
                <a:cubicBezTo>
                  <a:pt x="172" y="125"/>
                  <a:pt x="172" y="125"/>
                  <a:pt x="172" y="125"/>
                </a:cubicBezTo>
                <a:cubicBezTo>
                  <a:pt x="171" y="124"/>
                  <a:pt x="171" y="125"/>
                  <a:pt x="171" y="123"/>
                </a:cubicBezTo>
                <a:cubicBezTo>
                  <a:pt x="172" y="122"/>
                  <a:pt x="175" y="121"/>
                  <a:pt x="177" y="121"/>
                </a:cubicBezTo>
                <a:cubicBezTo>
                  <a:pt x="177" y="119"/>
                  <a:pt x="178" y="119"/>
                  <a:pt x="179" y="118"/>
                </a:cubicBezTo>
                <a:cubicBezTo>
                  <a:pt x="179" y="116"/>
                  <a:pt x="178" y="115"/>
                  <a:pt x="179" y="114"/>
                </a:cubicBezTo>
                <a:cubicBezTo>
                  <a:pt x="181" y="112"/>
                  <a:pt x="185" y="112"/>
                  <a:pt x="186" y="109"/>
                </a:cubicBezTo>
                <a:cubicBezTo>
                  <a:pt x="185" y="108"/>
                  <a:pt x="185" y="107"/>
                  <a:pt x="185" y="106"/>
                </a:cubicBezTo>
                <a:cubicBezTo>
                  <a:pt x="187" y="105"/>
                  <a:pt x="189" y="105"/>
                  <a:pt x="190" y="104"/>
                </a:cubicBezTo>
                <a:cubicBezTo>
                  <a:pt x="189" y="105"/>
                  <a:pt x="190" y="107"/>
                  <a:pt x="190" y="108"/>
                </a:cubicBezTo>
                <a:cubicBezTo>
                  <a:pt x="191" y="110"/>
                  <a:pt x="192" y="110"/>
                  <a:pt x="194" y="109"/>
                </a:cubicBezTo>
                <a:cubicBezTo>
                  <a:pt x="198" y="109"/>
                  <a:pt x="199" y="106"/>
                  <a:pt x="198" y="102"/>
                </a:cubicBezTo>
                <a:cubicBezTo>
                  <a:pt x="198" y="100"/>
                  <a:pt x="198" y="100"/>
                  <a:pt x="200" y="98"/>
                </a:cubicBezTo>
                <a:cubicBezTo>
                  <a:pt x="202" y="96"/>
                  <a:pt x="200" y="96"/>
                  <a:pt x="199" y="94"/>
                </a:cubicBezTo>
                <a:cubicBezTo>
                  <a:pt x="199" y="94"/>
                  <a:pt x="203" y="87"/>
                  <a:pt x="203" y="86"/>
                </a:cubicBezTo>
                <a:cubicBezTo>
                  <a:pt x="205" y="85"/>
                  <a:pt x="206" y="85"/>
                  <a:pt x="207" y="84"/>
                </a:cubicBezTo>
                <a:cubicBezTo>
                  <a:pt x="209" y="81"/>
                  <a:pt x="208" y="78"/>
                  <a:pt x="210" y="76"/>
                </a:cubicBezTo>
                <a:cubicBezTo>
                  <a:pt x="210" y="75"/>
                  <a:pt x="212" y="75"/>
                  <a:pt x="212" y="75"/>
                </a:cubicBezTo>
                <a:cubicBezTo>
                  <a:pt x="213" y="76"/>
                  <a:pt x="212" y="78"/>
                  <a:pt x="212" y="79"/>
                </a:cubicBezTo>
                <a:cubicBezTo>
                  <a:pt x="213" y="79"/>
                  <a:pt x="213" y="80"/>
                  <a:pt x="214" y="79"/>
                </a:cubicBezTo>
                <a:cubicBezTo>
                  <a:pt x="215" y="79"/>
                  <a:pt x="215" y="79"/>
                  <a:pt x="215" y="78"/>
                </a:cubicBezTo>
                <a:cubicBezTo>
                  <a:pt x="216" y="77"/>
                  <a:pt x="218" y="77"/>
                  <a:pt x="218" y="75"/>
                </a:cubicBezTo>
                <a:cubicBezTo>
                  <a:pt x="218" y="74"/>
                  <a:pt x="218" y="73"/>
                  <a:pt x="219" y="72"/>
                </a:cubicBezTo>
                <a:cubicBezTo>
                  <a:pt x="221" y="67"/>
                  <a:pt x="227" y="66"/>
                  <a:pt x="231" y="63"/>
                </a:cubicBezTo>
                <a:cubicBezTo>
                  <a:pt x="232" y="63"/>
                  <a:pt x="234" y="62"/>
                  <a:pt x="235" y="61"/>
                </a:cubicBezTo>
                <a:cubicBezTo>
                  <a:pt x="235" y="60"/>
                  <a:pt x="236" y="58"/>
                  <a:pt x="237" y="58"/>
                </a:cubicBezTo>
                <a:cubicBezTo>
                  <a:pt x="238" y="57"/>
                  <a:pt x="237" y="55"/>
                  <a:pt x="238" y="55"/>
                </a:cubicBezTo>
                <a:cubicBezTo>
                  <a:pt x="239" y="54"/>
                  <a:pt x="241" y="54"/>
                  <a:pt x="242" y="54"/>
                </a:cubicBezTo>
                <a:cubicBezTo>
                  <a:pt x="243" y="53"/>
                  <a:pt x="244" y="54"/>
                  <a:pt x="245" y="53"/>
                </a:cubicBezTo>
                <a:cubicBezTo>
                  <a:pt x="245" y="53"/>
                  <a:pt x="246" y="52"/>
                  <a:pt x="247" y="52"/>
                </a:cubicBezTo>
                <a:cubicBezTo>
                  <a:pt x="247" y="51"/>
                  <a:pt x="249" y="50"/>
                  <a:pt x="249" y="49"/>
                </a:cubicBezTo>
                <a:cubicBezTo>
                  <a:pt x="250" y="49"/>
                  <a:pt x="250" y="48"/>
                  <a:pt x="251" y="48"/>
                </a:cubicBezTo>
                <a:cubicBezTo>
                  <a:pt x="252" y="47"/>
                  <a:pt x="253" y="48"/>
                  <a:pt x="254" y="48"/>
                </a:cubicBezTo>
                <a:cubicBezTo>
                  <a:pt x="255" y="47"/>
                  <a:pt x="256" y="47"/>
                  <a:pt x="256" y="46"/>
                </a:cubicBezTo>
                <a:cubicBezTo>
                  <a:pt x="256" y="46"/>
                  <a:pt x="256" y="46"/>
                  <a:pt x="256" y="46"/>
                </a:cubicBezTo>
                <a:cubicBezTo>
                  <a:pt x="256" y="46"/>
                  <a:pt x="258" y="44"/>
                  <a:pt x="259" y="43"/>
                </a:cubicBezTo>
                <a:cubicBezTo>
                  <a:pt x="259" y="43"/>
                  <a:pt x="262" y="42"/>
                  <a:pt x="262" y="42"/>
                </a:cubicBezTo>
                <a:cubicBezTo>
                  <a:pt x="262" y="41"/>
                  <a:pt x="262" y="39"/>
                  <a:pt x="262" y="38"/>
                </a:cubicBezTo>
                <a:cubicBezTo>
                  <a:pt x="263" y="36"/>
                  <a:pt x="263" y="36"/>
                  <a:pt x="265" y="36"/>
                </a:cubicBezTo>
                <a:cubicBezTo>
                  <a:pt x="266" y="37"/>
                  <a:pt x="271" y="37"/>
                  <a:pt x="272" y="37"/>
                </a:cubicBezTo>
                <a:cubicBezTo>
                  <a:pt x="273" y="36"/>
                  <a:pt x="274" y="36"/>
                  <a:pt x="275" y="36"/>
                </a:cubicBezTo>
                <a:cubicBezTo>
                  <a:pt x="276" y="35"/>
                  <a:pt x="278" y="35"/>
                  <a:pt x="278" y="34"/>
                </a:cubicBezTo>
                <a:cubicBezTo>
                  <a:pt x="281" y="35"/>
                  <a:pt x="284" y="33"/>
                  <a:pt x="285" y="30"/>
                </a:cubicBezTo>
                <a:cubicBezTo>
                  <a:pt x="285" y="28"/>
                  <a:pt x="286" y="25"/>
                  <a:pt x="284" y="26"/>
                </a:cubicBezTo>
                <a:cubicBezTo>
                  <a:pt x="283" y="26"/>
                  <a:pt x="283" y="27"/>
                  <a:pt x="282" y="27"/>
                </a:cubicBezTo>
                <a:cubicBezTo>
                  <a:pt x="281" y="28"/>
                  <a:pt x="280" y="28"/>
                  <a:pt x="280" y="28"/>
                </a:cubicBezTo>
                <a:cubicBezTo>
                  <a:pt x="279" y="26"/>
                  <a:pt x="279" y="25"/>
                  <a:pt x="278" y="24"/>
                </a:cubicBezTo>
                <a:cubicBezTo>
                  <a:pt x="278" y="23"/>
                  <a:pt x="278" y="22"/>
                  <a:pt x="278" y="20"/>
                </a:cubicBezTo>
                <a:cubicBezTo>
                  <a:pt x="274" y="19"/>
                  <a:pt x="274" y="16"/>
                  <a:pt x="274" y="13"/>
                </a:cubicBezTo>
                <a:cubicBezTo>
                  <a:pt x="274" y="11"/>
                  <a:pt x="274" y="9"/>
                  <a:pt x="275" y="8"/>
                </a:cubicBezTo>
                <a:cubicBezTo>
                  <a:pt x="275" y="7"/>
                  <a:pt x="276" y="7"/>
                  <a:pt x="277" y="7"/>
                </a:cubicBezTo>
                <a:cubicBezTo>
                  <a:pt x="278" y="6"/>
                  <a:pt x="278" y="6"/>
                  <a:pt x="279" y="5"/>
                </a:cubicBezTo>
                <a:cubicBezTo>
                  <a:pt x="279" y="4"/>
                  <a:pt x="281" y="3"/>
                  <a:pt x="280" y="2"/>
                </a:cubicBezTo>
                <a:cubicBezTo>
                  <a:pt x="279" y="0"/>
                  <a:pt x="275" y="1"/>
                  <a:pt x="273" y="1"/>
                </a:cubicBezTo>
                <a:cubicBezTo>
                  <a:pt x="272" y="1"/>
                  <a:pt x="271" y="2"/>
                  <a:pt x="269" y="2"/>
                </a:cubicBezTo>
                <a:cubicBezTo>
                  <a:pt x="268" y="2"/>
                  <a:pt x="267" y="2"/>
                  <a:pt x="266" y="3"/>
                </a:cubicBezTo>
                <a:cubicBezTo>
                  <a:pt x="264" y="4"/>
                  <a:pt x="264" y="4"/>
                  <a:pt x="263" y="5"/>
                </a:cubicBezTo>
                <a:cubicBezTo>
                  <a:pt x="261" y="5"/>
                  <a:pt x="261" y="5"/>
                  <a:pt x="259" y="6"/>
                </a:cubicBezTo>
                <a:cubicBezTo>
                  <a:pt x="258" y="7"/>
                  <a:pt x="257" y="7"/>
                  <a:pt x="256" y="7"/>
                </a:cubicBezTo>
                <a:cubicBezTo>
                  <a:pt x="255" y="7"/>
                  <a:pt x="253" y="7"/>
                  <a:pt x="252" y="8"/>
                </a:cubicBezTo>
                <a:cubicBezTo>
                  <a:pt x="251" y="8"/>
                  <a:pt x="252" y="8"/>
                  <a:pt x="251" y="9"/>
                </a:cubicBezTo>
                <a:cubicBezTo>
                  <a:pt x="251" y="9"/>
                  <a:pt x="250" y="9"/>
                  <a:pt x="249" y="9"/>
                </a:cubicBezTo>
                <a:cubicBezTo>
                  <a:pt x="249" y="9"/>
                  <a:pt x="248" y="10"/>
                  <a:pt x="248" y="10"/>
                </a:cubicBezTo>
                <a:cubicBezTo>
                  <a:pt x="247" y="11"/>
                  <a:pt x="247" y="11"/>
                  <a:pt x="246" y="11"/>
                </a:cubicBezTo>
                <a:cubicBezTo>
                  <a:pt x="246" y="11"/>
                  <a:pt x="245" y="11"/>
                  <a:pt x="244" y="11"/>
                </a:cubicBezTo>
                <a:cubicBezTo>
                  <a:pt x="244" y="12"/>
                  <a:pt x="243" y="12"/>
                  <a:pt x="243" y="12"/>
                </a:cubicBezTo>
                <a:cubicBezTo>
                  <a:pt x="241" y="13"/>
                  <a:pt x="240" y="13"/>
                  <a:pt x="239" y="13"/>
                </a:cubicBezTo>
                <a:cubicBezTo>
                  <a:pt x="239" y="14"/>
                  <a:pt x="239" y="14"/>
                  <a:pt x="238" y="14"/>
                </a:cubicBezTo>
                <a:cubicBezTo>
                  <a:pt x="237" y="15"/>
                  <a:pt x="237" y="15"/>
                  <a:pt x="236" y="15"/>
                </a:cubicBezTo>
                <a:cubicBezTo>
                  <a:pt x="236" y="16"/>
                  <a:pt x="235" y="16"/>
                  <a:pt x="234" y="16"/>
                </a:cubicBezTo>
                <a:cubicBezTo>
                  <a:pt x="234" y="16"/>
                  <a:pt x="234" y="16"/>
                  <a:pt x="233" y="17"/>
                </a:cubicBezTo>
                <a:cubicBezTo>
                  <a:pt x="233" y="17"/>
                  <a:pt x="233" y="17"/>
                  <a:pt x="233" y="17"/>
                </a:cubicBezTo>
                <a:cubicBezTo>
                  <a:pt x="232" y="17"/>
                  <a:pt x="232" y="17"/>
                  <a:pt x="232" y="17"/>
                </a:cubicBezTo>
                <a:cubicBezTo>
                  <a:pt x="231" y="17"/>
                  <a:pt x="231" y="17"/>
                  <a:pt x="231" y="17"/>
                </a:cubicBezTo>
                <a:cubicBezTo>
                  <a:pt x="230" y="18"/>
                  <a:pt x="229" y="18"/>
                  <a:pt x="229" y="19"/>
                </a:cubicBezTo>
                <a:cubicBezTo>
                  <a:pt x="228" y="20"/>
                  <a:pt x="227" y="20"/>
                  <a:pt x="226" y="21"/>
                </a:cubicBezTo>
                <a:cubicBezTo>
                  <a:pt x="224" y="21"/>
                  <a:pt x="223" y="22"/>
                  <a:pt x="222" y="23"/>
                </a:cubicBezTo>
                <a:cubicBezTo>
                  <a:pt x="220" y="24"/>
                  <a:pt x="219" y="23"/>
                  <a:pt x="218" y="24"/>
                </a:cubicBezTo>
                <a:cubicBezTo>
                  <a:pt x="218" y="25"/>
                  <a:pt x="216" y="25"/>
                  <a:pt x="215" y="25"/>
                </a:cubicBezTo>
                <a:cubicBezTo>
                  <a:pt x="213" y="25"/>
                  <a:pt x="213" y="26"/>
                  <a:pt x="211" y="26"/>
                </a:cubicBezTo>
                <a:cubicBezTo>
                  <a:pt x="210" y="26"/>
                  <a:pt x="209" y="25"/>
                  <a:pt x="208" y="24"/>
                </a:cubicBezTo>
                <a:cubicBezTo>
                  <a:pt x="207" y="24"/>
                  <a:pt x="205" y="23"/>
                  <a:pt x="204" y="24"/>
                </a:cubicBezTo>
                <a:cubicBezTo>
                  <a:pt x="204" y="24"/>
                  <a:pt x="203" y="24"/>
                  <a:pt x="203" y="25"/>
                </a:cubicBezTo>
                <a:cubicBezTo>
                  <a:pt x="204" y="26"/>
                  <a:pt x="204" y="25"/>
                  <a:pt x="205" y="26"/>
                </a:cubicBezTo>
                <a:cubicBezTo>
                  <a:pt x="206" y="27"/>
                  <a:pt x="206" y="30"/>
                  <a:pt x="206" y="31"/>
                </a:cubicBezTo>
                <a:cubicBezTo>
                  <a:pt x="205" y="31"/>
                  <a:pt x="205" y="31"/>
                  <a:pt x="205" y="32"/>
                </a:cubicBezTo>
                <a:cubicBezTo>
                  <a:pt x="204" y="32"/>
                  <a:pt x="203" y="33"/>
                  <a:pt x="203" y="34"/>
                </a:cubicBezTo>
                <a:cubicBezTo>
                  <a:pt x="202" y="35"/>
                  <a:pt x="201" y="35"/>
                  <a:pt x="200" y="36"/>
                </a:cubicBezTo>
                <a:cubicBezTo>
                  <a:pt x="200" y="37"/>
                  <a:pt x="199" y="37"/>
                  <a:pt x="198" y="38"/>
                </a:cubicBezTo>
                <a:cubicBezTo>
                  <a:pt x="197" y="39"/>
                  <a:pt x="197" y="39"/>
                  <a:pt x="197" y="39"/>
                </a:cubicBezTo>
                <a:cubicBezTo>
                  <a:pt x="196" y="40"/>
                  <a:pt x="196" y="40"/>
                  <a:pt x="195" y="40"/>
                </a:cubicBezTo>
                <a:cubicBezTo>
                  <a:pt x="194" y="42"/>
                  <a:pt x="193" y="43"/>
                  <a:pt x="191" y="45"/>
                </a:cubicBezTo>
                <a:cubicBezTo>
                  <a:pt x="191" y="46"/>
                  <a:pt x="190" y="47"/>
                  <a:pt x="190" y="48"/>
                </a:cubicBezTo>
                <a:cubicBezTo>
                  <a:pt x="190" y="49"/>
                  <a:pt x="191" y="50"/>
                  <a:pt x="190" y="51"/>
                </a:cubicBezTo>
                <a:cubicBezTo>
                  <a:pt x="189" y="51"/>
                  <a:pt x="188" y="51"/>
                  <a:pt x="187" y="52"/>
                </a:cubicBezTo>
                <a:cubicBezTo>
                  <a:pt x="187" y="53"/>
                  <a:pt x="186" y="54"/>
                  <a:pt x="186" y="55"/>
                </a:cubicBezTo>
                <a:cubicBezTo>
                  <a:pt x="185" y="56"/>
                  <a:pt x="184" y="57"/>
                  <a:pt x="182" y="57"/>
                </a:cubicBezTo>
                <a:cubicBezTo>
                  <a:pt x="181" y="57"/>
                  <a:pt x="180" y="57"/>
                  <a:pt x="178" y="57"/>
                </a:cubicBezTo>
                <a:cubicBezTo>
                  <a:pt x="178" y="57"/>
                  <a:pt x="177" y="57"/>
                  <a:pt x="177" y="57"/>
                </a:cubicBezTo>
                <a:cubicBezTo>
                  <a:pt x="176" y="57"/>
                  <a:pt x="175" y="58"/>
                  <a:pt x="175" y="58"/>
                </a:cubicBezTo>
                <a:cubicBezTo>
                  <a:pt x="174" y="58"/>
                  <a:pt x="172" y="58"/>
                  <a:pt x="171" y="58"/>
                </a:cubicBezTo>
                <a:cubicBezTo>
                  <a:pt x="168" y="58"/>
                  <a:pt x="166" y="58"/>
                  <a:pt x="163" y="60"/>
                </a:cubicBezTo>
                <a:cubicBezTo>
                  <a:pt x="162" y="61"/>
                  <a:pt x="160" y="61"/>
                  <a:pt x="159" y="61"/>
                </a:cubicBezTo>
                <a:cubicBezTo>
                  <a:pt x="157" y="61"/>
                  <a:pt x="155" y="61"/>
                  <a:pt x="153" y="60"/>
                </a:cubicBezTo>
                <a:cubicBezTo>
                  <a:pt x="152" y="59"/>
                  <a:pt x="150" y="59"/>
                  <a:pt x="149" y="59"/>
                </a:cubicBezTo>
                <a:cubicBezTo>
                  <a:pt x="146" y="58"/>
                  <a:pt x="144" y="57"/>
                  <a:pt x="141" y="57"/>
                </a:cubicBezTo>
                <a:cubicBezTo>
                  <a:pt x="139" y="57"/>
                  <a:pt x="139" y="58"/>
                  <a:pt x="138" y="59"/>
                </a:cubicBezTo>
                <a:cubicBezTo>
                  <a:pt x="137" y="59"/>
                  <a:pt x="137" y="59"/>
                  <a:pt x="136" y="59"/>
                </a:cubicBezTo>
                <a:cubicBezTo>
                  <a:pt x="135" y="59"/>
                  <a:pt x="135" y="60"/>
                  <a:pt x="134" y="60"/>
                </a:cubicBezTo>
                <a:cubicBezTo>
                  <a:pt x="132" y="61"/>
                  <a:pt x="131" y="62"/>
                  <a:pt x="129" y="62"/>
                </a:cubicBezTo>
                <a:cubicBezTo>
                  <a:pt x="128" y="62"/>
                  <a:pt x="126" y="62"/>
                  <a:pt x="125" y="63"/>
                </a:cubicBezTo>
                <a:cubicBezTo>
                  <a:pt x="124" y="63"/>
                  <a:pt x="123" y="64"/>
                  <a:pt x="122" y="64"/>
                </a:cubicBezTo>
                <a:cubicBezTo>
                  <a:pt x="121" y="64"/>
                  <a:pt x="120" y="64"/>
                  <a:pt x="120" y="64"/>
                </a:cubicBezTo>
                <a:cubicBezTo>
                  <a:pt x="118" y="65"/>
                  <a:pt x="117" y="65"/>
                  <a:pt x="116" y="65"/>
                </a:cubicBezTo>
                <a:cubicBezTo>
                  <a:pt x="114" y="66"/>
                  <a:pt x="112" y="66"/>
                  <a:pt x="110" y="65"/>
                </a:cubicBezTo>
                <a:cubicBezTo>
                  <a:pt x="108" y="65"/>
                  <a:pt x="107" y="63"/>
                  <a:pt x="105" y="62"/>
                </a:cubicBezTo>
                <a:cubicBezTo>
                  <a:pt x="102" y="61"/>
                  <a:pt x="100" y="61"/>
                  <a:pt x="98" y="60"/>
                </a:cubicBezTo>
                <a:cubicBezTo>
                  <a:pt x="92" y="58"/>
                  <a:pt x="87" y="59"/>
                  <a:pt x="80" y="59"/>
                </a:cubicBezTo>
                <a:cubicBezTo>
                  <a:pt x="75" y="58"/>
                  <a:pt x="71" y="56"/>
                  <a:pt x="66" y="56"/>
                </a:cubicBezTo>
                <a:cubicBezTo>
                  <a:pt x="57" y="55"/>
                  <a:pt x="49" y="52"/>
                  <a:pt x="41" y="53"/>
                </a:cubicBezTo>
                <a:cubicBezTo>
                  <a:pt x="33" y="54"/>
                  <a:pt x="29" y="60"/>
                  <a:pt x="21" y="63"/>
                </a:cubicBezTo>
                <a:cubicBezTo>
                  <a:pt x="20" y="64"/>
                  <a:pt x="16" y="64"/>
                  <a:pt x="14" y="65"/>
                </a:cubicBezTo>
                <a:cubicBezTo>
                  <a:pt x="13" y="67"/>
                  <a:pt x="14" y="72"/>
                  <a:pt x="14" y="74"/>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2" name="Freeform 443">
            <a:extLst>
              <a:ext uri="{FF2B5EF4-FFF2-40B4-BE49-F238E27FC236}">
                <a16:creationId xmlns:a16="http://schemas.microsoft.com/office/drawing/2014/main" id="{619447EC-40B4-4937-B8ED-88D3B0B9CF3B}"/>
              </a:ext>
            </a:extLst>
          </p:cNvPr>
          <p:cNvSpPr>
            <a:spLocks/>
          </p:cNvSpPr>
          <p:nvPr/>
        </p:nvSpPr>
        <p:spPr bwMode="auto">
          <a:xfrm>
            <a:off x="2526885" y="3178413"/>
            <a:ext cx="318197" cy="368540"/>
          </a:xfrm>
          <a:custGeom>
            <a:avLst/>
            <a:gdLst>
              <a:gd name="T0" fmla="*/ 129 w 140"/>
              <a:gd name="T1" fmla="*/ 29 h 168"/>
              <a:gd name="T2" fmla="*/ 117 w 140"/>
              <a:gd name="T3" fmla="*/ 13 h 168"/>
              <a:gd name="T4" fmla="*/ 105 w 140"/>
              <a:gd name="T5" fmla="*/ 0 h 168"/>
              <a:gd name="T6" fmla="*/ 107 w 140"/>
              <a:gd name="T7" fmla="*/ 7 h 168"/>
              <a:gd name="T8" fmla="*/ 103 w 140"/>
              <a:gd name="T9" fmla="*/ 9 h 168"/>
              <a:gd name="T10" fmla="*/ 105 w 140"/>
              <a:gd name="T11" fmla="*/ 13 h 168"/>
              <a:gd name="T12" fmla="*/ 110 w 140"/>
              <a:gd name="T13" fmla="*/ 23 h 168"/>
              <a:gd name="T14" fmla="*/ 104 w 140"/>
              <a:gd name="T15" fmla="*/ 26 h 168"/>
              <a:gd name="T16" fmla="*/ 102 w 140"/>
              <a:gd name="T17" fmla="*/ 32 h 168"/>
              <a:gd name="T18" fmla="*/ 95 w 140"/>
              <a:gd name="T19" fmla="*/ 36 h 168"/>
              <a:gd name="T20" fmla="*/ 92 w 140"/>
              <a:gd name="T21" fmla="*/ 43 h 168"/>
              <a:gd name="T22" fmla="*/ 81 w 140"/>
              <a:gd name="T23" fmla="*/ 39 h 168"/>
              <a:gd name="T24" fmla="*/ 80 w 140"/>
              <a:gd name="T25" fmla="*/ 54 h 168"/>
              <a:gd name="T26" fmla="*/ 75 w 140"/>
              <a:gd name="T27" fmla="*/ 58 h 168"/>
              <a:gd name="T28" fmla="*/ 70 w 140"/>
              <a:gd name="T29" fmla="*/ 60 h 168"/>
              <a:gd name="T30" fmla="*/ 48 w 140"/>
              <a:gd name="T31" fmla="*/ 57 h 168"/>
              <a:gd name="T32" fmla="*/ 35 w 140"/>
              <a:gd name="T33" fmla="*/ 69 h 168"/>
              <a:gd name="T34" fmla="*/ 34 w 140"/>
              <a:gd name="T35" fmla="*/ 57 h 168"/>
              <a:gd name="T36" fmla="*/ 30 w 140"/>
              <a:gd name="T37" fmla="*/ 50 h 168"/>
              <a:gd name="T38" fmla="*/ 10 w 140"/>
              <a:gd name="T39" fmla="*/ 47 h 168"/>
              <a:gd name="T40" fmla="*/ 1 w 140"/>
              <a:gd name="T41" fmla="*/ 46 h 168"/>
              <a:gd name="T42" fmla="*/ 5 w 140"/>
              <a:gd name="T43" fmla="*/ 53 h 168"/>
              <a:gd name="T44" fmla="*/ 5 w 140"/>
              <a:gd name="T45" fmla="*/ 66 h 168"/>
              <a:gd name="T46" fmla="*/ 4 w 140"/>
              <a:gd name="T47" fmla="*/ 76 h 168"/>
              <a:gd name="T48" fmla="*/ 22 w 140"/>
              <a:gd name="T49" fmla="*/ 79 h 168"/>
              <a:gd name="T50" fmla="*/ 37 w 140"/>
              <a:gd name="T51" fmla="*/ 83 h 168"/>
              <a:gd name="T52" fmla="*/ 41 w 140"/>
              <a:gd name="T53" fmla="*/ 95 h 168"/>
              <a:gd name="T54" fmla="*/ 47 w 140"/>
              <a:gd name="T55" fmla="*/ 121 h 168"/>
              <a:gd name="T56" fmla="*/ 65 w 140"/>
              <a:gd name="T57" fmla="*/ 138 h 168"/>
              <a:gd name="T58" fmla="*/ 72 w 140"/>
              <a:gd name="T59" fmla="*/ 156 h 168"/>
              <a:gd name="T60" fmla="*/ 78 w 140"/>
              <a:gd name="T61" fmla="*/ 142 h 168"/>
              <a:gd name="T62" fmla="*/ 93 w 140"/>
              <a:gd name="T63" fmla="*/ 148 h 168"/>
              <a:gd name="T64" fmla="*/ 100 w 140"/>
              <a:gd name="T65" fmla="*/ 140 h 168"/>
              <a:gd name="T66" fmla="*/ 104 w 140"/>
              <a:gd name="T67" fmla="*/ 157 h 168"/>
              <a:gd name="T68" fmla="*/ 110 w 140"/>
              <a:gd name="T69" fmla="*/ 160 h 168"/>
              <a:gd name="T70" fmla="*/ 125 w 140"/>
              <a:gd name="T71" fmla="*/ 155 h 168"/>
              <a:gd name="T72" fmla="*/ 131 w 140"/>
              <a:gd name="T73" fmla="*/ 154 h 168"/>
              <a:gd name="T74" fmla="*/ 132 w 140"/>
              <a:gd name="T75" fmla="*/ 152 h 168"/>
              <a:gd name="T76" fmla="*/ 131 w 140"/>
              <a:gd name="T77" fmla="*/ 148 h 168"/>
              <a:gd name="T78" fmla="*/ 129 w 140"/>
              <a:gd name="T79" fmla="*/ 139 h 168"/>
              <a:gd name="T80" fmla="*/ 121 w 140"/>
              <a:gd name="T81" fmla="*/ 123 h 168"/>
              <a:gd name="T82" fmla="*/ 118 w 140"/>
              <a:gd name="T83" fmla="*/ 125 h 168"/>
              <a:gd name="T84" fmla="*/ 115 w 140"/>
              <a:gd name="T85" fmla="*/ 125 h 168"/>
              <a:gd name="T86" fmla="*/ 114 w 140"/>
              <a:gd name="T87" fmla="*/ 123 h 168"/>
              <a:gd name="T88" fmla="*/ 112 w 140"/>
              <a:gd name="T89" fmla="*/ 122 h 168"/>
              <a:gd name="T90" fmla="*/ 110 w 140"/>
              <a:gd name="T91" fmla="*/ 122 h 168"/>
              <a:gd name="T92" fmla="*/ 106 w 140"/>
              <a:gd name="T93" fmla="*/ 122 h 168"/>
              <a:gd name="T94" fmla="*/ 104 w 140"/>
              <a:gd name="T95" fmla="*/ 119 h 168"/>
              <a:gd name="T96" fmla="*/ 107 w 140"/>
              <a:gd name="T97" fmla="*/ 117 h 168"/>
              <a:gd name="T98" fmla="*/ 108 w 140"/>
              <a:gd name="T99" fmla="*/ 115 h 168"/>
              <a:gd name="T100" fmla="*/ 108 w 140"/>
              <a:gd name="T101" fmla="*/ 110 h 168"/>
              <a:gd name="T102" fmla="*/ 112 w 140"/>
              <a:gd name="T103" fmla="*/ 108 h 168"/>
              <a:gd name="T104" fmla="*/ 115 w 140"/>
              <a:gd name="T105" fmla="*/ 109 h 168"/>
              <a:gd name="T106" fmla="*/ 115 w 140"/>
              <a:gd name="T107" fmla="*/ 70 h 168"/>
              <a:gd name="T108" fmla="*/ 120 w 140"/>
              <a:gd name="T109" fmla="*/ 61 h 168"/>
              <a:gd name="T110" fmla="*/ 130 w 140"/>
              <a:gd name="T111" fmla="*/ 50 h 168"/>
              <a:gd name="T112" fmla="*/ 140 w 140"/>
              <a:gd name="T113" fmla="*/ 3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 h="168">
                <a:moveTo>
                  <a:pt x="139" y="33"/>
                </a:moveTo>
                <a:cubicBezTo>
                  <a:pt x="137" y="34"/>
                  <a:pt x="136" y="34"/>
                  <a:pt x="136" y="31"/>
                </a:cubicBezTo>
                <a:cubicBezTo>
                  <a:pt x="134" y="30"/>
                  <a:pt x="131" y="31"/>
                  <a:pt x="129" y="29"/>
                </a:cubicBezTo>
                <a:cubicBezTo>
                  <a:pt x="127" y="26"/>
                  <a:pt x="125" y="26"/>
                  <a:pt x="122" y="25"/>
                </a:cubicBezTo>
                <a:cubicBezTo>
                  <a:pt x="122" y="23"/>
                  <a:pt x="122" y="20"/>
                  <a:pt x="122" y="18"/>
                </a:cubicBezTo>
                <a:cubicBezTo>
                  <a:pt x="122" y="16"/>
                  <a:pt x="119" y="15"/>
                  <a:pt x="117" y="13"/>
                </a:cubicBezTo>
                <a:cubicBezTo>
                  <a:pt x="116" y="12"/>
                  <a:pt x="114" y="10"/>
                  <a:pt x="112" y="8"/>
                </a:cubicBezTo>
                <a:cubicBezTo>
                  <a:pt x="110" y="6"/>
                  <a:pt x="109" y="3"/>
                  <a:pt x="107" y="1"/>
                </a:cubicBezTo>
                <a:cubicBezTo>
                  <a:pt x="107" y="1"/>
                  <a:pt x="106" y="0"/>
                  <a:pt x="105" y="0"/>
                </a:cubicBezTo>
                <a:cubicBezTo>
                  <a:pt x="105" y="1"/>
                  <a:pt x="105" y="2"/>
                  <a:pt x="105" y="3"/>
                </a:cubicBezTo>
                <a:cubicBezTo>
                  <a:pt x="106" y="4"/>
                  <a:pt x="107" y="5"/>
                  <a:pt x="107" y="6"/>
                </a:cubicBezTo>
                <a:cubicBezTo>
                  <a:pt x="107" y="7"/>
                  <a:pt x="107" y="7"/>
                  <a:pt x="107" y="7"/>
                </a:cubicBezTo>
                <a:cubicBezTo>
                  <a:pt x="106" y="7"/>
                  <a:pt x="106" y="7"/>
                  <a:pt x="106" y="7"/>
                </a:cubicBezTo>
                <a:cubicBezTo>
                  <a:pt x="104" y="7"/>
                  <a:pt x="102" y="6"/>
                  <a:pt x="102" y="7"/>
                </a:cubicBezTo>
                <a:cubicBezTo>
                  <a:pt x="101" y="8"/>
                  <a:pt x="102" y="9"/>
                  <a:pt x="103" y="9"/>
                </a:cubicBezTo>
                <a:cubicBezTo>
                  <a:pt x="103" y="10"/>
                  <a:pt x="102" y="11"/>
                  <a:pt x="103" y="11"/>
                </a:cubicBezTo>
                <a:cubicBezTo>
                  <a:pt x="104" y="13"/>
                  <a:pt x="104" y="13"/>
                  <a:pt x="104" y="13"/>
                </a:cubicBezTo>
                <a:cubicBezTo>
                  <a:pt x="104" y="13"/>
                  <a:pt x="105" y="13"/>
                  <a:pt x="105" y="13"/>
                </a:cubicBezTo>
                <a:cubicBezTo>
                  <a:pt x="105" y="14"/>
                  <a:pt x="105" y="14"/>
                  <a:pt x="105" y="14"/>
                </a:cubicBezTo>
                <a:cubicBezTo>
                  <a:pt x="106" y="17"/>
                  <a:pt x="108" y="16"/>
                  <a:pt x="110" y="18"/>
                </a:cubicBezTo>
                <a:cubicBezTo>
                  <a:pt x="111" y="19"/>
                  <a:pt x="110" y="21"/>
                  <a:pt x="110" y="23"/>
                </a:cubicBezTo>
                <a:cubicBezTo>
                  <a:pt x="110" y="24"/>
                  <a:pt x="111" y="31"/>
                  <a:pt x="109" y="31"/>
                </a:cubicBezTo>
                <a:cubicBezTo>
                  <a:pt x="108" y="30"/>
                  <a:pt x="109" y="28"/>
                  <a:pt x="107" y="27"/>
                </a:cubicBezTo>
                <a:cubicBezTo>
                  <a:pt x="106" y="27"/>
                  <a:pt x="104" y="27"/>
                  <a:pt x="104" y="26"/>
                </a:cubicBezTo>
                <a:cubicBezTo>
                  <a:pt x="103" y="25"/>
                  <a:pt x="102" y="25"/>
                  <a:pt x="101" y="26"/>
                </a:cubicBezTo>
                <a:cubicBezTo>
                  <a:pt x="101" y="27"/>
                  <a:pt x="101" y="28"/>
                  <a:pt x="102" y="29"/>
                </a:cubicBezTo>
                <a:cubicBezTo>
                  <a:pt x="102" y="30"/>
                  <a:pt x="102" y="31"/>
                  <a:pt x="102" y="32"/>
                </a:cubicBezTo>
                <a:cubicBezTo>
                  <a:pt x="101" y="32"/>
                  <a:pt x="99" y="33"/>
                  <a:pt x="98" y="33"/>
                </a:cubicBezTo>
                <a:cubicBezTo>
                  <a:pt x="97" y="34"/>
                  <a:pt x="97" y="36"/>
                  <a:pt x="95" y="35"/>
                </a:cubicBezTo>
                <a:cubicBezTo>
                  <a:pt x="95" y="36"/>
                  <a:pt x="95" y="36"/>
                  <a:pt x="95" y="36"/>
                </a:cubicBezTo>
                <a:cubicBezTo>
                  <a:pt x="97" y="36"/>
                  <a:pt x="98" y="37"/>
                  <a:pt x="98" y="39"/>
                </a:cubicBezTo>
                <a:cubicBezTo>
                  <a:pt x="98" y="41"/>
                  <a:pt x="97" y="41"/>
                  <a:pt x="95" y="42"/>
                </a:cubicBezTo>
                <a:cubicBezTo>
                  <a:pt x="94" y="43"/>
                  <a:pt x="94" y="45"/>
                  <a:pt x="92" y="43"/>
                </a:cubicBezTo>
                <a:cubicBezTo>
                  <a:pt x="91" y="42"/>
                  <a:pt x="91" y="41"/>
                  <a:pt x="91" y="40"/>
                </a:cubicBezTo>
                <a:cubicBezTo>
                  <a:pt x="90" y="37"/>
                  <a:pt x="88" y="38"/>
                  <a:pt x="88" y="40"/>
                </a:cubicBezTo>
                <a:cubicBezTo>
                  <a:pt x="87" y="43"/>
                  <a:pt x="82" y="40"/>
                  <a:pt x="81" y="39"/>
                </a:cubicBezTo>
                <a:cubicBezTo>
                  <a:pt x="80" y="41"/>
                  <a:pt x="80" y="44"/>
                  <a:pt x="80" y="46"/>
                </a:cubicBezTo>
                <a:cubicBezTo>
                  <a:pt x="79" y="47"/>
                  <a:pt x="79" y="48"/>
                  <a:pt x="79" y="49"/>
                </a:cubicBezTo>
                <a:cubicBezTo>
                  <a:pt x="78" y="50"/>
                  <a:pt x="78" y="54"/>
                  <a:pt x="80" y="54"/>
                </a:cubicBezTo>
                <a:cubicBezTo>
                  <a:pt x="80" y="54"/>
                  <a:pt x="79" y="55"/>
                  <a:pt x="79" y="56"/>
                </a:cubicBezTo>
                <a:cubicBezTo>
                  <a:pt x="78" y="56"/>
                  <a:pt x="77" y="56"/>
                  <a:pt x="76" y="56"/>
                </a:cubicBezTo>
                <a:cubicBezTo>
                  <a:pt x="75" y="57"/>
                  <a:pt x="76" y="58"/>
                  <a:pt x="75" y="58"/>
                </a:cubicBezTo>
                <a:cubicBezTo>
                  <a:pt x="75" y="58"/>
                  <a:pt x="74" y="58"/>
                  <a:pt x="74" y="57"/>
                </a:cubicBezTo>
                <a:cubicBezTo>
                  <a:pt x="74" y="58"/>
                  <a:pt x="73" y="58"/>
                  <a:pt x="73" y="59"/>
                </a:cubicBezTo>
                <a:cubicBezTo>
                  <a:pt x="72" y="60"/>
                  <a:pt x="73" y="61"/>
                  <a:pt x="70" y="60"/>
                </a:cubicBezTo>
                <a:cubicBezTo>
                  <a:pt x="69" y="60"/>
                  <a:pt x="67" y="60"/>
                  <a:pt x="65" y="60"/>
                </a:cubicBezTo>
                <a:cubicBezTo>
                  <a:pt x="65" y="55"/>
                  <a:pt x="56" y="54"/>
                  <a:pt x="56" y="58"/>
                </a:cubicBezTo>
                <a:cubicBezTo>
                  <a:pt x="53" y="59"/>
                  <a:pt x="51" y="58"/>
                  <a:pt x="48" y="57"/>
                </a:cubicBezTo>
                <a:cubicBezTo>
                  <a:pt x="45" y="55"/>
                  <a:pt x="44" y="58"/>
                  <a:pt x="42" y="60"/>
                </a:cubicBezTo>
                <a:cubicBezTo>
                  <a:pt x="41" y="62"/>
                  <a:pt x="38" y="63"/>
                  <a:pt x="38" y="66"/>
                </a:cubicBezTo>
                <a:cubicBezTo>
                  <a:pt x="38" y="68"/>
                  <a:pt x="38" y="69"/>
                  <a:pt x="35" y="69"/>
                </a:cubicBezTo>
                <a:cubicBezTo>
                  <a:pt x="35" y="67"/>
                  <a:pt x="34" y="66"/>
                  <a:pt x="33" y="65"/>
                </a:cubicBezTo>
                <a:cubicBezTo>
                  <a:pt x="33" y="64"/>
                  <a:pt x="31" y="63"/>
                  <a:pt x="31" y="63"/>
                </a:cubicBezTo>
                <a:cubicBezTo>
                  <a:pt x="31" y="60"/>
                  <a:pt x="34" y="59"/>
                  <a:pt x="34" y="57"/>
                </a:cubicBezTo>
                <a:cubicBezTo>
                  <a:pt x="35" y="56"/>
                  <a:pt x="35" y="54"/>
                  <a:pt x="34" y="54"/>
                </a:cubicBezTo>
                <a:cubicBezTo>
                  <a:pt x="32" y="54"/>
                  <a:pt x="33" y="55"/>
                  <a:pt x="33" y="55"/>
                </a:cubicBezTo>
                <a:cubicBezTo>
                  <a:pt x="29" y="59"/>
                  <a:pt x="30" y="50"/>
                  <a:pt x="30" y="50"/>
                </a:cubicBezTo>
                <a:cubicBezTo>
                  <a:pt x="28" y="47"/>
                  <a:pt x="28" y="54"/>
                  <a:pt x="24" y="48"/>
                </a:cubicBezTo>
                <a:cubicBezTo>
                  <a:pt x="22" y="45"/>
                  <a:pt x="16" y="45"/>
                  <a:pt x="12" y="45"/>
                </a:cubicBezTo>
                <a:cubicBezTo>
                  <a:pt x="12" y="46"/>
                  <a:pt x="11" y="46"/>
                  <a:pt x="10" y="47"/>
                </a:cubicBezTo>
                <a:cubicBezTo>
                  <a:pt x="7" y="48"/>
                  <a:pt x="5" y="45"/>
                  <a:pt x="1" y="45"/>
                </a:cubicBezTo>
                <a:cubicBezTo>
                  <a:pt x="0" y="44"/>
                  <a:pt x="0" y="44"/>
                  <a:pt x="0" y="44"/>
                </a:cubicBezTo>
                <a:cubicBezTo>
                  <a:pt x="0" y="45"/>
                  <a:pt x="0" y="45"/>
                  <a:pt x="1" y="46"/>
                </a:cubicBezTo>
                <a:cubicBezTo>
                  <a:pt x="1" y="47"/>
                  <a:pt x="1" y="49"/>
                  <a:pt x="2" y="50"/>
                </a:cubicBezTo>
                <a:cubicBezTo>
                  <a:pt x="3" y="50"/>
                  <a:pt x="5" y="50"/>
                  <a:pt x="5" y="50"/>
                </a:cubicBezTo>
                <a:cubicBezTo>
                  <a:pt x="6" y="51"/>
                  <a:pt x="6" y="53"/>
                  <a:pt x="5" y="53"/>
                </a:cubicBezTo>
                <a:cubicBezTo>
                  <a:pt x="2" y="53"/>
                  <a:pt x="2" y="57"/>
                  <a:pt x="3" y="59"/>
                </a:cubicBezTo>
                <a:cubicBezTo>
                  <a:pt x="4" y="60"/>
                  <a:pt x="5" y="60"/>
                  <a:pt x="6" y="60"/>
                </a:cubicBezTo>
                <a:cubicBezTo>
                  <a:pt x="7" y="62"/>
                  <a:pt x="7" y="64"/>
                  <a:pt x="5" y="66"/>
                </a:cubicBezTo>
                <a:cubicBezTo>
                  <a:pt x="4" y="68"/>
                  <a:pt x="5" y="71"/>
                  <a:pt x="5" y="73"/>
                </a:cubicBezTo>
                <a:cubicBezTo>
                  <a:pt x="4" y="73"/>
                  <a:pt x="2" y="73"/>
                  <a:pt x="1" y="73"/>
                </a:cubicBezTo>
                <a:cubicBezTo>
                  <a:pt x="1" y="75"/>
                  <a:pt x="3" y="76"/>
                  <a:pt x="4" y="76"/>
                </a:cubicBezTo>
                <a:cubicBezTo>
                  <a:pt x="4" y="77"/>
                  <a:pt x="5" y="77"/>
                  <a:pt x="5" y="78"/>
                </a:cubicBezTo>
                <a:cubicBezTo>
                  <a:pt x="8" y="77"/>
                  <a:pt x="10" y="78"/>
                  <a:pt x="13" y="79"/>
                </a:cubicBezTo>
                <a:cubicBezTo>
                  <a:pt x="14" y="74"/>
                  <a:pt x="19" y="78"/>
                  <a:pt x="22" y="79"/>
                </a:cubicBezTo>
                <a:cubicBezTo>
                  <a:pt x="22" y="80"/>
                  <a:pt x="22" y="81"/>
                  <a:pt x="22" y="82"/>
                </a:cubicBezTo>
                <a:cubicBezTo>
                  <a:pt x="23" y="82"/>
                  <a:pt x="23" y="83"/>
                  <a:pt x="24" y="82"/>
                </a:cubicBezTo>
                <a:cubicBezTo>
                  <a:pt x="25" y="88"/>
                  <a:pt x="34" y="83"/>
                  <a:pt x="37" y="83"/>
                </a:cubicBezTo>
                <a:cubicBezTo>
                  <a:pt x="37" y="84"/>
                  <a:pt x="37" y="84"/>
                  <a:pt x="37" y="85"/>
                </a:cubicBezTo>
                <a:cubicBezTo>
                  <a:pt x="41" y="85"/>
                  <a:pt x="41" y="88"/>
                  <a:pt x="41" y="91"/>
                </a:cubicBezTo>
                <a:cubicBezTo>
                  <a:pt x="41" y="92"/>
                  <a:pt x="40" y="94"/>
                  <a:pt x="41" y="95"/>
                </a:cubicBezTo>
                <a:cubicBezTo>
                  <a:pt x="41" y="95"/>
                  <a:pt x="44" y="97"/>
                  <a:pt x="44" y="96"/>
                </a:cubicBezTo>
                <a:cubicBezTo>
                  <a:pt x="43" y="102"/>
                  <a:pt x="42" y="109"/>
                  <a:pt x="45" y="115"/>
                </a:cubicBezTo>
                <a:cubicBezTo>
                  <a:pt x="46" y="117"/>
                  <a:pt x="47" y="119"/>
                  <a:pt x="47" y="121"/>
                </a:cubicBezTo>
                <a:cubicBezTo>
                  <a:pt x="48" y="124"/>
                  <a:pt x="52" y="123"/>
                  <a:pt x="54" y="123"/>
                </a:cubicBezTo>
                <a:cubicBezTo>
                  <a:pt x="54" y="126"/>
                  <a:pt x="55" y="128"/>
                  <a:pt x="58" y="129"/>
                </a:cubicBezTo>
                <a:cubicBezTo>
                  <a:pt x="61" y="131"/>
                  <a:pt x="64" y="134"/>
                  <a:pt x="65" y="138"/>
                </a:cubicBezTo>
                <a:cubicBezTo>
                  <a:pt x="67" y="142"/>
                  <a:pt x="56" y="154"/>
                  <a:pt x="66" y="156"/>
                </a:cubicBezTo>
                <a:cubicBezTo>
                  <a:pt x="67" y="156"/>
                  <a:pt x="68" y="155"/>
                  <a:pt x="68" y="155"/>
                </a:cubicBezTo>
                <a:cubicBezTo>
                  <a:pt x="70" y="155"/>
                  <a:pt x="71" y="156"/>
                  <a:pt x="72" y="156"/>
                </a:cubicBezTo>
                <a:cubicBezTo>
                  <a:pt x="72" y="154"/>
                  <a:pt x="71" y="151"/>
                  <a:pt x="71" y="149"/>
                </a:cubicBezTo>
                <a:cubicBezTo>
                  <a:pt x="72" y="146"/>
                  <a:pt x="77" y="148"/>
                  <a:pt x="79" y="148"/>
                </a:cubicBezTo>
                <a:cubicBezTo>
                  <a:pt x="78" y="146"/>
                  <a:pt x="77" y="144"/>
                  <a:pt x="78" y="142"/>
                </a:cubicBezTo>
                <a:cubicBezTo>
                  <a:pt x="78" y="142"/>
                  <a:pt x="79" y="142"/>
                  <a:pt x="79" y="142"/>
                </a:cubicBezTo>
                <a:cubicBezTo>
                  <a:pt x="77" y="142"/>
                  <a:pt x="76" y="141"/>
                  <a:pt x="76" y="140"/>
                </a:cubicBezTo>
                <a:cubicBezTo>
                  <a:pt x="85" y="138"/>
                  <a:pt x="86" y="149"/>
                  <a:pt x="93" y="148"/>
                </a:cubicBezTo>
                <a:cubicBezTo>
                  <a:pt x="94" y="147"/>
                  <a:pt x="93" y="145"/>
                  <a:pt x="94" y="144"/>
                </a:cubicBezTo>
                <a:cubicBezTo>
                  <a:pt x="95" y="143"/>
                  <a:pt x="98" y="144"/>
                  <a:pt x="99" y="144"/>
                </a:cubicBezTo>
                <a:cubicBezTo>
                  <a:pt x="99" y="142"/>
                  <a:pt x="100" y="141"/>
                  <a:pt x="100" y="140"/>
                </a:cubicBezTo>
                <a:cubicBezTo>
                  <a:pt x="102" y="138"/>
                  <a:pt x="104" y="143"/>
                  <a:pt x="107" y="144"/>
                </a:cubicBezTo>
                <a:cubicBezTo>
                  <a:pt x="107" y="145"/>
                  <a:pt x="107" y="145"/>
                  <a:pt x="107" y="145"/>
                </a:cubicBezTo>
                <a:cubicBezTo>
                  <a:pt x="103" y="146"/>
                  <a:pt x="104" y="154"/>
                  <a:pt x="104" y="157"/>
                </a:cubicBezTo>
                <a:cubicBezTo>
                  <a:pt x="103" y="159"/>
                  <a:pt x="101" y="168"/>
                  <a:pt x="106" y="166"/>
                </a:cubicBezTo>
                <a:cubicBezTo>
                  <a:pt x="106" y="163"/>
                  <a:pt x="108" y="163"/>
                  <a:pt x="111" y="163"/>
                </a:cubicBezTo>
                <a:cubicBezTo>
                  <a:pt x="111" y="162"/>
                  <a:pt x="111" y="161"/>
                  <a:pt x="110" y="160"/>
                </a:cubicBezTo>
                <a:cubicBezTo>
                  <a:pt x="113" y="161"/>
                  <a:pt x="118" y="161"/>
                  <a:pt x="120" y="159"/>
                </a:cubicBezTo>
                <a:cubicBezTo>
                  <a:pt x="122" y="158"/>
                  <a:pt x="123" y="156"/>
                  <a:pt x="125" y="155"/>
                </a:cubicBezTo>
                <a:cubicBezTo>
                  <a:pt x="125" y="155"/>
                  <a:pt x="125" y="155"/>
                  <a:pt x="125" y="155"/>
                </a:cubicBezTo>
                <a:cubicBezTo>
                  <a:pt x="126" y="155"/>
                  <a:pt x="126" y="155"/>
                  <a:pt x="126" y="155"/>
                </a:cubicBezTo>
                <a:cubicBezTo>
                  <a:pt x="126" y="155"/>
                  <a:pt x="126" y="155"/>
                  <a:pt x="126" y="155"/>
                </a:cubicBezTo>
                <a:cubicBezTo>
                  <a:pt x="127" y="154"/>
                  <a:pt x="129" y="155"/>
                  <a:pt x="131" y="154"/>
                </a:cubicBezTo>
                <a:cubicBezTo>
                  <a:pt x="132" y="154"/>
                  <a:pt x="132" y="154"/>
                  <a:pt x="132" y="154"/>
                </a:cubicBezTo>
                <a:cubicBezTo>
                  <a:pt x="132" y="154"/>
                  <a:pt x="132" y="154"/>
                  <a:pt x="132" y="154"/>
                </a:cubicBezTo>
                <a:cubicBezTo>
                  <a:pt x="132" y="153"/>
                  <a:pt x="132" y="153"/>
                  <a:pt x="132" y="152"/>
                </a:cubicBezTo>
                <a:cubicBezTo>
                  <a:pt x="132" y="151"/>
                  <a:pt x="132" y="151"/>
                  <a:pt x="132" y="151"/>
                </a:cubicBezTo>
                <a:cubicBezTo>
                  <a:pt x="131" y="151"/>
                  <a:pt x="131" y="150"/>
                  <a:pt x="131" y="149"/>
                </a:cubicBezTo>
                <a:cubicBezTo>
                  <a:pt x="131" y="148"/>
                  <a:pt x="131" y="148"/>
                  <a:pt x="131" y="148"/>
                </a:cubicBezTo>
                <a:cubicBezTo>
                  <a:pt x="131" y="145"/>
                  <a:pt x="131" y="143"/>
                  <a:pt x="129" y="140"/>
                </a:cubicBezTo>
                <a:cubicBezTo>
                  <a:pt x="129" y="139"/>
                  <a:pt x="129" y="139"/>
                  <a:pt x="129" y="139"/>
                </a:cubicBezTo>
                <a:cubicBezTo>
                  <a:pt x="129" y="139"/>
                  <a:pt x="129" y="139"/>
                  <a:pt x="129" y="139"/>
                </a:cubicBezTo>
                <a:cubicBezTo>
                  <a:pt x="128" y="136"/>
                  <a:pt x="126" y="134"/>
                  <a:pt x="124" y="131"/>
                </a:cubicBezTo>
                <a:cubicBezTo>
                  <a:pt x="122" y="129"/>
                  <a:pt x="123" y="127"/>
                  <a:pt x="122" y="125"/>
                </a:cubicBezTo>
                <a:cubicBezTo>
                  <a:pt x="122" y="124"/>
                  <a:pt x="121" y="124"/>
                  <a:pt x="121" y="123"/>
                </a:cubicBezTo>
                <a:cubicBezTo>
                  <a:pt x="120" y="123"/>
                  <a:pt x="120" y="123"/>
                  <a:pt x="120" y="123"/>
                </a:cubicBezTo>
                <a:cubicBezTo>
                  <a:pt x="120" y="123"/>
                  <a:pt x="119" y="123"/>
                  <a:pt x="118" y="123"/>
                </a:cubicBezTo>
                <a:cubicBezTo>
                  <a:pt x="117" y="124"/>
                  <a:pt x="119" y="124"/>
                  <a:pt x="118" y="125"/>
                </a:cubicBezTo>
                <a:cubicBezTo>
                  <a:pt x="118" y="126"/>
                  <a:pt x="116" y="127"/>
                  <a:pt x="115" y="126"/>
                </a:cubicBezTo>
                <a:cubicBezTo>
                  <a:pt x="115" y="126"/>
                  <a:pt x="115" y="126"/>
                  <a:pt x="115" y="126"/>
                </a:cubicBezTo>
                <a:cubicBezTo>
                  <a:pt x="115" y="125"/>
                  <a:pt x="115" y="125"/>
                  <a:pt x="115" y="125"/>
                </a:cubicBezTo>
                <a:cubicBezTo>
                  <a:pt x="115" y="125"/>
                  <a:pt x="114" y="125"/>
                  <a:pt x="114" y="124"/>
                </a:cubicBezTo>
                <a:cubicBezTo>
                  <a:pt x="114" y="124"/>
                  <a:pt x="114" y="124"/>
                  <a:pt x="114" y="123"/>
                </a:cubicBezTo>
                <a:cubicBezTo>
                  <a:pt x="114" y="123"/>
                  <a:pt x="114" y="123"/>
                  <a:pt x="114" y="123"/>
                </a:cubicBezTo>
                <a:cubicBezTo>
                  <a:pt x="113" y="122"/>
                  <a:pt x="113" y="122"/>
                  <a:pt x="113" y="122"/>
                </a:cubicBezTo>
                <a:cubicBezTo>
                  <a:pt x="113" y="122"/>
                  <a:pt x="113" y="122"/>
                  <a:pt x="113" y="122"/>
                </a:cubicBezTo>
                <a:cubicBezTo>
                  <a:pt x="112" y="122"/>
                  <a:pt x="112" y="122"/>
                  <a:pt x="112" y="122"/>
                </a:cubicBezTo>
                <a:cubicBezTo>
                  <a:pt x="111" y="122"/>
                  <a:pt x="111" y="121"/>
                  <a:pt x="111" y="121"/>
                </a:cubicBezTo>
                <a:cubicBezTo>
                  <a:pt x="110" y="121"/>
                  <a:pt x="109" y="121"/>
                  <a:pt x="110" y="121"/>
                </a:cubicBezTo>
                <a:cubicBezTo>
                  <a:pt x="111" y="121"/>
                  <a:pt x="110" y="122"/>
                  <a:pt x="110" y="122"/>
                </a:cubicBezTo>
                <a:cubicBezTo>
                  <a:pt x="109" y="122"/>
                  <a:pt x="109" y="122"/>
                  <a:pt x="109" y="122"/>
                </a:cubicBezTo>
                <a:cubicBezTo>
                  <a:pt x="108" y="122"/>
                  <a:pt x="108" y="122"/>
                  <a:pt x="107" y="122"/>
                </a:cubicBezTo>
                <a:cubicBezTo>
                  <a:pt x="107" y="122"/>
                  <a:pt x="106" y="122"/>
                  <a:pt x="106" y="122"/>
                </a:cubicBezTo>
                <a:cubicBezTo>
                  <a:pt x="105" y="123"/>
                  <a:pt x="106" y="122"/>
                  <a:pt x="106" y="121"/>
                </a:cubicBezTo>
                <a:cubicBezTo>
                  <a:pt x="105" y="120"/>
                  <a:pt x="105" y="120"/>
                  <a:pt x="105" y="120"/>
                </a:cubicBezTo>
                <a:cubicBezTo>
                  <a:pt x="104" y="120"/>
                  <a:pt x="104" y="120"/>
                  <a:pt x="104" y="119"/>
                </a:cubicBezTo>
                <a:cubicBezTo>
                  <a:pt x="104" y="118"/>
                  <a:pt x="105" y="119"/>
                  <a:pt x="105" y="118"/>
                </a:cubicBezTo>
                <a:cubicBezTo>
                  <a:pt x="105" y="118"/>
                  <a:pt x="105" y="117"/>
                  <a:pt x="106" y="117"/>
                </a:cubicBezTo>
                <a:cubicBezTo>
                  <a:pt x="107" y="117"/>
                  <a:pt x="107" y="117"/>
                  <a:pt x="107" y="117"/>
                </a:cubicBezTo>
                <a:cubicBezTo>
                  <a:pt x="107" y="117"/>
                  <a:pt x="107" y="116"/>
                  <a:pt x="107" y="116"/>
                </a:cubicBezTo>
                <a:cubicBezTo>
                  <a:pt x="107" y="115"/>
                  <a:pt x="108" y="116"/>
                  <a:pt x="108" y="115"/>
                </a:cubicBezTo>
                <a:cubicBezTo>
                  <a:pt x="108" y="115"/>
                  <a:pt x="108" y="115"/>
                  <a:pt x="108" y="115"/>
                </a:cubicBezTo>
                <a:cubicBezTo>
                  <a:pt x="109" y="114"/>
                  <a:pt x="108" y="114"/>
                  <a:pt x="108" y="114"/>
                </a:cubicBezTo>
                <a:cubicBezTo>
                  <a:pt x="108" y="114"/>
                  <a:pt x="109" y="113"/>
                  <a:pt x="108" y="112"/>
                </a:cubicBezTo>
                <a:cubicBezTo>
                  <a:pt x="108" y="110"/>
                  <a:pt x="108" y="110"/>
                  <a:pt x="108" y="110"/>
                </a:cubicBezTo>
                <a:cubicBezTo>
                  <a:pt x="108" y="109"/>
                  <a:pt x="109" y="109"/>
                  <a:pt x="109" y="109"/>
                </a:cubicBezTo>
                <a:cubicBezTo>
                  <a:pt x="110" y="109"/>
                  <a:pt x="111" y="109"/>
                  <a:pt x="111" y="109"/>
                </a:cubicBezTo>
                <a:cubicBezTo>
                  <a:pt x="111" y="109"/>
                  <a:pt x="112" y="108"/>
                  <a:pt x="112" y="108"/>
                </a:cubicBezTo>
                <a:cubicBezTo>
                  <a:pt x="113" y="107"/>
                  <a:pt x="114" y="108"/>
                  <a:pt x="114" y="108"/>
                </a:cubicBezTo>
                <a:cubicBezTo>
                  <a:pt x="114" y="108"/>
                  <a:pt x="114" y="108"/>
                  <a:pt x="114" y="108"/>
                </a:cubicBezTo>
                <a:cubicBezTo>
                  <a:pt x="115" y="109"/>
                  <a:pt x="115" y="109"/>
                  <a:pt x="115" y="109"/>
                </a:cubicBezTo>
                <a:cubicBezTo>
                  <a:pt x="115" y="102"/>
                  <a:pt x="115" y="102"/>
                  <a:pt x="115" y="102"/>
                </a:cubicBezTo>
                <a:cubicBezTo>
                  <a:pt x="115" y="97"/>
                  <a:pt x="115" y="92"/>
                  <a:pt x="113" y="87"/>
                </a:cubicBezTo>
                <a:cubicBezTo>
                  <a:pt x="112" y="82"/>
                  <a:pt x="114" y="75"/>
                  <a:pt x="115" y="70"/>
                </a:cubicBezTo>
                <a:cubicBezTo>
                  <a:pt x="116" y="70"/>
                  <a:pt x="116" y="70"/>
                  <a:pt x="116" y="70"/>
                </a:cubicBezTo>
                <a:cubicBezTo>
                  <a:pt x="117" y="68"/>
                  <a:pt x="117" y="67"/>
                  <a:pt x="118" y="65"/>
                </a:cubicBezTo>
                <a:cubicBezTo>
                  <a:pt x="119" y="64"/>
                  <a:pt x="120" y="63"/>
                  <a:pt x="120" y="61"/>
                </a:cubicBezTo>
                <a:cubicBezTo>
                  <a:pt x="121" y="59"/>
                  <a:pt x="120" y="55"/>
                  <a:pt x="124" y="55"/>
                </a:cubicBezTo>
                <a:cubicBezTo>
                  <a:pt x="124" y="54"/>
                  <a:pt x="125" y="54"/>
                  <a:pt x="126" y="52"/>
                </a:cubicBezTo>
                <a:cubicBezTo>
                  <a:pt x="126" y="50"/>
                  <a:pt x="128" y="51"/>
                  <a:pt x="130" y="50"/>
                </a:cubicBezTo>
                <a:cubicBezTo>
                  <a:pt x="130" y="45"/>
                  <a:pt x="136" y="42"/>
                  <a:pt x="138" y="38"/>
                </a:cubicBezTo>
                <a:cubicBezTo>
                  <a:pt x="139" y="37"/>
                  <a:pt x="139" y="36"/>
                  <a:pt x="139" y="35"/>
                </a:cubicBezTo>
                <a:cubicBezTo>
                  <a:pt x="140" y="35"/>
                  <a:pt x="140" y="35"/>
                  <a:pt x="140" y="35"/>
                </a:cubicBezTo>
                <a:cubicBezTo>
                  <a:pt x="139" y="34"/>
                  <a:pt x="139" y="33"/>
                  <a:pt x="139" y="33"/>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3" name="Rectangle 444">
            <a:extLst>
              <a:ext uri="{FF2B5EF4-FFF2-40B4-BE49-F238E27FC236}">
                <a16:creationId xmlns:a16="http://schemas.microsoft.com/office/drawing/2014/main" id="{6BDC70B8-E152-4A46-9F7C-25892EDABBE4}"/>
              </a:ext>
            </a:extLst>
          </p:cNvPr>
          <p:cNvSpPr>
            <a:spLocks noChangeArrowheads="1"/>
          </p:cNvSpPr>
          <p:nvPr/>
        </p:nvSpPr>
        <p:spPr bwMode="auto">
          <a:xfrm>
            <a:off x="2765534" y="3178414"/>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4" name="Freeform 445">
            <a:extLst>
              <a:ext uri="{FF2B5EF4-FFF2-40B4-BE49-F238E27FC236}">
                <a16:creationId xmlns:a16="http://schemas.microsoft.com/office/drawing/2014/main" id="{25B15E4C-B72B-40A0-8410-56052B36FAAB}"/>
              </a:ext>
            </a:extLst>
          </p:cNvPr>
          <p:cNvSpPr>
            <a:spLocks/>
          </p:cNvSpPr>
          <p:nvPr/>
        </p:nvSpPr>
        <p:spPr bwMode="auto">
          <a:xfrm>
            <a:off x="2781852" y="3255275"/>
            <a:ext cx="767958" cy="677956"/>
          </a:xfrm>
          <a:custGeom>
            <a:avLst/>
            <a:gdLst>
              <a:gd name="T0" fmla="*/ 317 w 338"/>
              <a:gd name="T1" fmla="*/ 205 h 309"/>
              <a:gd name="T2" fmla="*/ 325 w 338"/>
              <a:gd name="T3" fmla="*/ 189 h 309"/>
              <a:gd name="T4" fmla="*/ 311 w 338"/>
              <a:gd name="T5" fmla="*/ 168 h 309"/>
              <a:gd name="T6" fmla="*/ 280 w 338"/>
              <a:gd name="T7" fmla="*/ 151 h 309"/>
              <a:gd name="T8" fmla="*/ 252 w 338"/>
              <a:gd name="T9" fmla="*/ 139 h 309"/>
              <a:gd name="T10" fmla="*/ 217 w 338"/>
              <a:gd name="T11" fmla="*/ 125 h 309"/>
              <a:gd name="T12" fmla="*/ 189 w 338"/>
              <a:gd name="T13" fmla="*/ 112 h 309"/>
              <a:gd name="T14" fmla="*/ 173 w 338"/>
              <a:gd name="T15" fmla="*/ 97 h 309"/>
              <a:gd name="T16" fmla="*/ 148 w 338"/>
              <a:gd name="T17" fmla="*/ 87 h 309"/>
              <a:gd name="T18" fmla="*/ 129 w 338"/>
              <a:gd name="T19" fmla="*/ 82 h 309"/>
              <a:gd name="T20" fmla="*/ 95 w 338"/>
              <a:gd name="T21" fmla="*/ 69 h 309"/>
              <a:gd name="T22" fmla="*/ 78 w 338"/>
              <a:gd name="T23" fmla="*/ 46 h 309"/>
              <a:gd name="T24" fmla="*/ 42 w 338"/>
              <a:gd name="T25" fmla="*/ 37 h 309"/>
              <a:gd name="T26" fmla="*/ 43 w 338"/>
              <a:gd name="T27" fmla="*/ 8 h 309"/>
              <a:gd name="T28" fmla="*/ 14 w 338"/>
              <a:gd name="T29" fmla="*/ 17 h 309"/>
              <a:gd name="T30" fmla="*/ 1 w 338"/>
              <a:gd name="T31" fmla="*/ 52 h 309"/>
              <a:gd name="T32" fmla="*/ 5 w 338"/>
              <a:gd name="T33" fmla="*/ 76 h 309"/>
              <a:gd name="T34" fmla="*/ 8 w 338"/>
              <a:gd name="T35" fmla="*/ 79 h 309"/>
              <a:gd name="T36" fmla="*/ 9 w 338"/>
              <a:gd name="T37" fmla="*/ 88 h 309"/>
              <a:gd name="T38" fmla="*/ 17 w 338"/>
              <a:gd name="T39" fmla="*/ 105 h 309"/>
              <a:gd name="T40" fmla="*/ 20 w 338"/>
              <a:gd name="T41" fmla="*/ 119 h 309"/>
              <a:gd name="T42" fmla="*/ 19 w 338"/>
              <a:gd name="T43" fmla="*/ 119 h 309"/>
              <a:gd name="T44" fmla="*/ 19 w 338"/>
              <a:gd name="T45" fmla="*/ 119 h 309"/>
              <a:gd name="T46" fmla="*/ 19 w 338"/>
              <a:gd name="T47" fmla="*/ 119 h 309"/>
              <a:gd name="T48" fmla="*/ 14 w 338"/>
              <a:gd name="T49" fmla="*/ 120 h 309"/>
              <a:gd name="T50" fmla="*/ 13 w 338"/>
              <a:gd name="T51" fmla="*/ 120 h 309"/>
              <a:gd name="T52" fmla="*/ 13 w 338"/>
              <a:gd name="T53" fmla="*/ 120 h 309"/>
              <a:gd name="T54" fmla="*/ 14 w 338"/>
              <a:gd name="T55" fmla="*/ 142 h 309"/>
              <a:gd name="T56" fmla="*/ 20 w 338"/>
              <a:gd name="T57" fmla="*/ 161 h 309"/>
              <a:gd name="T58" fmla="*/ 26 w 338"/>
              <a:gd name="T59" fmla="*/ 171 h 309"/>
              <a:gd name="T60" fmla="*/ 45 w 338"/>
              <a:gd name="T61" fmla="*/ 167 h 309"/>
              <a:gd name="T62" fmla="*/ 71 w 338"/>
              <a:gd name="T63" fmla="*/ 174 h 309"/>
              <a:gd name="T64" fmla="*/ 87 w 338"/>
              <a:gd name="T65" fmla="*/ 199 h 309"/>
              <a:gd name="T66" fmla="*/ 72 w 338"/>
              <a:gd name="T67" fmla="*/ 224 h 309"/>
              <a:gd name="T68" fmla="*/ 51 w 338"/>
              <a:gd name="T69" fmla="*/ 238 h 309"/>
              <a:gd name="T70" fmla="*/ 42 w 338"/>
              <a:gd name="T71" fmla="*/ 265 h 309"/>
              <a:gd name="T72" fmla="*/ 62 w 338"/>
              <a:gd name="T73" fmla="*/ 292 h 309"/>
              <a:gd name="T74" fmla="*/ 76 w 338"/>
              <a:gd name="T75" fmla="*/ 286 h 309"/>
              <a:gd name="T76" fmla="*/ 66 w 338"/>
              <a:gd name="T77" fmla="*/ 265 h 309"/>
              <a:gd name="T78" fmla="*/ 71 w 338"/>
              <a:gd name="T79" fmla="*/ 240 h 309"/>
              <a:gd name="T80" fmla="*/ 74 w 338"/>
              <a:gd name="T81" fmla="*/ 247 h 309"/>
              <a:gd name="T82" fmla="*/ 79 w 338"/>
              <a:gd name="T83" fmla="*/ 250 h 309"/>
              <a:gd name="T84" fmla="*/ 95 w 338"/>
              <a:gd name="T85" fmla="*/ 252 h 309"/>
              <a:gd name="T86" fmla="*/ 106 w 338"/>
              <a:gd name="T87" fmla="*/ 256 h 309"/>
              <a:gd name="T88" fmla="*/ 140 w 338"/>
              <a:gd name="T89" fmla="*/ 243 h 309"/>
              <a:gd name="T90" fmla="*/ 142 w 338"/>
              <a:gd name="T91" fmla="*/ 261 h 309"/>
              <a:gd name="T92" fmla="*/ 153 w 338"/>
              <a:gd name="T93" fmla="*/ 259 h 309"/>
              <a:gd name="T94" fmla="*/ 164 w 338"/>
              <a:gd name="T95" fmla="*/ 257 h 309"/>
              <a:gd name="T96" fmla="*/ 164 w 338"/>
              <a:gd name="T97" fmla="*/ 268 h 309"/>
              <a:gd name="T98" fmla="*/ 191 w 338"/>
              <a:gd name="T99" fmla="*/ 257 h 309"/>
              <a:gd name="T100" fmla="*/ 206 w 338"/>
              <a:gd name="T101" fmla="*/ 263 h 309"/>
              <a:gd name="T102" fmla="*/ 229 w 338"/>
              <a:gd name="T103" fmla="*/ 281 h 309"/>
              <a:gd name="T104" fmla="*/ 252 w 338"/>
              <a:gd name="T105" fmla="*/ 282 h 309"/>
              <a:gd name="T106" fmla="*/ 252 w 338"/>
              <a:gd name="T107" fmla="*/ 296 h 309"/>
              <a:gd name="T108" fmla="*/ 283 w 338"/>
              <a:gd name="T109" fmla="*/ 297 h 309"/>
              <a:gd name="T110" fmla="*/ 280 w 338"/>
              <a:gd name="T111" fmla="*/ 259 h 309"/>
              <a:gd name="T112" fmla="*/ 313 w 338"/>
              <a:gd name="T113" fmla="*/ 23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8" h="309">
                <a:moveTo>
                  <a:pt x="333" y="226"/>
                </a:moveTo>
                <a:cubicBezTo>
                  <a:pt x="328" y="225"/>
                  <a:pt x="325" y="222"/>
                  <a:pt x="321" y="220"/>
                </a:cubicBezTo>
                <a:cubicBezTo>
                  <a:pt x="319" y="219"/>
                  <a:pt x="318" y="219"/>
                  <a:pt x="317" y="218"/>
                </a:cubicBezTo>
                <a:cubicBezTo>
                  <a:pt x="316" y="217"/>
                  <a:pt x="316" y="216"/>
                  <a:pt x="316" y="214"/>
                </a:cubicBezTo>
                <a:cubicBezTo>
                  <a:pt x="314" y="211"/>
                  <a:pt x="311" y="210"/>
                  <a:pt x="309" y="207"/>
                </a:cubicBezTo>
                <a:cubicBezTo>
                  <a:pt x="312" y="207"/>
                  <a:pt x="315" y="206"/>
                  <a:pt x="317" y="205"/>
                </a:cubicBezTo>
                <a:cubicBezTo>
                  <a:pt x="318" y="204"/>
                  <a:pt x="317" y="202"/>
                  <a:pt x="317" y="200"/>
                </a:cubicBezTo>
                <a:cubicBezTo>
                  <a:pt x="316" y="199"/>
                  <a:pt x="315" y="199"/>
                  <a:pt x="313" y="199"/>
                </a:cubicBezTo>
                <a:cubicBezTo>
                  <a:pt x="311" y="198"/>
                  <a:pt x="309" y="197"/>
                  <a:pt x="307" y="197"/>
                </a:cubicBezTo>
                <a:cubicBezTo>
                  <a:pt x="305" y="194"/>
                  <a:pt x="306" y="192"/>
                  <a:pt x="309" y="192"/>
                </a:cubicBezTo>
                <a:cubicBezTo>
                  <a:pt x="313" y="191"/>
                  <a:pt x="311" y="190"/>
                  <a:pt x="314" y="189"/>
                </a:cubicBezTo>
                <a:cubicBezTo>
                  <a:pt x="318" y="188"/>
                  <a:pt x="322" y="189"/>
                  <a:pt x="325" y="189"/>
                </a:cubicBezTo>
                <a:cubicBezTo>
                  <a:pt x="327" y="189"/>
                  <a:pt x="328" y="188"/>
                  <a:pt x="327" y="186"/>
                </a:cubicBezTo>
                <a:cubicBezTo>
                  <a:pt x="326" y="185"/>
                  <a:pt x="324" y="185"/>
                  <a:pt x="323" y="185"/>
                </a:cubicBezTo>
                <a:cubicBezTo>
                  <a:pt x="323" y="184"/>
                  <a:pt x="322" y="183"/>
                  <a:pt x="321" y="183"/>
                </a:cubicBezTo>
                <a:cubicBezTo>
                  <a:pt x="320" y="181"/>
                  <a:pt x="320" y="179"/>
                  <a:pt x="320" y="177"/>
                </a:cubicBezTo>
                <a:cubicBezTo>
                  <a:pt x="318" y="177"/>
                  <a:pt x="315" y="178"/>
                  <a:pt x="312" y="176"/>
                </a:cubicBezTo>
                <a:cubicBezTo>
                  <a:pt x="310" y="174"/>
                  <a:pt x="312" y="171"/>
                  <a:pt x="311" y="168"/>
                </a:cubicBezTo>
                <a:cubicBezTo>
                  <a:pt x="310" y="165"/>
                  <a:pt x="306" y="166"/>
                  <a:pt x="307" y="163"/>
                </a:cubicBezTo>
                <a:cubicBezTo>
                  <a:pt x="308" y="160"/>
                  <a:pt x="304" y="158"/>
                  <a:pt x="305" y="155"/>
                </a:cubicBezTo>
                <a:cubicBezTo>
                  <a:pt x="302" y="155"/>
                  <a:pt x="301" y="153"/>
                  <a:pt x="301" y="152"/>
                </a:cubicBezTo>
                <a:cubicBezTo>
                  <a:pt x="298" y="152"/>
                  <a:pt x="296" y="150"/>
                  <a:pt x="294" y="149"/>
                </a:cubicBezTo>
                <a:cubicBezTo>
                  <a:pt x="290" y="147"/>
                  <a:pt x="286" y="147"/>
                  <a:pt x="282" y="148"/>
                </a:cubicBezTo>
                <a:cubicBezTo>
                  <a:pt x="282" y="149"/>
                  <a:pt x="281" y="150"/>
                  <a:pt x="280" y="151"/>
                </a:cubicBezTo>
                <a:cubicBezTo>
                  <a:pt x="280" y="152"/>
                  <a:pt x="277" y="152"/>
                  <a:pt x="277" y="153"/>
                </a:cubicBezTo>
                <a:cubicBezTo>
                  <a:pt x="274" y="154"/>
                  <a:pt x="274" y="151"/>
                  <a:pt x="273" y="150"/>
                </a:cubicBezTo>
                <a:cubicBezTo>
                  <a:pt x="273" y="149"/>
                  <a:pt x="272" y="147"/>
                  <a:pt x="270" y="147"/>
                </a:cubicBezTo>
                <a:cubicBezTo>
                  <a:pt x="267" y="146"/>
                  <a:pt x="264" y="147"/>
                  <a:pt x="261" y="147"/>
                </a:cubicBezTo>
                <a:cubicBezTo>
                  <a:pt x="260" y="144"/>
                  <a:pt x="254" y="145"/>
                  <a:pt x="252" y="145"/>
                </a:cubicBezTo>
                <a:cubicBezTo>
                  <a:pt x="252" y="143"/>
                  <a:pt x="252" y="141"/>
                  <a:pt x="252" y="139"/>
                </a:cubicBezTo>
                <a:cubicBezTo>
                  <a:pt x="252" y="138"/>
                  <a:pt x="250" y="136"/>
                  <a:pt x="250" y="134"/>
                </a:cubicBezTo>
                <a:cubicBezTo>
                  <a:pt x="246" y="134"/>
                  <a:pt x="242" y="136"/>
                  <a:pt x="238" y="136"/>
                </a:cubicBezTo>
                <a:cubicBezTo>
                  <a:pt x="236" y="135"/>
                  <a:pt x="236" y="134"/>
                  <a:pt x="235" y="132"/>
                </a:cubicBezTo>
                <a:cubicBezTo>
                  <a:pt x="233" y="131"/>
                  <a:pt x="232" y="131"/>
                  <a:pt x="230" y="130"/>
                </a:cubicBezTo>
                <a:cubicBezTo>
                  <a:pt x="227" y="129"/>
                  <a:pt x="224" y="127"/>
                  <a:pt x="221" y="125"/>
                </a:cubicBezTo>
                <a:cubicBezTo>
                  <a:pt x="219" y="124"/>
                  <a:pt x="219" y="124"/>
                  <a:pt x="217" y="125"/>
                </a:cubicBezTo>
                <a:cubicBezTo>
                  <a:pt x="216" y="126"/>
                  <a:pt x="215" y="128"/>
                  <a:pt x="213" y="127"/>
                </a:cubicBezTo>
                <a:cubicBezTo>
                  <a:pt x="212" y="125"/>
                  <a:pt x="209" y="124"/>
                  <a:pt x="207" y="123"/>
                </a:cubicBezTo>
                <a:cubicBezTo>
                  <a:pt x="205" y="122"/>
                  <a:pt x="203" y="122"/>
                  <a:pt x="201" y="121"/>
                </a:cubicBezTo>
                <a:cubicBezTo>
                  <a:pt x="201" y="120"/>
                  <a:pt x="201" y="119"/>
                  <a:pt x="201" y="119"/>
                </a:cubicBezTo>
                <a:cubicBezTo>
                  <a:pt x="199" y="118"/>
                  <a:pt x="197" y="117"/>
                  <a:pt x="195" y="115"/>
                </a:cubicBezTo>
                <a:cubicBezTo>
                  <a:pt x="193" y="113"/>
                  <a:pt x="192" y="111"/>
                  <a:pt x="189" y="112"/>
                </a:cubicBezTo>
                <a:cubicBezTo>
                  <a:pt x="189" y="113"/>
                  <a:pt x="189" y="113"/>
                  <a:pt x="189" y="113"/>
                </a:cubicBezTo>
                <a:cubicBezTo>
                  <a:pt x="186" y="113"/>
                  <a:pt x="187" y="108"/>
                  <a:pt x="187" y="107"/>
                </a:cubicBezTo>
                <a:cubicBezTo>
                  <a:pt x="186" y="105"/>
                  <a:pt x="185" y="103"/>
                  <a:pt x="183" y="102"/>
                </a:cubicBezTo>
                <a:cubicBezTo>
                  <a:pt x="182" y="101"/>
                  <a:pt x="181" y="102"/>
                  <a:pt x="179" y="101"/>
                </a:cubicBezTo>
                <a:cubicBezTo>
                  <a:pt x="178" y="100"/>
                  <a:pt x="178" y="100"/>
                  <a:pt x="176" y="99"/>
                </a:cubicBezTo>
                <a:cubicBezTo>
                  <a:pt x="175" y="99"/>
                  <a:pt x="174" y="97"/>
                  <a:pt x="173" y="97"/>
                </a:cubicBezTo>
                <a:cubicBezTo>
                  <a:pt x="172" y="97"/>
                  <a:pt x="170" y="97"/>
                  <a:pt x="169" y="97"/>
                </a:cubicBezTo>
                <a:cubicBezTo>
                  <a:pt x="169" y="96"/>
                  <a:pt x="169" y="95"/>
                  <a:pt x="169" y="95"/>
                </a:cubicBezTo>
                <a:cubicBezTo>
                  <a:pt x="164" y="95"/>
                  <a:pt x="162" y="92"/>
                  <a:pt x="159" y="89"/>
                </a:cubicBezTo>
                <a:cubicBezTo>
                  <a:pt x="158" y="88"/>
                  <a:pt x="157" y="86"/>
                  <a:pt x="155" y="86"/>
                </a:cubicBezTo>
                <a:cubicBezTo>
                  <a:pt x="152" y="86"/>
                  <a:pt x="153" y="89"/>
                  <a:pt x="153" y="91"/>
                </a:cubicBezTo>
                <a:cubicBezTo>
                  <a:pt x="151" y="91"/>
                  <a:pt x="150" y="88"/>
                  <a:pt x="148" y="87"/>
                </a:cubicBezTo>
                <a:cubicBezTo>
                  <a:pt x="146" y="86"/>
                  <a:pt x="145" y="88"/>
                  <a:pt x="143" y="86"/>
                </a:cubicBezTo>
                <a:cubicBezTo>
                  <a:pt x="142" y="85"/>
                  <a:pt x="142" y="84"/>
                  <a:pt x="142" y="83"/>
                </a:cubicBezTo>
                <a:cubicBezTo>
                  <a:pt x="141" y="82"/>
                  <a:pt x="140" y="81"/>
                  <a:pt x="139" y="81"/>
                </a:cubicBezTo>
                <a:cubicBezTo>
                  <a:pt x="137" y="82"/>
                  <a:pt x="137" y="84"/>
                  <a:pt x="136" y="85"/>
                </a:cubicBezTo>
                <a:cubicBezTo>
                  <a:pt x="135" y="86"/>
                  <a:pt x="133" y="85"/>
                  <a:pt x="132" y="85"/>
                </a:cubicBezTo>
                <a:cubicBezTo>
                  <a:pt x="133" y="82"/>
                  <a:pt x="129" y="84"/>
                  <a:pt x="129" y="82"/>
                </a:cubicBezTo>
                <a:cubicBezTo>
                  <a:pt x="128" y="81"/>
                  <a:pt x="127" y="81"/>
                  <a:pt x="126" y="82"/>
                </a:cubicBezTo>
                <a:cubicBezTo>
                  <a:pt x="126" y="80"/>
                  <a:pt x="126" y="79"/>
                  <a:pt x="126" y="77"/>
                </a:cubicBezTo>
                <a:cubicBezTo>
                  <a:pt x="123" y="77"/>
                  <a:pt x="120" y="79"/>
                  <a:pt x="116" y="78"/>
                </a:cubicBezTo>
                <a:cubicBezTo>
                  <a:pt x="113" y="77"/>
                  <a:pt x="111" y="77"/>
                  <a:pt x="108" y="77"/>
                </a:cubicBezTo>
                <a:cubicBezTo>
                  <a:pt x="108" y="74"/>
                  <a:pt x="107" y="74"/>
                  <a:pt x="104" y="73"/>
                </a:cubicBezTo>
                <a:cubicBezTo>
                  <a:pt x="101" y="72"/>
                  <a:pt x="98" y="69"/>
                  <a:pt x="95" y="69"/>
                </a:cubicBezTo>
                <a:cubicBezTo>
                  <a:pt x="95" y="66"/>
                  <a:pt x="95" y="64"/>
                  <a:pt x="90" y="63"/>
                </a:cubicBezTo>
                <a:cubicBezTo>
                  <a:pt x="87" y="63"/>
                  <a:pt x="83" y="65"/>
                  <a:pt x="83" y="61"/>
                </a:cubicBezTo>
                <a:cubicBezTo>
                  <a:pt x="80" y="60"/>
                  <a:pt x="80" y="57"/>
                  <a:pt x="77" y="56"/>
                </a:cubicBezTo>
                <a:cubicBezTo>
                  <a:pt x="77" y="55"/>
                  <a:pt x="78" y="54"/>
                  <a:pt x="78" y="53"/>
                </a:cubicBezTo>
                <a:cubicBezTo>
                  <a:pt x="80" y="53"/>
                  <a:pt x="85" y="53"/>
                  <a:pt x="85" y="51"/>
                </a:cubicBezTo>
                <a:cubicBezTo>
                  <a:pt x="84" y="49"/>
                  <a:pt x="79" y="47"/>
                  <a:pt x="78" y="46"/>
                </a:cubicBezTo>
                <a:cubicBezTo>
                  <a:pt x="75" y="44"/>
                  <a:pt x="71" y="41"/>
                  <a:pt x="68" y="38"/>
                </a:cubicBezTo>
                <a:cubicBezTo>
                  <a:pt x="66" y="36"/>
                  <a:pt x="66" y="33"/>
                  <a:pt x="63" y="31"/>
                </a:cubicBezTo>
                <a:cubicBezTo>
                  <a:pt x="60" y="29"/>
                  <a:pt x="58" y="32"/>
                  <a:pt x="55" y="31"/>
                </a:cubicBezTo>
                <a:cubicBezTo>
                  <a:pt x="53" y="31"/>
                  <a:pt x="53" y="34"/>
                  <a:pt x="51" y="35"/>
                </a:cubicBezTo>
                <a:cubicBezTo>
                  <a:pt x="48" y="36"/>
                  <a:pt x="49" y="38"/>
                  <a:pt x="47" y="40"/>
                </a:cubicBezTo>
                <a:cubicBezTo>
                  <a:pt x="45" y="41"/>
                  <a:pt x="43" y="37"/>
                  <a:pt x="42" y="37"/>
                </a:cubicBezTo>
                <a:cubicBezTo>
                  <a:pt x="43" y="35"/>
                  <a:pt x="42" y="33"/>
                  <a:pt x="42" y="32"/>
                </a:cubicBezTo>
                <a:cubicBezTo>
                  <a:pt x="40" y="33"/>
                  <a:pt x="36" y="34"/>
                  <a:pt x="33" y="33"/>
                </a:cubicBezTo>
                <a:cubicBezTo>
                  <a:pt x="32" y="32"/>
                  <a:pt x="32" y="28"/>
                  <a:pt x="31" y="26"/>
                </a:cubicBezTo>
                <a:cubicBezTo>
                  <a:pt x="29" y="23"/>
                  <a:pt x="33" y="20"/>
                  <a:pt x="35" y="18"/>
                </a:cubicBezTo>
                <a:cubicBezTo>
                  <a:pt x="37" y="16"/>
                  <a:pt x="38" y="12"/>
                  <a:pt x="39" y="9"/>
                </a:cubicBezTo>
                <a:cubicBezTo>
                  <a:pt x="40" y="9"/>
                  <a:pt x="41" y="8"/>
                  <a:pt x="43" y="8"/>
                </a:cubicBezTo>
                <a:cubicBezTo>
                  <a:pt x="39" y="6"/>
                  <a:pt x="35" y="6"/>
                  <a:pt x="32" y="3"/>
                </a:cubicBezTo>
                <a:cubicBezTo>
                  <a:pt x="31" y="2"/>
                  <a:pt x="29" y="1"/>
                  <a:pt x="28" y="0"/>
                </a:cubicBezTo>
                <a:cubicBezTo>
                  <a:pt x="27" y="0"/>
                  <a:pt x="27" y="0"/>
                  <a:pt x="27" y="0"/>
                </a:cubicBezTo>
                <a:cubicBezTo>
                  <a:pt x="27" y="1"/>
                  <a:pt x="27" y="2"/>
                  <a:pt x="26" y="3"/>
                </a:cubicBezTo>
                <a:cubicBezTo>
                  <a:pt x="24" y="7"/>
                  <a:pt x="18" y="10"/>
                  <a:pt x="18" y="15"/>
                </a:cubicBezTo>
                <a:cubicBezTo>
                  <a:pt x="16" y="16"/>
                  <a:pt x="14" y="15"/>
                  <a:pt x="14" y="17"/>
                </a:cubicBezTo>
                <a:cubicBezTo>
                  <a:pt x="13" y="19"/>
                  <a:pt x="12" y="19"/>
                  <a:pt x="12" y="20"/>
                </a:cubicBezTo>
                <a:cubicBezTo>
                  <a:pt x="8" y="20"/>
                  <a:pt x="9" y="24"/>
                  <a:pt x="8" y="26"/>
                </a:cubicBezTo>
                <a:cubicBezTo>
                  <a:pt x="8" y="28"/>
                  <a:pt x="7" y="29"/>
                  <a:pt x="6" y="30"/>
                </a:cubicBezTo>
                <a:cubicBezTo>
                  <a:pt x="5" y="32"/>
                  <a:pt x="5" y="33"/>
                  <a:pt x="4" y="35"/>
                </a:cubicBezTo>
                <a:cubicBezTo>
                  <a:pt x="3" y="35"/>
                  <a:pt x="3" y="35"/>
                  <a:pt x="3" y="35"/>
                </a:cubicBezTo>
                <a:cubicBezTo>
                  <a:pt x="2" y="40"/>
                  <a:pt x="0" y="47"/>
                  <a:pt x="1" y="52"/>
                </a:cubicBezTo>
                <a:cubicBezTo>
                  <a:pt x="3" y="57"/>
                  <a:pt x="3" y="62"/>
                  <a:pt x="3" y="67"/>
                </a:cubicBezTo>
                <a:cubicBezTo>
                  <a:pt x="3" y="74"/>
                  <a:pt x="3" y="74"/>
                  <a:pt x="3" y="74"/>
                </a:cubicBezTo>
                <a:cubicBezTo>
                  <a:pt x="4" y="74"/>
                  <a:pt x="4" y="73"/>
                  <a:pt x="5" y="73"/>
                </a:cubicBezTo>
                <a:cubicBezTo>
                  <a:pt x="6" y="74"/>
                  <a:pt x="6" y="74"/>
                  <a:pt x="6" y="74"/>
                </a:cubicBezTo>
                <a:cubicBezTo>
                  <a:pt x="6" y="76"/>
                  <a:pt x="5" y="75"/>
                  <a:pt x="5" y="75"/>
                </a:cubicBezTo>
                <a:cubicBezTo>
                  <a:pt x="5" y="76"/>
                  <a:pt x="5" y="76"/>
                  <a:pt x="5" y="76"/>
                </a:cubicBezTo>
                <a:cubicBezTo>
                  <a:pt x="6" y="76"/>
                  <a:pt x="6" y="76"/>
                  <a:pt x="6" y="76"/>
                </a:cubicBezTo>
                <a:cubicBezTo>
                  <a:pt x="6" y="77"/>
                  <a:pt x="6" y="77"/>
                  <a:pt x="6" y="77"/>
                </a:cubicBezTo>
                <a:cubicBezTo>
                  <a:pt x="6" y="77"/>
                  <a:pt x="6" y="77"/>
                  <a:pt x="6" y="77"/>
                </a:cubicBezTo>
                <a:cubicBezTo>
                  <a:pt x="7" y="78"/>
                  <a:pt x="7" y="78"/>
                  <a:pt x="7" y="78"/>
                </a:cubicBezTo>
                <a:cubicBezTo>
                  <a:pt x="7" y="78"/>
                  <a:pt x="7" y="78"/>
                  <a:pt x="7" y="78"/>
                </a:cubicBezTo>
                <a:cubicBezTo>
                  <a:pt x="7" y="79"/>
                  <a:pt x="8" y="79"/>
                  <a:pt x="8" y="79"/>
                </a:cubicBezTo>
                <a:cubicBezTo>
                  <a:pt x="8" y="80"/>
                  <a:pt x="9" y="79"/>
                  <a:pt x="9" y="79"/>
                </a:cubicBezTo>
                <a:cubicBezTo>
                  <a:pt x="9" y="81"/>
                  <a:pt x="9" y="81"/>
                  <a:pt x="9" y="81"/>
                </a:cubicBezTo>
                <a:cubicBezTo>
                  <a:pt x="9" y="81"/>
                  <a:pt x="9" y="82"/>
                  <a:pt x="9" y="82"/>
                </a:cubicBezTo>
                <a:cubicBezTo>
                  <a:pt x="9" y="83"/>
                  <a:pt x="11" y="83"/>
                  <a:pt x="9" y="84"/>
                </a:cubicBezTo>
                <a:cubicBezTo>
                  <a:pt x="8" y="84"/>
                  <a:pt x="8" y="85"/>
                  <a:pt x="9" y="86"/>
                </a:cubicBezTo>
                <a:cubicBezTo>
                  <a:pt x="10" y="87"/>
                  <a:pt x="10" y="88"/>
                  <a:pt x="9" y="88"/>
                </a:cubicBezTo>
                <a:cubicBezTo>
                  <a:pt x="9" y="88"/>
                  <a:pt x="9" y="88"/>
                  <a:pt x="9" y="88"/>
                </a:cubicBezTo>
                <a:cubicBezTo>
                  <a:pt x="9" y="89"/>
                  <a:pt x="10" y="89"/>
                  <a:pt x="10" y="90"/>
                </a:cubicBezTo>
                <a:cubicBezTo>
                  <a:pt x="11" y="92"/>
                  <a:pt x="10" y="94"/>
                  <a:pt x="12" y="96"/>
                </a:cubicBezTo>
                <a:cubicBezTo>
                  <a:pt x="14" y="99"/>
                  <a:pt x="16" y="101"/>
                  <a:pt x="17" y="104"/>
                </a:cubicBezTo>
                <a:cubicBezTo>
                  <a:pt x="17" y="104"/>
                  <a:pt x="17" y="104"/>
                  <a:pt x="17" y="104"/>
                </a:cubicBezTo>
                <a:cubicBezTo>
                  <a:pt x="17" y="105"/>
                  <a:pt x="17" y="105"/>
                  <a:pt x="17" y="105"/>
                </a:cubicBezTo>
                <a:cubicBezTo>
                  <a:pt x="19" y="108"/>
                  <a:pt x="19" y="110"/>
                  <a:pt x="19" y="113"/>
                </a:cubicBezTo>
                <a:cubicBezTo>
                  <a:pt x="19" y="114"/>
                  <a:pt x="19" y="114"/>
                  <a:pt x="19" y="114"/>
                </a:cubicBezTo>
                <a:cubicBezTo>
                  <a:pt x="19" y="115"/>
                  <a:pt x="19" y="116"/>
                  <a:pt x="20" y="116"/>
                </a:cubicBezTo>
                <a:cubicBezTo>
                  <a:pt x="20" y="117"/>
                  <a:pt x="20" y="117"/>
                  <a:pt x="20" y="117"/>
                </a:cubicBezTo>
                <a:cubicBezTo>
                  <a:pt x="20" y="118"/>
                  <a:pt x="20" y="118"/>
                  <a:pt x="20" y="119"/>
                </a:cubicBezTo>
                <a:cubicBezTo>
                  <a:pt x="20" y="119"/>
                  <a:pt x="20" y="119"/>
                  <a:pt x="20" y="119"/>
                </a:cubicBezTo>
                <a:cubicBezTo>
                  <a:pt x="20" y="119"/>
                  <a:pt x="20" y="119"/>
                  <a:pt x="20"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7" y="120"/>
                  <a:pt x="15" y="119"/>
                  <a:pt x="14" y="120"/>
                </a:cubicBezTo>
                <a:cubicBezTo>
                  <a:pt x="14" y="120"/>
                  <a:pt x="14" y="120"/>
                  <a:pt x="14" y="120"/>
                </a:cubicBezTo>
                <a:cubicBezTo>
                  <a:pt x="14" y="120"/>
                  <a:pt x="14" y="120"/>
                  <a:pt x="14" y="120"/>
                </a:cubicBezTo>
                <a:cubicBezTo>
                  <a:pt x="14" y="120"/>
                  <a:pt x="14" y="120"/>
                  <a:pt x="14"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5" y="122"/>
                  <a:pt x="14" y="122"/>
                  <a:pt x="12" y="124"/>
                </a:cubicBezTo>
                <a:cubicBezTo>
                  <a:pt x="7" y="129"/>
                  <a:pt x="14" y="137"/>
                  <a:pt x="14" y="142"/>
                </a:cubicBezTo>
                <a:cubicBezTo>
                  <a:pt x="14" y="145"/>
                  <a:pt x="18" y="145"/>
                  <a:pt x="20" y="146"/>
                </a:cubicBezTo>
                <a:cubicBezTo>
                  <a:pt x="21" y="146"/>
                  <a:pt x="22" y="146"/>
                  <a:pt x="23" y="147"/>
                </a:cubicBezTo>
                <a:cubicBezTo>
                  <a:pt x="25" y="149"/>
                  <a:pt x="21" y="149"/>
                  <a:pt x="21" y="149"/>
                </a:cubicBezTo>
                <a:cubicBezTo>
                  <a:pt x="21" y="152"/>
                  <a:pt x="26" y="149"/>
                  <a:pt x="25" y="154"/>
                </a:cubicBezTo>
                <a:cubicBezTo>
                  <a:pt x="23" y="154"/>
                  <a:pt x="23" y="155"/>
                  <a:pt x="23" y="156"/>
                </a:cubicBezTo>
                <a:cubicBezTo>
                  <a:pt x="20" y="156"/>
                  <a:pt x="20" y="158"/>
                  <a:pt x="20" y="161"/>
                </a:cubicBezTo>
                <a:cubicBezTo>
                  <a:pt x="23" y="161"/>
                  <a:pt x="28" y="160"/>
                  <a:pt x="29" y="164"/>
                </a:cubicBezTo>
                <a:cubicBezTo>
                  <a:pt x="27" y="164"/>
                  <a:pt x="23" y="164"/>
                  <a:pt x="23" y="166"/>
                </a:cubicBezTo>
                <a:cubicBezTo>
                  <a:pt x="21" y="166"/>
                  <a:pt x="19" y="166"/>
                  <a:pt x="17" y="166"/>
                </a:cubicBezTo>
                <a:cubicBezTo>
                  <a:pt x="17" y="167"/>
                  <a:pt x="17" y="167"/>
                  <a:pt x="17" y="167"/>
                </a:cubicBezTo>
                <a:cubicBezTo>
                  <a:pt x="13" y="167"/>
                  <a:pt x="11" y="175"/>
                  <a:pt x="15" y="175"/>
                </a:cubicBezTo>
                <a:cubicBezTo>
                  <a:pt x="14" y="168"/>
                  <a:pt x="21" y="171"/>
                  <a:pt x="26" y="171"/>
                </a:cubicBezTo>
                <a:cubicBezTo>
                  <a:pt x="26" y="169"/>
                  <a:pt x="26" y="168"/>
                  <a:pt x="26" y="167"/>
                </a:cubicBezTo>
                <a:cubicBezTo>
                  <a:pt x="29" y="167"/>
                  <a:pt x="31" y="167"/>
                  <a:pt x="33" y="169"/>
                </a:cubicBezTo>
                <a:cubicBezTo>
                  <a:pt x="34" y="171"/>
                  <a:pt x="37" y="167"/>
                  <a:pt x="39" y="167"/>
                </a:cubicBezTo>
                <a:cubicBezTo>
                  <a:pt x="40" y="169"/>
                  <a:pt x="40" y="171"/>
                  <a:pt x="42" y="171"/>
                </a:cubicBezTo>
                <a:cubicBezTo>
                  <a:pt x="42" y="170"/>
                  <a:pt x="43" y="168"/>
                  <a:pt x="43" y="167"/>
                </a:cubicBezTo>
                <a:cubicBezTo>
                  <a:pt x="44" y="167"/>
                  <a:pt x="44" y="167"/>
                  <a:pt x="45" y="167"/>
                </a:cubicBezTo>
                <a:cubicBezTo>
                  <a:pt x="45" y="166"/>
                  <a:pt x="46" y="165"/>
                  <a:pt x="47" y="165"/>
                </a:cubicBezTo>
                <a:cubicBezTo>
                  <a:pt x="47" y="167"/>
                  <a:pt x="49" y="169"/>
                  <a:pt x="50" y="169"/>
                </a:cubicBezTo>
                <a:cubicBezTo>
                  <a:pt x="49" y="170"/>
                  <a:pt x="49" y="172"/>
                  <a:pt x="51" y="172"/>
                </a:cubicBezTo>
                <a:cubicBezTo>
                  <a:pt x="53" y="173"/>
                  <a:pt x="55" y="172"/>
                  <a:pt x="57" y="172"/>
                </a:cubicBezTo>
                <a:cubicBezTo>
                  <a:pt x="59" y="172"/>
                  <a:pt x="61" y="174"/>
                  <a:pt x="64" y="174"/>
                </a:cubicBezTo>
                <a:cubicBezTo>
                  <a:pt x="66" y="174"/>
                  <a:pt x="68" y="174"/>
                  <a:pt x="71" y="174"/>
                </a:cubicBezTo>
                <a:cubicBezTo>
                  <a:pt x="71" y="173"/>
                  <a:pt x="71" y="173"/>
                  <a:pt x="71" y="173"/>
                </a:cubicBezTo>
                <a:cubicBezTo>
                  <a:pt x="75" y="173"/>
                  <a:pt x="76" y="174"/>
                  <a:pt x="78" y="176"/>
                </a:cubicBezTo>
                <a:cubicBezTo>
                  <a:pt x="78" y="178"/>
                  <a:pt x="80" y="178"/>
                  <a:pt x="82" y="179"/>
                </a:cubicBezTo>
                <a:cubicBezTo>
                  <a:pt x="84" y="179"/>
                  <a:pt x="84" y="181"/>
                  <a:pt x="84" y="183"/>
                </a:cubicBezTo>
                <a:cubicBezTo>
                  <a:pt x="84" y="186"/>
                  <a:pt x="86" y="188"/>
                  <a:pt x="87" y="190"/>
                </a:cubicBezTo>
                <a:cubicBezTo>
                  <a:pt x="89" y="193"/>
                  <a:pt x="87" y="196"/>
                  <a:pt x="87" y="199"/>
                </a:cubicBezTo>
                <a:cubicBezTo>
                  <a:pt x="83" y="200"/>
                  <a:pt x="85" y="203"/>
                  <a:pt x="83" y="203"/>
                </a:cubicBezTo>
                <a:cubicBezTo>
                  <a:pt x="82" y="205"/>
                  <a:pt x="83" y="206"/>
                  <a:pt x="82" y="208"/>
                </a:cubicBezTo>
                <a:cubicBezTo>
                  <a:pt x="80" y="209"/>
                  <a:pt x="80" y="213"/>
                  <a:pt x="78" y="215"/>
                </a:cubicBezTo>
                <a:cubicBezTo>
                  <a:pt x="77" y="217"/>
                  <a:pt x="75" y="219"/>
                  <a:pt x="75" y="221"/>
                </a:cubicBezTo>
                <a:cubicBezTo>
                  <a:pt x="73" y="219"/>
                  <a:pt x="73" y="223"/>
                  <a:pt x="73" y="224"/>
                </a:cubicBezTo>
                <a:cubicBezTo>
                  <a:pt x="72" y="224"/>
                  <a:pt x="72" y="224"/>
                  <a:pt x="72" y="224"/>
                </a:cubicBezTo>
                <a:cubicBezTo>
                  <a:pt x="72" y="226"/>
                  <a:pt x="75" y="228"/>
                  <a:pt x="74" y="229"/>
                </a:cubicBezTo>
                <a:cubicBezTo>
                  <a:pt x="73" y="231"/>
                  <a:pt x="72" y="230"/>
                  <a:pt x="70" y="230"/>
                </a:cubicBezTo>
                <a:cubicBezTo>
                  <a:pt x="69" y="230"/>
                  <a:pt x="68" y="231"/>
                  <a:pt x="67" y="232"/>
                </a:cubicBezTo>
                <a:cubicBezTo>
                  <a:pt x="64" y="233"/>
                  <a:pt x="61" y="232"/>
                  <a:pt x="58" y="232"/>
                </a:cubicBezTo>
                <a:cubicBezTo>
                  <a:pt x="55" y="232"/>
                  <a:pt x="56" y="236"/>
                  <a:pt x="55" y="238"/>
                </a:cubicBezTo>
                <a:cubicBezTo>
                  <a:pt x="54" y="238"/>
                  <a:pt x="52" y="237"/>
                  <a:pt x="51" y="238"/>
                </a:cubicBezTo>
                <a:cubicBezTo>
                  <a:pt x="51" y="239"/>
                  <a:pt x="51" y="241"/>
                  <a:pt x="51" y="242"/>
                </a:cubicBezTo>
                <a:cubicBezTo>
                  <a:pt x="51" y="244"/>
                  <a:pt x="50" y="249"/>
                  <a:pt x="54" y="249"/>
                </a:cubicBezTo>
                <a:cubicBezTo>
                  <a:pt x="54" y="250"/>
                  <a:pt x="55" y="251"/>
                  <a:pt x="55" y="253"/>
                </a:cubicBezTo>
                <a:cubicBezTo>
                  <a:pt x="52" y="252"/>
                  <a:pt x="53" y="256"/>
                  <a:pt x="50" y="255"/>
                </a:cubicBezTo>
                <a:cubicBezTo>
                  <a:pt x="50" y="258"/>
                  <a:pt x="50" y="260"/>
                  <a:pt x="48" y="262"/>
                </a:cubicBezTo>
                <a:cubicBezTo>
                  <a:pt x="47" y="263"/>
                  <a:pt x="44" y="265"/>
                  <a:pt x="42" y="265"/>
                </a:cubicBezTo>
                <a:cubicBezTo>
                  <a:pt x="42" y="268"/>
                  <a:pt x="51" y="280"/>
                  <a:pt x="45" y="282"/>
                </a:cubicBezTo>
                <a:cubicBezTo>
                  <a:pt x="44" y="284"/>
                  <a:pt x="46" y="284"/>
                  <a:pt x="48" y="285"/>
                </a:cubicBezTo>
                <a:cubicBezTo>
                  <a:pt x="53" y="286"/>
                  <a:pt x="50" y="291"/>
                  <a:pt x="50" y="294"/>
                </a:cubicBezTo>
                <a:cubicBezTo>
                  <a:pt x="51" y="294"/>
                  <a:pt x="52" y="295"/>
                  <a:pt x="54" y="295"/>
                </a:cubicBezTo>
                <a:cubicBezTo>
                  <a:pt x="54" y="292"/>
                  <a:pt x="54" y="290"/>
                  <a:pt x="57" y="289"/>
                </a:cubicBezTo>
                <a:cubicBezTo>
                  <a:pt x="57" y="292"/>
                  <a:pt x="60" y="290"/>
                  <a:pt x="62" y="292"/>
                </a:cubicBezTo>
                <a:cubicBezTo>
                  <a:pt x="64" y="293"/>
                  <a:pt x="62" y="298"/>
                  <a:pt x="66" y="298"/>
                </a:cubicBezTo>
                <a:cubicBezTo>
                  <a:pt x="66" y="298"/>
                  <a:pt x="67" y="297"/>
                  <a:pt x="66" y="297"/>
                </a:cubicBezTo>
                <a:cubicBezTo>
                  <a:pt x="68" y="296"/>
                  <a:pt x="71" y="296"/>
                  <a:pt x="71" y="299"/>
                </a:cubicBezTo>
                <a:cubicBezTo>
                  <a:pt x="74" y="298"/>
                  <a:pt x="75" y="296"/>
                  <a:pt x="78" y="295"/>
                </a:cubicBezTo>
                <a:cubicBezTo>
                  <a:pt x="78" y="293"/>
                  <a:pt x="79" y="291"/>
                  <a:pt x="80" y="290"/>
                </a:cubicBezTo>
                <a:cubicBezTo>
                  <a:pt x="79" y="289"/>
                  <a:pt x="78" y="287"/>
                  <a:pt x="76" y="286"/>
                </a:cubicBezTo>
                <a:cubicBezTo>
                  <a:pt x="76" y="285"/>
                  <a:pt x="77" y="284"/>
                  <a:pt x="78" y="284"/>
                </a:cubicBezTo>
                <a:cubicBezTo>
                  <a:pt x="78" y="283"/>
                  <a:pt x="78" y="282"/>
                  <a:pt x="78" y="281"/>
                </a:cubicBezTo>
                <a:cubicBezTo>
                  <a:pt x="78" y="280"/>
                  <a:pt x="76" y="280"/>
                  <a:pt x="76" y="278"/>
                </a:cubicBezTo>
                <a:cubicBezTo>
                  <a:pt x="74" y="278"/>
                  <a:pt x="72" y="280"/>
                  <a:pt x="69" y="279"/>
                </a:cubicBezTo>
                <a:cubicBezTo>
                  <a:pt x="69" y="275"/>
                  <a:pt x="71" y="271"/>
                  <a:pt x="71" y="268"/>
                </a:cubicBezTo>
                <a:cubicBezTo>
                  <a:pt x="70" y="265"/>
                  <a:pt x="67" y="267"/>
                  <a:pt x="66" y="265"/>
                </a:cubicBezTo>
                <a:cubicBezTo>
                  <a:pt x="65" y="263"/>
                  <a:pt x="68" y="254"/>
                  <a:pt x="63" y="254"/>
                </a:cubicBezTo>
                <a:cubicBezTo>
                  <a:pt x="62" y="252"/>
                  <a:pt x="64" y="248"/>
                  <a:pt x="61" y="246"/>
                </a:cubicBezTo>
                <a:cubicBezTo>
                  <a:pt x="60" y="246"/>
                  <a:pt x="56" y="246"/>
                  <a:pt x="57" y="244"/>
                </a:cubicBezTo>
                <a:cubicBezTo>
                  <a:pt x="59" y="244"/>
                  <a:pt x="60" y="242"/>
                  <a:pt x="62" y="240"/>
                </a:cubicBezTo>
                <a:cubicBezTo>
                  <a:pt x="65" y="239"/>
                  <a:pt x="67" y="239"/>
                  <a:pt x="67" y="243"/>
                </a:cubicBezTo>
                <a:cubicBezTo>
                  <a:pt x="70" y="243"/>
                  <a:pt x="71" y="243"/>
                  <a:pt x="71" y="240"/>
                </a:cubicBezTo>
                <a:cubicBezTo>
                  <a:pt x="72" y="240"/>
                  <a:pt x="73" y="240"/>
                  <a:pt x="73" y="240"/>
                </a:cubicBezTo>
                <a:cubicBezTo>
                  <a:pt x="73" y="239"/>
                  <a:pt x="73" y="238"/>
                  <a:pt x="73" y="237"/>
                </a:cubicBezTo>
                <a:cubicBezTo>
                  <a:pt x="76" y="237"/>
                  <a:pt x="77" y="234"/>
                  <a:pt x="79" y="234"/>
                </a:cubicBezTo>
                <a:cubicBezTo>
                  <a:pt x="80" y="235"/>
                  <a:pt x="79" y="236"/>
                  <a:pt x="78" y="237"/>
                </a:cubicBezTo>
                <a:cubicBezTo>
                  <a:pt x="77" y="239"/>
                  <a:pt x="80" y="241"/>
                  <a:pt x="80" y="243"/>
                </a:cubicBezTo>
                <a:cubicBezTo>
                  <a:pt x="77" y="243"/>
                  <a:pt x="74" y="243"/>
                  <a:pt x="74" y="247"/>
                </a:cubicBezTo>
                <a:cubicBezTo>
                  <a:pt x="75" y="247"/>
                  <a:pt x="76" y="248"/>
                  <a:pt x="76" y="248"/>
                </a:cubicBezTo>
                <a:cubicBezTo>
                  <a:pt x="76" y="247"/>
                  <a:pt x="77" y="246"/>
                  <a:pt x="77" y="245"/>
                </a:cubicBezTo>
                <a:cubicBezTo>
                  <a:pt x="77" y="245"/>
                  <a:pt x="78" y="245"/>
                  <a:pt x="79" y="245"/>
                </a:cubicBezTo>
                <a:cubicBezTo>
                  <a:pt x="79" y="247"/>
                  <a:pt x="79" y="249"/>
                  <a:pt x="77" y="250"/>
                </a:cubicBezTo>
                <a:cubicBezTo>
                  <a:pt x="77" y="250"/>
                  <a:pt x="77" y="251"/>
                  <a:pt x="77" y="252"/>
                </a:cubicBezTo>
                <a:cubicBezTo>
                  <a:pt x="78" y="252"/>
                  <a:pt x="79" y="251"/>
                  <a:pt x="79" y="250"/>
                </a:cubicBezTo>
                <a:cubicBezTo>
                  <a:pt x="80" y="250"/>
                  <a:pt x="82" y="249"/>
                  <a:pt x="83" y="249"/>
                </a:cubicBezTo>
                <a:cubicBezTo>
                  <a:pt x="84" y="250"/>
                  <a:pt x="82" y="252"/>
                  <a:pt x="85" y="253"/>
                </a:cubicBezTo>
                <a:cubicBezTo>
                  <a:pt x="84" y="253"/>
                  <a:pt x="85" y="254"/>
                  <a:pt x="85" y="254"/>
                </a:cubicBezTo>
                <a:cubicBezTo>
                  <a:pt x="86" y="254"/>
                  <a:pt x="87" y="253"/>
                  <a:pt x="89" y="253"/>
                </a:cubicBezTo>
                <a:cubicBezTo>
                  <a:pt x="91" y="254"/>
                  <a:pt x="92" y="255"/>
                  <a:pt x="95" y="254"/>
                </a:cubicBezTo>
                <a:cubicBezTo>
                  <a:pt x="95" y="254"/>
                  <a:pt x="95" y="253"/>
                  <a:pt x="95" y="252"/>
                </a:cubicBezTo>
                <a:cubicBezTo>
                  <a:pt x="97" y="252"/>
                  <a:pt x="94" y="246"/>
                  <a:pt x="94" y="245"/>
                </a:cubicBezTo>
                <a:cubicBezTo>
                  <a:pt x="96" y="245"/>
                  <a:pt x="97" y="247"/>
                  <a:pt x="99" y="246"/>
                </a:cubicBezTo>
                <a:cubicBezTo>
                  <a:pt x="98" y="250"/>
                  <a:pt x="101" y="249"/>
                  <a:pt x="103" y="249"/>
                </a:cubicBezTo>
                <a:cubicBezTo>
                  <a:pt x="104" y="251"/>
                  <a:pt x="93" y="259"/>
                  <a:pt x="100" y="260"/>
                </a:cubicBezTo>
                <a:cubicBezTo>
                  <a:pt x="101" y="258"/>
                  <a:pt x="99" y="257"/>
                  <a:pt x="101" y="256"/>
                </a:cubicBezTo>
                <a:cubicBezTo>
                  <a:pt x="102" y="255"/>
                  <a:pt x="104" y="256"/>
                  <a:pt x="106" y="256"/>
                </a:cubicBezTo>
                <a:cubicBezTo>
                  <a:pt x="106" y="252"/>
                  <a:pt x="109" y="253"/>
                  <a:pt x="109" y="256"/>
                </a:cubicBezTo>
                <a:cubicBezTo>
                  <a:pt x="113" y="256"/>
                  <a:pt x="117" y="256"/>
                  <a:pt x="121" y="256"/>
                </a:cubicBezTo>
                <a:cubicBezTo>
                  <a:pt x="121" y="255"/>
                  <a:pt x="120" y="248"/>
                  <a:pt x="123" y="250"/>
                </a:cubicBezTo>
                <a:cubicBezTo>
                  <a:pt x="125" y="251"/>
                  <a:pt x="131" y="248"/>
                  <a:pt x="129" y="245"/>
                </a:cubicBezTo>
                <a:cubicBezTo>
                  <a:pt x="131" y="245"/>
                  <a:pt x="133" y="245"/>
                  <a:pt x="134" y="246"/>
                </a:cubicBezTo>
                <a:cubicBezTo>
                  <a:pt x="134" y="244"/>
                  <a:pt x="139" y="243"/>
                  <a:pt x="140" y="243"/>
                </a:cubicBezTo>
                <a:cubicBezTo>
                  <a:pt x="140" y="245"/>
                  <a:pt x="140" y="247"/>
                  <a:pt x="142" y="248"/>
                </a:cubicBezTo>
                <a:cubicBezTo>
                  <a:pt x="143" y="249"/>
                  <a:pt x="145" y="251"/>
                  <a:pt x="147" y="252"/>
                </a:cubicBezTo>
                <a:cubicBezTo>
                  <a:pt x="147" y="256"/>
                  <a:pt x="142" y="255"/>
                  <a:pt x="143" y="258"/>
                </a:cubicBezTo>
                <a:cubicBezTo>
                  <a:pt x="144" y="259"/>
                  <a:pt x="144" y="259"/>
                  <a:pt x="144" y="259"/>
                </a:cubicBezTo>
                <a:cubicBezTo>
                  <a:pt x="143" y="260"/>
                  <a:pt x="143" y="260"/>
                  <a:pt x="143" y="260"/>
                </a:cubicBezTo>
                <a:cubicBezTo>
                  <a:pt x="142" y="260"/>
                  <a:pt x="142" y="260"/>
                  <a:pt x="142" y="261"/>
                </a:cubicBezTo>
                <a:cubicBezTo>
                  <a:pt x="141" y="261"/>
                  <a:pt x="140" y="262"/>
                  <a:pt x="140" y="263"/>
                </a:cubicBezTo>
                <a:cubicBezTo>
                  <a:pt x="141" y="263"/>
                  <a:pt x="142" y="263"/>
                  <a:pt x="143" y="262"/>
                </a:cubicBezTo>
                <a:cubicBezTo>
                  <a:pt x="143" y="261"/>
                  <a:pt x="145" y="259"/>
                  <a:pt x="147" y="260"/>
                </a:cubicBezTo>
                <a:cubicBezTo>
                  <a:pt x="148" y="261"/>
                  <a:pt x="148" y="263"/>
                  <a:pt x="148" y="264"/>
                </a:cubicBezTo>
                <a:cubicBezTo>
                  <a:pt x="151" y="265"/>
                  <a:pt x="150" y="260"/>
                  <a:pt x="150" y="259"/>
                </a:cubicBezTo>
                <a:cubicBezTo>
                  <a:pt x="151" y="258"/>
                  <a:pt x="152" y="258"/>
                  <a:pt x="153" y="259"/>
                </a:cubicBezTo>
                <a:cubicBezTo>
                  <a:pt x="153" y="258"/>
                  <a:pt x="154" y="258"/>
                  <a:pt x="154" y="257"/>
                </a:cubicBezTo>
                <a:cubicBezTo>
                  <a:pt x="156" y="257"/>
                  <a:pt x="155" y="258"/>
                  <a:pt x="156" y="259"/>
                </a:cubicBezTo>
                <a:cubicBezTo>
                  <a:pt x="157" y="261"/>
                  <a:pt x="160" y="260"/>
                  <a:pt x="161" y="260"/>
                </a:cubicBezTo>
                <a:cubicBezTo>
                  <a:pt x="161" y="259"/>
                  <a:pt x="161" y="259"/>
                  <a:pt x="161" y="259"/>
                </a:cubicBezTo>
                <a:cubicBezTo>
                  <a:pt x="160" y="259"/>
                  <a:pt x="160" y="258"/>
                  <a:pt x="160" y="257"/>
                </a:cubicBezTo>
                <a:cubicBezTo>
                  <a:pt x="161" y="257"/>
                  <a:pt x="163" y="257"/>
                  <a:pt x="164" y="257"/>
                </a:cubicBezTo>
                <a:cubicBezTo>
                  <a:pt x="164" y="258"/>
                  <a:pt x="164" y="259"/>
                  <a:pt x="164" y="259"/>
                </a:cubicBezTo>
                <a:cubicBezTo>
                  <a:pt x="165" y="258"/>
                  <a:pt x="165" y="257"/>
                  <a:pt x="165" y="257"/>
                </a:cubicBezTo>
                <a:cubicBezTo>
                  <a:pt x="166" y="257"/>
                  <a:pt x="167" y="257"/>
                  <a:pt x="168" y="257"/>
                </a:cubicBezTo>
                <a:cubicBezTo>
                  <a:pt x="168" y="257"/>
                  <a:pt x="168" y="258"/>
                  <a:pt x="167" y="258"/>
                </a:cubicBezTo>
                <a:cubicBezTo>
                  <a:pt x="166" y="259"/>
                  <a:pt x="166" y="260"/>
                  <a:pt x="166" y="262"/>
                </a:cubicBezTo>
                <a:cubicBezTo>
                  <a:pt x="166" y="264"/>
                  <a:pt x="165" y="266"/>
                  <a:pt x="164" y="268"/>
                </a:cubicBezTo>
                <a:cubicBezTo>
                  <a:pt x="167" y="269"/>
                  <a:pt x="168" y="266"/>
                  <a:pt x="170" y="266"/>
                </a:cubicBezTo>
                <a:cubicBezTo>
                  <a:pt x="170" y="268"/>
                  <a:pt x="180" y="267"/>
                  <a:pt x="182" y="267"/>
                </a:cubicBezTo>
                <a:cubicBezTo>
                  <a:pt x="180" y="263"/>
                  <a:pt x="186" y="261"/>
                  <a:pt x="184" y="258"/>
                </a:cubicBezTo>
                <a:cubicBezTo>
                  <a:pt x="184" y="257"/>
                  <a:pt x="185" y="257"/>
                  <a:pt x="186" y="257"/>
                </a:cubicBezTo>
                <a:cubicBezTo>
                  <a:pt x="186" y="258"/>
                  <a:pt x="186" y="259"/>
                  <a:pt x="187" y="259"/>
                </a:cubicBezTo>
                <a:cubicBezTo>
                  <a:pt x="187" y="258"/>
                  <a:pt x="189" y="256"/>
                  <a:pt x="191" y="257"/>
                </a:cubicBezTo>
                <a:cubicBezTo>
                  <a:pt x="191" y="257"/>
                  <a:pt x="191" y="258"/>
                  <a:pt x="191" y="258"/>
                </a:cubicBezTo>
                <a:cubicBezTo>
                  <a:pt x="192" y="259"/>
                  <a:pt x="193" y="260"/>
                  <a:pt x="195" y="260"/>
                </a:cubicBezTo>
                <a:cubicBezTo>
                  <a:pt x="194" y="258"/>
                  <a:pt x="196" y="257"/>
                  <a:pt x="196" y="255"/>
                </a:cubicBezTo>
                <a:cubicBezTo>
                  <a:pt x="197" y="255"/>
                  <a:pt x="199" y="254"/>
                  <a:pt x="201" y="255"/>
                </a:cubicBezTo>
                <a:cubicBezTo>
                  <a:pt x="203" y="257"/>
                  <a:pt x="200" y="260"/>
                  <a:pt x="201" y="262"/>
                </a:cubicBezTo>
                <a:cubicBezTo>
                  <a:pt x="202" y="262"/>
                  <a:pt x="206" y="261"/>
                  <a:pt x="206" y="263"/>
                </a:cubicBezTo>
                <a:cubicBezTo>
                  <a:pt x="207" y="267"/>
                  <a:pt x="212" y="265"/>
                  <a:pt x="215" y="266"/>
                </a:cubicBezTo>
                <a:cubicBezTo>
                  <a:pt x="215" y="268"/>
                  <a:pt x="214" y="271"/>
                  <a:pt x="215" y="273"/>
                </a:cubicBezTo>
                <a:cubicBezTo>
                  <a:pt x="217" y="275"/>
                  <a:pt x="221" y="273"/>
                  <a:pt x="224" y="274"/>
                </a:cubicBezTo>
                <a:cubicBezTo>
                  <a:pt x="224" y="274"/>
                  <a:pt x="224" y="275"/>
                  <a:pt x="224" y="276"/>
                </a:cubicBezTo>
                <a:cubicBezTo>
                  <a:pt x="225" y="276"/>
                  <a:pt x="227" y="276"/>
                  <a:pt x="229" y="276"/>
                </a:cubicBezTo>
                <a:cubicBezTo>
                  <a:pt x="229" y="278"/>
                  <a:pt x="229" y="280"/>
                  <a:pt x="229" y="281"/>
                </a:cubicBezTo>
                <a:cubicBezTo>
                  <a:pt x="230" y="281"/>
                  <a:pt x="231" y="281"/>
                  <a:pt x="232" y="281"/>
                </a:cubicBezTo>
                <a:cubicBezTo>
                  <a:pt x="232" y="282"/>
                  <a:pt x="232" y="283"/>
                  <a:pt x="232" y="284"/>
                </a:cubicBezTo>
                <a:cubicBezTo>
                  <a:pt x="234" y="284"/>
                  <a:pt x="234" y="286"/>
                  <a:pt x="236" y="286"/>
                </a:cubicBezTo>
                <a:cubicBezTo>
                  <a:pt x="236" y="284"/>
                  <a:pt x="235" y="283"/>
                  <a:pt x="236" y="282"/>
                </a:cubicBezTo>
                <a:cubicBezTo>
                  <a:pt x="239" y="282"/>
                  <a:pt x="246" y="283"/>
                  <a:pt x="248" y="281"/>
                </a:cubicBezTo>
                <a:cubicBezTo>
                  <a:pt x="249" y="280"/>
                  <a:pt x="251" y="281"/>
                  <a:pt x="252" y="282"/>
                </a:cubicBezTo>
                <a:cubicBezTo>
                  <a:pt x="252" y="282"/>
                  <a:pt x="252" y="283"/>
                  <a:pt x="252" y="284"/>
                </a:cubicBezTo>
                <a:cubicBezTo>
                  <a:pt x="253" y="285"/>
                  <a:pt x="254" y="284"/>
                  <a:pt x="255" y="285"/>
                </a:cubicBezTo>
                <a:cubicBezTo>
                  <a:pt x="258" y="288"/>
                  <a:pt x="253" y="290"/>
                  <a:pt x="251" y="288"/>
                </a:cubicBezTo>
                <a:cubicBezTo>
                  <a:pt x="250" y="290"/>
                  <a:pt x="250" y="291"/>
                  <a:pt x="250" y="292"/>
                </a:cubicBezTo>
                <a:cubicBezTo>
                  <a:pt x="251" y="292"/>
                  <a:pt x="251" y="292"/>
                  <a:pt x="252" y="292"/>
                </a:cubicBezTo>
                <a:cubicBezTo>
                  <a:pt x="252" y="294"/>
                  <a:pt x="252" y="295"/>
                  <a:pt x="252" y="296"/>
                </a:cubicBezTo>
                <a:cubicBezTo>
                  <a:pt x="255" y="296"/>
                  <a:pt x="255" y="298"/>
                  <a:pt x="254" y="300"/>
                </a:cubicBezTo>
                <a:cubicBezTo>
                  <a:pt x="280" y="309"/>
                  <a:pt x="280" y="309"/>
                  <a:pt x="280" y="309"/>
                </a:cubicBezTo>
                <a:cubicBezTo>
                  <a:pt x="280" y="309"/>
                  <a:pt x="280" y="309"/>
                  <a:pt x="280" y="309"/>
                </a:cubicBezTo>
                <a:cubicBezTo>
                  <a:pt x="279" y="308"/>
                  <a:pt x="278" y="307"/>
                  <a:pt x="280" y="306"/>
                </a:cubicBezTo>
                <a:cubicBezTo>
                  <a:pt x="281" y="305"/>
                  <a:pt x="284" y="304"/>
                  <a:pt x="282" y="302"/>
                </a:cubicBezTo>
                <a:cubicBezTo>
                  <a:pt x="280" y="300"/>
                  <a:pt x="281" y="298"/>
                  <a:pt x="283" y="297"/>
                </a:cubicBezTo>
                <a:cubicBezTo>
                  <a:pt x="284" y="295"/>
                  <a:pt x="282" y="295"/>
                  <a:pt x="282" y="294"/>
                </a:cubicBezTo>
                <a:cubicBezTo>
                  <a:pt x="282" y="293"/>
                  <a:pt x="282" y="291"/>
                  <a:pt x="282" y="290"/>
                </a:cubicBezTo>
                <a:cubicBezTo>
                  <a:pt x="285" y="290"/>
                  <a:pt x="288" y="289"/>
                  <a:pt x="288" y="285"/>
                </a:cubicBezTo>
                <a:cubicBezTo>
                  <a:pt x="288" y="282"/>
                  <a:pt x="286" y="280"/>
                  <a:pt x="283" y="278"/>
                </a:cubicBezTo>
                <a:cubicBezTo>
                  <a:pt x="280" y="276"/>
                  <a:pt x="281" y="272"/>
                  <a:pt x="280" y="269"/>
                </a:cubicBezTo>
                <a:cubicBezTo>
                  <a:pt x="278" y="266"/>
                  <a:pt x="278" y="263"/>
                  <a:pt x="280" y="259"/>
                </a:cubicBezTo>
                <a:cubicBezTo>
                  <a:pt x="281" y="257"/>
                  <a:pt x="282" y="254"/>
                  <a:pt x="285" y="253"/>
                </a:cubicBezTo>
                <a:cubicBezTo>
                  <a:pt x="289" y="253"/>
                  <a:pt x="290" y="251"/>
                  <a:pt x="294" y="249"/>
                </a:cubicBezTo>
                <a:cubicBezTo>
                  <a:pt x="296" y="248"/>
                  <a:pt x="300" y="248"/>
                  <a:pt x="301" y="245"/>
                </a:cubicBezTo>
                <a:cubicBezTo>
                  <a:pt x="303" y="243"/>
                  <a:pt x="304" y="239"/>
                  <a:pt x="307" y="239"/>
                </a:cubicBezTo>
                <a:cubicBezTo>
                  <a:pt x="308" y="238"/>
                  <a:pt x="310" y="238"/>
                  <a:pt x="311" y="237"/>
                </a:cubicBezTo>
                <a:cubicBezTo>
                  <a:pt x="313" y="236"/>
                  <a:pt x="313" y="235"/>
                  <a:pt x="313" y="233"/>
                </a:cubicBezTo>
                <a:cubicBezTo>
                  <a:pt x="314" y="230"/>
                  <a:pt x="319" y="231"/>
                  <a:pt x="319" y="234"/>
                </a:cubicBezTo>
                <a:cubicBezTo>
                  <a:pt x="321" y="235"/>
                  <a:pt x="322" y="233"/>
                  <a:pt x="323" y="232"/>
                </a:cubicBezTo>
                <a:cubicBezTo>
                  <a:pt x="326" y="230"/>
                  <a:pt x="329" y="233"/>
                  <a:pt x="332" y="233"/>
                </a:cubicBezTo>
                <a:cubicBezTo>
                  <a:pt x="338" y="234"/>
                  <a:pt x="338" y="228"/>
                  <a:pt x="333" y="226"/>
                </a:cubicBezTo>
                <a:close/>
              </a:path>
            </a:pathLst>
          </a:custGeom>
          <a:solidFill>
            <a:schemeClr val="accent3"/>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5" name="Freeform 446">
            <a:extLst>
              <a:ext uri="{FF2B5EF4-FFF2-40B4-BE49-F238E27FC236}">
                <a16:creationId xmlns:a16="http://schemas.microsoft.com/office/drawing/2014/main" id="{5B5B53E1-7350-4815-9E9B-F70FE124187E}"/>
              </a:ext>
            </a:extLst>
          </p:cNvPr>
          <p:cNvSpPr>
            <a:spLocks/>
          </p:cNvSpPr>
          <p:nvPr/>
        </p:nvSpPr>
        <p:spPr bwMode="auto">
          <a:xfrm>
            <a:off x="2763494" y="3412939"/>
            <a:ext cx="42834" cy="44343"/>
          </a:xfrm>
          <a:custGeom>
            <a:avLst/>
            <a:gdLst>
              <a:gd name="T0" fmla="*/ 10 w 19"/>
              <a:gd name="T1" fmla="*/ 1 h 20"/>
              <a:gd name="T2" fmla="*/ 11 w 19"/>
              <a:gd name="T3" fmla="*/ 2 h 20"/>
              <a:gd name="T4" fmla="*/ 13 w 19"/>
              <a:gd name="T5" fmla="*/ 1 h 20"/>
              <a:gd name="T6" fmla="*/ 14 w 19"/>
              <a:gd name="T7" fmla="*/ 2 h 20"/>
              <a:gd name="T8" fmla="*/ 13 w 19"/>
              <a:gd name="T9" fmla="*/ 3 h 20"/>
              <a:gd name="T10" fmla="*/ 13 w 19"/>
              <a:gd name="T11" fmla="*/ 4 h 20"/>
              <a:gd name="T12" fmla="*/ 14 w 19"/>
              <a:gd name="T13" fmla="*/ 4 h 20"/>
              <a:gd name="T14" fmla="*/ 14 w 19"/>
              <a:gd name="T15" fmla="*/ 5 h 20"/>
              <a:gd name="T16" fmla="*/ 14 w 19"/>
              <a:gd name="T17" fmla="*/ 5 h 20"/>
              <a:gd name="T18" fmla="*/ 15 w 19"/>
              <a:gd name="T19" fmla="*/ 6 h 20"/>
              <a:gd name="T20" fmla="*/ 15 w 19"/>
              <a:gd name="T21" fmla="*/ 6 h 20"/>
              <a:gd name="T22" fmla="*/ 16 w 19"/>
              <a:gd name="T23" fmla="*/ 7 h 20"/>
              <a:gd name="T24" fmla="*/ 17 w 19"/>
              <a:gd name="T25" fmla="*/ 7 h 20"/>
              <a:gd name="T26" fmla="*/ 17 w 19"/>
              <a:gd name="T27" fmla="*/ 9 h 20"/>
              <a:gd name="T28" fmla="*/ 17 w 19"/>
              <a:gd name="T29" fmla="*/ 10 h 20"/>
              <a:gd name="T30" fmla="*/ 17 w 19"/>
              <a:gd name="T31" fmla="*/ 12 h 20"/>
              <a:gd name="T32" fmla="*/ 17 w 19"/>
              <a:gd name="T33" fmla="*/ 14 h 20"/>
              <a:gd name="T34" fmla="*/ 17 w 19"/>
              <a:gd name="T35" fmla="*/ 16 h 20"/>
              <a:gd name="T36" fmla="*/ 16 w 19"/>
              <a:gd name="T37" fmla="*/ 16 h 20"/>
              <a:gd name="T38" fmla="*/ 14 w 19"/>
              <a:gd name="T39" fmla="*/ 16 h 20"/>
              <a:gd name="T40" fmla="*/ 14 w 19"/>
              <a:gd name="T41" fmla="*/ 18 h 20"/>
              <a:gd name="T42" fmla="*/ 11 w 19"/>
              <a:gd name="T43" fmla="*/ 19 h 20"/>
              <a:gd name="T44" fmla="*/ 11 w 19"/>
              <a:gd name="T45" fmla="*/ 19 h 20"/>
              <a:gd name="T46" fmla="*/ 11 w 19"/>
              <a:gd name="T47" fmla="*/ 18 h 20"/>
              <a:gd name="T48" fmla="*/ 10 w 19"/>
              <a:gd name="T49" fmla="*/ 17 h 20"/>
              <a:gd name="T50" fmla="*/ 10 w 19"/>
              <a:gd name="T51" fmla="*/ 16 h 20"/>
              <a:gd name="T52" fmla="*/ 10 w 19"/>
              <a:gd name="T53" fmla="*/ 16 h 20"/>
              <a:gd name="T54" fmla="*/ 9 w 19"/>
              <a:gd name="T55" fmla="*/ 15 h 20"/>
              <a:gd name="T56" fmla="*/ 9 w 19"/>
              <a:gd name="T57" fmla="*/ 15 h 20"/>
              <a:gd name="T58" fmla="*/ 8 w 19"/>
              <a:gd name="T59" fmla="*/ 15 h 20"/>
              <a:gd name="T60" fmla="*/ 7 w 19"/>
              <a:gd name="T61" fmla="*/ 14 h 20"/>
              <a:gd name="T62" fmla="*/ 6 w 19"/>
              <a:gd name="T63" fmla="*/ 14 h 20"/>
              <a:gd name="T64" fmla="*/ 6 w 19"/>
              <a:gd name="T65" fmla="*/ 15 h 20"/>
              <a:gd name="T66" fmla="*/ 5 w 19"/>
              <a:gd name="T67" fmla="*/ 15 h 20"/>
              <a:gd name="T68" fmla="*/ 3 w 19"/>
              <a:gd name="T69" fmla="*/ 15 h 20"/>
              <a:gd name="T70" fmla="*/ 2 w 19"/>
              <a:gd name="T71" fmla="*/ 15 h 20"/>
              <a:gd name="T72" fmla="*/ 2 w 19"/>
              <a:gd name="T73" fmla="*/ 14 h 20"/>
              <a:gd name="T74" fmla="*/ 1 w 19"/>
              <a:gd name="T75" fmla="*/ 13 h 20"/>
              <a:gd name="T76" fmla="*/ 0 w 19"/>
              <a:gd name="T77" fmla="*/ 12 h 20"/>
              <a:gd name="T78" fmla="*/ 1 w 19"/>
              <a:gd name="T79" fmla="*/ 11 h 20"/>
              <a:gd name="T80" fmla="*/ 2 w 19"/>
              <a:gd name="T81" fmla="*/ 10 h 20"/>
              <a:gd name="T82" fmla="*/ 3 w 19"/>
              <a:gd name="T83" fmla="*/ 10 h 20"/>
              <a:gd name="T84" fmla="*/ 3 w 19"/>
              <a:gd name="T85" fmla="*/ 9 h 20"/>
              <a:gd name="T86" fmla="*/ 4 w 19"/>
              <a:gd name="T87" fmla="*/ 8 h 20"/>
              <a:gd name="T88" fmla="*/ 4 w 19"/>
              <a:gd name="T89" fmla="*/ 8 h 20"/>
              <a:gd name="T90" fmla="*/ 4 w 19"/>
              <a:gd name="T91" fmla="*/ 7 h 20"/>
              <a:gd name="T92" fmla="*/ 4 w 19"/>
              <a:gd name="T93" fmla="*/ 5 h 20"/>
              <a:gd name="T94" fmla="*/ 4 w 19"/>
              <a:gd name="T95" fmla="*/ 3 h 20"/>
              <a:gd name="T96" fmla="*/ 5 w 19"/>
              <a:gd name="T97" fmla="*/ 2 h 20"/>
              <a:gd name="T98" fmla="*/ 7 w 19"/>
              <a:gd name="T99" fmla="*/ 2 h 20"/>
              <a:gd name="T100" fmla="*/ 8 w 19"/>
              <a:gd name="T101" fmla="*/ 1 h 20"/>
              <a:gd name="T102" fmla="*/ 10 w 19"/>
              <a:gd name="T103"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20">
                <a:moveTo>
                  <a:pt x="10" y="1"/>
                </a:moveTo>
                <a:cubicBezTo>
                  <a:pt x="11" y="2"/>
                  <a:pt x="11" y="2"/>
                  <a:pt x="11" y="2"/>
                </a:cubicBezTo>
                <a:cubicBezTo>
                  <a:pt x="12" y="2"/>
                  <a:pt x="12" y="1"/>
                  <a:pt x="13" y="1"/>
                </a:cubicBezTo>
                <a:cubicBezTo>
                  <a:pt x="14" y="2"/>
                  <a:pt x="14" y="2"/>
                  <a:pt x="14" y="2"/>
                </a:cubicBezTo>
                <a:cubicBezTo>
                  <a:pt x="14" y="4"/>
                  <a:pt x="13" y="3"/>
                  <a:pt x="13" y="3"/>
                </a:cubicBezTo>
                <a:cubicBezTo>
                  <a:pt x="13" y="4"/>
                  <a:pt x="13" y="4"/>
                  <a:pt x="13" y="4"/>
                </a:cubicBezTo>
                <a:cubicBezTo>
                  <a:pt x="14" y="4"/>
                  <a:pt x="14" y="4"/>
                  <a:pt x="14" y="4"/>
                </a:cubicBezTo>
                <a:cubicBezTo>
                  <a:pt x="14" y="5"/>
                  <a:pt x="14" y="5"/>
                  <a:pt x="14" y="5"/>
                </a:cubicBezTo>
                <a:cubicBezTo>
                  <a:pt x="14" y="5"/>
                  <a:pt x="14" y="5"/>
                  <a:pt x="14" y="5"/>
                </a:cubicBezTo>
                <a:cubicBezTo>
                  <a:pt x="15" y="6"/>
                  <a:pt x="15" y="6"/>
                  <a:pt x="15" y="6"/>
                </a:cubicBezTo>
                <a:cubicBezTo>
                  <a:pt x="15" y="6"/>
                  <a:pt x="15" y="6"/>
                  <a:pt x="15" y="6"/>
                </a:cubicBezTo>
                <a:cubicBezTo>
                  <a:pt x="15" y="7"/>
                  <a:pt x="16" y="7"/>
                  <a:pt x="16" y="7"/>
                </a:cubicBezTo>
                <a:cubicBezTo>
                  <a:pt x="16" y="8"/>
                  <a:pt x="17" y="7"/>
                  <a:pt x="17" y="7"/>
                </a:cubicBezTo>
                <a:cubicBezTo>
                  <a:pt x="17" y="9"/>
                  <a:pt x="17" y="9"/>
                  <a:pt x="17" y="9"/>
                </a:cubicBezTo>
                <a:cubicBezTo>
                  <a:pt x="17" y="9"/>
                  <a:pt x="17" y="10"/>
                  <a:pt x="17" y="10"/>
                </a:cubicBezTo>
                <a:cubicBezTo>
                  <a:pt x="17" y="11"/>
                  <a:pt x="19" y="11"/>
                  <a:pt x="17" y="12"/>
                </a:cubicBezTo>
                <a:cubicBezTo>
                  <a:pt x="16" y="12"/>
                  <a:pt x="16" y="13"/>
                  <a:pt x="17" y="14"/>
                </a:cubicBezTo>
                <a:cubicBezTo>
                  <a:pt x="18" y="15"/>
                  <a:pt x="18" y="16"/>
                  <a:pt x="17" y="16"/>
                </a:cubicBezTo>
                <a:cubicBezTo>
                  <a:pt x="16" y="16"/>
                  <a:pt x="16" y="16"/>
                  <a:pt x="16" y="16"/>
                </a:cubicBezTo>
                <a:cubicBezTo>
                  <a:pt x="16" y="16"/>
                  <a:pt x="15" y="16"/>
                  <a:pt x="14" y="16"/>
                </a:cubicBezTo>
                <a:cubicBezTo>
                  <a:pt x="13" y="17"/>
                  <a:pt x="15" y="17"/>
                  <a:pt x="14" y="18"/>
                </a:cubicBezTo>
                <a:cubicBezTo>
                  <a:pt x="14" y="19"/>
                  <a:pt x="12" y="20"/>
                  <a:pt x="11" y="19"/>
                </a:cubicBezTo>
                <a:cubicBezTo>
                  <a:pt x="11" y="19"/>
                  <a:pt x="11" y="19"/>
                  <a:pt x="11" y="19"/>
                </a:cubicBezTo>
                <a:cubicBezTo>
                  <a:pt x="11" y="18"/>
                  <a:pt x="11" y="18"/>
                  <a:pt x="11" y="18"/>
                </a:cubicBezTo>
                <a:cubicBezTo>
                  <a:pt x="11" y="18"/>
                  <a:pt x="10" y="18"/>
                  <a:pt x="10" y="17"/>
                </a:cubicBezTo>
                <a:cubicBezTo>
                  <a:pt x="10" y="17"/>
                  <a:pt x="10" y="17"/>
                  <a:pt x="10" y="16"/>
                </a:cubicBezTo>
                <a:cubicBezTo>
                  <a:pt x="10" y="16"/>
                  <a:pt x="10" y="16"/>
                  <a:pt x="10" y="16"/>
                </a:cubicBezTo>
                <a:cubicBezTo>
                  <a:pt x="9" y="15"/>
                  <a:pt x="9" y="15"/>
                  <a:pt x="9" y="15"/>
                </a:cubicBezTo>
                <a:cubicBezTo>
                  <a:pt x="9" y="15"/>
                  <a:pt x="9" y="15"/>
                  <a:pt x="9" y="15"/>
                </a:cubicBezTo>
                <a:cubicBezTo>
                  <a:pt x="8" y="15"/>
                  <a:pt x="8" y="15"/>
                  <a:pt x="8" y="15"/>
                </a:cubicBezTo>
                <a:cubicBezTo>
                  <a:pt x="7" y="15"/>
                  <a:pt x="7" y="14"/>
                  <a:pt x="7" y="14"/>
                </a:cubicBezTo>
                <a:cubicBezTo>
                  <a:pt x="6" y="14"/>
                  <a:pt x="5" y="14"/>
                  <a:pt x="6" y="14"/>
                </a:cubicBezTo>
                <a:cubicBezTo>
                  <a:pt x="7" y="14"/>
                  <a:pt x="6" y="15"/>
                  <a:pt x="6" y="15"/>
                </a:cubicBezTo>
                <a:cubicBezTo>
                  <a:pt x="5" y="15"/>
                  <a:pt x="5" y="15"/>
                  <a:pt x="5" y="15"/>
                </a:cubicBezTo>
                <a:cubicBezTo>
                  <a:pt x="4" y="15"/>
                  <a:pt x="4" y="15"/>
                  <a:pt x="3" y="15"/>
                </a:cubicBezTo>
                <a:cubicBezTo>
                  <a:pt x="3" y="15"/>
                  <a:pt x="2" y="15"/>
                  <a:pt x="2" y="15"/>
                </a:cubicBezTo>
                <a:cubicBezTo>
                  <a:pt x="1" y="16"/>
                  <a:pt x="2" y="15"/>
                  <a:pt x="2" y="14"/>
                </a:cubicBezTo>
                <a:cubicBezTo>
                  <a:pt x="1" y="13"/>
                  <a:pt x="1" y="13"/>
                  <a:pt x="1" y="13"/>
                </a:cubicBezTo>
                <a:cubicBezTo>
                  <a:pt x="0" y="13"/>
                  <a:pt x="0" y="13"/>
                  <a:pt x="0" y="12"/>
                </a:cubicBezTo>
                <a:cubicBezTo>
                  <a:pt x="0" y="11"/>
                  <a:pt x="1" y="12"/>
                  <a:pt x="1" y="11"/>
                </a:cubicBezTo>
                <a:cubicBezTo>
                  <a:pt x="1" y="11"/>
                  <a:pt x="1" y="10"/>
                  <a:pt x="2" y="10"/>
                </a:cubicBezTo>
                <a:cubicBezTo>
                  <a:pt x="3" y="10"/>
                  <a:pt x="3" y="10"/>
                  <a:pt x="3" y="10"/>
                </a:cubicBezTo>
                <a:cubicBezTo>
                  <a:pt x="3" y="10"/>
                  <a:pt x="3" y="9"/>
                  <a:pt x="3" y="9"/>
                </a:cubicBezTo>
                <a:cubicBezTo>
                  <a:pt x="3" y="8"/>
                  <a:pt x="4" y="9"/>
                  <a:pt x="4" y="8"/>
                </a:cubicBezTo>
                <a:cubicBezTo>
                  <a:pt x="4" y="8"/>
                  <a:pt x="4" y="8"/>
                  <a:pt x="4" y="8"/>
                </a:cubicBezTo>
                <a:cubicBezTo>
                  <a:pt x="5" y="7"/>
                  <a:pt x="4" y="7"/>
                  <a:pt x="4" y="7"/>
                </a:cubicBezTo>
                <a:cubicBezTo>
                  <a:pt x="4" y="7"/>
                  <a:pt x="5" y="6"/>
                  <a:pt x="4" y="5"/>
                </a:cubicBezTo>
                <a:cubicBezTo>
                  <a:pt x="4" y="3"/>
                  <a:pt x="4" y="3"/>
                  <a:pt x="4" y="3"/>
                </a:cubicBezTo>
                <a:cubicBezTo>
                  <a:pt x="4" y="2"/>
                  <a:pt x="5" y="2"/>
                  <a:pt x="5" y="2"/>
                </a:cubicBezTo>
                <a:cubicBezTo>
                  <a:pt x="6" y="2"/>
                  <a:pt x="7" y="2"/>
                  <a:pt x="7" y="2"/>
                </a:cubicBezTo>
                <a:cubicBezTo>
                  <a:pt x="7" y="2"/>
                  <a:pt x="8" y="1"/>
                  <a:pt x="8" y="1"/>
                </a:cubicBezTo>
                <a:cubicBezTo>
                  <a:pt x="9" y="0"/>
                  <a:pt x="10" y="1"/>
                  <a:pt x="1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386" name="Freeform 136">
            <a:extLst>
              <a:ext uri="{FF2B5EF4-FFF2-40B4-BE49-F238E27FC236}">
                <a16:creationId xmlns:a16="http://schemas.microsoft.com/office/drawing/2014/main" id="{790DFC18-DBF9-4352-A000-588093BB26B2}"/>
              </a:ext>
            </a:extLst>
          </p:cNvPr>
          <p:cNvSpPr>
            <a:spLocks noChangeAspect="1"/>
          </p:cNvSpPr>
          <p:nvPr/>
        </p:nvSpPr>
        <p:spPr bwMode="gray">
          <a:xfrm rot="197301">
            <a:off x="2742540" y="4361227"/>
            <a:ext cx="490476" cy="447776"/>
          </a:xfrm>
          <a:custGeom>
            <a:avLst/>
            <a:gdLst>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70418 w 829568"/>
              <a:gd name="connsiteY7" fmla="*/ 255212 h 797705"/>
              <a:gd name="connsiteX8" fmla="*/ 568829 w 829568"/>
              <a:gd name="connsiteY8" fmla="*/ 260444 h 797705"/>
              <a:gd name="connsiteX9" fmla="*/ 569816 w 829568"/>
              <a:gd name="connsiteY9" fmla="*/ 261219 h 797705"/>
              <a:gd name="connsiteX10" fmla="*/ 561350 w 829568"/>
              <a:gd name="connsiteY10" fmla="*/ 243680 h 797705"/>
              <a:gd name="connsiteX11" fmla="*/ 563631 w 829568"/>
              <a:gd name="connsiteY11" fmla="*/ 245950 h 797705"/>
              <a:gd name="connsiteX12" fmla="*/ 563632 w 829568"/>
              <a:gd name="connsiteY12" fmla="*/ 245962 h 797705"/>
              <a:gd name="connsiteX13" fmla="*/ 190103 w 829568"/>
              <a:gd name="connsiteY13" fmla="*/ 284 h 797705"/>
              <a:gd name="connsiteX14" fmla="*/ 208052 w 829568"/>
              <a:gd name="connsiteY14" fmla="*/ 7319 h 797705"/>
              <a:gd name="connsiteX15" fmla="*/ 244522 w 829568"/>
              <a:gd name="connsiteY15" fmla="*/ 16416 h 797705"/>
              <a:gd name="connsiteX16" fmla="*/ 269594 w 829568"/>
              <a:gd name="connsiteY16" fmla="*/ 36884 h 797705"/>
              <a:gd name="connsiteX17" fmla="*/ 303784 w 829568"/>
              <a:gd name="connsiteY17" fmla="*/ 59627 h 797705"/>
              <a:gd name="connsiteX18" fmla="*/ 317460 w 829568"/>
              <a:gd name="connsiteY18" fmla="*/ 89192 h 797705"/>
              <a:gd name="connsiteX19" fmla="*/ 353930 w 829568"/>
              <a:gd name="connsiteY19" fmla="*/ 73272 h 797705"/>
              <a:gd name="connsiteX20" fmla="*/ 399516 w 829568"/>
              <a:gd name="connsiteY20" fmla="*/ 82369 h 797705"/>
              <a:gd name="connsiteX21" fmla="*/ 417751 w 829568"/>
              <a:gd name="connsiteY21" fmla="*/ 77821 h 797705"/>
              <a:gd name="connsiteX22" fmla="*/ 438265 w 829568"/>
              <a:gd name="connsiteY22" fmla="*/ 64175 h 797705"/>
              <a:gd name="connsiteX23" fmla="*/ 472455 w 829568"/>
              <a:gd name="connsiteY23" fmla="*/ 73272 h 797705"/>
              <a:gd name="connsiteX24" fmla="*/ 486131 w 829568"/>
              <a:gd name="connsiteY24" fmla="*/ 82369 h 797705"/>
              <a:gd name="connsiteX25" fmla="*/ 490690 w 829568"/>
              <a:gd name="connsiteY25" fmla="*/ 132402 h 797705"/>
              <a:gd name="connsiteX26" fmla="*/ 495248 w 829568"/>
              <a:gd name="connsiteY26" fmla="*/ 196081 h 797705"/>
              <a:gd name="connsiteX27" fmla="*/ 495248 w 829568"/>
              <a:gd name="connsiteY27" fmla="*/ 214275 h 797705"/>
              <a:gd name="connsiteX28" fmla="*/ 495067 w 829568"/>
              <a:gd name="connsiteY28" fmla="*/ 214233 h 797705"/>
              <a:gd name="connsiteX29" fmla="*/ 497146 w 829568"/>
              <a:gd name="connsiteY29" fmla="*/ 220449 h 797705"/>
              <a:gd name="connsiteX30" fmla="*/ 508530 w 829568"/>
              <a:gd name="connsiteY30" fmla="*/ 224986 h 797705"/>
              <a:gd name="connsiteX31" fmla="*/ 524467 w 829568"/>
              <a:gd name="connsiteY31" fmla="*/ 238598 h 797705"/>
              <a:gd name="connsiteX32" fmla="*/ 556340 w 829568"/>
              <a:gd name="connsiteY32" fmla="*/ 234060 h 797705"/>
              <a:gd name="connsiteX33" fmla="*/ 560894 w 829568"/>
              <a:gd name="connsiteY33" fmla="*/ 234060 h 797705"/>
              <a:gd name="connsiteX34" fmla="*/ 560894 w 829568"/>
              <a:gd name="connsiteY34" fmla="*/ 243135 h 797705"/>
              <a:gd name="connsiteX35" fmla="*/ 563170 w 829568"/>
              <a:gd name="connsiteY35" fmla="*/ 247672 h 797705"/>
              <a:gd name="connsiteX36" fmla="*/ 564024 w 829568"/>
              <a:gd name="connsiteY36" fmla="*/ 255045 h 797705"/>
              <a:gd name="connsiteX37" fmla="*/ 563903 w 829568"/>
              <a:gd name="connsiteY37" fmla="*/ 256574 h 797705"/>
              <a:gd name="connsiteX38" fmla="*/ 564418 w 829568"/>
              <a:gd name="connsiteY38" fmla="*/ 256978 h 797705"/>
              <a:gd name="connsiteX39" fmla="*/ 564486 w 829568"/>
              <a:gd name="connsiteY39" fmla="*/ 256164 h 797705"/>
              <a:gd name="connsiteX40" fmla="*/ 563684 w 829568"/>
              <a:gd name="connsiteY40" fmla="*/ 246583 h 797705"/>
              <a:gd name="connsiteX41" fmla="*/ 570440 w 829568"/>
              <a:gd name="connsiteY41" fmla="*/ 254988 h 797705"/>
              <a:gd name="connsiteX42" fmla="*/ 570445 w 829568"/>
              <a:gd name="connsiteY42" fmla="*/ 254942 h 797705"/>
              <a:gd name="connsiteX43" fmla="*/ 572718 w 829568"/>
              <a:gd name="connsiteY43" fmla="*/ 257210 h 797705"/>
              <a:gd name="connsiteX44" fmla="*/ 574113 w 829568"/>
              <a:gd name="connsiteY44" fmla="*/ 256872 h 797705"/>
              <a:gd name="connsiteX45" fmla="*/ 567290 w 829568"/>
              <a:gd name="connsiteY45" fmla="*/ 250109 h 797705"/>
              <a:gd name="connsiteX46" fmla="*/ 563684 w 829568"/>
              <a:gd name="connsiteY46" fmla="*/ 246583 h 797705"/>
              <a:gd name="connsiteX47" fmla="*/ 563632 w 829568"/>
              <a:gd name="connsiteY47" fmla="*/ 245962 h 797705"/>
              <a:gd name="connsiteX48" fmla="*/ 574458 w 829568"/>
              <a:gd name="connsiteY48" fmla="*/ 256788 h 797705"/>
              <a:gd name="connsiteX49" fmla="*/ 583230 w 829568"/>
              <a:gd name="connsiteY49" fmla="*/ 254659 h 797705"/>
              <a:gd name="connsiteX50" fmla="*/ 595448 w 829568"/>
              <a:gd name="connsiteY50" fmla="*/ 250406 h 797705"/>
              <a:gd name="connsiteX51" fmla="*/ 624997 w 829568"/>
              <a:gd name="connsiteY51" fmla="*/ 282159 h 797705"/>
              <a:gd name="connsiteX52" fmla="*/ 637214 w 829568"/>
              <a:gd name="connsiteY52" fmla="*/ 311928 h 797705"/>
              <a:gd name="connsiteX53" fmla="*/ 636731 w 829568"/>
              <a:gd name="connsiteY53" fmla="*/ 319061 h 797705"/>
              <a:gd name="connsiteX54" fmla="*/ 652790 w 829568"/>
              <a:gd name="connsiteY54" fmla="*/ 335120 h 797705"/>
              <a:gd name="connsiteX55" fmla="*/ 638758 w 829568"/>
              <a:gd name="connsiteY55" fmla="*/ 321150 h 797705"/>
              <a:gd name="connsiteX56" fmla="*/ 636727 w 829568"/>
              <a:gd name="connsiteY56" fmla="*/ 319129 h 797705"/>
              <a:gd name="connsiteX57" fmla="*/ 636185 w 829568"/>
              <a:gd name="connsiteY57" fmla="*/ 327131 h 797705"/>
              <a:gd name="connsiteX58" fmla="*/ 640908 w 829568"/>
              <a:gd name="connsiteY58" fmla="*/ 343397 h 797705"/>
              <a:gd name="connsiteX59" fmla="*/ 656819 w 829568"/>
              <a:gd name="connsiteY59" fmla="*/ 329788 h 797705"/>
              <a:gd name="connsiteX60" fmla="*/ 672730 w 829568"/>
              <a:gd name="connsiteY60" fmla="*/ 347933 h 797705"/>
              <a:gd name="connsiteX61" fmla="*/ 679549 w 829568"/>
              <a:gd name="connsiteY61" fmla="*/ 366077 h 797705"/>
              <a:gd name="connsiteX62" fmla="*/ 686368 w 829568"/>
              <a:gd name="connsiteY62" fmla="*/ 418243 h 797705"/>
              <a:gd name="connsiteX63" fmla="*/ 736375 w 829568"/>
              <a:gd name="connsiteY63" fmla="*/ 413707 h 797705"/>
              <a:gd name="connsiteX64" fmla="*/ 756832 w 829568"/>
              <a:gd name="connsiteY64" fmla="*/ 420511 h 797705"/>
              <a:gd name="connsiteX65" fmla="*/ 765924 w 829568"/>
              <a:gd name="connsiteY65" fmla="*/ 406903 h 797705"/>
              <a:gd name="connsiteX66" fmla="*/ 829568 w 829568"/>
              <a:gd name="connsiteY66" fmla="*/ 397830 h 797705"/>
              <a:gd name="connsiteX67" fmla="*/ 829568 w 829568"/>
              <a:gd name="connsiteY67" fmla="*/ 413707 h 797705"/>
              <a:gd name="connsiteX68" fmla="*/ 827295 w 829568"/>
              <a:gd name="connsiteY68" fmla="*/ 422779 h 797705"/>
              <a:gd name="connsiteX69" fmla="*/ 822749 w 829568"/>
              <a:gd name="connsiteY69" fmla="*/ 427315 h 797705"/>
              <a:gd name="connsiteX70" fmla="*/ 815930 w 829568"/>
              <a:gd name="connsiteY70" fmla="*/ 427315 h 797705"/>
              <a:gd name="connsiteX71" fmla="*/ 809111 w 829568"/>
              <a:gd name="connsiteY71" fmla="*/ 443192 h 797705"/>
              <a:gd name="connsiteX72" fmla="*/ 802292 w 829568"/>
              <a:gd name="connsiteY72" fmla="*/ 452264 h 797705"/>
              <a:gd name="connsiteX73" fmla="*/ 800019 w 829568"/>
              <a:gd name="connsiteY73" fmla="*/ 459068 h 797705"/>
              <a:gd name="connsiteX74" fmla="*/ 800019 w 829568"/>
              <a:gd name="connsiteY74" fmla="*/ 470408 h 797705"/>
              <a:gd name="connsiteX75" fmla="*/ 800019 w 829568"/>
              <a:gd name="connsiteY75" fmla="*/ 481749 h 797705"/>
              <a:gd name="connsiteX76" fmla="*/ 784108 w 829568"/>
              <a:gd name="connsiteY76" fmla="*/ 477212 h 797705"/>
              <a:gd name="connsiteX77" fmla="*/ 777289 w 829568"/>
              <a:gd name="connsiteY77" fmla="*/ 477212 h 797705"/>
              <a:gd name="connsiteX78" fmla="*/ 770470 w 829568"/>
              <a:gd name="connsiteY78" fmla="*/ 481749 h 797705"/>
              <a:gd name="connsiteX79" fmla="*/ 768197 w 829568"/>
              <a:gd name="connsiteY79" fmla="*/ 488553 h 797705"/>
              <a:gd name="connsiteX80" fmla="*/ 750013 w 829568"/>
              <a:gd name="connsiteY80" fmla="*/ 497625 h 797705"/>
              <a:gd name="connsiteX81" fmla="*/ 745467 w 829568"/>
              <a:gd name="connsiteY81" fmla="*/ 490821 h 797705"/>
              <a:gd name="connsiteX82" fmla="*/ 740921 w 829568"/>
              <a:gd name="connsiteY82" fmla="*/ 493089 h 797705"/>
              <a:gd name="connsiteX83" fmla="*/ 738648 w 829568"/>
              <a:gd name="connsiteY83" fmla="*/ 499893 h 797705"/>
              <a:gd name="connsiteX84" fmla="*/ 738648 w 829568"/>
              <a:gd name="connsiteY84" fmla="*/ 502161 h 797705"/>
              <a:gd name="connsiteX85" fmla="*/ 725010 w 829568"/>
              <a:gd name="connsiteY85" fmla="*/ 504429 h 797705"/>
              <a:gd name="connsiteX86" fmla="*/ 715918 w 829568"/>
              <a:gd name="connsiteY86" fmla="*/ 508965 h 797705"/>
              <a:gd name="connsiteX87" fmla="*/ 715918 w 829568"/>
              <a:gd name="connsiteY87" fmla="*/ 520306 h 797705"/>
              <a:gd name="connsiteX88" fmla="*/ 713645 w 829568"/>
              <a:gd name="connsiteY88" fmla="*/ 522574 h 797705"/>
              <a:gd name="connsiteX89" fmla="*/ 693188 w 829568"/>
              <a:gd name="connsiteY89" fmla="*/ 527110 h 797705"/>
              <a:gd name="connsiteX90" fmla="*/ 677276 w 829568"/>
              <a:gd name="connsiteY90" fmla="*/ 531646 h 797705"/>
              <a:gd name="connsiteX91" fmla="*/ 668184 w 829568"/>
              <a:gd name="connsiteY91" fmla="*/ 527110 h 797705"/>
              <a:gd name="connsiteX92" fmla="*/ 665911 w 829568"/>
              <a:gd name="connsiteY92" fmla="*/ 529378 h 797705"/>
              <a:gd name="connsiteX93" fmla="*/ 665911 w 829568"/>
              <a:gd name="connsiteY93" fmla="*/ 538450 h 797705"/>
              <a:gd name="connsiteX94" fmla="*/ 659092 w 829568"/>
              <a:gd name="connsiteY94" fmla="*/ 540718 h 797705"/>
              <a:gd name="connsiteX95" fmla="*/ 659092 w 829568"/>
              <a:gd name="connsiteY95" fmla="*/ 545254 h 797705"/>
              <a:gd name="connsiteX96" fmla="*/ 659092 w 829568"/>
              <a:gd name="connsiteY96" fmla="*/ 556595 h 797705"/>
              <a:gd name="connsiteX97" fmla="*/ 656819 w 829568"/>
              <a:gd name="connsiteY97" fmla="*/ 561131 h 797705"/>
              <a:gd name="connsiteX98" fmla="*/ 652273 w 829568"/>
              <a:gd name="connsiteY98" fmla="*/ 561131 h 797705"/>
              <a:gd name="connsiteX99" fmla="*/ 650000 w 829568"/>
              <a:gd name="connsiteY99" fmla="*/ 561131 h 797705"/>
              <a:gd name="connsiteX100" fmla="*/ 618178 w 829568"/>
              <a:gd name="connsiteY100" fmla="*/ 552058 h 797705"/>
              <a:gd name="connsiteX101" fmla="*/ 618178 w 829568"/>
              <a:gd name="connsiteY101" fmla="*/ 549790 h 797705"/>
              <a:gd name="connsiteX102" fmla="*/ 609086 w 829568"/>
              <a:gd name="connsiteY102" fmla="*/ 542986 h 797705"/>
              <a:gd name="connsiteX103" fmla="*/ 599994 w 829568"/>
              <a:gd name="connsiteY103" fmla="*/ 547522 h 797705"/>
              <a:gd name="connsiteX104" fmla="*/ 590902 w 829568"/>
              <a:gd name="connsiteY104" fmla="*/ 554327 h 797705"/>
              <a:gd name="connsiteX105" fmla="*/ 579537 w 829568"/>
              <a:gd name="connsiteY105" fmla="*/ 563399 h 797705"/>
              <a:gd name="connsiteX106" fmla="*/ 574991 w 829568"/>
              <a:gd name="connsiteY106" fmla="*/ 556595 h 797705"/>
              <a:gd name="connsiteX107" fmla="*/ 570445 w 829568"/>
              <a:gd name="connsiteY107" fmla="*/ 558863 h 797705"/>
              <a:gd name="connsiteX108" fmla="*/ 568172 w 829568"/>
              <a:gd name="connsiteY108" fmla="*/ 563399 h 797705"/>
              <a:gd name="connsiteX109" fmla="*/ 568172 w 829568"/>
              <a:gd name="connsiteY109" fmla="*/ 565667 h 797705"/>
              <a:gd name="connsiteX110" fmla="*/ 568172 w 829568"/>
              <a:gd name="connsiteY110" fmla="*/ 570203 h 797705"/>
              <a:gd name="connsiteX111" fmla="*/ 565899 w 829568"/>
              <a:gd name="connsiteY111" fmla="*/ 572471 h 797705"/>
              <a:gd name="connsiteX112" fmla="*/ 565899 w 829568"/>
              <a:gd name="connsiteY112" fmla="*/ 574739 h 797705"/>
              <a:gd name="connsiteX113" fmla="*/ 581810 w 829568"/>
              <a:gd name="connsiteY113" fmla="*/ 581543 h 797705"/>
              <a:gd name="connsiteX114" fmla="*/ 586356 w 829568"/>
              <a:gd name="connsiteY114" fmla="*/ 586079 h 797705"/>
              <a:gd name="connsiteX115" fmla="*/ 590902 w 829568"/>
              <a:gd name="connsiteY115" fmla="*/ 579275 h 797705"/>
              <a:gd name="connsiteX116" fmla="*/ 597721 w 829568"/>
              <a:gd name="connsiteY116" fmla="*/ 583811 h 797705"/>
              <a:gd name="connsiteX117" fmla="*/ 599994 w 829568"/>
              <a:gd name="connsiteY117" fmla="*/ 579275 h 797705"/>
              <a:gd name="connsiteX118" fmla="*/ 606813 w 829568"/>
              <a:gd name="connsiteY118" fmla="*/ 588347 h 797705"/>
              <a:gd name="connsiteX119" fmla="*/ 606813 w 829568"/>
              <a:gd name="connsiteY119" fmla="*/ 590616 h 797705"/>
              <a:gd name="connsiteX120" fmla="*/ 602267 w 829568"/>
              <a:gd name="connsiteY120" fmla="*/ 601956 h 797705"/>
              <a:gd name="connsiteX121" fmla="*/ 604540 w 829568"/>
              <a:gd name="connsiteY121" fmla="*/ 606492 h 797705"/>
              <a:gd name="connsiteX122" fmla="*/ 609086 w 829568"/>
              <a:gd name="connsiteY122" fmla="*/ 611028 h 797705"/>
              <a:gd name="connsiteX123" fmla="*/ 606813 w 829568"/>
              <a:gd name="connsiteY123" fmla="*/ 613296 h 797705"/>
              <a:gd name="connsiteX124" fmla="*/ 588629 w 829568"/>
              <a:gd name="connsiteY124" fmla="*/ 613296 h 797705"/>
              <a:gd name="connsiteX125" fmla="*/ 572718 w 829568"/>
              <a:gd name="connsiteY125" fmla="*/ 597420 h 797705"/>
              <a:gd name="connsiteX126" fmla="*/ 568172 w 829568"/>
              <a:gd name="connsiteY126" fmla="*/ 606492 h 797705"/>
              <a:gd name="connsiteX127" fmla="*/ 561353 w 829568"/>
              <a:gd name="connsiteY127" fmla="*/ 597420 h 797705"/>
              <a:gd name="connsiteX128" fmla="*/ 556807 w 829568"/>
              <a:gd name="connsiteY128" fmla="*/ 592884 h 797705"/>
              <a:gd name="connsiteX129" fmla="*/ 540896 w 829568"/>
              <a:gd name="connsiteY129" fmla="*/ 570203 h 797705"/>
              <a:gd name="connsiteX130" fmla="*/ 529530 w 829568"/>
              <a:gd name="connsiteY130" fmla="*/ 565667 h 797705"/>
              <a:gd name="connsiteX131" fmla="*/ 518165 w 829568"/>
              <a:gd name="connsiteY131" fmla="*/ 572471 h 797705"/>
              <a:gd name="connsiteX132" fmla="*/ 509073 w 829568"/>
              <a:gd name="connsiteY132" fmla="*/ 577007 h 797705"/>
              <a:gd name="connsiteX133" fmla="*/ 506800 w 829568"/>
              <a:gd name="connsiteY133" fmla="*/ 574739 h 797705"/>
              <a:gd name="connsiteX134" fmla="*/ 504527 w 829568"/>
              <a:gd name="connsiteY134" fmla="*/ 574739 h 797705"/>
              <a:gd name="connsiteX135" fmla="*/ 504527 w 829568"/>
              <a:gd name="connsiteY135" fmla="*/ 570324 h 797705"/>
              <a:gd name="connsiteX136" fmla="*/ 503669 w 829568"/>
              <a:gd name="connsiteY136" fmla="*/ 570324 h 797705"/>
              <a:gd name="connsiteX137" fmla="*/ 503669 w 829568"/>
              <a:gd name="connsiteY137" fmla="*/ 574870 h 797705"/>
              <a:gd name="connsiteX138" fmla="*/ 505946 w 829568"/>
              <a:gd name="connsiteY138" fmla="*/ 577143 h 797705"/>
              <a:gd name="connsiteX139" fmla="*/ 505946 w 829568"/>
              <a:gd name="connsiteY139" fmla="*/ 579415 h 797705"/>
              <a:gd name="connsiteX140" fmla="*/ 505946 w 829568"/>
              <a:gd name="connsiteY140" fmla="*/ 581688 h 797705"/>
              <a:gd name="connsiteX141" fmla="*/ 496839 w 829568"/>
              <a:gd name="connsiteY141" fmla="*/ 590779 h 797705"/>
              <a:gd name="connsiteX142" fmla="*/ 496839 w 829568"/>
              <a:gd name="connsiteY142" fmla="*/ 595324 h 797705"/>
              <a:gd name="connsiteX143" fmla="*/ 501392 w 829568"/>
              <a:gd name="connsiteY143" fmla="*/ 599870 h 797705"/>
              <a:gd name="connsiteX144" fmla="*/ 510500 w 829568"/>
              <a:gd name="connsiteY144" fmla="*/ 608960 h 797705"/>
              <a:gd name="connsiteX145" fmla="*/ 508223 w 829568"/>
              <a:gd name="connsiteY145" fmla="*/ 613506 h 797705"/>
              <a:gd name="connsiteX146" fmla="*/ 508223 w 829568"/>
              <a:gd name="connsiteY146" fmla="*/ 618051 h 797705"/>
              <a:gd name="connsiteX147" fmla="*/ 490008 w 829568"/>
              <a:gd name="connsiteY147" fmla="*/ 640778 h 797705"/>
              <a:gd name="connsiteX148" fmla="*/ 464962 w 829568"/>
              <a:gd name="connsiteY148" fmla="*/ 631687 h 797705"/>
              <a:gd name="connsiteX149" fmla="*/ 451300 w 829568"/>
              <a:gd name="connsiteY149" fmla="*/ 624869 h 797705"/>
              <a:gd name="connsiteX150" fmla="*/ 423977 w 829568"/>
              <a:gd name="connsiteY150" fmla="*/ 638506 h 797705"/>
              <a:gd name="connsiteX151" fmla="*/ 414870 w 829568"/>
              <a:gd name="connsiteY151" fmla="*/ 643051 h 797705"/>
              <a:gd name="connsiteX152" fmla="*/ 398931 w 829568"/>
              <a:gd name="connsiteY152" fmla="*/ 645324 h 797705"/>
              <a:gd name="connsiteX153" fmla="*/ 394378 w 829568"/>
              <a:gd name="connsiteY153" fmla="*/ 652142 h 797705"/>
              <a:gd name="connsiteX154" fmla="*/ 373885 w 829568"/>
              <a:gd name="connsiteY154" fmla="*/ 654415 h 797705"/>
              <a:gd name="connsiteX155" fmla="*/ 353393 w 829568"/>
              <a:gd name="connsiteY155" fmla="*/ 661233 h 797705"/>
              <a:gd name="connsiteX156" fmla="*/ 344285 w 829568"/>
              <a:gd name="connsiteY156" fmla="*/ 683960 h 797705"/>
              <a:gd name="connsiteX157" fmla="*/ 346559 w 829568"/>
              <a:gd name="connsiteY157" fmla="*/ 695305 h 797705"/>
              <a:gd name="connsiteX158" fmla="*/ 346890 w 829568"/>
              <a:gd name="connsiteY158" fmla="*/ 695371 h 797705"/>
              <a:gd name="connsiteX159" fmla="*/ 349169 w 829568"/>
              <a:gd name="connsiteY159" fmla="*/ 697639 h 797705"/>
              <a:gd name="connsiteX160" fmla="*/ 349169 w 829568"/>
              <a:gd name="connsiteY160" fmla="*/ 708981 h 797705"/>
              <a:gd name="connsiteX161" fmla="*/ 349169 w 829568"/>
              <a:gd name="connsiteY161" fmla="*/ 713518 h 797705"/>
              <a:gd name="connsiteX162" fmla="*/ 346890 w 829568"/>
              <a:gd name="connsiteY162" fmla="*/ 724861 h 797705"/>
              <a:gd name="connsiteX163" fmla="*/ 340053 w 829568"/>
              <a:gd name="connsiteY163" fmla="*/ 722592 h 797705"/>
              <a:gd name="connsiteX164" fmla="*/ 317264 w 829568"/>
              <a:gd name="connsiteY164" fmla="*/ 720324 h 797705"/>
              <a:gd name="connsiteX165" fmla="*/ 312706 w 829568"/>
              <a:gd name="connsiteY165" fmla="*/ 718055 h 797705"/>
              <a:gd name="connsiteX166" fmla="*/ 303590 w 829568"/>
              <a:gd name="connsiteY166" fmla="*/ 724861 h 797705"/>
              <a:gd name="connsiteX167" fmla="*/ 294474 w 829568"/>
              <a:gd name="connsiteY167" fmla="*/ 731666 h 797705"/>
              <a:gd name="connsiteX168" fmla="*/ 289916 w 829568"/>
              <a:gd name="connsiteY168" fmla="*/ 738471 h 797705"/>
              <a:gd name="connsiteX169" fmla="*/ 289916 w 829568"/>
              <a:gd name="connsiteY169" fmla="*/ 752082 h 797705"/>
              <a:gd name="connsiteX170" fmla="*/ 280800 w 829568"/>
              <a:gd name="connsiteY170" fmla="*/ 740740 h 797705"/>
              <a:gd name="connsiteX171" fmla="*/ 278521 w 829568"/>
              <a:gd name="connsiteY171" fmla="*/ 738471 h 797705"/>
              <a:gd name="connsiteX172" fmla="*/ 278521 w 829568"/>
              <a:gd name="connsiteY172" fmla="*/ 743008 h 797705"/>
              <a:gd name="connsiteX173" fmla="*/ 276242 w 829568"/>
              <a:gd name="connsiteY173" fmla="*/ 749814 h 797705"/>
              <a:gd name="connsiteX174" fmla="*/ 269405 w 829568"/>
              <a:gd name="connsiteY174" fmla="*/ 761156 h 797705"/>
              <a:gd name="connsiteX175" fmla="*/ 232942 w 829568"/>
              <a:gd name="connsiteY175" fmla="*/ 749814 h 797705"/>
              <a:gd name="connsiteX176" fmla="*/ 230663 w 829568"/>
              <a:gd name="connsiteY176" fmla="*/ 754351 h 797705"/>
              <a:gd name="connsiteX177" fmla="*/ 203316 w 829568"/>
              <a:gd name="connsiteY177" fmla="*/ 754351 h 797705"/>
              <a:gd name="connsiteX178" fmla="*/ 180526 w 829568"/>
              <a:gd name="connsiteY178" fmla="*/ 761156 h 797705"/>
              <a:gd name="connsiteX179" fmla="*/ 169131 w 829568"/>
              <a:gd name="connsiteY179" fmla="*/ 767961 h 797705"/>
              <a:gd name="connsiteX180" fmla="*/ 157736 w 829568"/>
              <a:gd name="connsiteY180" fmla="*/ 783841 h 797705"/>
              <a:gd name="connsiteX181" fmla="*/ 137226 w 829568"/>
              <a:gd name="connsiteY181" fmla="*/ 797451 h 797705"/>
              <a:gd name="connsiteX182" fmla="*/ 128110 w 829568"/>
              <a:gd name="connsiteY182" fmla="*/ 786109 h 797705"/>
              <a:gd name="connsiteX183" fmla="*/ 121273 w 829568"/>
              <a:gd name="connsiteY183" fmla="*/ 792914 h 797705"/>
              <a:gd name="connsiteX184" fmla="*/ 93925 w 829568"/>
              <a:gd name="connsiteY184" fmla="*/ 790646 h 797705"/>
              <a:gd name="connsiteX185" fmla="*/ 68857 w 829568"/>
              <a:gd name="connsiteY185" fmla="*/ 790646 h 797705"/>
              <a:gd name="connsiteX186" fmla="*/ 57462 w 829568"/>
              <a:gd name="connsiteY186" fmla="*/ 792914 h 797705"/>
              <a:gd name="connsiteX187" fmla="*/ 46067 w 829568"/>
              <a:gd name="connsiteY187" fmla="*/ 788377 h 797705"/>
              <a:gd name="connsiteX188" fmla="*/ 25556 w 829568"/>
              <a:gd name="connsiteY188" fmla="*/ 786109 h 797705"/>
              <a:gd name="connsiteX189" fmla="*/ 25556 w 829568"/>
              <a:gd name="connsiteY189" fmla="*/ 783841 h 797705"/>
              <a:gd name="connsiteX190" fmla="*/ 27835 w 829568"/>
              <a:gd name="connsiteY190" fmla="*/ 777035 h 797705"/>
              <a:gd name="connsiteX191" fmla="*/ 25556 w 829568"/>
              <a:gd name="connsiteY191" fmla="*/ 774767 h 797705"/>
              <a:gd name="connsiteX192" fmla="*/ 43788 w 829568"/>
              <a:gd name="connsiteY192" fmla="*/ 770230 h 797705"/>
              <a:gd name="connsiteX193" fmla="*/ 48346 w 829568"/>
              <a:gd name="connsiteY193" fmla="*/ 699908 h 797705"/>
              <a:gd name="connsiteX194" fmla="*/ 5046 w 829568"/>
              <a:gd name="connsiteY194" fmla="*/ 670418 h 797705"/>
              <a:gd name="connsiteX195" fmla="*/ 30114 w 829568"/>
              <a:gd name="connsiteY195" fmla="*/ 615975 h 797705"/>
              <a:gd name="connsiteX196" fmla="*/ 41509 w 829568"/>
              <a:gd name="connsiteY196" fmla="*/ 600095 h 797705"/>
              <a:gd name="connsiteX197" fmla="*/ 34672 w 829568"/>
              <a:gd name="connsiteY197" fmla="*/ 581948 h 797705"/>
              <a:gd name="connsiteX198" fmla="*/ 41509 w 829568"/>
              <a:gd name="connsiteY198" fmla="*/ 554726 h 797705"/>
              <a:gd name="connsiteX199" fmla="*/ 16441 w 829568"/>
              <a:gd name="connsiteY199" fmla="*/ 543384 h 797705"/>
              <a:gd name="connsiteX200" fmla="*/ 34672 w 829568"/>
              <a:gd name="connsiteY200" fmla="*/ 541115 h 797705"/>
              <a:gd name="connsiteX201" fmla="*/ 41498 w 829568"/>
              <a:gd name="connsiteY201" fmla="*/ 541115 h 797705"/>
              <a:gd name="connsiteX202" fmla="*/ 39341 w 829568"/>
              <a:gd name="connsiteY202" fmla="*/ 528176 h 797705"/>
              <a:gd name="connsiteX203" fmla="*/ 86966 w 829568"/>
              <a:gd name="connsiteY203" fmla="*/ 494839 h 797705"/>
              <a:gd name="connsiteX204" fmla="*/ 65409 w 829568"/>
              <a:gd name="connsiteY204" fmla="*/ 464300 h 797705"/>
              <a:gd name="connsiteX205" fmla="*/ 62429 w 829568"/>
              <a:gd name="connsiteY205" fmla="*/ 465726 h 797705"/>
              <a:gd name="connsiteX206" fmla="*/ 62429 w 829568"/>
              <a:gd name="connsiteY206" fmla="*/ 467991 h 797705"/>
              <a:gd name="connsiteX207" fmla="*/ 57874 w 829568"/>
              <a:gd name="connsiteY207" fmla="*/ 470256 h 797705"/>
              <a:gd name="connsiteX208" fmla="*/ 48763 w 829568"/>
              <a:gd name="connsiteY208" fmla="*/ 472522 h 797705"/>
              <a:gd name="connsiteX209" fmla="*/ 35096 w 829568"/>
              <a:gd name="connsiteY209" fmla="*/ 467991 h 797705"/>
              <a:gd name="connsiteX210" fmla="*/ 32818 w 829568"/>
              <a:gd name="connsiteY210" fmla="*/ 449871 h 797705"/>
              <a:gd name="connsiteX211" fmla="*/ 55596 w 829568"/>
              <a:gd name="connsiteY211" fmla="*/ 418160 h 797705"/>
              <a:gd name="connsiteX212" fmla="*/ 55596 w 829568"/>
              <a:gd name="connsiteY212" fmla="*/ 404569 h 797705"/>
              <a:gd name="connsiteX213" fmla="*/ 48763 w 829568"/>
              <a:gd name="connsiteY213" fmla="*/ 372858 h 797705"/>
              <a:gd name="connsiteX214" fmla="*/ 41929 w 829568"/>
              <a:gd name="connsiteY214" fmla="*/ 354737 h 797705"/>
              <a:gd name="connsiteX215" fmla="*/ 41929 w 829568"/>
              <a:gd name="connsiteY215" fmla="*/ 320761 h 797705"/>
              <a:gd name="connsiteX216" fmla="*/ 41929 w 829568"/>
              <a:gd name="connsiteY216" fmla="*/ 300375 h 797705"/>
              <a:gd name="connsiteX217" fmla="*/ 44207 w 829568"/>
              <a:gd name="connsiteY217" fmla="*/ 302640 h 797705"/>
              <a:gd name="connsiteX218" fmla="*/ 57934 w 829568"/>
              <a:gd name="connsiteY218" fmla="*/ 312196 h 797705"/>
              <a:gd name="connsiteX219" fmla="*/ 58242 w 829568"/>
              <a:gd name="connsiteY219" fmla="*/ 311394 h 797705"/>
              <a:gd name="connsiteX220" fmla="*/ 56256 w 829568"/>
              <a:gd name="connsiteY220" fmla="*/ 310012 h 797705"/>
              <a:gd name="connsiteX221" fmla="*/ 44300 w 829568"/>
              <a:gd name="connsiteY221" fmla="*/ 302367 h 797705"/>
              <a:gd name="connsiteX222" fmla="*/ 42022 w 829568"/>
              <a:gd name="connsiteY222" fmla="*/ 300102 h 797705"/>
              <a:gd name="connsiteX223" fmla="*/ 44300 w 829568"/>
              <a:gd name="connsiteY223" fmla="*/ 291042 h 797705"/>
              <a:gd name="connsiteX224" fmla="*/ 78462 w 829568"/>
              <a:gd name="connsiteY224" fmla="*/ 259331 h 797705"/>
              <a:gd name="connsiteX225" fmla="*/ 92126 w 829568"/>
              <a:gd name="connsiteY225" fmla="*/ 232149 h 797705"/>
              <a:gd name="connsiteX226" fmla="*/ 114901 w 829568"/>
              <a:gd name="connsiteY226" fmla="*/ 211764 h 797705"/>
              <a:gd name="connsiteX227" fmla="*/ 108638 w 829568"/>
              <a:gd name="connsiteY227" fmla="*/ 204968 h 797705"/>
              <a:gd name="connsiteX228" fmla="*/ 92261 w 829568"/>
              <a:gd name="connsiteY228" fmla="*/ 198228 h 797705"/>
              <a:gd name="connsiteX229" fmla="*/ 91806 w 829568"/>
              <a:gd name="connsiteY229" fmla="*/ 198355 h 797705"/>
              <a:gd name="connsiteX230" fmla="*/ 84968 w 829568"/>
              <a:gd name="connsiteY230" fmla="*/ 193807 h 797705"/>
              <a:gd name="connsiteX231" fmla="*/ 94086 w 829568"/>
              <a:gd name="connsiteY231" fmla="*/ 155145 h 797705"/>
              <a:gd name="connsiteX232" fmla="*/ 135114 w 829568"/>
              <a:gd name="connsiteY232" fmla="*/ 127854 h 797705"/>
              <a:gd name="connsiteX233" fmla="*/ 160186 w 829568"/>
              <a:gd name="connsiteY233" fmla="*/ 134677 h 797705"/>
              <a:gd name="connsiteX234" fmla="*/ 160186 w 829568"/>
              <a:gd name="connsiteY234" fmla="*/ 109660 h 797705"/>
              <a:gd name="connsiteX235" fmla="*/ 187538 w 829568"/>
              <a:gd name="connsiteY235" fmla="*/ 82369 h 797705"/>
              <a:gd name="connsiteX236" fmla="*/ 187538 w 829568"/>
              <a:gd name="connsiteY236" fmla="*/ 48256 h 797705"/>
              <a:gd name="connsiteX237" fmla="*/ 190103 w 829568"/>
              <a:gd name="connsiteY23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69816 w 829568"/>
              <a:gd name="connsiteY10" fmla="*/ 261219 h 797705"/>
              <a:gd name="connsiteX11" fmla="*/ 570418 w 829568"/>
              <a:gd name="connsiteY11" fmla="*/ 255212 h 797705"/>
              <a:gd name="connsiteX12" fmla="*/ 561350 w 829568"/>
              <a:gd name="connsiteY12" fmla="*/ 243680 h 797705"/>
              <a:gd name="connsiteX13" fmla="*/ 563631 w 829568"/>
              <a:gd name="connsiteY13" fmla="*/ 245950 h 797705"/>
              <a:gd name="connsiteX14" fmla="*/ 563632 w 829568"/>
              <a:gd name="connsiteY14" fmla="*/ 245962 h 797705"/>
              <a:gd name="connsiteX15" fmla="*/ 561350 w 829568"/>
              <a:gd name="connsiteY15" fmla="*/ 243680 h 797705"/>
              <a:gd name="connsiteX16" fmla="*/ 190103 w 829568"/>
              <a:gd name="connsiteY16" fmla="*/ 284 h 797705"/>
              <a:gd name="connsiteX17" fmla="*/ 208052 w 829568"/>
              <a:gd name="connsiteY17" fmla="*/ 7319 h 797705"/>
              <a:gd name="connsiteX18" fmla="*/ 244522 w 829568"/>
              <a:gd name="connsiteY18" fmla="*/ 16416 h 797705"/>
              <a:gd name="connsiteX19" fmla="*/ 269594 w 829568"/>
              <a:gd name="connsiteY19" fmla="*/ 36884 h 797705"/>
              <a:gd name="connsiteX20" fmla="*/ 303784 w 829568"/>
              <a:gd name="connsiteY20" fmla="*/ 59627 h 797705"/>
              <a:gd name="connsiteX21" fmla="*/ 317460 w 829568"/>
              <a:gd name="connsiteY21" fmla="*/ 89192 h 797705"/>
              <a:gd name="connsiteX22" fmla="*/ 353930 w 829568"/>
              <a:gd name="connsiteY22" fmla="*/ 73272 h 797705"/>
              <a:gd name="connsiteX23" fmla="*/ 399516 w 829568"/>
              <a:gd name="connsiteY23" fmla="*/ 82369 h 797705"/>
              <a:gd name="connsiteX24" fmla="*/ 417751 w 829568"/>
              <a:gd name="connsiteY24" fmla="*/ 77821 h 797705"/>
              <a:gd name="connsiteX25" fmla="*/ 438265 w 829568"/>
              <a:gd name="connsiteY25" fmla="*/ 64175 h 797705"/>
              <a:gd name="connsiteX26" fmla="*/ 472455 w 829568"/>
              <a:gd name="connsiteY26" fmla="*/ 73272 h 797705"/>
              <a:gd name="connsiteX27" fmla="*/ 486131 w 829568"/>
              <a:gd name="connsiteY27" fmla="*/ 82369 h 797705"/>
              <a:gd name="connsiteX28" fmla="*/ 490690 w 829568"/>
              <a:gd name="connsiteY28" fmla="*/ 132402 h 797705"/>
              <a:gd name="connsiteX29" fmla="*/ 495248 w 829568"/>
              <a:gd name="connsiteY29" fmla="*/ 196081 h 797705"/>
              <a:gd name="connsiteX30" fmla="*/ 495248 w 829568"/>
              <a:gd name="connsiteY30" fmla="*/ 214275 h 797705"/>
              <a:gd name="connsiteX31" fmla="*/ 495067 w 829568"/>
              <a:gd name="connsiteY31" fmla="*/ 214233 h 797705"/>
              <a:gd name="connsiteX32" fmla="*/ 497146 w 829568"/>
              <a:gd name="connsiteY32" fmla="*/ 220449 h 797705"/>
              <a:gd name="connsiteX33" fmla="*/ 508530 w 829568"/>
              <a:gd name="connsiteY33" fmla="*/ 224986 h 797705"/>
              <a:gd name="connsiteX34" fmla="*/ 524467 w 829568"/>
              <a:gd name="connsiteY34" fmla="*/ 238598 h 797705"/>
              <a:gd name="connsiteX35" fmla="*/ 556340 w 829568"/>
              <a:gd name="connsiteY35" fmla="*/ 234060 h 797705"/>
              <a:gd name="connsiteX36" fmla="*/ 560894 w 829568"/>
              <a:gd name="connsiteY36" fmla="*/ 243135 h 797705"/>
              <a:gd name="connsiteX37" fmla="*/ 563170 w 829568"/>
              <a:gd name="connsiteY37" fmla="*/ 247672 h 797705"/>
              <a:gd name="connsiteX38" fmla="*/ 564024 w 829568"/>
              <a:gd name="connsiteY38" fmla="*/ 255045 h 797705"/>
              <a:gd name="connsiteX39" fmla="*/ 563903 w 829568"/>
              <a:gd name="connsiteY39" fmla="*/ 256574 h 797705"/>
              <a:gd name="connsiteX40" fmla="*/ 564418 w 829568"/>
              <a:gd name="connsiteY40" fmla="*/ 256978 h 797705"/>
              <a:gd name="connsiteX41" fmla="*/ 564486 w 829568"/>
              <a:gd name="connsiteY41" fmla="*/ 256164 h 797705"/>
              <a:gd name="connsiteX42" fmla="*/ 563684 w 829568"/>
              <a:gd name="connsiteY42" fmla="*/ 246583 h 797705"/>
              <a:gd name="connsiteX43" fmla="*/ 570440 w 829568"/>
              <a:gd name="connsiteY43" fmla="*/ 254988 h 797705"/>
              <a:gd name="connsiteX44" fmla="*/ 570445 w 829568"/>
              <a:gd name="connsiteY44" fmla="*/ 254942 h 797705"/>
              <a:gd name="connsiteX45" fmla="*/ 572718 w 829568"/>
              <a:gd name="connsiteY45" fmla="*/ 257210 h 797705"/>
              <a:gd name="connsiteX46" fmla="*/ 574113 w 829568"/>
              <a:gd name="connsiteY46" fmla="*/ 256872 h 797705"/>
              <a:gd name="connsiteX47" fmla="*/ 567290 w 829568"/>
              <a:gd name="connsiteY47" fmla="*/ 250109 h 797705"/>
              <a:gd name="connsiteX48" fmla="*/ 563684 w 829568"/>
              <a:gd name="connsiteY48" fmla="*/ 246583 h 797705"/>
              <a:gd name="connsiteX49" fmla="*/ 563632 w 829568"/>
              <a:gd name="connsiteY49" fmla="*/ 245962 h 797705"/>
              <a:gd name="connsiteX50" fmla="*/ 574458 w 829568"/>
              <a:gd name="connsiteY50" fmla="*/ 256788 h 797705"/>
              <a:gd name="connsiteX51" fmla="*/ 583230 w 829568"/>
              <a:gd name="connsiteY51" fmla="*/ 254659 h 797705"/>
              <a:gd name="connsiteX52" fmla="*/ 595448 w 829568"/>
              <a:gd name="connsiteY52" fmla="*/ 250406 h 797705"/>
              <a:gd name="connsiteX53" fmla="*/ 624997 w 829568"/>
              <a:gd name="connsiteY53" fmla="*/ 282159 h 797705"/>
              <a:gd name="connsiteX54" fmla="*/ 637214 w 829568"/>
              <a:gd name="connsiteY54" fmla="*/ 311928 h 797705"/>
              <a:gd name="connsiteX55" fmla="*/ 636731 w 829568"/>
              <a:gd name="connsiteY55" fmla="*/ 319061 h 797705"/>
              <a:gd name="connsiteX56" fmla="*/ 652790 w 829568"/>
              <a:gd name="connsiteY56" fmla="*/ 335120 h 797705"/>
              <a:gd name="connsiteX57" fmla="*/ 638758 w 829568"/>
              <a:gd name="connsiteY57" fmla="*/ 321150 h 797705"/>
              <a:gd name="connsiteX58" fmla="*/ 636727 w 829568"/>
              <a:gd name="connsiteY58" fmla="*/ 319129 h 797705"/>
              <a:gd name="connsiteX59" fmla="*/ 636185 w 829568"/>
              <a:gd name="connsiteY59" fmla="*/ 327131 h 797705"/>
              <a:gd name="connsiteX60" fmla="*/ 640908 w 829568"/>
              <a:gd name="connsiteY60" fmla="*/ 343397 h 797705"/>
              <a:gd name="connsiteX61" fmla="*/ 656819 w 829568"/>
              <a:gd name="connsiteY61" fmla="*/ 329788 h 797705"/>
              <a:gd name="connsiteX62" fmla="*/ 672730 w 829568"/>
              <a:gd name="connsiteY62" fmla="*/ 347933 h 797705"/>
              <a:gd name="connsiteX63" fmla="*/ 679549 w 829568"/>
              <a:gd name="connsiteY63" fmla="*/ 366077 h 797705"/>
              <a:gd name="connsiteX64" fmla="*/ 686368 w 829568"/>
              <a:gd name="connsiteY64" fmla="*/ 418243 h 797705"/>
              <a:gd name="connsiteX65" fmla="*/ 736375 w 829568"/>
              <a:gd name="connsiteY65" fmla="*/ 413707 h 797705"/>
              <a:gd name="connsiteX66" fmla="*/ 756832 w 829568"/>
              <a:gd name="connsiteY66" fmla="*/ 420511 h 797705"/>
              <a:gd name="connsiteX67" fmla="*/ 765924 w 829568"/>
              <a:gd name="connsiteY67" fmla="*/ 406903 h 797705"/>
              <a:gd name="connsiteX68" fmla="*/ 829568 w 829568"/>
              <a:gd name="connsiteY68" fmla="*/ 397830 h 797705"/>
              <a:gd name="connsiteX69" fmla="*/ 829568 w 829568"/>
              <a:gd name="connsiteY69" fmla="*/ 413707 h 797705"/>
              <a:gd name="connsiteX70" fmla="*/ 827295 w 829568"/>
              <a:gd name="connsiteY70" fmla="*/ 422779 h 797705"/>
              <a:gd name="connsiteX71" fmla="*/ 822749 w 829568"/>
              <a:gd name="connsiteY71" fmla="*/ 427315 h 797705"/>
              <a:gd name="connsiteX72" fmla="*/ 815930 w 829568"/>
              <a:gd name="connsiteY72" fmla="*/ 427315 h 797705"/>
              <a:gd name="connsiteX73" fmla="*/ 809111 w 829568"/>
              <a:gd name="connsiteY73" fmla="*/ 443192 h 797705"/>
              <a:gd name="connsiteX74" fmla="*/ 802292 w 829568"/>
              <a:gd name="connsiteY74" fmla="*/ 452264 h 797705"/>
              <a:gd name="connsiteX75" fmla="*/ 800019 w 829568"/>
              <a:gd name="connsiteY75" fmla="*/ 459068 h 797705"/>
              <a:gd name="connsiteX76" fmla="*/ 800019 w 829568"/>
              <a:gd name="connsiteY76" fmla="*/ 470408 h 797705"/>
              <a:gd name="connsiteX77" fmla="*/ 800019 w 829568"/>
              <a:gd name="connsiteY77" fmla="*/ 481749 h 797705"/>
              <a:gd name="connsiteX78" fmla="*/ 784108 w 829568"/>
              <a:gd name="connsiteY78" fmla="*/ 477212 h 797705"/>
              <a:gd name="connsiteX79" fmla="*/ 777289 w 829568"/>
              <a:gd name="connsiteY79" fmla="*/ 477212 h 797705"/>
              <a:gd name="connsiteX80" fmla="*/ 770470 w 829568"/>
              <a:gd name="connsiteY80" fmla="*/ 481749 h 797705"/>
              <a:gd name="connsiteX81" fmla="*/ 768197 w 829568"/>
              <a:gd name="connsiteY81" fmla="*/ 488553 h 797705"/>
              <a:gd name="connsiteX82" fmla="*/ 750013 w 829568"/>
              <a:gd name="connsiteY82" fmla="*/ 497625 h 797705"/>
              <a:gd name="connsiteX83" fmla="*/ 745467 w 829568"/>
              <a:gd name="connsiteY83" fmla="*/ 490821 h 797705"/>
              <a:gd name="connsiteX84" fmla="*/ 740921 w 829568"/>
              <a:gd name="connsiteY84" fmla="*/ 493089 h 797705"/>
              <a:gd name="connsiteX85" fmla="*/ 738648 w 829568"/>
              <a:gd name="connsiteY85" fmla="*/ 499893 h 797705"/>
              <a:gd name="connsiteX86" fmla="*/ 738648 w 829568"/>
              <a:gd name="connsiteY86" fmla="*/ 502161 h 797705"/>
              <a:gd name="connsiteX87" fmla="*/ 725010 w 829568"/>
              <a:gd name="connsiteY87" fmla="*/ 504429 h 797705"/>
              <a:gd name="connsiteX88" fmla="*/ 715918 w 829568"/>
              <a:gd name="connsiteY88" fmla="*/ 508965 h 797705"/>
              <a:gd name="connsiteX89" fmla="*/ 715918 w 829568"/>
              <a:gd name="connsiteY89" fmla="*/ 520306 h 797705"/>
              <a:gd name="connsiteX90" fmla="*/ 713645 w 829568"/>
              <a:gd name="connsiteY90" fmla="*/ 522574 h 797705"/>
              <a:gd name="connsiteX91" fmla="*/ 693188 w 829568"/>
              <a:gd name="connsiteY91" fmla="*/ 527110 h 797705"/>
              <a:gd name="connsiteX92" fmla="*/ 677276 w 829568"/>
              <a:gd name="connsiteY92" fmla="*/ 531646 h 797705"/>
              <a:gd name="connsiteX93" fmla="*/ 668184 w 829568"/>
              <a:gd name="connsiteY93" fmla="*/ 527110 h 797705"/>
              <a:gd name="connsiteX94" fmla="*/ 665911 w 829568"/>
              <a:gd name="connsiteY94" fmla="*/ 529378 h 797705"/>
              <a:gd name="connsiteX95" fmla="*/ 665911 w 829568"/>
              <a:gd name="connsiteY95" fmla="*/ 538450 h 797705"/>
              <a:gd name="connsiteX96" fmla="*/ 659092 w 829568"/>
              <a:gd name="connsiteY96" fmla="*/ 540718 h 797705"/>
              <a:gd name="connsiteX97" fmla="*/ 659092 w 829568"/>
              <a:gd name="connsiteY97" fmla="*/ 545254 h 797705"/>
              <a:gd name="connsiteX98" fmla="*/ 659092 w 829568"/>
              <a:gd name="connsiteY98" fmla="*/ 556595 h 797705"/>
              <a:gd name="connsiteX99" fmla="*/ 656819 w 829568"/>
              <a:gd name="connsiteY99" fmla="*/ 561131 h 797705"/>
              <a:gd name="connsiteX100" fmla="*/ 652273 w 829568"/>
              <a:gd name="connsiteY100" fmla="*/ 561131 h 797705"/>
              <a:gd name="connsiteX101" fmla="*/ 650000 w 829568"/>
              <a:gd name="connsiteY101" fmla="*/ 561131 h 797705"/>
              <a:gd name="connsiteX102" fmla="*/ 618178 w 829568"/>
              <a:gd name="connsiteY102" fmla="*/ 552058 h 797705"/>
              <a:gd name="connsiteX103" fmla="*/ 618178 w 829568"/>
              <a:gd name="connsiteY103" fmla="*/ 549790 h 797705"/>
              <a:gd name="connsiteX104" fmla="*/ 609086 w 829568"/>
              <a:gd name="connsiteY104" fmla="*/ 542986 h 797705"/>
              <a:gd name="connsiteX105" fmla="*/ 599994 w 829568"/>
              <a:gd name="connsiteY105" fmla="*/ 547522 h 797705"/>
              <a:gd name="connsiteX106" fmla="*/ 590902 w 829568"/>
              <a:gd name="connsiteY106" fmla="*/ 554327 h 797705"/>
              <a:gd name="connsiteX107" fmla="*/ 579537 w 829568"/>
              <a:gd name="connsiteY107" fmla="*/ 563399 h 797705"/>
              <a:gd name="connsiteX108" fmla="*/ 574991 w 829568"/>
              <a:gd name="connsiteY108" fmla="*/ 556595 h 797705"/>
              <a:gd name="connsiteX109" fmla="*/ 570445 w 829568"/>
              <a:gd name="connsiteY109" fmla="*/ 558863 h 797705"/>
              <a:gd name="connsiteX110" fmla="*/ 568172 w 829568"/>
              <a:gd name="connsiteY110" fmla="*/ 563399 h 797705"/>
              <a:gd name="connsiteX111" fmla="*/ 568172 w 829568"/>
              <a:gd name="connsiteY111" fmla="*/ 565667 h 797705"/>
              <a:gd name="connsiteX112" fmla="*/ 568172 w 829568"/>
              <a:gd name="connsiteY112" fmla="*/ 570203 h 797705"/>
              <a:gd name="connsiteX113" fmla="*/ 565899 w 829568"/>
              <a:gd name="connsiteY113" fmla="*/ 572471 h 797705"/>
              <a:gd name="connsiteX114" fmla="*/ 565899 w 829568"/>
              <a:gd name="connsiteY114" fmla="*/ 574739 h 797705"/>
              <a:gd name="connsiteX115" fmla="*/ 581810 w 829568"/>
              <a:gd name="connsiteY115" fmla="*/ 581543 h 797705"/>
              <a:gd name="connsiteX116" fmla="*/ 586356 w 829568"/>
              <a:gd name="connsiteY116" fmla="*/ 586079 h 797705"/>
              <a:gd name="connsiteX117" fmla="*/ 590902 w 829568"/>
              <a:gd name="connsiteY117" fmla="*/ 579275 h 797705"/>
              <a:gd name="connsiteX118" fmla="*/ 597721 w 829568"/>
              <a:gd name="connsiteY118" fmla="*/ 583811 h 797705"/>
              <a:gd name="connsiteX119" fmla="*/ 599994 w 829568"/>
              <a:gd name="connsiteY119" fmla="*/ 579275 h 797705"/>
              <a:gd name="connsiteX120" fmla="*/ 606813 w 829568"/>
              <a:gd name="connsiteY120" fmla="*/ 588347 h 797705"/>
              <a:gd name="connsiteX121" fmla="*/ 606813 w 829568"/>
              <a:gd name="connsiteY121" fmla="*/ 590616 h 797705"/>
              <a:gd name="connsiteX122" fmla="*/ 602267 w 829568"/>
              <a:gd name="connsiteY122" fmla="*/ 601956 h 797705"/>
              <a:gd name="connsiteX123" fmla="*/ 604540 w 829568"/>
              <a:gd name="connsiteY123" fmla="*/ 606492 h 797705"/>
              <a:gd name="connsiteX124" fmla="*/ 609086 w 829568"/>
              <a:gd name="connsiteY124" fmla="*/ 611028 h 797705"/>
              <a:gd name="connsiteX125" fmla="*/ 606813 w 829568"/>
              <a:gd name="connsiteY125" fmla="*/ 613296 h 797705"/>
              <a:gd name="connsiteX126" fmla="*/ 588629 w 829568"/>
              <a:gd name="connsiteY126" fmla="*/ 613296 h 797705"/>
              <a:gd name="connsiteX127" fmla="*/ 572718 w 829568"/>
              <a:gd name="connsiteY127" fmla="*/ 597420 h 797705"/>
              <a:gd name="connsiteX128" fmla="*/ 568172 w 829568"/>
              <a:gd name="connsiteY128" fmla="*/ 606492 h 797705"/>
              <a:gd name="connsiteX129" fmla="*/ 561353 w 829568"/>
              <a:gd name="connsiteY129" fmla="*/ 597420 h 797705"/>
              <a:gd name="connsiteX130" fmla="*/ 556807 w 829568"/>
              <a:gd name="connsiteY130" fmla="*/ 592884 h 797705"/>
              <a:gd name="connsiteX131" fmla="*/ 540896 w 829568"/>
              <a:gd name="connsiteY131" fmla="*/ 570203 h 797705"/>
              <a:gd name="connsiteX132" fmla="*/ 529530 w 829568"/>
              <a:gd name="connsiteY132" fmla="*/ 565667 h 797705"/>
              <a:gd name="connsiteX133" fmla="*/ 518165 w 829568"/>
              <a:gd name="connsiteY133" fmla="*/ 572471 h 797705"/>
              <a:gd name="connsiteX134" fmla="*/ 509073 w 829568"/>
              <a:gd name="connsiteY134" fmla="*/ 577007 h 797705"/>
              <a:gd name="connsiteX135" fmla="*/ 506800 w 829568"/>
              <a:gd name="connsiteY135" fmla="*/ 574739 h 797705"/>
              <a:gd name="connsiteX136" fmla="*/ 504527 w 829568"/>
              <a:gd name="connsiteY136" fmla="*/ 574739 h 797705"/>
              <a:gd name="connsiteX137" fmla="*/ 504527 w 829568"/>
              <a:gd name="connsiteY137" fmla="*/ 570324 h 797705"/>
              <a:gd name="connsiteX138" fmla="*/ 503669 w 829568"/>
              <a:gd name="connsiteY138" fmla="*/ 570324 h 797705"/>
              <a:gd name="connsiteX139" fmla="*/ 503669 w 829568"/>
              <a:gd name="connsiteY139" fmla="*/ 574870 h 797705"/>
              <a:gd name="connsiteX140" fmla="*/ 505946 w 829568"/>
              <a:gd name="connsiteY140" fmla="*/ 577143 h 797705"/>
              <a:gd name="connsiteX141" fmla="*/ 505946 w 829568"/>
              <a:gd name="connsiteY141" fmla="*/ 579415 h 797705"/>
              <a:gd name="connsiteX142" fmla="*/ 505946 w 829568"/>
              <a:gd name="connsiteY142" fmla="*/ 581688 h 797705"/>
              <a:gd name="connsiteX143" fmla="*/ 496839 w 829568"/>
              <a:gd name="connsiteY143" fmla="*/ 590779 h 797705"/>
              <a:gd name="connsiteX144" fmla="*/ 496839 w 829568"/>
              <a:gd name="connsiteY144" fmla="*/ 595324 h 797705"/>
              <a:gd name="connsiteX145" fmla="*/ 501392 w 829568"/>
              <a:gd name="connsiteY145" fmla="*/ 599870 h 797705"/>
              <a:gd name="connsiteX146" fmla="*/ 510500 w 829568"/>
              <a:gd name="connsiteY146" fmla="*/ 608960 h 797705"/>
              <a:gd name="connsiteX147" fmla="*/ 508223 w 829568"/>
              <a:gd name="connsiteY147" fmla="*/ 613506 h 797705"/>
              <a:gd name="connsiteX148" fmla="*/ 508223 w 829568"/>
              <a:gd name="connsiteY148" fmla="*/ 618051 h 797705"/>
              <a:gd name="connsiteX149" fmla="*/ 490008 w 829568"/>
              <a:gd name="connsiteY149" fmla="*/ 640778 h 797705"/>
              <a:gd name="connsiteX150" fmla="*/ 464962 w 829568"/>
              <a:gd name="connsiteY150" fmla="*/ 631687 h 797705"/>
              <a:gd name="connsiteX151" fmla="*/ 451300 w 829568"/>
              <a:gd name="connsiteY151" fmla="*/ 624869 h 797705"/>
              <a:gd name="connsiteX152" fmla="*/ 423977 w 829568"/>
              <a:gd name="connsiteY152" fmla="*/ 638506 h 797705"/>
              <a:gd name="connsiteX153" fmla="*/ 414870 w 829568"/>
              <a:gd name="connsiteY153" fmla="*/ 643051 h 797705"/>
              <a:gd name="connsiteX154" fmla="*/ 398931 w 829568"/>
              <a:gd name="connsiteY154" fmla="*/ 645324 h 797705"/>
              <a:gd name="connsiteX155" fmla="*/ 394378 w 829568"/>
              <a:gd name="connsiteY155" fmla="*/ 652142 h 797705"/>
              <a:gd name="connsiteX156" fmla="*/ 373885 w 829568"/>
              <a:gd name="connsiteY156" fmla="*/ 654415 h 797705"/>
              <a:gd name="connsiteX157" fmla="*/ 353393 w 829568"/>
              <a:gd name="connsiteY157" fmla="*/ 661233 h 797705"/>
              <a:gd name="connsiteX158" fmla="*/ 344285 w 829568"/>
              <a:gd name="connsiteY158" fmla="*/ 683960 h 797705"/>
              <a:gd name="connsiteX159" fmla="*/ 346559 w 829568"/>
              <a:gd name="connsiteY159" fmla="*/ 695305 h 797705"/>
              <a:gd name="connsiteX160" fmla="*/ 346890 w 829568"/>
              <a:gd name="connsiteY160" fmla="*/ 695371 h 797705"/>
              <a:gd name="connsiteX161" fmla="*/ 349169 w 829568"/>
              <a:gd name="connsiteY161" fmla="*/ 697639 h 797705"/>
              <a:gd name="connsiteX162" fmla="*/ 349169 w 829568"/>
              <a:gd name="connsiteY162" fmla="*/ 708981 h 797705"/>
              <a:gd name="connsiteX163" fmla="*/ 349169 w 829568"/>
              <a:gd name="connsiteY163" fmla="*/ 713518 h 797705"/>
              <a:gd name="connsiteX164" fmla="*/ 346890 w 829568"/>
              <a:gd name="connsiteY164" fmla="*/ 724861 h 797705"/>
              <a:gd name="connsiteX165" fmla="*/ 340053 w 829568"/>
              <a:gd name="connsiteY165" fmla="*/ 722592 h 797705"/>
              <a:gd name="connsiteX166" fmla="*/ 317264 w 829568"/>
              <a:gd name="connsiteY166" fmla="*/ 720324 h 797705"/>
              <a:gd name="connsiteX167" fmla="*/ 312706 w 829568"/>
              <a:gd name="connsiteY167" fmla="*/ 718055 h 797705"/>
              <a:gd name="connsiteX168" fmla="*/ 303590 w 829568"/>
              <a:gd name="connsiteY168" fmla="*/ 724861 h 797705"/>
              <a:gd name="connsiteX169" fmla="*/ 294474 w 829568"/>
              <a:gd name="connsiteY169" fmla="*/ 731666 h 797705"/>
              <a:gd name="connsiteX170" fmla="*/ 289916 w 829568"/>
              <a:gd name="connsiteY170" fmla="*/ 738471 h 797705"/>
              <a:gd name="connsiteX171" fmla="*/ 289916 w 829568"/>
              <a:gd name="connsiteY171" fmla="*/ 752082 h 797705"/>
              <a:gd name="connsiteX172" fmla="*/ 280800 w 829568"/>
              <a:gd name="connsiteY172" fmla="*/ 740740 h 797705"/>
              <a:gd name="connsiteX173" fmla="*/ 278521 w 829568"/>
              <a:gd name="connsiteY173" fmla="*/ 738471 h 797705"/>
              <a:gd name="connsiteX174" fmla="*/ 278521 w 829568"/>
              <a:gd name="connsiteY174" fmla="*/ 743008 h 797705"/>
              <a:gd name="connsiteX175" fmla="*/ 276242 w 829568"/>
              <a:gd name="connsiteY175" fmla="*/ 749814 h 797705"/>
              <a:gd name="connsiteX176" fmla="*/ 269405 w 829568"/>
              <a:gd name="connsiteY176" fmla="*/ 761156 h 797705"/>
              <a:gd name="connsiteX177" fmla="*/ 232942 w 829568"/>
              <a:gd name="connsiteY177" fmla="*/ 749814 h 797705"/>
              <a:gd name="connsiteX178" fmla="*/ 230663 w 829568"/>
              <a:gd name="connsiteY178" fmla="*/ 754351 h 797705"/>
              <a:gd name="connsiteX179" fmla="*/ 203316 w 829568"/>
              <a:gd name="connsiteY179" fmla="*/ 754351 h 797705"/>
              <a:gd name="connsiteX180" fmla="*/ 180526 w 829568"/>
              <a:gd name="connsiteY180" fmla="*/ 761156 h 797705"/>
              <a:gd name="connsiteX181" fmla="*/ 169131 w 829568"/>
              <a:gd name="connsiteY181" fmla="*/ 767961 h 797705"/>
              <a:gd name="connsiteX182" fmla="*/ 157736 w 829568"/>
              <a:gd name="connsiteY182" fmla="*/ 783841 h 797705"/>
              <a:gd name="connsiteX183" fmla="*/ 137226 w 829568"/>
              <a:gd name="connsiteY183" fmla="*/ 797451 h 797705"/>
              <a:gd name="connsiteX184" fmla="*/ 128110 w 829568"/>
              <a:gd name="connsiteY184" fmla="*/ 786109 h 797705"/>
              <a:gd name="connsiteX185" fmla="*/ 121273 w 829568"/>
              <a:gd name="connsiteY185" fmla="*/ 792914 h 797705"/>
              <a:gd name="connsiteX186" fmla="*/ 93925 w 829568"/>
              <a:gd name="connsiteY186" fmla="*/ 790646 h 797705"/>
              <a:gd name="connsiteX187" fmla="*/ 68857 w 829568"/>
              <a:gd name="connsiteY187" fmla="*/ 790646 h 797705"/>
              <a:gd name="connsiteX188" fmla="*/ 57462 w 829568"/>
              <a:gd name="connsiteY188" fmla="*/ 792914 h 797705"/>
              <a:gd name="connsiteX189" fmla="*/ 46067 w 829568"/>
              <a:gd name="connsiteY189" fmla="*/ 788377 h 797705"/>
              <a:gd name="connsiteX190" fmla="*/ 25556 w 829568"/>
              <a:gd name="connsiteY190" fmla="*/ 786109 h 797705"/>
              <a:gd name="connsiteX191" fmla="*/ 25556 w 829568"/>
              <a:gd name="connsiteY191" fmla="*/ 783841 h 797705"/>
              <a:gd name="connsiteX192" fmla="*/ 27835 w 829568"/>
              <a:gd name="connsiteY192" fmla="*/ 777035 h 797705"/>
              <a:gd name="connsiteX193" fmla="*/ 25556 w 829568"/>
              <a:gd name="connsiteY193" fmla="*/ 774767 h 797705"/>
              <a:gd name="connsiteX194" fmla="*/ 43788 w 829568"/>
              <a:gd name="connsiteY194" fmla="*/ 770230 h 797705"/>
              <a:gd name="connsiteX195" fmla="*/ 48346 w 829568"/>
              <a:gd name="connsiteY195" fmla="*/ 699908 h 797705"/>
              <a:gd name="connsiteX196" fmla="*/ 5046 w 829568"/>
              <a:gd name="connsiteY196" fmla="*/ 670418 h 797705"/>
              <a:gd name="connsiteX197" fmla="*/ 30114 w 829568"/>
              <a:gd name="connsiteY197" fmla="*/ 615975 h 797705"/>
              <a:gd name="connsiteX198" fmla="*/ 41509 w 829568"/>
              <a:gd name="connsiteY198" fmla="*/ 600095 h 797705"/>
              <a:gd name="connsiteX199" fmla="*/ 34672 w 829568"/>
              <a:gd name="connsiteY199" fmla="*/ 581948 h 797705"/>
              <a:gd name="connsiteX200" fmla="*/ 41509 w 829568"/>
              <a:gd name="connsiteY200" fmla="*/ 554726 h 797705"/>
              <a:gd name="connsiteX201" fmla="*/ 16441 w 829568"/>
              <a:gd name="connsiteY201" fmla="*/ 543384 h 797705"/>
              <a:gd name="connsiteX202" fmla="*/ 34672 w 829568"/>
              <a:gd name="connsiteY202" fmla="*/ 541115 h 797705"/>
              <a:gd name="connsiteX203" fmla="*/ 41498 w 829568"/>
              <a:gd name="connsiteY203" fmla="*/ 541115 h 797705"/>
              <a:gd name="connsiteX204" fmla="*/ 39341 w 829568"/>
              <a:gd name="connsiteY204" fmla="*/ 528176 h 797705"/>
              <a:gd name="connsiteX205" fmla="*/ 86966 w 829568"/>
              <a:gd name="connsiteY205" fmla="*/ 494839 h 797705"/>
              <a:gd name="connsiteX206" fmla="*/ 65409 w 829568"/>
              <a:gd name="connsiteY206" fmla="*/ 464300 h 797705"/>
              <a:gd name="connsiteX207" fmla="*/ 62429 w 829568"/>
              <a:gd name="connsiteY207" fmla="*/ 465726 h 797705"/>
              <a:gd name="connsiteX208" fmla="*/ 62429 w 829568"/>
              <a:gd name="connsiteY208" fmla="*/ 467991 h 797705"/>
              <a:gd name="connsiteX209" fmla="*/ 57874 w 829568"/>
              <a:gd name="connsiteY209" fmla="*/ 470256 h 797705"/>
              <a:gd name="connsiteX210" fmla="*/ 48763 w 829568"/>
              <a:gd name="connsiteY210" fmla="*/ 472522 h 797705"/>
              <a:gd name="connsiteX211" fmla="*/ 35096 w 829568"/>
              <a:gd name="connsiteY211" fmla="*/ 467991 h 797705"/>
              <a:gd name="connsiteX212" fmla="*/ 32818 w 829568"/>
              <a:gd name="connsiteY212" fmla="*/ 449871 h 797705"/>
              <a:gd name="connsiteX213" fmla="*/ 55596 w 829568"/>
              <a:gd name="connsiteY213" fmla="*/ 418160 h 797705"/>
              <a:gd name="connsiteX214" fmla="*/ 55596 w 829568"/>
              <a:gd name="connsiteY214" fmla="*/ 404569 h 797705"/>
              <a:gd name="connsiteX215" fmla="*/ 48763 w 829568"/>
              <a:gd name="connsiteY215" fmla="*/ 372858 h 797705"/>
              <a:gd name="connsiteX216" fmla="*/ 41929 w 829568"/>
              <a:gd name="connsiteY216" fmla="*/ 354737 h 797705"/>
              <a:gd name="connsiteX217" fmla="*/ 41929 w 829568"/>
              <a:gd name="connsiteY217" fmla="*/ 320761 h 797705"/>
              <a:gd name="connsiteX218" fmla="*/ 41929 w 829568"/>
              <a:gd name="connsiteY218" fmla="*/ 300375 h 797705"/>
              <a:gd name="connsiteX219" fmla="*/ 44207 w 829568"/>
              <a:gd name="connsiteY219" fmla="*/ 302640 h 797705"/>
              <a:gd name="connsiteX220" fmla="*/ 57934 w 829568"/>
              <a:gd name="connsiteY220" fmla="*/ 312196 h 797705"/>
              <a:gd name="connsiteX221" fmla="*/ 58242 w 829568"/>
              <a:gd name="connsiteY221" fmla="*/ 311394 h 797705"/>
              <a:gd name="connsiteX222" fmla="*/ 56256 w 829568"/>
              <a:gd name="connsiteY222" fmla="*/ 310012 h 797705"/>
              <a:gd name="connsiteX223" fmla="*/ 44300 w 829568"/>
              <a:gd name="connsiteY223" fmla="*/ 302367 h 797705"/>
              <a:gd name="connsiteX224" fmla="*/ 42022 w 829568"/>
              <a:gd name="connsiteY224" fmla="*/ 300102 h 797705"/>
              <a:gd name="connsiteX225" fmla="*/ 44300 w 829568"/>
              <a:gd name="connsiteY225" fmla="*/ 291042 h 797705"/>
              <a:gd name="connsiteX226" fmla="*/ 78462 w 829568"/>
              <a:gd name="connsiteY226" fmla="*/ 259331 h 797705"/>
              <a:gd name="connsiteX227" fmla="*/ 92126 w 829568"/>
              <a:gd name="connsiteY227" fmla="*/ 232149 h 797705"/>
              <a:gd name="connsiteX228" fmla="*/ 114901 w 829568"/>
              <a:gd name="connsiteY228" fmla="*/ 211764 h 797705"/>
              <a:gd name="connsiteX229" fmla="*/ 108638 w 829568"/>
              <a:gd name="connsiteY229" fmla="*/ 204968 h 797705"/>
              <a:gd name="connsiteX230" fmla="*/ 92261 w 829568"/>
              <a:gd name="connsiteY230" fmla="*/ 198228 h 797705"/>
              <a:gd name="connsiteX231" fmla="*/ 91806 w 829568"/>
              <a:gd name="connsiteY231" fmla="*/ 198355 h 797705"/>
              <a:gd name="connsiteX232" fmla="*/ 84968 w 829568"/>
              <a:gd name="connsiteY232" fmla="*/ 193807 h 797705"/>
              <a:gd name="connsiteX233" fmla="*/ 94086 w 829568"/>
              <a:gd name="connsiteY233" fmla="*/ 155145 h 797705"/>
              <a:gd name="connsiteX234" fmla="*/ 135114 w 829568"/>
              <a:gd name="connsiteY234" fmla="*/ 127854 h 797705"/>
              <a:gd name="connsiteX235" fmla="*/ 160186 w 829568"/>
              <a:gd name="connsiteY235" fmla="*/ 134677 h 797705"/>
              <a:gd name="connsiteX236" fmla="*/ 160186 w 829568"/>
              <a:gd name="connsiteY236" fmla="*/ 109660 h 797705"/>
              <a:gd name="connsiteX237" fmla="*/ 187538 w 829568"/>
              <a:gd name="connsiteY237" fmla="*/ 82369 h 797705"/>
              <a:gd name="connsiteX238" fmla="*/ 187538 w 829568"/>
              <a:gd name="connsiteY238" fmla="*/ 48256 h 797705"/>
              <a:gd name="connsiteX239" fmla="*/ 190103 w 829568"/>
              <a:gd name="connsiteY239"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4486 w 829568"/>
              <a:gd name="connsiteY40" fmla="*/ 256164 h 797705"/>
              <a:gd name="connsiteX41" fmla="*/ 563684 w 829568"/>
              <a:gd name="connsiteY41" fmla="*/ 246583 h 797705"/>
              <a:gd name="connsiteX42" fmla="*/ 570440 w 829568"/>
              <a:gd name="connsiteY42" fmla="*/ 254988 h 797705"/>
              <a:gd name="connsiteX43" fmla="*/ 570445 w 829568"/>
              <a:gd name="connsiteY43" fmla="*/ 254942 h 797705"/>
              <a:gd name="connsiteX44" fmla="*/ 572718 w 829568"/>
              <a:gd name="connsiteY44" fmla="*/ 257210 h 797705"/>
              <a:gd name="connsiteX45" fmla="*/ 574113 w 829568"/>
              <a:gd name="connsiteY45" fmla="*/ 256872 h 797705"/>
              <a:gd name="connsiteX46" fmla="*/ 567290 w 829568"/>
              <a:gd name="connsiteY46" fmla="*/ 250109 h 797705"/>
              <a:gd name="connsiteX47" fmla="*/ 563684 w 829568"/>
              <a:gd name="connsiteY47" fmla="*/ 246583 h 797705"/>
              <a:gd name="connsiteX48" fmla="*/ 563632 w 829568"/>
              <a:gd name="connsiteY48" fmla="*/ 245962 h 797705"/>
              <a:gd name="connsiteX49" fmla="*/ 574458 w 829568"/>
              <a:gd name="connsiteY49" fmla="*/ 256788 h 797705"/>
              <a:gd name="connsiteX50" fmla="*/ 583230 w 829568"/>
              <a:gd name="connsiteY50" fmla="*/ 254659 h 797705"/>
              <a:gd name="connsiteX51" fmla="*/ 595448 w 829568"/>
              <a:gd name="connsiteY51" fmla="*/ 250406 h 797705"/>
              <a:gd name="connsiteX52" fmla="*/ 624997 w 829568"/>
              <a:gd name="connsiteY52" fmla="*/ 282159 h 797705"/>
              <a:gd name="connsiteX53" fmla="*/ 637214 w 829568"/>
              <a:gd name="connsiteY53" fmla="*/ 311928 h 797705"/>
              <a:gd name="connsiteX54" fmla="*/ 636731 w 829568"/>
              <a:gd name="connsiteY54" fmla="*/ 319061 h 797705"/>
              <a:gd name="connsiteX55" fmla="*/ 652790 w 829568"/>
              <a:gd name="connsiteY55" fmla="*/ 335120 h 797705"/>
              <a:gd name="connsiteX56" fmla="*/ 638758 w 829568"/>
              <a:gd name="connsiteY56" fmla="*/ 321150 h 797705"/>
              <a:gd name="connsiteX57" fmla="*/ 636727 w 829568"/>
              <a:gd name="connsiteY57" fmla="*/ 319129 h 797705"/>
              <a:gd name="connsiteX58" fmla="*/ 636185 w 829568"/>
              <a:gd name="connsiteY58" fmla="*/ 327131 h 797705"/>
              <a:gd name="connsiteX59" fmla="*/ 640908 w 829568"/>
              <a:gd name="connsiteY59" fmla="*/ 343397 h 797705"/>
              <a:gd name="connsiteX60" fmla="*/ 656819 w 829568"/>
              <a:gd name="connsiteY60" fmla="*/ 329788 h 797705"/>
              <a:gd name="connsiteX61" fmla="*/ 672730 w 829568"/>
              <a:gd name="connsiteY61" fmla="*/ 347933 h 797705"/>
              <a:gd name="connsiteX62" fmla="*/ 679549 w 829568"/>
              <a:gd name="connsiteY62" fmla="*/ 366077 h 797705"/>
              <a:gd name="connsiteX63" fmla="*/ 686368 w 829568"/>
              <a:gd name="connsiteY63" fmla="*/ 418243 h 797705"/>
              <a:gd name="connsiteX64" fmla="*/ 736375 w 829568"/>
              <a:gd name="connsiteY64" fmla="*/ 413707 h 797705"/>
              <a:gd name="connsiteX65" fmla="*/ 756832 w 829568"/>
              <a:gd name="connsiteY65" fmla="*/ 420511 h 797705"/>
              <a:gd name="connsiteX66" fmla="*/ 765924 w 829568"/>
              <a:gd name="connsiteY66" fmla="*/ 406903 h 797705"/>
              <a:gd name="connsiteX67" fmla="*/ 829568 w 829568"/>
              <a:gd name="connsiteY67" fmla="*/ 397830 h 797705"/>
              <a:gd name="connsiteX68" fmla="*/ 829568 w 829568"/>
              <a:gd name="connsiteY68" fmla="*/ 413707 h 797705"/>
              <a:gd name="connsiteX69" fmla="*/ 827295 w 829568"/>
              <a:gd name="connsiteY69" fmla="*/ 422779 h 797705"/>
              <a:gd name="connsiteX70" fmla="*/ 822749 w 829568"/>
              <a:gd name="connsiteY70" fmla="*/ 427315 h 797705"/>
              <a:gd name="connsiteX71" fmla="*/ 815930 w 829568"/>
              <a:gd name="connsiteY71" fmla="*/ 427315 h 797705"/>
              <a:gd name="connsiteX72" fmla="*/ 809111 w 829568"/>
              <a:gd name="connsiteY72" fmla="*/ 443192 h 797705"/>
              <a:gd name="connsiteX73" fmla="*/ 802292 w 829568"/>
              <a:gd name="connsiteY73" fmla="*/ 452264 h 797705"/>
              <a:gd name="connsiteX74" fmla="*/ 800019 w 829568"/>
              <a:gd name="connsiteY74" fmla="*/ 459068 h 797705"/>
              <a:gd name="connsiteX75" fmla="*/ 800019 w 829568"/>
              <a:gd name="connsiteY75" fmla="*/ 470408 h 797705"/>
              <a:gd name="connsiteX76" fmla="*/ 800019 w 829568"/>
              <a:gd name="connsiteY76" fmla="*/ 481749 h 797705"/>
              <a:gd name="connsiteX77" fmla="*/ 784108 w 829568"/>
              <a:gd name="connsiteY77" fmla="*/ 477212 h 797705"/>
              <a:gd name="connsiteX78" fmla="*/ 777289 w 829568"/>
              <a:gd name="connsiteY78" fmla="*/ 477212 h 797705"/>
              <a:gd name="connsiteX79" fmla="*/ 770470 w 829568"/>
              <a:gd name="connsiteY79" fmla="*/ 481749 h 797705"/>
              <a:gd name="connsiteX80" fmla="*/ 768197 w 829568"/>
              <a:gd name="connsiteY80" fmla="*/ 488553 h 797705"/>
              <a:gd name="connsiteX81" fmla="*/ 750013 w 829568"/>
              <a:gd name="connsiteY81" fmla="*/ 497625 h 797705"/>
              <a:gd name="connsiteX82" fmla="*/ 745467 w 829568"/>
              <a:gd name="connsiteY82" fmla="*/ 490821 h 797705"/>
              <a:gd name="connsiteX83" fmla="*/ 740921 w 829568"/>
              <a:gd name="connsiteY83" fmla="*/ 493089 h 797705"/>
              <a:gd name="connsiteX84" fmla="*/ 738648 w 829568"/>
              <a:gd name="connsiteY84" fmla="*/ 499893 h 797705"/>
              <a:gd name="connsiteX85" fmla="*/ 738648 w 829568"/>
              <a:gd name="connsiteY85" fmla="*/ 502161 h 797705"/>
              <a:gd name="connsiteX86" fmla="*/ 725010 w 829568"/>
              <a:gd name="connsiteY86" fmla="*/ 504429 h 797705"/>
              <a:gd name="connsiteX87" fmla="*/ 715918 w 829568"/>
              <a:gd name="connsiteY87" fmla="*/ 508965 h 797705"/>
              <a:gd name="connsiteX88" fmla="*/ 715918 w 829568"/>
              <a:gd name="connsiteY88" fmla="*/ 520306 h 797705"/>
              <a:gd name="connsiteX89" fmla="*/ 713645 w 829568"/>
              <a:gd name="connsiteY89" fmla="*/ 522574 h 797705"/>
              <a:gd name="connsiteX90" fmla="*/ 693188 w 829568"/>
              <a:gd name="connsiteY90" fmla="*/ 527110 h 797705"/>
              <a:gd name="connsiteX91" fmla="*/ 677276 w 829568"/>
              <a:gd name="connsiteY91" fmla="*/ 531646 h 797705"/>
              <a:gd name="connsiteX92" fmla="*/ 668184 w 829568"/>
              <a:gd name="connsiteY92" fmla="*/ 527110 h 797705"/>
              <a:gd name="connsiteX93" fmla="*/ 665911 w 829568"/>
              <a:gd name="connsiteY93" fmla="*/ 529378 h 797705"/>
              <a:gd name="connsiteX94" fmla="*/ 665911 w 829568"/>
              <a:gd name="connsiteY94" fmla="*/ 538450 h 797705"/>
              <a:gd name="connsiteX95" fmla="*/ 659092 w 829568"/>
              <a:gd name="connsiteY95" fmla="*/ 540718 h 797705"/>
              <a:gd name="connsiteX96" fmla="*/ 659092 w 829568"/>
              <a:gd name="connsiteY96" fmla="*/ 545254 h 797705"/>
              <a:gd name="connsiteX97" fmla="*/ 659092 w 829568"/>
              <a:gd name="connsiteY97" fmla="*/ 556595 h 797705"/>
              <a:gd name="connsiteX98" fmla="*/ 656819 w 829568"/>
              <a:gd name="connsiteY98" fmla="*/ 561131 h 797705"/>
              <a:gd name="connsiteX99" fmla="*/ 652273 w 829568"/>
              <a:gd name="connsiteY99" fmla="*/ 561131 h 797705"/>
              <a:gd name="connsiteX100" fmla="*/ 650000 w 829568"/>
              <a:gd name="connsiteY100" fmla="*/ 561131 h 797705"/>
              <a:gd name="connsiteX101" fmla="*/ 618178 w 829568"/>
              <a:gd name="connsiteY101" fmla="*/ 552058 h 797705"/>
              <a:gd name="connsiteX102" fmla="*/ 618178 w 829568"/>
              <a:gd name="connsiteY102" fmla="*/ 549790 h 797705"/>
              <a:gd name="connsiteX103" fmla="*/ 609086 w 829568"/>
              <a:gd name="connsiteY103" fmla="*/ 542986 h 797705"/>
              <a:gd name="connsiteX104" fmla="*/ 599994 w 829568"/>
              <a:gd name="connsiteY104" fmla="*/ 547522 h 797705"/>
              <a:gd name="connsiteX105" fmla="*/ 590902 w 829568"/>
              <a:gd name="connsiteY105" fmla="*/ 554327 h 797705"/>
              <a:gd name="connsiteX106" fmla="*/ 579537 w 829568"/>
              <a:gd name="connsiteY106" fmla="*/ 563399 h 797705"/>
              <a:gd name="connsiteX107" fmla="*/ 574991 w 829568"/>
              <a:gd name="connsiteY107" fmla="*/ 556595 h 797705"/>
              <a:gd name="connsiteX108" fmla="*/ 570445 w 829568"/>
              <a:gd name="connsiteY108" fmla="*/ 558863 h 797705"/>
              <a:gd name="connsiteX109" fmla="*/ 568172 w 829568"/>
              <a:gd name="connsiteY109" fmla="*/ 563399 h 797705"/>
              <a:gd name="connsiteX110" fmla="*/ 568172 w 829568"/>
              <a:gd name="connsiteY110" fmla="*/ 565667 h 797705"/>
              <a:gd name="connsiteX111" fmla="*/ 568172 w 829568"/>
              <a:gd name="connsiteY111" fmla="*/ 570203 h 797705"/>
              <a:gd name="connsiteX112" fmla="*/ 565899 w 829568"/>
              <a:gd name="connsiteY112" fmla="*/ 572471 h 797705"/>
              <a:gd name="connsiteX113" fmla="*/ 565899 w 829568"/>
              <a:gd name="connsiteY113" fmla="*/ 574739 h 797705"/>
              <a:gd name="connsiteX114" fmla="*/ 581810 w 829568"/>
              <a:gd name="connsiteY114" fmla="*/ 581543 h 797705"/>
              <a:gd name="connsiteX115" fmla="*/ 586356 w 829568"/>
              <a:gd name="connsiteY115" fmla="*/ 586079 h 797705"/>
              <a:gd name="connsiteX116" fmla="*/ 590902 w 829568"/>
              <a:gd name="connsiteY116" fmla="*/ 579275 h 797705"/>
              <a:gd name="connsiteX117" fmla="*/ 597721 w 829568"/>
              <a:gd name="connsiteY117" fmla="*/ 583811 h 797705"/>
              <a:gd name="connsiteX118" fmla="*/ 599994 w 829568"/>
              <a:gd name="connsiteY118" fmla="*/ 579275 h 797705"/>
              <a:gd name="connsiteX119" fmla="*/ 606813 w 829568"/>
              <a:gd name="connsiteY119" fmla="*/ 588347 h 797705"/>
              <a:gd name="connsiteX120" fmla="*/ 606813 w 829568"/>
              <a:gd name="connsiteY120" fmla="*/ 590616 h 797705"/>
              <a:gd name="connsiteX121" fmla="*/ 602267 w 829568"/>
              <a:gd name="connsiteY121" fmla="*/ 601956 h 797705"/>
              <a:gd name="connsiteX122" fmla="*/ 604540 w 829568"/>
              <a:gd name="connsiteY122" fmla="*/ 606492 h 797705"/>
              <a:gd name="connsiteX123" fmla="*/ 609086 w 829568"/>
              <a:gd name="connsiteY123" fmla="*/ 611028 h 797705"/>
              <a:gd name="connsiteX124" fmla="*/ 606813 w 829568"/>
              <a:gd name="connsiteY124" fmla="*/ 613296 h 797705"/>
              <a:gd name="connsiteX125" fmla="*/ 588629 w 829568"/>
              <a:gd name="connsiteY125" fmla="*/ 613296 h 797705"/>
              <a:gd name="connsiteX126" fmla="*/ 572718 w 829568"/>
              <a:gd name="connsiteY126" fmla="*/ 597420 h 797705"/>
              <a:gd name="connsiteX127" fmla="*/ 568172 w 829568"/>
              <a:gd name="connsiteY127" fmla="*/ 606492 h 797705"/>
              <a:gd name="connsiteX128" fmla="*/ 561353 w 829568"/>
              <a:gd name="connsiteY128" fmla="*/ 597420 h 797705"/>
              <a:gd name="connsiteX129" fmla="*/ 556807 w 829568"/>
              <a:gd name="connsiteY129" fmla="*/ 592884 h 797705"/>
              <a:gd name="connsiteX130" fmla="*/ 540896 w 829568"/>
              <a:gd name="connsiteY130" fmla="*/ 570203 h 797705"/>
              <a:gd name="connsiteX131" fmla="*/ 529530 w 829568"/>
              <a:gd name="connsiteY131" fmla="*/ 565667 h 797705"/>
              <a:gd name="connsiteX132" fmla="*/ 518165 w 829568"/>
              <a:gd name="connsiteY132" fmla="*/ 572471 h 797705"/>
              <a:gd name="connsiteX133" fmla="*/ 509073 w 829568"/>
              <a:gd name="connsiteY133" fmla="*/ 577007 h 797705"/>
              <a:gd name="connsiteX134" fmla="*/ 506800 w 829568"/>
              <a:gd name="connsiteY134" fmla="*/ 574739 h 797705"/>
              <a:gd name="connsiteX135" fmla="*/ 504527 w 829568"/>
              <a:gd name="connsiteY135" fmla="*/ 574739 h 797705"/>
              <a:gd name="connsiteX136" fmla="*/ 504527 w 829568"/>
              <a:gd name="connsiteY136" fmla="*/ 570324 h 797705"/>
              <a:gd name="connsiteX137" fmla="*/ 503669 w 829568"/>
              <a:gd name="connsiteY137" fmla="*/ 570324 h 797705"/>
              <a:gd name="connsiteX138" fmla="*/ 503669 w 829568"/>
              <a:gd name="connsiteY138" fmla="*/ 574870 h 797705"/>
              <a:gd name="connsiteX139" fmla="*/ 505946 w 829568"/>
              <a:gd name="connsiteY139" fmla="*/ 577143 h 797705"/>
              <a:gd name="connsiteX140" fmla="*/ 505946 w 829568"/>
              <a:gd name="connsiteY140" fmla="*/ 579415 h 797705"/>
              <a:gd name="connsiteX141" fmla="*/ 505946 w 829568"/>
              <a:gd name="connsiteY141" fmla="*/ 581688 h 797705"/>
              <a:gd name="connsiteX142" fmla="*/ 496839 w 829568"/>
              <a:gd name="connsiteY142" fmla="*/ 590779 h 797705"/>
              <a:gd name="connsiteX143" fmla="*/ 496839 w 829568"/>
              <a:gd name="connsiteY143" fmla="*/ 595324 h 797705"/>
              <a:gd name="connsiteX144" fmla="*/ 501392 w 829568"/>
              <a:gd name="connsiteY144" fmla="*/ 599870 h 797705"/>
              <a:gd name="connsiteX145" fmla="*/ 510500 w 829568"/>
              <a:gd name="connsiteY145" fmla="*/ 608960 h 797705"/>
              <a:gd name="connsiteX146" fmla="*/ 508223 w 829568"/>
              <a:gd name="connsiteY146" fmla="*/ 613506 h 797705"/>
              <a:gd name="connsiteX147" fmla="*/ 508223 w 829568"/>
              <a:gd name="connsiteY147" fmla="*/ 618051 h 797705"/>
              <a:gd name="connsiteX148" fmla="*/ 490008 w 829568"/>
              <a:gd name="connsiteY148" fmla="*/ 640778 h 797705"/>
              <a:gd name="connsiteX149" fmla="*/ 464962 w 829568"/>
              <a:gd name="connsiteY149" fmla="*/ 631687 h 797705"/>
              <a:gd name="connsiteX150" fmla="*/ 451300 w 829568"/>
              <a:gd name="connsiteY150" fmla="*/ 624869 h 797705"/>
              <a:gd name="connsiteX151" fmla="*/ 423977 w 829568"/>
              <a:gd name="connsiteY151" fmla="*/ 638506 h 797705"/>
              <a:gd name="connsiteX152" fmla="*/ 414870 w 829568"/>
              <a:gd name="connsiteY152" fmla="*/ 643051 h 797705"/>
              <a:gd name="connsiteX153" fmla="*/ 398931 w 829568"/>
              <a:gd name="connsiteY153" fmla="*/ 645324 h 797705"/>
              <a:gd name="connsiteX154" fmla="*/ 394378 w 829568"/>
              <a:gd name="connsiteY154" fmla="*/ 652142 h 797705"/>
              <a:gd name="connsiteX155" fmla="*/ 373885 w 829568"/>
              <a:gd name="connsiteY155" fmla="*/ 654415 h 797705"/>
              <a:gd name="connsiteX156" fmla="*/ 353393 w 829568"/>
              <a:gd name="connsiteY156" fmla="*/ 661233 h 797705"/>
              <a:gd name="connsiteX157" fmla="*/ 344285 w 829568"/>
              <a:gd name="connsiteY157" fmla="*/ 683960 h 797705"/>
              <a:gd name="connsiteX158" fmla="*/ 346559 w 829568"/>
              <a:gd name="connsiteY158" fmla="*/ 695305 h 797705"/>
              <a:gd name="connsiteX159" fmla="*/ 346890 w 829568"/>
              <a:gd name="connsiteY159" fmla="*/ 695371 h 797705"/>
              <a:gd name="connsiteX160" fmla="*/ 349169 w 829568"/>
              <a:gd name="connsiteY160" fmla="*/ 697639 h 797705"/>
              <a:gd name="connsiteX161" fmla="*/ 349169 w 829568"/>
              <a:gd name="connsiteY161" fmla="*/ 708981 h 797705"/>
              <a:gd name="connsiteX162" fmla="*/ 349169 w 829568"/>
              <a:gd name="connsiteY162" fmla="*/ 713518 h 797705"/>
              <a:gd name="connsiteX163" fmla="*/ 346890 w 829568"/>
              <a:gd name="connsiteY163" fmla="*/ 724861 h 797705"/>
              <a:gd name="connsiteX164" fmla="*/ 340053 w 829568"/>
              <a:gd name="connsiteY164" fmla="*/ 722592 h 797705"/>
              <a:gd name="connsiteX165" fmla="*/ 317264 w 829568"/>
              <a:gd name="connsiteY165" fmla="*/ 720324 h 797705"/>
              <a:gd name="connsiteX166" fmla="*/ 312706 w 829568"/>
              <a:gd name="connsiteY166" fmla="*/ 718055 h 797705"/>
              <a:gd name="connsiteX167" fmla="*/ 303590 w 829568"/>
              <a:gd name="connsiteY167" fmla="*/ 724861 h 797705"/>
              <a:gd name="connsiteX168" fmla="*/ 294474 w 829568"/>
              <a:gd name="connsiteY168" fmla="*/ 731666 h 797705"/>
              <a:gd name="connsiteX169" fmla="*/ 289916 w 829568"/>
              <a:gd name="connsiteY169" fmla="*/ 738471 h 797705"/>
              <a:gd name="connsiteX170" fmla="*/ 289916 w 829568"/>
              <a:gd name="connsiteY170" fmla="*/ 752082 h 797705"/>
              <a:gd name="connsiteX171" fmla="*/ 280800 w 829568"/>
              <a:gd name="connsiteY171" fmla="*/ 740740 h 797705"/>
              <a:gd name="connsiteX172" fmla="*/ 278521 w 829568"/>
              <a:gd name="connsiteY172" fmla="*/ 738471 h 797705"/>
              <a:gd name="connsiteX173" fmla="*/ 278521 w 829568"/>
              <a:gd name="connsiteY173" fmla="*/ 743008 h 797705"/>
              <a:gd name="connsiteX174" fmla="*/ 276242 w 829568"/>
              <a:gd name="connsiteY174" fmla="*/ 749814 h 797705"/>
              <a:gd name="connsiteX175" fmla="*/ 269405 w 829568"/>
              <a:gd name="connsiteY175" fmla="*/ 761156 h 797705"/>
              <a:gd name="connsiteX176" fmla="*/ 232942 w 829568"/>
              <a:gd name="connsiteY176" fmla="*/ 749814 h 797705"/>
              <a:gd name="connsiteX177" fmla="*/ 230663 w 829568"/>
              <a:gd name="connsiteY177" fmla="*/ 754351 h 797705"/>
              <a:gd name="connsiteX178" fmla="*/ 203316 w 829568"/>
              <a:gd name="connsiteY178" fmla="*/ 754351 h 797705"/>
              <a:gd name="connsiteX179" fmla="*/ 180526 w 829568"/>
              <a:gd name="connsiteY179" fmla="*/ 761156 h 797705"/>
              <a:gd name="connsiteX180" fmla="*/ 169131 w 829568"/>
              <a:gd name="connsiteY180" fmla="*/ 767961 h 797705"/>
              <a:gd name="connsiteX181" fmla="*/ 157736 w 829568"/>
              <a:gd name="connsiteY181" fmla="*/ 783841 h 797705"/>
              <a:gd name="connsiteX182" fmla="*/ 137226 w 829568"/>
              <a:gd name="connsiteY182" fmla="*/ 797451 h 797705"/>
              <a:gd name="connsiteX183" fmla="*/ 128110 w 829568"/>
              <a:gd name="connsiteY183" fmla="*/ 786109 h 797705"/>
              <a:gd name="connsiteX184" fmla="*/ 121273 w 829568"/>
              <a:gd name="connsiteY184" fmla="*/ 792914 h 797705"/>
              <a:gd name="connsiteX185" fmla="*/ 93925 w 829568"/>
              <a:gd name="connsiteY185" fmla="*/ 790646 h 797705"/>
              <a:gd name="connsiteX186" fmla="*/ 68857 w 829568"/>
              <a:gd name="connsiteY186" fmla="*/ 790646 h 797705"/>
              <a:gd name="connsiteX187" fmla="*/ 57462 w 829568"/>
              <a:gd name="connsiteY187" fmla="*/ 792914 h 797705"/>
              <a:gd name="connsiteX188" fmla="*/ 46067 w 829568"/>
              <a:gd name="connsiteY188" fmla="*/ 788377 h 797705"/>
              <a:gd name="connsiteX189" fmla="*/ 25556 w 829568"/>
              <a:gd name="connsiteY189" fmla="*/ 786109 h 797705"/>
              <a:gd name="connsiteX190" fmla="*/ 25556 w 829568"/>
              <a:gd name="connsiteY190" fmla="*/ 783841 h 797705"/>
              <a:gd name="connsiteX191" fmla="*/ 27835 w 829568"/>
              <a:gd name="connsiteY191" fmla="*/ 777035 h 797705"/>
              <a:gd name="connsiteX192" fmla="*/ 25556 w 829568"/>
              <a:gd name="connsiteY192" fmla="*/ 774767 h 797705"/>
              <a:gd name="connsiteX193" fmla="*/ 43788 w 829568"/>
              <a:gd name="connsiteY193" fmla="*/ 770230 h 797705"/>
              <a:gd name="connsiteX194" fmla="*/ 48346 w 829568"/>
              <a:gd name="connsiteY194" fmla="*/ 699908 h 797705"/>
              <a:gd name="connsiteX195" fmla="*/ 5046 w 829568"/>
              <a:gd name="connsiteY195" fmla="*/ 670418 h 797705"/>
              <a:gd name="connsiteX196" fmla="*/ 30114 w 829568"/>
              <a:gd name="connsiteY196" fmla="*/ 615975 h 797705"/>
              <a:gd name="connsiteX197" fmla="*/ 41509 w 829568"/>
              <a:gd name="connsiteY197" fmla="*/ 600095 h 797705"/>
              <a:gd name="connsiteX198" fmla="*/ 34672 w 829568"/>
              <a:gd name="connsiteY198" fmla="*/ 581948 h 797705"/>
              <a:gd name="connsiteX199" fmla="*/ 41509 w 829568"/>
              <a:gd name="connsiteY199" fmla="*/ 554726 h 797705"/>
              <a:gd name="connsiteX200" fmla="*/ 16441 w 829568"/>
              <a:gd name="connsiteY200" fmla="*/ 543384 h 797705"/>
              <a:gd name="connsiteX201" fmla="*/ 34672 w 829568"/>
              <a:gd name="connsiteY201" fmla="*/ 541115 h 797705"/>
              <a:gd name="connsiteX202" fmla="*/ 41498 w 829568"/>
              <a:gd name="connsiteY202" fmla="*/ 541115 h 797705"/>
              <a:gd name="connsiteX203" fmla="*/ 39341 w 829568"/>
              <a:gd name="connsiteY203" fmla="*/ 528176 h 797705"/>
              <a:gd name="connsiteX204" fmla="*/ 86966 w 829568"/>
              <a:gd name="connsiteY204" fmla="*/ 494839 h 797705"/>
              <a:gd name="connsiteX205" fmla="*/ 65409 w 829568"/>
              <a:gd name="connsiteY205" fmla="*/ 464300 h 797705"/>
              <a:gd name="connsiteX206" fmla="*/ 62429 w 829568"/>
              <a:gd name="connsiteY206" fmla="*/ 465726 h 797705"/>
              <a:gd name="connsiteX207" fmla="*/ 62429 w 829568"/>
              <a:gd name="connsiteY207" fmla="*/ 467991 h 797705"/>
              <a:gd name="connsiteX208" fmla="*/ 57874 w 829568"/>
              <a:gd name="connsiteY208" fmla="*/ 470256 h 797705"/>
              <a:gd name="connsiteX209" fmla="*/ 48763 w 829568"/>
              <a:gd name="connsiteY209" fmla="*/ 472522 h 797705"/>
              <a:gd name="connsiteX210" fmla="*/ 35096 w 829568"/>
              <a:gd name="connsiteY210" fmla="*/ 467991 h 797705"/>
              <a:gd name="connsiteX211" fmla="*/ 32818 w 829568"/>
              <a:gd name="connsiteY211" fmla="*/ 449871 h 797705"/>
              <a:gd name="connsiteX212" fmla="*/ 55596 w 829568"/>
              <a:gd name="connsiteY212" fmla="*/ 418160 h 797705"/>
              <a:gd name="connsiteX213" fmla="*/ 55596 w 829568"/>
              <a:gd name="connsiteY213" fmla="*/ 404569 h 797705"/>
              <a:gd name="connsiteX214" fmla="*/ 48763 w 829568"/>
              <a:gd name="connsiteY214" fmla="*/ 372858 h 797705"/>
              <a:gd name="connsiteX215" fmla="*/ 41929 w 829568"/>
              <a:gd name="connsiteY215" fmla="*/ 354737 h 797705"/>
              <a:gd name="connsiteX216" fmla="*/ 41929 w 829568"/>
              <a:gd name="connsiteY216" fmla="*/ 320761 h 797705"/>
              <a:gd name="connsiteX217" fmla="*/ 41929 w 829568"/>
              <a:gd name="connsiteY217" fmla="*/ 300375 h 797705"/>
              <a:gd name="connsiteX218" fmla="*/ 44207 w 829568"/>
              <a:gd name="connsiteY218" fmla="*/ 302640 h 797705"/>
              <a:gd name="connsiteX219" fmla="*/ 57934 w 829568"/>
              <a:gd name="connsiteY219" fmla="*/ 312196 h 797705"/>
              <a:gd name="connsiteX220" fmla="*/ 58242 w 829568"/>
              <a:gd name="connsiteY220" fmla="*/ 311394 h 797705"/>
              <a:gd name="connsiteX221" fmla="*/ 56256 w 829568"/>
              <a:gd name="connsiteY221" fmla="*/ 310012 h 797705"/>
              <a:gd name="connsiteX222" fmla="*/ 44300 w 829568"/>
              <a:gd name="connsiteY222" fmla="*/ 302367 h 797705"/>
              <a:gd name="connsiteX223" fmla="*/ 42022 w 829568"/>
              <a:gd name="connsiteY223" fmla="*/ 300102 h 797705"/>
              <a:gd name="connsiteX224" fmla="*/ 44300 w 829568"/>
              <a:gd name="connsiteY224" fmla="*/ 291042 h 797705"/>
              <a:gd name="connsiteX225" fmla="*/ 78462 w 829568"/>
              <a:gd name="connsiteY225" fmla="*/ 259331 h 797705"/>
              <a:gd name="connsiteX226" fmla="*/ 92126 w 829568"/>
              <a:gd name="connsiteY226" fmla="*/ 232149 h 797705"/>
              <a:gd name="connsiteX227" fmla="*/ 114901 w 829568"/>
              <a:gd name="connsiteY227" fmla="*/ 211764 h 797705"/>
              <a:gd name="connsiteX228" fmla="*/ 108638 w 829568"/>
              <a:gd name="connsiteY228" fmla="*/ 204968 h 797705"/>
              <a:gd name="connsiteX229" fmla="*/ 92261 w 829568"/>
              <a:gd name="connsiteY229" fmla="*/ 198228 h 797705"/>
              <a:gd name="connsiteX230" fmla="*/ 91806 w 829568"/>
              <a:gd name="connsiteY230" fmla="*/ 198355 h 797705"/>
              <a:gd name="connsiteX231" fmla="*/ 84968 w 829568"/>
              <a:gd name="connsiteY231" fmla="*/ 193807 h 797705"/>
              <a:gd name="connsiteX232" fmla="*/ 94086 w 829568"/>
              <a:gd name="connsiteY232" fmla="*/ 155145 h 797705"/>
              <a:gd name="connsiteX233" fmla="*/ 135114 w 829568"/>
              <a:gd name="connsiteY233" fmla="*/ 127854 h 797705"/>
              <a:gd name="connsiteX234" fmla="*/ 160186 w 829568"/>
              <a:gd name="connsiteY234" fmla="*/ 134677 h 797705"/>
              <a:gd name="connsiteX235" fmla="*/ 160186 w 829568"/>
              <a:gd name="connsiteY235" fmla="*/ 109660 h 797705"/>
              <a:gd name="connsiteX236" fmla="*/ 187538 w 829568"/>
              <a:gd name="connsiteY236" fmla="*/ 82369 h 797705"/>
              <a:gd name="connsiteX237" fmla="*/ 187538 w 829568"/>
              <a:gd name="connsiteY237" fmla="*/ 48256 h 797705"/>
              <a:gd name="connsiteX238" fmla="*/ 190103 w 829568"/>
              <a:gd name="connsiteY238"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4486 w 829568"/>
              <a:gd name="connsiteY40" fmla="*/ 256164 h 797705"/>
              <a:gd name="connsiteX41" fmla="*/ 563684 w 829568"/>
              <a:gd name="connsiteY41" fmla="*/ 246583 h 797705"/>
              <a:gd name="connsiteX42" fmla="*/ 570440 w 829568"/>
              <a:gd name="connsiteY42" fmla="*/ 254988 h 797705"/>
              <a:gd name="connsiteX43" fmla="*/ 570445 w 829568"/>
              <a:gd name="connsiteY43" fmla="*/ 254942 h 797705"/>
              <a:gd name="connsiteX44" fmla="*/ 574113 w 829568"/>
              <a:gd name="connsiteY44" fmla="*/ 256872 h 797705"/>
              <a:gd name="connsiteX45" fmla="*/ 567290 w 829568"/>
              <a:gd name="connsiteY45" fmla="*/ 250109 h 797705"/>
              <a:gd name="connsiteX46" fmla="*/ 563684 w 829568"/>
              <a:gd name="connsiteY46" fmla="*/ 246583 h 797705"/>
              <a:gd name="connsiteX47" fmla="*/ 563632 w 829568"/>
              <a:gd name="connsiteY47" fmla="*/ 245962 h 797705"/>
              <a:gd name="connsiteX48" fmla="*/ 574458 w 829568"/>
              <a:gd name="connsiteY48" fmla="*/ 256788 h 797705"/>
              <a:gd name="connsiteX49" fmla="*/ 583230 w 829568"/>
              <a:gd name="connsiteY49" fmla="*/ 254659 h 797705"/>
              <a:gd name="connsiteX50" fmla="*/ 595448 w 829568"/>
              <a:gd name="connsiteY50" fmla="*/ 250406 h 797705"/>
              <a:gd name="connsiteX51" fmla="*/ 624997 w 829568"/>
              <a:gd name="connsiteY51" fmla="*/ 282159 h 797705"/>
              <a:gd name="connsiteX52" fmla="*/ 637214 w 829568"/>
              <a:gd name="connsiteY52" fmla="*/ 311928 h 797705"/>
              <a:gd name="connsiteX53" fmla="*/ 636731 w 829568"/>
              <a:gd name="connsiteY53" fmla="*/ 319061 h 797705"/>
              <a:gd name="connsiteX54" fmla="*/ 652790 w 829568"/>
              <a:gd name="connsiteY54" fmla="*/ 335120 h 797705"/>
              <a:gd name="connsiteX55" fmla="*/ 638758 w 829568"/>
              <a:gd name="connsiteY55" fmla="*/ 321150 h 797705"/>
              <a:gd name="connsiteX56" fmla="*/ 636727 w 829568"/>
              <a:gd name="connsiteY56" fmla="*/ 319129 h 797705"/>
              <a:gd name="connsiteX57" fmla="*/ 636185 w 829568"/>
              <a:gd name="connsiteY57" fmla="*/ 327131 h 797705"/>
              <a:gd name="connsiteX58" fmla="*/ 640908 w 829568"/>
              <a:gd name="connsiteY58" fmla="*/ 343397 h 797705"/>
              <a:gd name="connsiteX59" fmla="*/ 656819 w 829568"/>
              <a:gd name="connsiteY59" fmla="*/ 329788 h 797705"/>
              <a:gd name="connsiteX60" fmla="*/ 672730 w 829568"/>
              <a:gd name="connsiteY60" fmla="*/ 347933 h 797705"/>
              <a:gd name="connsiteX61" fmla="*/ 679549 w 829568"/>
              <a:gd name="connsiteY61" fmla="*/ 366077 h 797705"/>
              <a:gd name="connsiteX62" fmla="*/ 686368 w 829568"/>
              <a:gd name="connsiteY62" fmla="*/ 418243 h 797705"/>
              <a:gd name="connsiteX63" fmla="*/ 736375 w 829568"/>
              <a:gd name="connsiteY63" fmla="*/ 413707 h 797705"/>
              <a:gd name="connsiteX64" fmla="*/ 756832 w 829568"/>
              <a:gd name="connsiteY64" fmla="*/ 420511 h 797705"/>
              <a:gd name="connsiteX65" fmla="*/ 765924 w 829568"/>
              <a:gd name="connsiteY65" fmla="*/ 406903 h 797705"/>
              <a:gd name="connsiteX66" fmla="*/ 829568 w 829568"/>
              <a:gd name="connsiteY66" fmla="*/ 397830 h 797705"/>
              <a:gd name="connsiteX67" fmla="*/ 829568 w 829568"/>
              <a:gd name="connsiteY67" fmla="*/ 413707 h 797705"/>
              <a:gd name="connsiteX68" fmla="*/ 827295 w 829568"/>
              <a:gd name="connsiteY68" fmla="*/ 422779 h 797705"/>
              <a:gd name="connsiteX69" fmla="*/ 822749 w 829568"/>
              <a:gd name="connsiteY69" fmla="*/ 427315 h 797705"/>
              <a:gd name="connsiteX70" fmla="*/ 815930 w 829568"/>
              <a:gd name="connsiteY70" fmla="*/ 427315 h 797705"/>
              <a:gd name="connsiteX71" fmla="*/ 809111 w 829568"/>
              <a:gd name="connsiteY71" fmla="*/ 443192 h 797705"/>
              <a:gd name="connsiteX72" fmla="*/ 802292 w 829568"/>
              <a:gd name="connsiteY72" fmla="*/ 452264 h 797705"/>
              <a:gd name="connsiteX73" fmla="*/ 800019 w 829568"/>
              <a:gd name="connsiteY73" fmla="*/ 459068 h 797705"/>
              <a:gd name="connsiteX74" fmla="*/ 800019 w 829568"/>
              <a:gd name="connsiteY74" fmla="*/ 470408 h 797705"/>
              <a:gd name="connsiteX75" fmla="*/ 800019 w 829568"/>
              <a:gd name="connsiteY75" fmla="*/ 481749 h 797705"/>
              <a:gd name="connsiteX76" fmla="*/ 784108 w 829568"/>
              <a:gd name="connsiteY76" fmla="*/ 477212 h 797705"/>
              <a:gd name="connsiteX77" fmla="*/ 777289 w 829568"/>
              <a:gd name="connsiteY77" fmla="*/ 477212 h 797705"/>
              <a:gd name="connsiteX78" fmla="*/ 770470 w 829568"/>
              <a:gd name="connsiteY78" fmla="*/ 481749 h 797705"/>
              <a:gd name="connsiteX79" fmla="*/ 768197 w 829568"/>
              <a:gd name="connsiteY79" fmla="*/ 488553 h 797705"/>
              <a:gd name="connsiteX80" fmla="*/ 750013 w 829568"/>
              <a:gd name="connsiteY80" fmla="*/ 497625 h 797705"/>
              <a:gd name="connsiteX81" fmla="*/ 745467 w 829568"/>
              <a:gd name="connsiteY81" fmla="*/ 490821 h 797705"/>
              <a:gd name="connsiteX82" fmla="*/ 740921 w 829568"/>
              <a:gd name="connsiteY82" fmla="*/ 493089 h 797705"/>
              <a:gd name="connsiteX83" fmla="*/ 738648 w 829568"/>
              <a:gd name="connsiteY83" fmla="*/ 499893 h 797705"/>
              <a:gd name="connsiteX84" fmla="*/ 738648 w 829568"/>
              <a:gd name="connsiteY84" fmla="*/ 502161 h 797705"/>
              <a:gd name="connsiteX85" fmla="*/ 725010 w 829568"/>
              <a:gd name="connsiteY85" fmla="*/ 504429 h 797705"/>
              <a:gd name="connsiteX86" fmla="*/ 715918 w 829568"/>
              <a:gd name="connsiteY86" fmla="*/ 508965 h 797705"/>
              <a:gd name="connsiteX87" fmla="*/ 715918 w 829568"/>
              <a:gd name="connsiteY87" fmla="*/ 520306 h 797705"/>
              <a:gd name="connsiteX88" fmla="*/ 713645 w 829568"/>
              <a:gd name="connsiteY88" fmla="*/ 522574 h 797705"/>
              <a:gd name="connsiteX89" fmla="*/ 693188 w 829568"/>
              <a:gd name="connsiteY89" fmla="*/ 527110 h 797705"/>
              <a:gd name="connsiteX90" fmla="*/ 677276 w 829568"/>
              <a:gd name="connsiteY90" fmla="*/ 531646 h 797705"/>
              <a:gd name="connsiteX91" fmla="*/ 668184 w 829568"/>
              <a:gd name="connsiteY91" fmla="*/ 527110 h 797705"/>
              <a:gd name="connsiteX92" fmla="*/ 665911 w 829568"/>
              <a:gd name="connsiteY92" fmla="*/ 529378 h 797705"/>
              <a:gd name="connsiteX93" fmla="*/ 665911 w 829568"/>
              <a:gd name="connsiteY93" fmla="*/ 538450 h 797705"/>
              <a:gd name="connsiteX94" fmla="*/ 659092 w 829568"/>
              <a:gd name="connsiteY94" fmla="*/ 540718 h 797705"/>
              <a:gd name="connsiteX95" fmla="*/ 659092 w 829568"/>
              <a:gd name="connsiteY95" fmla="*/ 545254 h 797705"/>
              <a:gd name="connsiteX96" fmla="*/ 659092 w 829568"/>
              <a:gd name="connsiteY96" fmla="*/ 556595 h 797705"/>
              <a:gd name="connsiteX97" fmla="*/ 656819 w 829568"/>
              <a:gd name="connsiteY97" fmla="*/ 561131 h 797705"/>
              <a:gd name="connsiteX98" fmla="*/ 652273 w 829568"/>
              <a:gd name="connsiteY98" fmla="*/ 561131 h 797705"/>
              <a:gd name="connsiteX99" fmla="*/ 650000 w 829568"/>
              <a:gd name="connsiteY99" fmla="*/ 561131 h 797705"/>
              <a:gd name="connsiteX100" fmla="*/ 618178 w 829568"/>
              <a:gd name="connsiteY100" fmla="*/ 552058 h 797705"/>
              <a:gd name="connsiteX101" fmla="*/ 618178 w 829568"/>
              <a:gd name="connsiteY101" fmla="*/ 549790 h 797705"/>
              <a:gd name="connsiteX102" fmla="*/ 609086 w 829568"/>
              <a:gd name="connsiteY102" fmla="*/ 542986 h 797705"/>
              <a:gd name="connsiteX103" fmla="*/ 599994 w 829568"/>
              <a:gd name="connsiteY103" fmla="*/ 547522 h 797705"/>
              <a:gd name="connsiteX104" fmla="*/ 590902 w 829568"/>
              <a:gd name="connsiteY104" fmla="*/ 554327 h 797705"/>
              <a:gd name="connsiteX105" fmla="*/ 579537 w 829568"/>
              <a:gd name="connsiteY105" fmla="*/ 563399 h 797705"/>
              <a:gd name="connsiteX106" fmla="*/ 574991 w 829568"/>
              <a:gd name="connsiteY106" fmla="*/ 556595 h 797705"/>
              <a:gd name="connsiteX107" fmla="*/ 570445 w 829568"/>
              <a:gd name="connsiteY107" fmla="*/ 558863 h 797705"/>
              <a:gd name="connsiteX108" fmla="*/ 568172 w 829568"/>
              <a:gd name="connsiteY108" fmla="*/ 563399 h 797705"/>
              <a:gd name="connsiteX109" fmla="*/ 568172 w 829568"/>
              <a:gd name="connsiteY109" fmla="*/ 565667 h 797705"/>
              <a:gd name="connsiteX110" fmla="*/ 568172 w 829568"/>
              <a:gd name="connsiteY110" fmla="*/ 570203 h 797705"/>
              <a:gd name="connsiteX111" fmla="*/ 565899 w 829568"/>
              <a:gd name="connsiteY111" fmla="*/ 572471 h 797705"/>
              <a:gd name="connsiteX112" fmla="*/ 565899 w 829568"/>
              <a:gd name="connsiteY112" fmla="*/ 574739 h 797705"/>
              <a:gd name="connsiteX113" fmla="*/ 581810 w 829568"/>
              <a:gd name="connsiteY113" fmla="*/ 581543 h 797705"/>
              <a:gd name="connsiteX114" fmla="*/ 586356 w 829568"/>
              <a:gd name="connsiteY114" fmla="*/ 586079 h 797705"/>
              <a:gd name="connsiteX115" fmla="*/ 590902 w 829568"/>
              <a:gd name="connsiteY115" fmla="*/ 579275 h 797705"/>
              <a:gd name="connsiteX116" fmla="*/ 597721 w 829568"/>
              <a:gd name="connsiteY116" fmla="*/ 583811 h 797705"/>
              <a:gd name="connsiteX117" fmla="*/ 599994 w 829568"/>
              <a:gd name="connsiteY117" fmla="*/ 579275 h 797705"/>
              <a:gd name="connsiteX118" fmla="*/ 606813 w 829568"/>
              <a:gd name="connsiteY118" fmla="*/ 588347 h 797705"/>
              <a:gd name="connsiteX119" fmla="*/ 606813 w 829568"/>
              <a:gd name="connsiteY119" fmla="*/ 590616 h 797705"/>
              <a:gd name="connsiteX120" fmla="*/ 602267 w 829568"/>
              <a:gd name="connsiteY120" fmla="*/ 601956 h 797705"/>
              <a:gd name="connsiteX121" fmla="*/ 604540 w 829568"/>
              <a:gd name="connsiteY121" fmla="*/ 606492 h 797705"/>
              <a:gd name="connsiteX122" fmla="*/ 609086 w 829568"/>
              <a:gd name="connsiteY122" fmla="*/ 611028 h 797705"/>
              <a:gd name="connsiteX123" fmla="*/ 606813 w 829568"/>
              <a:gd name="connsiteY123" fmla="*/ 613296 h 797705"/>
              <a:gd name="connsiteX124" fmla="*/ 588629 w 829568"/>
              <a:gd name="connsiteY124" fmla="*/ 613296 h 797705"/>
              <a:gd name="connsiteX125" fmla="*/ 572718 w 829568"/>
              <a:gd name="connsiteY125" fmla="*/ 597420 h 797705"/>
              <a:gd name="connsiteX126" fmla="*/ 568172 w 829568"/>
              <a:gd name="connsiteY126" fmla="*/ 606492 h 797705"/>
              <a:gd name="connsiteX127" fmla="*/ 561353 w 829568"/>
              <a:gd name="connsiteY127" fmla="*/ 597420 h 797705"/>
              <a:gd name="connsiteX128" fmla="*/ 556807 w 829568"/>
              <a:gd name="connsiteY128" fmla="*/ 592884 h 797705"/>
              <a:gd name="connsiteX129" fmla="*/ 540896 w 829568"/>
              <a:gd name="connsiteY129" fmla="*/ 570203 h 797705"/>
              <a:gd name="connsiteX130" fmla="*/ 529530 w 829568"/>
              <a:gd name="connsiteY130" fmla="*/ 565667 h 797705"/>
              <a:gd name="connsiteX131" fmla="*/ 518165 w 829568"/>
              <a:gd name="connsiteY131" fmla="*/ 572471 h 797705"/>
              <a:gd name="connsiteX132" fmla="*/ 509073 w 829568"/>
              <a:gd name="connsiteY132" fmla="*/ 577007 h 797705"/>
              <a:gd name="connsiteX133" fmla="*/ 506800 w 829568"/>
              <a:gd name="connsiteY133" fmla="*/ 574739 h 797705"/>
              <a:gd name="connsiteX134" fmla="*/ 504527 w 829568"/>
              <a:gd name="connsiteY134" fmla="*/ 574739 h 797705"/>
              <a:gd name="connsiteX135" fmla="*/ 504527 w 829568"/>
              <a:gd name="connsiteY135" fmla="*/ 570324 h 797705"/>
              <a:gd name="connsiteX136" fmla="*/ 503669 w 829568"/>
              <a:gd name="connsiteY136" fmla="*/ 570324 h 797705"/>
              <a:gd name="connsiteX137" fmla="*/ 503669 w 829568"/>
              <a:gd name="connsiteY137" fmla="*/ 574870 h 797705"/>
              <a:gd name="connsiteX138" fmla="*/ 505946 w 829568"/>
              <a:gd name="connsiteY138" fmla="*/ 577143 h 797705"/>
              <a:gd name="connsiteX139" fmla="*/ 505946 w 829568"/>
              <a:gd name="connsiteY139" fmla="*/ 579415 h 797705"/>
              <a:gd name="connsiteX140" fmla="*/ 505946 w 829568"/>
              <a:gd name="connsiteY140" fmla="*/ 581688 h 797705"/>
              <a:gd name="connsiteX141" fmla="*/ 496839 w 829568"/>
              <a:gd name="connsiteY141" fmla="*/ 590779 h 797705"/>
              <a:gd name="connsiteX142" fmla="*/ 496839 w 829568"/>
              <a:gd name="connsiteY142" fmla="*/ 595324 h 797705"/>
              <a:gd name="connsiteX143" fmla="*/ 501392 w 829568"/>
              <a:gd name="connsiteY143" fmla="*/ 599870 h 797705"/>
              <a:gd name="connsiteX144" fmla="*/ 510500 w 829568"/>
              <a:gd name="connsiteY144" fmla="*/ 608960 h 797705"/>
              <a:gd name="connsiteX145" fmla="*/ 508223 w 829568"/>
              <a:gd name="connsiteY145" fmla="*/ 613506 h 797705"/>
              <a:gd name="connsiteX146" fmla="*/ 508223 w 829568"/>
              <a:gd name="connsiteY146" fmla="*/ 618051 h 797705"/>
              <a:gd name="connsiteX147" fmla="*/ 490008 w 829568"/>
              <a:gd name="connsiteY147" fmla="*/ 640778 h 797705"/>
              <a:gd name="connsiteX148" fmla="*/ 464962 w 829568"/>
              <a:gd name="connsiteY148" fmla="*/ 631687 h 797705"/>
              <a:gd name="connsiteX149" fmla="*/ 451300 w 829568"/>
              <a:gd name="connsiteY149" fmla="*/ 624869 h 797705"/>
              <a:gd name="connsiteX150" fmla="*/ 423977 w 829568"/>
              <a:gd name="connsiteY150" fmla="*/ 638506 h 797705"/>
              <a:gd name="connsiteX151" fmla="*/ 414870 w 829568"/>
              <a:gd name="connsiteY151" fmla="*/ 643051 h 797705"/>
              <a:gd name="connsiteX152" fmla="*/ 398931 w 829568"/>
              <a:gd name="connsiteY152" fmla="*/ 645324 h 797705"/>
              <a:gd name="connsiteX153" fmla="*/ 394378 w 829568"/>
              <a:gd name="connsiteY153" fmla="*/ 652142 h 797705"/>
              <a:gd name="connsiteX154" fmla="*/ 373885 w 829568"/>
              <a:gd name="connsiteY154" fmla="*/ 654415 h 797705"/>
              <a:gd name="connsiteX155" fmla="*/ 353393 w 829568"/>
              <a:gd name="connsiteY155" fmla="*/ 661233 h 797705"/>
              <a:gd name="connsiteX156" fmla="*/ 344285 w 829568"/>
              <a:gd name="connsiteY156" fmla="*/ 683960 h 797705"/>
              <a:gd name="connsiteX157" fmla="*/ 346559 w 829568"/>
              <a:gd name="connsiteY157" fmla="*/ 695305 h 797705"/>
              <a:gd name="connsiteX158" fmla="*/ 346890 w 829568"/>
              <a:gd name="connsiteY158" fmla="*/ 695371 h 797705"/>
              <a:gd name="connsiteX159" fmla="*/ 349169 w 829568"/>
              <a:gd name="connsiteY159" fmla="*/ 697639 h 797705"/>
              <a:gd name="connsiteX160" fmla="*/ 349169 w 829568"/>
              <a:gd name="connsiteY160" fmla="*/ 708981 h 797705"/>
              <a:gd name="connsiteX161" fmla="*/ 349169 w 829568"/>
              <a:gd name="connsiteY161" fmla="*/ 713518 h 797705"/>
              <a:gd name="connsiteX162" fmla="*/ 346890 w 829568"/>
              <a:gd name="connsiteY162" fmla="*/ 724861 h 797705"/>
              <a:gd name="connsiteX163" fmla="*/ 340053 w 829568"/>
              <a:gd name="connsiteY163" fmla="*/ 722592 h 797705"/>
              <a:gd name="connsiteX164" fmla="*/ 317264 w 829568"/>
              <a:gd name="connsiteY164" fmla="*/ 720324 h 797705"/>
              <a:gd name="connsiteX165" fmla="*/ 312706 w 829568"/>
              <a:gd name="connsiteY165" fmla="*/ 718055 h 797705"/>
              <a:gd name="connsiteX166" fmla="*/ 303590 w 829568"/>
              <a:gd name="connsiteY166" fmla="*/ 724861 h 797705"/>
              <a:gd name="connsiteX167" fmla="*/ 294474 w 829568"/>
              <a:gd name="connsiteY167" fmla="*/ 731666 h 797705"/>
              <a:gd name="connsiteX168" fmla="*/ 289916 w 829568"/>
              <a:gd name="connsiteY168" fmla="*/ 738471 h 797705"/>
              <a:gd name="connsiteX169" fmla="*/ 289916 w 829568"/>
              <a:gd name="connsiteY169" fmla="*/ 752082 h 797705"/>
              <a:gd name="connsiteX170" fmla="*/ 280800 w 829568"/>
              <a:gd name="connsiteY170" fmla="*/ 740740 h 797705"/>
              <a:gd name="connsiteX171" fmla="*/ 278521 w 829568"/>
              <a:gd name="connsiteY171" fmla="*/ 738471 h 797705"/>
              <a:gd name="connsiteX172" fmla="*/ 278521 w 829568"/>
              <a:gd name="connsiteY172" fmla="*/ 743008 h 797705"/>
              <a:gd name="connsiteX173" fmla="*/ 276242 w 829568"/>
              <a:gd name="connsiteY173" fmla="*/ 749814 h 797705"/>
              <a:gd name="connsiteX174" fmla="*/ 269405 w 829568"/>
              <a:gd name="connsiteY174" fmla="*/ 761156 h 797705"/>
              <a:gd name="connsiteX175" fmla="*/ 232942 w 829568"/>
              <a:gd name="connsiteY175" fmla="*/ 749814 h 797705"/>
              <a:gd name="connsiteX176" fmla="*/ 230663 w 829568"/>
              <a:gd name="connsiteY176" fmla="*/ 754351 h 797705"/>
              <a:gd name="connsiteX177" fmla="*/ 203316 w 829568"/>
              <a:gd name="connsiteY177" fmla="*/ 754351 h 797705"/>
              <a:gd name="connsiteX178" fmla="*/ 180526 w 829568"/>
              <a:gd name="connsiteY178" fmla="*/ 761156 h 797705"/>
              <a:gd name="connsiteX179" fmla="*/ 169131 w 829568"/>
              <a:gd name="connsiteY179" fmla="*/ 767961 h 797705"/>
              <a:gd name="connsiteX180" fmla="*/ 157736 w 829568"/>
              <a:gd name="connsiteY180" fmla="*/ 783841 h 797705"/>
              <a:gd name="connsiteX181" fmla="*/ 137226 w 829568"/>
              <a:gd name="connsiteY181" fmla="*/ 797451 h 797705"/>
              <a:gd name="connsiteX182" fmla="*/ 128110 w 829568"/>
              <a:gd name="connsiteY182" fmla="*/ 786109 h 797705"/>
              <a:gd name="connsiteX183" fmla="*/ 121273 w 829568"/>
              <a:gd name="connsiteY183" fmla="*/ 792914 h 797705"/>
              <a:gd name="connsiteX184" fmla="*/ 93925 w 829568"/>
              <a:gd name="connsiteY184" fmla="*/ 790646 h 797705"/>
              <a:gd name="connsiteX185" fmla="*/ 68857 w 829568"/>
              <a:gd name="connsiteY185" fmla="*/ 790646 h 797705"/>
              <a:gd name="connsiteX186" fmla="*/ 57462 w 829568"/>
              <a:gd name="connsiteY186" fmla="*/ 792914 h 797705"/>
              <a:gd name="connsiteX187" fmla="*/ 46067 w 829568"/>
              <a:gd name="connsiteY187" fmla="*/ 788377 h 797705"/>
              <a:gd name="connsiteX188" fmla="*/ 25556 w 829568"/>
              <a:gd name="connsiteY188" fmla="*/ 786109 h 797705"/>
              <a:gd name="connsiteX189" fmla="*/ 25556 w 829568"/>
              <a:gd name="connsiteY189" fmla="*/ 783841 h 797705"/>
              <a:gd name="connsiteX190" fmla="*/ 27835 w 829568"/>
              <a:gd name="connsiteY190" fmla="*/ 777035 h 797705"/>
              <a:gd name="connsiteX191" fmla="*/ 25556 w 829568"/>
              <a:gd name="connsiteY191" fmla="*/ 774767 h 797705"/>
              <a:gd name="connsiteX192" fmla="*/ 43788 w 829568"/>
              <a:gd name="connsiteY192" fmla="*/ 770230 h 797705"/>
              <a:gd name="connsiteX193" fmla="*/ 48346 w 829568"/>
              <a:gd name="connsiteY193" fmla="*/ 699908 h 797705"/>
              <a:gd name="connsiteX194" fmla="*/ 5046 w 829568"/>
              <a:gd name="connsiteY194" fmla="*/ 670418 h 797705"/>
              <a:gd name="connsiteX195" fmla="*/ 30114 w 829568"/>
              <a:gd name="connsiteY195" fmla="*/ 615975 h 797705"/>
              <a:gd name="connsiteX196" fmla="*/ 41509 w 829568"/>
              <a:gd name="connsiteY196" fmla="*/ 600095 h 797705"/>
              <a:gd name="connsiteX197" fmla="*/ 34672 w 829568"/>
              <a:gd name="connsiteY197" fmla="*/ 581948 h 797705"/>
              <a:gd name="connsiteX198" fmla="*/ 41509 w 829568"/>
              <a:gd name="connsiteY198" fmla="*/ 554726 h 797705"/>
              <a:gd name="connsiteX199" fmla="*/ 16441 w 829568"/>
              <a:gd name="connsiteY199" fmla="*/ 543384 h 797705"/>
              <a:gd name="connsiteX200" fmla="*/ 34672 w 829568"/>
              <a:gd name="connsiteY200" fmla="*/ 541115 h 797705"/>
              <a:gd name="connsiteX201" fmla="*/ 41498 w 829568"/>
              <a:gd name="connsiteY201" fmla="*/ 541115 h 797705"/>
              <a:gd name="connsiteX202" fmla="*/ 39341 w 829568"/>
              <a:gd name="connsiteY202" fmla="*/ 528176 h 797705"/>
              <a:gd name="connsiteX203" fmla="*/ 86966 w 829568"/>
              <a:gd name="connsiteY203" fmla="*/ 494839 h 797705"/>
              <a:gd name="connsiteX204" fmla="*/ 65409 w 829568"/>
              <a:gd name="connsiteY204" fmla="*/ 464300 h 797705"/>
              <a:gd name="connsiteX205" fmla="*/ 62429 w 829568"/>
              <a:gd name="connsiteY205" fmla="*/ 465726 h 797705"/>
              <a:gd name="connsiteX206" fmla="*/ 62429 w 829568"/>
              <a:gd name="connsiteY206" fmla="*/ 467991 h 797705"/>
              <a:gd name="connsiteX207" fmla="*/ 57874 w 829568"/>
              <a:gd name="connsiteY207" fmla="*/ 470256 h 797705"/>
              <a:gd name="connsiteX208" fmla="*/ 48763 w 829568"/>
              <a:gd name="connsiteY208" fmla="*/ 472522 h 797705"/>
              <a:gd name="connsiteX209" fmla="*/ 35096 w 829568"/>
              <a:gd name="connsiteY209" fmla="*/ 467991 h 797705"/>
              <a:gd name="connsiteX210" fmla="*/ 32818 w 829568"/>
              <a:gd name="connsiteY210" fmla="*/ 449871 h 797705"/>
              <a:gd name="connsiteX211" fmla="*/ 55596 w 829568"/>
              <a:gd name="connsiteY211" fmla="*/ 418160 h 797705"/>
              <a:gd name="connsiteX212" fmla="*/ 55596 w 829568"/>
              <a:gd name="connsiteY212" fmla="*/ 404569 h 797705"/>
              <a:gd name="connsiteX213" fmla="*/ 48763 w 829568"/>
              <a:gd name="connsiteY213" fmla="*/ 372858 h 797705"/>
              <a:gd name="connsiteX214" fmla="*/ 41929 w 829568"/>
              <a:gd name="connsiteY214" fmla="*/ 354737 h 797705"/>
              <a:gd name="connsiteX215" fmla="*/ 41929 w 829568"/>
              <a:gd name="connsiteY215" fmla="*/ 320761 h 797705"/>
              <a:gd name="connsiteX216" fmla="*/ 41929 w 829568"/>
              <a:gd name="connsiteY216" fmla="*/ 300375 h 797705"/>
              <a:gd name="connsiteX217" fmla="*/ 44207 w 829568"/>
              <a:gd name="connsiteY217" fmla="*/ 302640 h 797705"/>
              <a:gd name="connsiteX218" fmla="*/ 57934 w 829568"/>
              <a:gd name="connsiteY218" fmla="*/ 312196 h 797705"/>
              <a:gd name="connsiteX219" fmla="*/ 58242 w 829568"/>
              <a:gd name="connsiteY219" fmla="*/ 311394 h 797705"/>
              <a:gd name="connsiteX220" fmla="*/ 56256 w 829568"/>
              <a:gd name="connsiteY220" fmla="*/ 310012 h 797705"/>
              <a:gd name="connsiteX221" fmla="*/ 44300 w 829568"/>
              <a:gd name="connsiteY221" fmla="*/ 302367 h 797705"/>
              <a:gd name="connsiteX222" fmla="*/ 42022 w 829568"/>
              <a:gd name="connsiteY222" fmla="*/ 300102 h 797705"/>
              <a:gd name="connsiteX223" fmla="*/ 44300 w 829568"/>
              <a:gd name="connsiteY223" fmla="*/ 291042 h 797705"/>
              <a:gd name="connsiteX224" fmla="*/ 78462 w 829568"/>
              <a:gd name="connsiteY224" fmla="*/ 259331 h 797705"/>
              <a:gd name="connsiteX225" fmla="*/ 92126 w 829568"/>
              <a:gd name="connsiteY225" fmla="*/ 232149 h 797705"/>
              <a:gd name="connsiteX226" fmla="*/ 114901 w 829568"/>
              <a:gd name="connsiteY226" fmla="*/ 211764 h 797705"/>
              <a:gd name="connsiteX227" fmla="*/ 108638 w 829568"/>
              <a:gd name="connsiteY227" fmla="*/ 204968 h 797705"/>
              <a:gd name="connsiteX228" fmla="*/ 92261 w 829568"/>
              <a:gd name="connsiteY228" fmla="*/ 198228 h 797705"/>
              <a:gd name="connsiteX229" fmla="*/ 91806 w 829568"/>
              <a:gd name="connsiteY229" fmla="*/ 198355 h 797705"/>
              <a:gd name="connsiteX230" fmla="*/ 84968 w 829568"/>
              <a:gd name="connsiteY230" fmla="*/ 193807 h 797705"/>
              <a:gd name="connsiteX231" fmla="*/ 94086 w 829568"/>
              <a:gd name="connsiteY231" fmla="*/ 155145 h 797705"/>
              <a:gd name="connsiteX232" fmla="*/ 135114 w 829568"/>
              <a:gd name="connsiteY232" fmla="*/ 127854 h 797705"/>
              <a:gd name="connsiteX233" fmla="*/ 160186 w 829568"/>
              <a:gd name="connsiteY233" fmla="*/ 134677 h 797705"/>
              <a:gd name="connsiteX234" fmla="*/ 160186 w 829568"/>
              <a:gd name="connsiteY234" fmla="*/ 109660 h 797705"/>
              <a:gd name="connsiteX235" fmla="*/ 187538 w 829568"/>
              <a:gd name="connsiteY235" fmla="*/ 82369 h 797705"/>
              <a:gd name="connsiteX236" fmla="*/ 187538 w 829568"/>
              <a:gd name="connsiteY236" fmla="*/ 48256 h 797705"/>
              <a:gd name="connsiteX237" fmla="*/ 190103 w 829568"/>
              <a:gd name="connsiteY23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3684 w 829568"/>
              <a:gd name="connsiteY40" fmla="*/ 246583 h 797705"/>
              <a:gd name="connsiteX41" fmla="*/ 570440 w 829568"/>
              <a:gd name="connsiteY41" fmla="*/ 254988 h 797705"/>
              <a:gd name="connsiteX42" fmla="*/ 570445 w 829568"/>
              <a:gd name="connsiteY42" fmla="*/ 254942 h 797705"/>
              <a:gd name="connsiteX43" fmla="*/ 574113 w 829568"/>
              <a:gd name="connsiteY43" fmla="*/ 256872 h 797705"/>
              <a:gd name="connsiteX44" fmla="*/ 567290 w 829568"/>
              <a:gd name="connsiteY44" fmla="*/ 250109 h 797705"/>
              <a:gd name="connsiteX45" fmla="*/ 563684 w 829568"/>
              <a:gd name="connsiteY45" fmla="*/ 246583 h 797705"/>
              <a:gd name="connsiteX46" fmla="*/ 563632 w 829568"/>
              <a:gd name="connsiteY46" fmla="*/ 245962 h 797705"/>
              <a:gd name="connsiteX47" fmla="*/ 574458 w 829568"/>
              <a:gd name="connsiteY47" fmla="*/ 256788 h 797705"/>
              <a:gd name="connsiteX48" fmla="*/ 583230 w 829568"/>
              <a:gd name="connsiteY48" fmla="*/ 254659 h 797705"/>
              <a:gd name="connsiteX49" fmla="*/ 595448 w 829568"/>
              <a:gd name="connsiteY49" fmla="*/ 250406 h 797705"/>
              <a:gd name="connsiteX50" fmla="*/ 624997 w 829568"/>
              <a:gd name="connsiteY50" fmla="*/ 282159 h 797705"/>
              <a:gd name="connsiteX51" fmla="*/ 637214 w 829568"/>
              <a:gd name="connsiteY51" fmla="*/ 311928 h 797705"/>
              <a:gd name="connsiteX52" fmla="*/ 636731 w 829568"/>
              <a:gd name="connsiteY52" fmla="*/ 319061 h 797705"/>
              <a:gd name="connsiteX53" fmla="*/ 652790 w 829568"/>
              <a:gd name="connsiteY53" fmla="*/ 335120 h 797705"/>
              <a:gd name="connsiteX54" fmla="*/ 638758 w 829568"/>
              <a:gd name="connsiteY54" fmla="*/ 321150 h 797705"/>
              <a:gd name="connsiteX55" fmla="*/ 636727 w 829568"/>
              <a:gd name="connsiteY55" fmla="*/ 319129 h 797705"/>
              <a:gd name="connsiteX56" fmla="*/ 636185 w 829568"/>
              <a:gd name="connsiteY56" fmla="*/ 327131 h 797705"/>
              <a:gd name="connsiteX57" fmla="*/ 640908 w 829568"/>
              <a:gd name="connsiteY57" fmla="*/ 343397 h 797705"/>
              <a:gd name="connsiteX58" fmla="*/ 656819 w 829568"/>
              <a:gd name="connsiteY58" fmla="*/ 329788 h 797705"/>
              <a:gd name="connsiteX59" fmla="*/ 672730 w 829568"/>
              <a:gd name="connsiteY59" fmla="*/ 347933 h 797705"/>
              <a:gd name="connsiteX60" fmla="*/ 679549 w 829568"/>
              <a:gd name="connsiteY60" fmla="*/ 366077 h 797705"/>
              <a:gd name="connsiteX61" fmla="*/ 686368 w 829568"/>
              <a:gd name="connsiteY61" fmla="*/ 418243 h 797705"/>
              <a:gd name="connsiteX62" fmla="*/ 736375 w 829568"/>
              <a:gd name="connsiteY62" fmla="*/ 413707 h 797705"/>
              <a:gd name="connsiteX63" fmla="*/ 756832 w 829568"/>
              <a:gd name="connsiteY63" fmla="*/ 420511 h 797705"/>
              <a:gd name="connsiteX64" fmla="*/ 765924 w 829568"/>
              <a:gd name="connsiteY64" fmla="*/ 406903 h 797705"/>
              <a:gd name="connsiteX65" fmla="*/ 829568 w 829568"/>
              <a:gd name="connsiteY65" fmla="*/ 397830 h 797705"/>
              <a:gd name="connsiteX66" fmla="*/ 829568 w 829568"/>
              <a:gd name="connsiteY66" fmla="*/ 413707 h 797705"/>
              <a:gd name="connsiteX67" fmla="*/ 827295 w 829568"/>
              <a:gd name="connsiteY67" fmla="*/ 422779 h 797705"/>
              <a:gd name="connsiteX68" fmla="*/ 822749 w 829568"/>
              <a:gd name="connsiteY68" fmla="*/ 427315 h 797705"/>
              <a:gd name="connsiteX69" fmla="*/ 815930 w 829568"/>
              <a:gd name="connsiteY69" fmla="*/ 427315 h 797705"/>
              <a:gd name="connsiteX70" fmla="*/ 809111 w 829568"/>
              <a:gd name="connsiteY70" fmla="*/ 443192 h 797705"/>
              <a:gd name="connsiteX71" fmla="*/ 802292 w 829568"/>
              <a:gd name="connsiteY71" fmla="*/ 452264 h 797705"/>
              <a:gd name="connsiteX72" fmla="*/ 800019 w 829568"/>
              <a:gd name="connsiteY72" fmla="*/ 459068 h 797705"/>
              <a:gd name="connsiteX73" fmla="*/ 800019 w 829568"/>
              <a:gd name="connsiteY73" fmla="*/ 470408 h 797705"/>
              <a:gd name="connsiteX74" fmla="*/ 800019 w 829568"/>
              <a:gd name="connsiteY74" fmla="*/ 481749 h 797705"/>
              <a:gd name="connsiteX75" fmla="*/ 784108 w 829568"/>
              <a:gd name="connsiteY75" fmla="*/ 477212 h 797705"/>
              <a:gd name="connsiteX76" fmla="*/ 777289 w 829568"/>
              <a:gd name="connsiteY76" fmla="*/ 477212 h 797705"/>
              <a:gd name="connsiteX77" fmla="*/ 770470 w 829568"/>
              <a:gd name="connsiteY77" fmla="*/ 481749 h 797705"/>
              <a:gd name="connsiteX78" fmla="*/ 768197 w 829568"/>
              <a:gd name="connsiteY78" fmla="*/ 488553 h 797705"/>
              <a:gd name="connsiteX79" fmla="*/ 750013 w 829568"/>
              <a:gd name="connsiteY79" fmla="*/ 497625 h 797705"/>
              <a:gd name="connsiteX80" fmla="*/ 745467 w 829568"/>
              <a:gd name="connsiteY80" fmla="*/ 490821 h 797705"/>
              <a:gd name="connsiteX81" fmla="*/ 740921 w 829568"/>
              <a:gd name="connsiteY81" fmla="*/ 493089 h 797705"/>
              <a:gd name="connsiteX82" fmla="*/ 738648 w 829568"/>
              <a:gd name="connsiteY82" fmla="*/ 499893 h 797705"/>
              <a:gd name="connsiteX83" fmla="*/ 738648 w 829568"/>
              <a:gd name="connsiteY83" fmla="*/ 502161 h 797705"/>
              <a:gd name="connsiteX84" fmla="*/ 725010 w 829568"/>
              <a:gd name="connsiteY84" fmla="*/ 504429 h 797705"/>
              <a:gd name="connsiteX85" fmla="*/ 715918 w 829568"/>
              <a:gd name="connsiteY85" fmla="*/ 508965 h 797705"/>
              <a:gd name="connsiteX86" fmla="*/ 715918 w 829568"/>
              <a:gd name="connsiteY86" fmla="*/ 520306 h 797705"/>
              <a:gd name="connsiteX87" fmla="*/ 713645 w 829568"/>
              <a:gd name="connsiteY87" fmla="*/ 522574 h 797705"/>
              <a:gd name="connsiteX88" fmla="*/ 693188 w 829568"/>
              <a:gd name="connsiteY88" fmla="*/ 527110 h 797705"/>
              <a:gd name="connsiteX89" fmla="*/ 677276 w 829568"/>
              <a:gd name="connsiteY89" fmla="*/ 531646 h 797705"/>
              <a:gd name="connsiteX90" fmla="*/ 668184 w 829568"/>
              <a:gd name="connsiteY90" fmla="*/ 527110 h 797705"/>
              <a:gd name="connsiteX91" fmla="*/ 665911 w 829568"/>
              <a:gd name="connsiteY91" fmla="*/ 529378 h 797705"/>
              <a:gd name="connsiteX92" fmla="*/ 665911 w 829568"/>
              <a:gd name="connsiteY92" fmla="*/ 538450 h 797705"/>
              <a:gd name="connsiteX93" fmla="*/ 659092 w 829568"/>
              <a:gd name="connsiteY93" fmla="*/ 540718 h 797705"/>
              <a:gd name="connsiteX94" fmla="*/ 659092 w 829568"/>
              <a:gd name="connsiteY94" fmla="*/ 545254 h 797705"/>
              <a:gd name="connsiteX95" fmla="*/ 659092 w 829568"/>
              <a:gd name="connsiteY95" fmla="*/ 556595 h 797705"/>
              <a:gd name="connsiteX96" fmla="*/ 656819 w 829568"/>
              <a:gd name="connsiteY96" fmla="*/ 561131 h 797705"/>
              <a:gd name="connsiteX97" fmla="*/ 652273 w 829568"/>
              <a:gd name="connsiteY97" fmla="*/ 561131 h 797705"/>
              <a:gd name="connsiteX98" fmla="*/ 650000 w 829568"/>
              <a:gd name="connsiteY98" fmla="*/ 561131 h 797705"/>
              <a:gd name="connsiteX99" fmla="*/ 618178 w 829568"/>
              <a:gd name="connsiteY99" fmla="*/ 552058 h 797705"/>
              <a:gd name="connsiteX100" fmla="*/ 618178 w 829568"/>
              <a:gd name="connsiteY100" fmla="*/ 549790 h 797705"/>
              <a:gd name="connsiteX101" fmla="*/ 609086 w 829568"/>
              <a:gd name="connsiteY101" fmla="*/ 542986 h 797705"/>
              <a:gd name="connsiteX102" fmla="*/ 599994 w 829568"/>
              <a:gd name="connsiteY102" fmla="*/ 547522 h 797705"/>
              <a:gd name="connsiteX103" fmla="*/ 590902 w 829568"/>
              <a:gd name="connsiteY103" fmla="*/ 554327 h 797705"/>
              <a:gd name="connsiteX104" fmla="*/ 579537 w 829568"/>
              <a:gd name="connsiteY104" fmla="*/ 563399 h 797705"/>
              <a:gd name="connsiteX105" fmla="*/ 574991 w 829568"/>
              <a:gd name="connsiteY105" fmla="*/ 556595 h 797705"/>
              <a:gd name="connsiteX106" fmla="*/ 570445 w 829568"/>
              <a:gd name="connsiteY106" fmla="*/ 558863 h 797705"/>
              <a:gd name="connsiteX107" fmla="*/ 568172 w 829568"/>
              <a:gd name="connsiteY107" fmla="*/ 563399 h 797705"/>
              <a:gd name="connsiteX108" fmla="*/ 568172 w 829568"/>
              <a:gd name="connsiteY108" fmla="*/ 565667 h 797705"/>
              <a:gd name="connsiteX109" fmla="*/ 568172 w 829568"/>
              <a:gd name="connsiteY109" fmla="*/ 570203 h 797705"/>
              <a:gd name="connsiteX110" fmla="*/ 565899 w 829568"/>
              <a:gd name="connsiteY110" fmla="*/ 572471 h 797705"/>
              <a:gd name="connsiteX111" fmla="*/ 565899 w 829568"/>
              <a:gd name="connsiteY111" fmla="*/ 574739 h 797705"/>
              <a:gd name="connsiteX112" fmla="*/ 581810 w 829568"/>
              <a:gd name="connsiteY112" fmla="*/ 581543 h 797705"/>
              <a:gd name="connsiteX113" fmla="*/ 586356 w 829568"/>
              <a:gd name="connsiteY113" fmla="*/ 586079 h 797705"/>
              <a:gd name="connsiteX114" fmla="*/ 590902 w 829568"/>
              <a:gd name="connsiteY114" fmla="*/ 579275 h 797705"/>
              <a:gd name="connsiteX115" fmla="*/ 597721 w 829568"/>
              <a:gd name="connsiteY115" fmla="*/ 583811 h 797705"/>
              <a:gd name="connsiteX116" fmla="*/ 599994 w 829568"/>
              <a:gd name="connsiteY116" fmla="*/ 579275 h 797705"/>
              <a:gd name="connsiteX117" fmla="*/ 606813 w 829568"/>
              <a:gd name="connsiteY117" fmla="*/ 588347 h 797705"/>
              <a:gd name="connsiteX118" fmla="*/ 606813 w 829568"/>
              <a:gd name="connsiteY118" fmla="*/ 590616 h 797705"/>
              <a:gd name="connsiteX119" fmla="*/ 602267 w 829568"/>
              <a:gd name="connsiteY119" fmla="*/ 601956 h 797705"/>
              <a:gd name="connsiteX120" fmla="*/ 604540 w 829568"/>
              <a:gd name="connsiteY120" fmla="*/ 606492 h 797705"/>
              <a:gd name="connsiteX121" fmla="*/ 609086 w 829568"/>
              <a:gd name="connsiteY121" fmla="*/ 611028 h 797705"/>
              <a:gd name="connsiteX122" fmla="*/ 606813 w 829568"/>
              <a:gd name="connsiteY122" fmla="*/ 613296 h 797705"/>
              <a:gd name="connsiteX123" fmla="*/ 588629 w 829568"/>
              <a:gd name="connsiteY123" fmla="*/ 613296 h 797705"/>
              <a:gd name="connsiteX124" fmla="*/ 572718 w 829568"/>
              <a:gd name="connsiteY124" fmla="*/ 597420 h 797705"/>
              <a:gd name="connsiteX125" fmla="*/ 568172 w 829568"/>
              <a:gd name="connsiteY125" fmla="*/ 606492 h 797705"/>
              <a:gd name="connsiteX126" fmla="*/ 561353 w 829568"/>
              <a:gd name="connsiteY126" fmla="*/ 597420 h 797705"/>
              <a:gd name="connsiteX127" fmla="*/ 556807 w 829568"/>
              <a:gd name="connsiteY127" fmla="*/ 592884 h 797705"/>
              <a:gd name="connsiteX128" fmla="*/ 540896 w 829568"/>
              <a:gd name="connsiteY128" fmla="*/ 570203 h 797705"/>
              <a:gd name="connsiteX129" fmla="*/ 529530 w 829568"/>
              <a:gd name="connsiteY129" fmla="*/ 565667 h 797705"/>
              <a:gd name="connsiteX130" fmla="*/ 518165 w 829568"/>
              <a:gd name="connsiteY130" fmla="*/ 572471 h 797705"/>
              <a:gd name="connsiteX131" fmla="*/ 509073 w 829568"/>
              <a:gd name="connsiteY131" fmla="*/ 577007 h 797705"/>
              <a:gd name="connsiteX132" fmla="*/ 506800 w 829568"/>
              <a:gd name="connsiteY132" fmla="*/ 574739 h 797705"/>
              <a:gd name="connsiteX133" fmla="*/ 504527 w 829568"/>
              <a:gd name="connsiteY133" fmla="*/ 574739 h 797705"/>
              <a:gd name="connsiteX134" fmla="*/ 504527 w 829568"/>
              <a:gd name="connsiteY134" fmla="*/ 570324 h 797705"/>
              <a:gd name="connsiteX135" fmla="*/ 503669 w 829568"/>
              <a:gd name="connsiteY135" fmla="*/ 570324 h 797705"/>
              <a:gd name="connsiteX136" fmla="*/ 503669 w 829568"/>
              <a:gd name="connsiteY136" fmla="*/ 574870 h 797705"/>
              <a:gd name="connsiteX137" fmla="*/ 505946 w 829568"/>
              <a:gd name="connsiteY137" fmla="*/ 577143 h 797705"/>
              <a:gd name="connsiteX138" fmla="*/ 505946 w 829568"/>
              <a:gd name="connsiteY138" fmla="*/ 579415 h 797705"/>
              <a:gd name="connsiteX139" fmla="*/ 505946 w 829568"/>
              <a:gd name="connsiteY139" fmla="*/ 581688 h 797705"/>
              <a:gd name="connsiteX140" fmla="*/ 496839 w 829568"/>
              <a:gd name="connsiteY140" fmla="*/ 590779 h 797705"/>
              <a:gd name="connsiteX141" fmla="*/ 496839 w 829568"/>
              <a:gd name="connsiteY141" fmla="*/ 595324 h 797705"/>
              <a:gd name="connsiteX142" fmla="*/ 501392 w 829568"/>
              <a:gd name="connsiteY142" fmla="*/ 599870 h 797705"/>
              <a:gd name="connsiteX143" fmla="*/ 510500 w 829568"/>
              <a:gd name="connsiteY143" fmla="*/ 608960 h 797705"/>
              <a:gd name="connsiteX144" fmla="*/ 508223 w 829568"/>
              <a:gd name="connsiteY144" fmla="*/ 613506 h 797705"/>
              <a:gd name="connsiteX145" fmla="*/ 508223 w 829568"/>
              <a:gd name="connsiteY145" fmla="*/ 618051 h 797705"/>
              <a:gd name="connsiteX146" fmla="*/ 490008 w 829568"/>
              <a:gd name="connsiteY146" fmla="*/ 640778 h 797705"/>
              <a:gd name="connsiteX147" fmla="*/ 464962 w 829568"/>
              <a:gd name="connsiteY147" fmla="*/ 631687 h 797705"/>
              <a:gd name="connsiteX148" fmla="*/ 451300 w 829568"/>
              <a:gd name="connsiteY148" fmla="*/ 624869 h 797705"/>
              <a:gd name="connsiteX149" fmla="*/ 423977 w 829568"/>
              <a:gd name="connsiteY149" fmla="*/ 638506 h 797705"/>
              <a:gd name="connsiteX150" fmla="*/ 414870 w 829568"/>
              <a:gd name="connsiteY150" fmla="*/ 643051 h 797705"/>
              <a:gd name="connsiteX151" fmla="*/ 398931 w 829568"/>
              <a:gd name="connsiteY151" fmla="*/ 645324 h 797705"/>
              <a:gd name="connsiteX152" fmla="*/ 394378 w 829568"/>
              <a:gd name="connsiteY152" fmla="*/ 652142 h 797705"/>
              <a:gd name="connsiteX153" fmla="*/ 373885 w 829568"/>
              <a:gd name="connsiteY153" fmla="*/ 654415 h 797705"/>
              <a:gd name="connsiteX154" fmla="*/ 353393 w 829568"/>
              <a:gd name="connsiteY154" fmla="*/ 661233 h 797705"/>
              <a:gd name="connsiteX155" fmla="*/ 344285 w 829568"/>
              <a:gd name="connsiteY155" fmla="*/ 683960 h 797705"/>
              <a:gd name="connsiteX156" fmla="*/ 346559 w 829568"/>
              <a:gd name="connsiteY156" fmla="*/ 695305 h 797705"/>
              <a:gd name="connsiteX157" fmla="*/ 346890 w 829568"/>
              <a:gd name="connsiteY157" fmla="*/ 695371 h 797705"/>
              <a:gd name="connsiteX158" fmla="*/ 349169 w 829568"/>
              <a:gd name="connsiteY158" fmla="*/ 697639 h 797705"/>
              <a:gd name="connsiteX159" fmla="*/ 349169 w 829568"/>
              <a:gd name="connsiteY159" fmla="*/ 708981 h 797705"/>
              <a:gd name="connsiteX160" fmla="*/ 349169 w 829568"/>
              <a:gd name="connsiteY160" fmla="*/ 713518 h 797705"/>
              <a:gd name="connsiteX161" fmla="*/ 346890 w 829568"/>
              <a:gd name="connsiteY161" fmla="*/ 724861 h 797705"/>
              <a:gd name="connsiteX162" fmla="*/ 340053 w 829568"/>
              <a:gd name="connsiteY162" fmla="*/ 722592 h 797705"/>
              <a:gd name="connsiteX163" fmla="*/ 317264 w 829568"/>
              <a:gd name="connsiteY163" fmla="*/ 720324 h 797705"/>
              <a:gd name="connsiteX164" fmla="*/ 312706 w 829568"/>
              <a:gd name="connsiteY164" fmla="*/ 718055 h 797705"/>
              <a:gd name="connsiteX165" fmla="*/ 303590 w 829568"/>
              <a:gd name="connsiteY165" fmla="*/ 724861 h 797705"/>
              <a:gd name="connsiteX166" fmla="*/ 294474 w 829568"/>
              <a:gd name="connsiteY166" fmla="*/ 731666 h 797705"/>
              <a:gd name="connsiteX167" fmla="*/ 289916 w 829568"/>
              <a:gd name="connsiteY167" fmla="*/ 738471 h 797705"/>
              <a:gd name="connsiteX168" fmla="*/ 289916 w 829568"/>
              <a:gd name="connsiteY168" fmla="*/ 752082 h 797705"/>
              <a:gd name="connsiteX169" fmla="*/ 280800 w 829568"/>
              <a:gd name="connsiteY169" fmla="*/ 740740 h 797705"/>
              <a:gd name="connsiteX170" fmla="*/ 278521 w 829568"/>
              <a:gd name="connsiteY170" fmla="*/ 738471 h 797705"/>
              <a:gd name="connsiteX171" fmla="*/ 278521 w 829568"/>
              <a:gd name="connsiteY171" fmla="*/ 743008 h 797705"/>
              <a:gd name="connsiteX172" fmla="*/ 276242 w 829568"/>
              <a:gd name="connsiteY172" fmla="*/ 749814 h 797705"/>
              <a:gd name="connsiteX173" fmla="*/ 269405 w 829568"/>
              <a:gd name="connsiteY173" fmla="*/ 761156 h 797705"/>
              <a:gd name="connsiteX174" fmla="*/ 232942 w 829568"/>
              <a:gd name="connsiteY174" fmla="*/ 749814 h 797705"/>
              <a:gd name="connsiteX175" fmla="*/ 230663 w 829568"/>
              <a:gd name="connsiteY175" fmla="*/ 754351 h 797705"/>
              <a:gd name="connsiteX176" fmla="*/ 203316 w 829568"/>
              <a:gd name="connsiteY176" fmla="*/ 754351 h 797705"/>
              <a:gd name="connsiteX177" fmla="*/ 180526 w 829568"/>
              <a:gd name="connsiteY177" fmla="*/ 761156 h 797705"/>
              <a:gd name="connsiteX178" fmla="*/ 169131 w 829568"/>
              <a:gd name="connsiteY178" fmla="*/ 767961 h 797705"/>
              <a:gd name="connsiteX179" fmla="*/ 157736 w 829568"/>
              <a:gd name="connsiteY179" fmla="*/ 783841 h 797705"/>
              <a:gd name="connsiteX180" fmla="*/ 137226 w 829568"/>
              <a:gd name="connsiteY180" fmla="*/ 797451 h 797705"/>
              <a:gd name="connsiteX181" fmla="*/ 128110 w 829568"/>
              <a:gd name="connsiteY181" fmla="*/ 786109 h 797705"/>
              <a:gd name="connsiteX182" fmla="*/ 121273 w 829568"/>
              <a:gd name="connsiteY182" fmla="*/ 792914 h 797705"/>
              <a:gd name="connsiteX183" fmla="*/ 93925 w 829568"/>
              <a:gd name="connsiteY183" fmla="*/ 790646 h 797705"/>
              <a:gd name="connsiteX184" fmla="*/ 68857 w 829568"/>
              <a:gd name="connsiteY184" fmla="*/ 790646 h 797705"/>
              <a:gd name="connsiteX185" fmla="*/ 57462 w 829568"/>
              <a:gd name="connsiteY185" fmla="*/ 792914 h 797705"/>
              <a:gd name="connsiteX186" fmla="*/ 46067 w 829568"/>
              <a:gd name="connsiteY186" fmla="*/ 788377 h 797705"/>
              <a:gd name="connsiteX187" fmla="*/ 25556 w 829568"/>
              <a:gd name="connsiteY187" fmla="*/ 786109 h 797705"/>
              <a:gd name="connsiteX188" fmla="*/ 25556 w 829568"/>
              <a:gd name="connsiteY188" fmla="*/ 783841 h 797705"/>
              <a:gd name="connsiteX189" fmla="*/ 27835 w 829568"/>
              <a:gd name="connsiteY189" fmla="*/ 777035 h 797705"/>
              <a:gd name="connsiteX190" fmla="*/ 25556 w 829568"/>
              <a:gd name="connsiteY190" fmla="*/ 774767 h 797705"/>
              <a:gd name="connsiteX191" fmla="*/ 43788 w 829568"/>
              <a:gd name="connsiteY191" fmla="*/ 770230 h 797705"/>
              <a:gd name="connsiteX192" fmla="*/ 48346 w 829568"/>
              <a:gd name="connsiteY192" fmla="*/ 699908 h 797705"/>
              <a:gd name="connsiteX193" fmla="*/ 5046 w 829568"/>
              <a:gd name="connsiteY193" fmla="*/ 670418 h 797705"/>
              <a:gd name="connsiteX194" fmla="*/ 30114 w 829568"/>
              <a:gd name="connsiteY194" fmla="*/ 615975 h 797705"/>
              <a:gd name="connsiteX195" fmla="*/ 41509 w 829568"/>
              <a:gd name="connsiteY195" fmla="*/ 600095 h 797705"/>
              <a:gd name="connsiteX196" fmla="*/ 34672 w 829568"/>
              <a:gd name="connsiteY196" fmla="*/ 581948 h 797705"/>
              <a:gd name="connsiteX197" fmla="*/ 41509 w 829568"/>
              <a:gd name="connsiteY197" fmla="*/ 554726 h 797705"/>
              <a:gd name="connsiteX198" fmla="*/ 16441 w 829568"/>
              <a:gd name="connsiteY198" fmla="*/ 543384 h 797705"/>
              <a:gd name="connsiteX199" fmla="*/ 34672 w 829568"/>
              <a:gd name="connsiteY199" fmla="*/ 541115 h 797705"/>
              <a:gd name="connsiteX200" fmla="*/ 41498 w 829568"/>
              <a:gd name="connsiteY200" fmla="*/ 541115 h 797705"/>
              <a:gd name="connsiteX201" fmla="*/ 39341 w 829568"/>
              <a:gd name="connsiteY201" fmla="*/ 528176 h 797705"/>
              <a:gd name="connsiteX202" fmla="*/ 86966 w 829568"/>
              <a:gd name="connsiteY202" fmla="*/ 494839 h 797705"/>
              <a:gd name="connsiteX203" fmla="*/ 65409 w 829568"/>
              <a:gd name="connsiteY203" fmla="*/ 464300 h 797705"/>
              <a:gd name="connsiteX204" fmla="*/ 62429 w 829568"/>
              <a:gd name="connsiteY204" fmla="*/ 465726 h 797705"/>
              <a:gd name="connsiteX205" fmla="*/ 62429 w 829568"/>
              <a:gd name="connsiteY205" fmla="*/ 467991 h 797705"/>
              <a:gd name="connsiteX206" fmla="*/ 57874 w 829568"/>
              <a:gd name="connsiteY206" fmla="*/ 470256 h 797705"/>
              <a:gd name="connsiteX207" fmla="*/ 48763 w 829568"/>
              <a:gd name="connsiteY207" fmla="*/ 472522 h 797705"/>
              <a:gd name="connsiteX208" fmla="*/ 35096 w 829568"/>
              <a:gd name="connsiteY208" fmla="*/ 467991 h 797705"/>
              <a:gd name="connsiteX209" fmla="*/ 32818 w 829568"/>
              <a:gd name="connsiteY209" fmla="*/ 449871 h 797705"/>
              <a:gd name="connsiteX210" fmla="*/ 55596 w 829568"/>
              <a:gd name="connsiteY210" fmla="*/ 418160 h 797705"/>
              <a:gd name="connsiteX211" fmla="*/ 55596 w 829568"/>
              <a:gd name="connsiteY211" fmla="*/ 404569 h 797705"/>
              <a:gd name="connsiteX212" fmla="*/ 48763 w 829568"/>
              <a:gd name="connsiteY212" fmla="*/ 372858 h 797705"/>
              <a:gd name="connsiteX213" fmla="*/ 41929 w 829568"/>
              <a:gd name="connsiteY213" fmla="*/ 354737 h 797705"/>
              <a:gd name="connsiteX214" fmla="*/ 41929 w 829568"/>
              <a:gd name="connsiteY214" fmla="*/ 320761 h 797705"/>
              <a:gd name="connsiteX215" fmla="*/ 41929 w 829568"/>
              <a:gd name="connsiteY215" fmla="*/ 300375 h 797705"/>
              <a:gd name="connsiteX216" fmla="*/ 44207 w 829568"/>
              <a:gd name="connsiteY216" fmla="*/ 302640 h 797705"/>
              <a:gd name="connsiteX217" fmla="*/ 57934 w 829568"/>
              <a:gd name="connsiteY217" fmla="*/ 312196 h 797705"/>
              <a:gd name="connsiteX218" fmla="*/ 58242 w 829568"/>
              <a:gd name="connsiteY218" fmla="*/ 311394 h 797705"/>
              <a:gd name="connsiteX219" fmla="*/ 56256 w 829568"/>
              <a:gd name="connsiteY219" fmla="*/ 310012 h 797705"/>
              <a:gd name="connsiteX220" fmla="*/ 44300 w 829568"/>
              <a:gd name="connsiteY220" fmla="*/ 302367 h 797705"/>
              <a:gd name="connsiteX221" fmla="*/ 42022 w 829568"/>
              <a:gd name="connsiteY221" fmla="*/ 300102 h 797705"/>
              <a:gd name="connsiteX222" fmla="*/ 44300 w 829568"/>
              <a:gd name="connsiteY222" fmla="*/ 291042 h 797705"/>
              <a:gd name="connsiteX223" fmla="*/ 78462 w 829568"/>
              <a:gd name="connsiteY223" fmla="*/ 259331 h 797705"/>
              <a:gd name="connsiteX224" fmla="*/ 92126 w 829568"/>
              <a:gd name="connsiteY224" fmla="*/ 232149 h 797705"/>
              <a:gd name="connsiteX225" fmla="*/ 114901 w 829568"/>
              <a:gd name="connsiteY225" fmla="*/ 211764 h 797705"/>
              <a:gd name="connsiteX226" fmla="*/ 108638 w 829568"/>
              <a:gd name="connsiteY226" fmla="*/ 204968 h 797705"/>
              <a:gd name="connsiteX227" fmla="*/ 92261 w 829568"/>
              <a:gd name="connsiteY227" fmla="*/ 198228 h 797705"/>
              <a:gd name="connsiteX228" fmla="*/ 91806 w 829568"/>
              <a:gd name="connsiteY228" fmla="*/ 198355 h 797705"/>
              <a:gd name="connsiteX229" fmla="*/ 84968 w 829568"/>
              <a:gd name="connsiteY229" fmla="*/ 193807 h 797705"/>
              <a:gd name="connsiteX230" fmla="*/ 94086 w 829568"/>
              <a:gd name="connsiteY230" fmla="*/ 155145 h 797705"/>
              <a:gd name="connsiteX231" fmla="*/ 135114 w 829568"/>
              <a:gd name="connsiteY231" fmla="*/ 127854 h 797705"/>
              <a:gd name="connsiteX232" fmla="*/ 160186 w 829568"/>
              <a:gd name="connsiteY232" fmla="*/ 134677 h 797705"/>
              <a:gd name="connsiteX233" fmla="*/ 160186 w 829568"/>
              <a:gd name="connsiteY233" fmla="*/ 109660 h 797705"/>
              <a:gd name="connsiteX234" fmla="*/ 187538 w 829568"/>
              <a:gd name="connsiteY234" fmla="*/ 82369 h 797705"/>
              <a:gd name="connsiteX235" fmla="*/ 187538 w 829568"/>
              <a:gd name="connsiteY235" fmla="*/ 48256 h 797705"/>
              <a:gd name="connsiteX236" fmla="*/ 190103 w 829568"/>
              <a:gd name="connsiteY236"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3684 w 829568"/>
              <a:gd name="connsiteY39" fmla="*/ 246583 h 797705"/>
              <a:gd name="connsiteX40" fmla="*/ 570440 w 829568"/>
              <a:gd name="connsiteY40" fmla="*/ 254988 h 797705"/>
              <a:gd name="connsiteX41" fmla="*/ 570445 w 829568"/>
              <a:gd name="connsiteY41" fmla="*/ 254942 h 797705"/>
              <a:gd name="connsiteX42" fmla="*/ 574113 w 829568"/>
              <a:gd name="connsiteY42" fmla="*/ 256872 h 797705"/>
              <a:gd name="connsiteX43" fmla="*/ 567290 w 829568"/>
              <a:gd name="connsiteY43" fmla="*/ 250109 h 797705"/>
              <a:gd name="connsiteX44" fmla="*/ 563684 w 829568"/>
              <a:gd name="connsiteY44" fmla="*/ 246583 h 797705"/>
              <a:gd name="connsiteX45" fmla="*/ 563632 w 829568"/>
              <a:gd name="connsiteY45" fmla="*/ 245962 h 797705"/>
              <a:gd name="connsiteX46" fmla="*/ 574458 w 829568"/>
              <a:gd name="connsiteY46" fmla="*/ 256788 h 797705"/>
              <a:gd name="connsiteX47" fmla="*/ 583230 w 829568"/>
              <a:gd name="connsiteY47" fmla="*/ 254659 h 797705"/>
              <a:gd name="connsiteX48" fmla="*/ 595448 w 829568"/>
              <a:gd name="connsiteY48" fmla="*/ 250406 h 797705"/>
              <a:gd name="connsiteX49" fmla="*/ 624997 w 829568"/>
              <a:gd name="connsiteY49" fmla="*/ 282159 h 797705"/>
              <a:gd name="connsiteX50" fmla="*/ 637214 w 829568"/>
              <a:gd name="connsiteY50" fmla="*/ 311928 h 797705"/>
              <a:gd name="connsiteX51" fmla="*/ 636731 w 829568"/>
              <a:gd name="connsiteY51" fmla="*/ 319061 h 797705"/>
              <a:gd name="connsiteX52" fmla="*/ 652790 w 829568"/>
              <a:gd name="connsiteY52" fmla="*/ 335120 h 797705"/>
              <a:gd name="connsiteX53" fmla="*/ 638758 w 829568"/>
              <a:gd name="connsiteY53" fmla="*/ 321150 h 797705"/>
              <a:gd name="connsiteX54" fmla="*/ 636727 w 829568"/>
              <a:gd name="connsiteY54" fmla="*/ 319129 h 797705"/>
              <a:gd name="connsiteX55" fmla="*/ 636185 w 829568"/>
              <a:gd name="connsiteY55" fmla="*/ 327131 h 797705"/>
              <a:gd name="connsiteX56" fmla="*/ 640908 w 829568"/>
              <a:gd name="connsiteY56" fmla="*/ 343397 h 797705"/>
              <a:gd name="connsiteX57" fmla="*/ 656819 w 829568"/>
              <a:gd name="connsiteY57" fmla="*/ 329788 h 797705"/>
              <a:gd name="connsiteX58" fmla="*/ 672730 w 829568"/>
              <a:gd name="connsiteY58" fmla="*/ 347933 h 797705"/>
              <a:gd name="connsiteX59" fmla="*/ 679549 w 829568"/>
              <a:gd name="connsiteY59" fmla="*/ 366077 h 797705"/>
              <a:gd name="connsiteX60" fmla="*/ 686368 w 829568"/>
              <a:gd name="connsiteY60" fmla="*/ 418243 h 797705"/>
              <a:gd name="connsiteX61" fmla="*/ 736375 w 829568"/>
              <a:gd name="connsiteY61" fmla="*/ 413707 h 797705"/>
              <a:gd name="connsiteX62" fmla="*/ 756832 w 829568"/>
              <a:gd name="connsiteY62" fmla="*/ 420511 h 797705"/>
              <a:gd name="connsiteX63" fmla="*/ 765924 w 829568"/>
              <a:gd name="connsiteY63" fmla="*/ 406903 h 797705"/>
              <a:gd name="connsiteX64" fmla="*/ 829568 w 829568"/>
              <a:gd name="connsiteY64" fmla="*/ 397830 h 797705"/>
              <a:gd name="connsiteX65" fmla="*/ 829568 w 829568"/>
              <a:gd name="connsiteY65" fmla="*/ 413707 h 797705"/>
              <a:gd name="connsiteX66" fmla="*/ 827295 w 829568"/>
              <a:gd name="connsiteY66" fmla="*/ 422779 h 797705"/>
              <a:gd name="connsiteX67" fmla="*/ 822749 w 829568"/>
              <a:gd name="connsiteY67" fmla="*/ 427315 h 797705"/>
              <a:gd name="connsiteX68" fmla="*/ 815930 w 829568"/>
              <a:gd name="connsiteY68" fmla="*/ 427315 h 797705"/>
              <a:gd name="connsiteX69" fmla="*/ 809111 w 829568"/>
              <a:gd name="connsiteY69" fmla="*/ 443192 h 797705"/>
              <a:gd name="connsiteX70" fmla="*/ 802292 w 829568"/>
              <a:gd name="connsiteY70" fmla="*/ 452264 h 797705"/>
              <a:gd name="connsiteX71" fmla="*/ 800019 w 829568"/>
              <a:gd name="connsiteY71" fmla="*/ 459068 h 797705"/>
              <a:gd name="connsiteX72" fmla="*/ 800019 w 829568"/>
              <a:gd name="connsiteY72" fmla="*/ 470408 h 797705"/>
              <a:gd name="connsiteX73" fmla="*/ 800019 w 829568"/>
              <a:gd name="connsiteY73" fmla="*/ 481749 h 797705"/>
              <a:gd name="connsiteX74" fmla="*/ 784108 w 829568"/>
              <a:gd name="connsiteY74" fmla="*/ 477212 h 797705"/>
              <a:gd name="connsiteX75" fmla="*/ 777289 w 829568"/>
              <a:gd name="connsiteY75" fmla="*/ 477212 h 797705"/>
              <a:gd name="connsiteX76" fmla="*/ 770470 w 829568"/>
              <a:gd name="connsiteY76" fmla="*/ 481749 h 797705"/>
              <a:gd name="connsiteX77" fmla="*/ 768197 w 829568"/>
              <a:gd name="connsiteY77" fmla="*/ 488553 h 797705"/>
              <a:gd name="connsiteX78" fmla="*/ 750013 w 829568"/>
              <a:gd name="connsiteY78" fmla="*/ 497625 h 797705"/>
              <a:gd name="connsiteX79" fmla="*/ 745467 w 829568"/>
              <a:gd name="connsiteY79" fmla="*/ 490821 h 797705"/>
              <a:gd name="connsiteX80" fmla="*/ 740921 w 829568"/>
              <a:gd name="connsiteY80" fmla="*/ 493089 h 797705"/>
              <a:gd name="connsiteX81" fmla="*/ 738648 w 829568"/>
              <a:gd name="connsiteY81" fmla="*/ 499893 h 797705"/>
              <a:gd name="connsiteX82" fmla="*/ 738648 w 829568"/>
              <a:gd name="connsiteY82" fmla="*/ 502161 h 797705"/>
              <a:gd name="connsiteX83" fmla="*/ 725010 w 829568"/>
              <a:gd name="connsiteY83" fmla="*/ 504429 h 797705"/>
              <a:gd name="connsiteX84" fmla="*/ 715918 w 829568"/>
              <a:gd name="connsiteY84" fmla="*/ 508965 h 797705"/>
              <a:gd name="connsiteX85" fmla="*/ 715918 w 829568"/>
              <a:gd name="connsiteY85" fmla="*/ 520306 h 797705"/>
              <a:gd name="connsiteX86" fmla="*/ 713645 w 829568"/>
              <a:gd name="connsiteY86" fmla="*/ 522574 h 797705"/>
              <a:gd name="connsiteX87" fmla="*/ 693188 w 829568"/>
              <a:gd name="connsiteY87" fmla="*/ 527110 h 797705"/>
              <a:gd name="connsiteX88" fmla="*/ 677276 w 829568"/>
              <a:gd name="connsiteY88" fmla="*/ 531646 h 797705"/>
              <a:gd name="connsiteX89" fmla="*/ 668184 w 829568"/>
              <a:gd name="connsiteY89" fmla="*/ 527110 h 797705"/>
              <a:gd name="connsiteX90" fmla="*/ 665911 w 829568"/>
              <a:gd name="connsiteY90" fmla="*/ 529378 h 797705"/>
              <a:gd name="connsiteX91" fmla="*/ 665911 w 829568"/>
              <a:gd name="connsiteY91" fmla="*/ 538450 h 797705"/>
              <a:gd name="connsiteX92" fmla="*/ 659092 w 829568"/>
              <a:gd name="connsiteY92" fmla="*/ 540718 h 797705"/>
              <a:gd name="connsiteX93" fmla="*/ 659092 w 829568"/>
              <a:gd name="connsiteY93" fmla="*/ 545254 h 797705"/>
              <a:gd name="connsiteX94" fmla="*/ 659092 w 829568"/>
              <a:gd name="connsiteY94" fmla="*/ 556595 h 797705"/>
              <a:gd name="connsiteX95" fmla="*/ 656819 w 829568"/>
              <a:gd name="connsiteY95" fmla="*/ 561131 h 797705"/>
              <a:gd name="connsiteX96" fmla="*/ 652273 w 829568"/>
              <a:gd name="connsiteY96" fmla="*/ 561131 h 797705"/>
              <a:gd name="connsiteX97" fmla="*/ 650000 w 829568"/>
              <a:gd name="connsiteY97" fmla="*/ 561131 h 797705"/>
              <a:gd name="connsiteX98" fmla="*/ 618178 w 829568"/>
              <a:gd name="connsiteY98" fmla="*/ 552058 h 797705"/>
              <a:gd name="connsiteX99" fmla="*/ 618178 w 829568"/>
              <a:gd name="connsiteY99" fmla="*/ 549790 h 797705"/>
              <a:gd name="connsiteX100" fmla="*/ 609086 w 829568"/>
              <a:gd name="connsiteY100" fmla="*/ 542986 h 797705"/>
              <a:gd name="connsiteX101" fmla="*/ 599994 w 829568"/>
              <a:gd name="connsiteY101" fmla="*/ 547522 h 797705"/>
              <a:gd name="connsiteX102" fmla="*/ 590902 w 829568"/>
              <a:gd name="connsiteY102" fmla="*/ 554327 h 797705"/>
              <a:gd name="connsiteX103" fmla="*/ 579537 w 829568"/>
              <a:gd name="connsiteY103" fmla="*/ 563399 h 797705"/>
              <a:gd name="connsiteX104" fmla="*/ 574991 w 829568"/>
              <a:gd name="connsiteY104" fmla="*/ 556595 h 797705"/>
              <a:gd name="connsiteX105" fmla="*/ 570445 w 829568"/>
              <a:gd name="connsiteY105" fmla="*/ 558863 h 797705"/>
              <a:gd name="connsiteX106" fmla="*/ 568172 w 829568"/>
              <a:gd name="connsiteY106" fmla="*/ 563399 h 797705"/>
              <a:gd name="connsiteX107" fmla="*/ 568172 w 829568"/>
              <a:gd name="connsiteY107" fmla="*/ 565667 h 797705"/>
              <a:gd name="connsiteX108" fmla="*/ 568172 w 829568"/>
              <a:gd name="connsiteY108" fmla="*/ 570203 h 797705"/>
              <a:gd name="connsiteX109" fmla="*/ 565899 w 829568"/>
              <a:gd name="connsiteY109" fmla="*/ 572471 h 797705"/>
              <a:gd name="connsiteX110" fmla="*/ 565899 w 829568"/>
              <a:gd name="connsiteY110" fmla="*/ 574739 h 797705"/>
              <a:gd name="connsiteX111" fmla="*/ 581810 w 829568"/>
              <a:gd name="connsiteY111" fmla="*/ 581543 h 797705"/>
              <a:gd name="connsiteX112" fmla="*/ 586356 w 829568"/>
              <a:gd name="connsiteY112" fmla="*/ 586079 h 797705"/>
              <a:gd name="connsiteX113" fmla="*/ 590902 w 829568"/>
              <a:gd name="connsiteY113" fmla="*/ 579275 h 797705"/>
              <a:gd name="connsiteX114" fmla="*/ 597721 w 829568"/>
              <a:gd name="connsiteY114" fmla="*/ 583811 h 797705"/>
              <a:gd name="connsiteX115" fmla="*/ 599994 w 829568"/>
              <a:gd name="connsiteY115" fmla="*/ 579275 h 797705"/>
              <a:gd name="connsiteX116" fmla="*/ 606813 w 829568"/>
              <a:gd name="connsiteY116" fmla="*/ 588347 h 797705"/>
              <a:gd name="connsiteX117" fmla="*/ 606813 w 829568"/>
              <a:gd name="connsiteY117" fmla="*/ 590616 h 797705"/>
              <a:gd name="connsiteX118" fmla="*/ 602267 w 829568"/>
              <a:gd name="connsiteY118" fmla="*/ 601956 h 797705"/>
              <a:gd name="connsiteX119" fmla="*/ 604540 w 829568"/>
              <a:gd name="connsiteY119" fmla="*/ 606492 h 797705"/>
              <a:gd name="connsiteX120" fmla="*/ 609086 w 829568"/>
              <a:gd name="connsiteY120" fmla="*/ 611028 h 797705"/>
              <a:gd name="connsiteX121" fmla="*/ 606813 w 829568"/>
              <a:gd name="connsiteY121" fmla="*/ 613296 h 797705"/>
              <a:gd name="connsiteX122" fmla="*/ 588629 w 829568"/>
              <a:gd name="connsiteY122" fmla="*/ 613296 h 797705"/>
              <a:gd name="connsiteX123" fmla="*/ 572718 w 829568"/>
              <a:gd name="connsiteY123" fmla="*/ 597420 h 797705"/>
              <a:gd name="connsiteX124" fmla="*/ 568172 w 829568"/>
              <a:gd name="connsiteY124" fmla="*/ 606492 h 797705"/>
              <a:gd name="connsiteX125" fmla="*/ 561353 w 829568"/>
              <a:gd name="connsiteY125" fmla="*/ 597420 h 797705"/>
              <a:gd name="connsiteX126" fmla="*/ 556807 w 829568"/>
              <a:gd name="connsiteY126" fmla="*/ 592884 h 797705"/>
              <a:gd name="connsiteX127" fmla="*/ 540896 w 829568"/>
              <a:gd name="connsiteY127" fmla="*/ 570203 h 797705"/>
              <a:gd name="connsiteX128" fmla="*/ 529530 w 829568"/>
              <a:gd name="connsiteY128" fmla="*/ 565667 h 797705"/>
              <a:gd name="connsiteX129" fmla="*/ 518165 w 829568"/>
              <a:gd name="connsiteY129" fmla="*/ 572471 h 797705"/>
              <a:gd name="connsiteX130" fmla="*/ 509073 w 829568"/>
              <a:gd name="connsiteY130" fmla="*/ 577007 h 797705"/>
              <a:gd name="connsiteX131" fmla="*/ 506800 w 829568"/>
              <a:gd name="connsiteY131" fmla="*/ 574739 h 797705"/>
              <a:gd name="connsiteX132" fmla="*/ 504527 w 829568"/>
              <a:gd name="connsiteY132" fmla="*/ 574739 h 797705"/>
              <a:gd name="connsiteX133" fmla="*/ 504527 w 829568"/>
              <a:gd name="connsiteY133" fmla="*/ 570324 h 797705"/>
              <a:gd name="connsiteX134" fmla="*/ 503669 w 829568"/>
              <a:gd name="connsiteY134" fmla="*/ 570324 h 797705"/>
              <a:gd name="connsiteX135" fmla="*/ 503669 w 829568"/>
              <a:gd name="connsiteY135" fmla="*/ 574870 h 797705"/>
              <a:gd name="connsiteX136" fmla="*/ 505946 w 829568"/>
              <a:gd name="connsiteY136" fmla="*/ 577143 h 797705"/>
              <a:gd name="connsiteX137" fmla="*/ 505946 w 829568"/>
              <a:gd name="connsiteY137" fmla="*/ 579415 h 797705"/>
              <a:gd name="connsiteX138" fmla="*/ 505946 w 829568"/>
              <a:gd name="connsiteY138" fmla="*/ 581688 h 797705"/>
              <a:gd name="connsiteX139" fmla="*/ 496839 w 829568"/>
              <a:gd name="connsiteY139" fmla="*/ 590779 h 797705"/>
              <a:gd name="connsiteX140" fmla="*/ 496839 w 829568"/>
              <a:gd name="connsiteY140" fmla="*/ 595324 h 797705"/>
              <a:gd name="connsiteX141" fmla="*/ 501392 w 829568"/>
              <a:gd name="connsiteY141" fmla="*/ 599870 h 797705"/>
              <a:gd name="connsiteX142" fmla="*/ 510500 w 829568"/>
              <a:gd name="connsiteY142" fmla="*/ 608960 h 797705"/>
              <a:gd name="connsiteX143" fmla="*/ 508223 w 829568"/>
              <a:gd name="connsiteY143" fmla="*/ 613506 h 797705"/>
              <a:gd name="connsiteX144" fmla="*/ 508223 w 829568"/>
              <a:gd name="connsiteY144" fmla="*/ 618051 h 797705"/>
              <a:gd name="connsiteX145" fmla="*/ 490008 w 829568"/>
              <a:gd name="connsiteY145" fmla="*/ 640778 h 797705"/>
              <a:gd name="connsiteX146" fmla="*/ 464962 w 829568"/>
              <a:gd name="connsiteY146" fmla="*/ 631687 h 797705"/>
              <a:gd name="connsiteX147" fmla="*/ 451300 w 829568"/>
              <a:gd name="connsiteY147" fmla="*/ 624869 h 797705"/>
              <a:gd name="connsiteX148" fmla="*/ 423977 w 829568"/>
              <a:gd name="connsiteY148" fmla="*/ 638506 h 797705"/>
              <a:gd name="connsiteX149" fmla="*/ 414870 w 829568"/>
              <a:gd name="connsiteY149" fmla="*/ 643051 h 797705"/>
              <a:gd name="connsiteX150" fmla="*/ 398931 w 829568"/>
              <a:gd name="connsiteY150" fmla="*/ 645324 h 797705"/>
              <a:gd name="connsiteX151" fmla="*/ 394378 w 829568"/>
              <a:gd name="connsiteY151" fmla="*/ 652142 h 797705"/>
              <a:gd name="connsiteX152" fmla="*/ 373885 w 829568"/>
              <a:gd name="connsiteY152" fmla="*/ 654415 h 797705"/>
              <a:gd name="connsiteX153" fmla="*/ 353393 w 829568"/>
              <a:gd name="connsiteY153" fmla="*/ 661233 h 797705"/>
              <a:gd name="connsiteX154" fmla="*/ 344285 w 829568"/>
              <a:gd name="connsiteY154" fmla="*/ 683960 h 797705"/>
              <a:gd name="connsiteX155" fmla="*/ 346559 w 829568"/>
              <a:gd name="connsiteY155" fmla="*/ 695305 h 797705"/>
              <a:gd name="connsiteX156" fmla="*/ 346890 w 829568"/>
              <a:gd name="connsiteY156" fmla="*/ 695371 h 797705"/>
              <a:gd name="connsiteX157" fmla="*/ 349169 w 829568"/>
              <a:gd name="connsiteY157" fmla="*/ 697639 h 797705"/>
              <a:gd name="connsiteX158" fmla="*/ 349169 w 829568"/>
              <a:gd name="connsiteY158" fmla="*/ 708981 h 797705"/>
              <a:gd name="connsiteX159" fmla="*/ 349169 w 829568"/>
              <a:gd name="connsiteY159" fmla="*/ 713518 h 797705"/>
              <a:gd name="connsiteX160" fmla="*/ 346890 w 829568"/>
              <a:gd name="connsiteY160" fmla="*/ 724861 h 797705"/>
              <a:gd name="connsiteX161" fmla="*/ 340053 w 829568"/>
              <a:gd name="connsiteY161" fmla="*/ 722592 h 797705"/>
              <a:gd name="connsiteX162" fmla="*/ 317264 w 829568"/>
              <a:gd name="connsiteY162" fmla="*/ 720324 h 797705"/>
              <a:gd name="connsiteX163" fmla="*/ 312706 w 829568"/>
              <a:gd name="connsiteY163" fmla="*/ 718055 h 797705"/>
              <a:gd name="connsiteX164" fmla="*/ 303590 w 829568"/>
              <a:gd name="connsiteY164" fmla="*/ 724861 h 797705"/>
              <a:gd name="connsiteX165" fmla="*/ 294474 w 829568"/>
              <a:gd name="connsiteY165" fmla="*/ 731666 h 797705"/>
              <a:gd name="connsiteX166" fmla="*/ 289916 w 829568"/>
              <a:gd name="connsiteY166" fmla="*/ 738471 h 797705"/>
              <a:gd name="connsiteX167" fmla="*/ 289916 w 829568"/>
              <a:gd name="connsiteY167" fmla="*/ 752082 h 797705"/>
              <a:gd name="connsiteX168" fmla="*/ 280800 w 829568"/>
              <a:gd name="connsiteY168" fmla="*/ 740740 h 797705"/>
              <a:gd name="connsiteX169" fmla="*/ 278521 w 829568"/>
              <a:gd name="connsiteY169" fmla="*/ 738471 h 797705"/>
              <a:gd name="connsiteX170" fmla="*/ 278521 w 829568"/>
              <a:gd name="connsiteY170" fmla="*/ 743008 h 797705"/>
              <a:gd name="connsiteX171" fmla="*/ 276242 w 829568"/>
              <a:gd name="connsiteY171" fmla="*/ 749814 h 797705"/>
              <a:gd name="connsiteX172" fmla="*/ 269405 w 829568"/>
              <a:gd name="connsiteY172" fmla="*/ 761156 h 797705"/>
              <a:gd name="connsiteX173" fmla="*/ 232942 w 829568"/>
              <a:gd name="connsiteY173" fmla="*/ 749814 h 797705"/>
              <a:gd name="connsiteX174" fmla="*/ 230663 w 829568"/>
              <a:gd name="connsiteY174" fmla="*/ 754351 h 797705"/>
              <a:gd name="connsiteX175" fmla="*/ 203316 w 829568"/>
              <a:gd name="connsiteY175" fmla="*/ 754351 h 797705"/>
              <a:gd name="connsiteX176" fmla="*/ 180526 w 829568"/>
              <a:gd name="connsiteY176" fmla="*/ 761156 h 797705"/>
              <a:gd name="connsiteX177" fmla="*/ 169131 w 829568"/>
              <a:gd name="connsiteY177" fmla="*/ 767961 h 797705"/>
              <a:gd name="connsiteX178" fmla="*/ 157736 w 829568"/>
              <a:gd name="connsiteY178" fmla="*/ 783841 h 797705"/>
              <a:gd name="connsiteX179" fmla="*/ 137226 w 829568"/>
              <a:gd name="connsiteY179" fmla="*/ 797451 h 797705"/>
              <a:gd name="connsiteX180" fmla="*/ 128110 w 829568"/>
              <a:gd name="connsiteY180" fmla="*/ 786109 h 797705"/>
              <a:gd name="connsiteX181" fmla="*/ 121273 w 829568"/>
              <a:gd name="connsiteY181" fmla="*/ 792914 h 797705"/>
              <a:gd name="connsiteX182" fmla="*/ 93925 w 829568"/>
              <a:gd name="connsiteY182" fmla="*/ 790646 h 797705"/>
              <a:gd name="connsiteX183" fmla="*/ 68857 w 829568"/>
              <a:gd name="connsiteY183" fmla="*/ 790646 h 797705"/>
              <a:gd name="connsiteX184" fmla="*/ 57462 w 829568"/>
              <a:gd name="connsiteY184" fmla="*/ 792914 h 797705"/>
              <a:gd name="connsiteX185" fmla="*/ 46067 w 829568"/>
              <a:gd name="connsiteY185" fmla="*/ 788377 h 797705"/>
              <a:gd name="connsiteX186" fmla="*/ 25556 w 829568"/>
              <a:gd name="connsiteY186" fmla="*/ 786109 h 797705"/>
              <a:gd name="connsiteX187" fmla="*/ 25556 w 829568"/>
              <a:gd name="connsiteY187" fmla="*/ 783841 h 797705"/>
              <a:gd name="connsiteX188" fmla="*/ 27835 w 829568"/>
              <a:gd name="connsiteY188" fmla="*/ 777035 h 797705"/>
              <a:gd name="connsiteX189" fmla="*/ 25556 w 829568"/>
              <a:gd name="connsiteY189" fmla="*/ 774767 h 797705"/>
              <a:gd name="connsiteX190" fmla="*/ 43788 w 829568"/>
              <a:gd name="connsiteY190" fmla="*/ 770230 h 797705"/>
              <a:gd name="connsiteX191" fmla="*/ 48346 w 829568"/>
              <a:gd name="connsiteY191" fmla="*/ 699908 h 797705"/>
              <a:gd name="connsiteX192" fmla="*/ 5046 w 829568"/>
              <a:gd name="connsiteY192" fmla="*/ 670418 h 797705"/>
              <a:gd name="connsiteX193" fmla="*/ 30114 w 829568"/>
              <a:gd name="connsiteY193" fmla="*/ 615975 h 797705"/>
              <a:gd name="connsiteX194" fmla="*/ 41509 w 829568"/>
              <a:gd name="connsiteY194" fmla="*/ 600095 h 797705"/>
              <a:gd name="connsiteX195" fmla="*/ 34672 w 829568"/>
              <a:gd name="connsiteY195" fmla="*/ 581948 h 797705"/>
              <a:gd name="connsiteX196" fmla="*/ 41509 w 829568"/>
              <a:gd name="connsiteY196" fmla="*/ 554726 h 797705"/>
              <a:gd name="connsiteX197" fmla="*/ 16441 w 829568"/>
              <a:gd name="connsiteY197" fmla="*/ 543384 h 797705"/>
              <a:gd name="connsiteX198" fmla="*/ 34672 w 829568"/>
              <a:gd name="connsiteY198" fmla="*/ 541115 h 797705"/>
              <a:gd name="connsiteX199" fmla="*/ 41498 w 829568"/>
              <a:gd name="connsiteY199" fmla="*/ 541115 h 797705"/>
              <a:gd name="connsiteX200" fmla="*/ 39341 w 829568"/>
              <a:gd name="connsiteY200" fmla="*/ 528176 h 797705"/>
              <a:gd name="connsiteX201" fmla="*/ 86966 w 829568"/>
              <a:gd name="connsiteY201" fmla="*/ 494839 h 797705"/>
              <a:gd name="connsiteX202" fmla="*/ 65409 w 829568"/>
              <a:gd name="connsiteY202" fmla="*/ 464300 h 797705"/>
              <a:gd name="connsiteX203" fmla="*/ 62429 w 829568"/>
              <a:gd name="connsiteY203" fmla="*/ 465726 h 797705"/>
              <a:gd name="connsiteX204" fmla="*/ 62429 w 829568"/>
              <a:gd name="connsiteY204" fmla="*/ 467991 h 797705"/>
              <a:gd name="connsiteX205" fmla="*/ 57874 w 829568"/>
              <a:gd name="connsiteY205" fmla="*/ 470256 h 797705"/>
              <a:gd name="connsiteX206" fmla="*/ 48763 w 829568"/>
              <a:gd name="connsiteY206" fmla="*/ 472522 h 797705"/>
              <a:gd name="connsiteX207" fmla="*/ 35096 w 829568"/>
              <a:gd name="connsiteY207" fmla="*/ 467991 h 797705"/>
              <a:gd name="connsiteX208" fmla="*/ 32818 w 829568"/>
              <a:gd name="connsiteY208" fmla="*/ 449871 h 797705"/>
              <a:gd name="connsiteX209" fmla="*/ 55596 w 829568"/>
              <a:gd name="connsiteY209" fmla="*/ 418160 h 797705"/>
              <a:gd name="connsiteX210" fmla="*/ 55596 w 829568"/>
              <a:gd name="connsiteY210" fmla="*/ 404569 h 797705"/>
              <a:gd name="connsiteX211" fmla="*/ 48763 w 829568"/>
              <a:gd name="connsiteY211" fmla="*/ 372858 h 797705"/>
              <a:gd name="connsiteX212" fmla="*/ 41929 w 829568"/>
              <a:gd name="connsiteY212" fmla="*/ 354737 h 797705"/>
              <a:gd name="connsiteX213" fmla="*/ 41929 w 829568"/>
              <a:gd name="connsiteY213" fmla="*/ 320761 h 797705"/>
              <a:gd name="connsiteX214" fmla="*/ 41929 w 829568"/>
              <a:gd name="connsiteY214" fmla="*/ 300375 h 797705"/>
              <a:gd name="connsiteX215" fmla="*/ 44207 w 829568"/>
              <a:gd name="connsiteY215" fmla="*/ 302640 h 797705"/>
              <a:gd name="connsiteX216" fmla="*/ 57934 w 829568"/>
              <a:gd name="connsiteY216" fmla="*/ 312196 h 797705"/>
              <a:gd name="connsiteX217" fmla="*/ 58242 w 829568"/>
              <a:gd name="connsiteY217" fmla="*/ 311394 h 797705"/>
              <a:gd name="connsiteX218" fmla="*/ 56256 w 829568"/>
              <a:gd name="connsiteY218" fmla="*/ 310012 h 797705"/>
              <a:gd name="connsiteX219" fmla="*/ 44300 w 829568"/>
              <a:gd name="connsiteY219" fmla="*/ 302367 h 797705"/>
              <a:gd name="connsiteX220" fmla="*/ 42022 w 829568"/>
              <a:gd name="connsiteY220" fmla="*/ 300102 h 797705"/>
              <a:gd name="connsiteX221" fmla="*/ 44300 w 829568"/>
              <a:gd name="connsiteY221" fmla="*/ 291042 h 797705"/>
              <a:gd name="connsiteX222" fmla="*/ 78462 w 829568"/>
              <a:gd name="connsiteY222" fmla="*/ 259331 h 797705"/>
              <a:gd name="connsiteX223" fmla="*/ 92126 w 829568"/>
              <a:gd name="connsiteY223" fmla="*/ 232149 h 797705"/>
              <a:gd name="connsiteX224" fmla="*/ 114901 w 829568"/>
              <a:gd name="connsiteY224" fmla="*/ 211764 h 797705"/>
              <a:gd name="connsiteX225" fmla="*/ 108638 w 829568"/>
              <a:gd name="connsiteY225" fmla="*/ 204968 h 797705"/>
              <a:gd name="connsiteX226" fmla="*/ 92261 w 829568"/>
              <a:gd name="connsiteY226" fmla="*/ 198228 h 797705"/>
              <a:gd name="connsiteX227" fmla="*/ 91806 w 829568"/>
              <a:gd name="connsiteY227" fmla="*/ 198355 h 797705"/>
              <a:gd name="connsiteX228" fmla="*/ 84968 w 829568"/>
              <a:gd name="connsiteY228" fmla="*/ 193807 h 797705"/>
              <a:gd name="connsiteX229" fmla="*/ 94086 w 829568"/>
              <a:gd name="connsiteY229" fmla="*/ 155145 h 797705"/>
              <a:gd name="connsiteX230" fmla="*/ 135114 w 829568"/>
              <a:gd name="connsiteY230" fmla="*/ 127854 h 797705"/>
              <a:gd name="connsiteX231" fmla="*/ 160186 w 829568"/>
              <a:gd name="connsiteY231" fmla="*/ 134677 h 797705"/>
              <a:gd name="connsiteX232" fmla="*/ 160186 w 829568"/>
              <a:gd name="connsiteY232" fmla="*/ 109660 h 797705"/>
              <a:gd name="connsiteX233" fmla="*/ 187538 w 829568"/>
              <a:gd name="connsiteY233" fmla="*/ 82369 h 797705"/>
              <a:gd name="connsiteX234" fmla="*/ 187538 w 829568"/>
              <a:gd name="connsiteY234" fmla="*/ 48256 h 797705"/>
              <a:gd name="connsiteX235" fmla="*/ 190103 w 829568"/>
              <a:gd name="connsiteY235"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684 w 829568"/>
              <a:gd name="connsiteY38" fmla="*/ 246583 h 797705"/>
              <a:gd name="connsiteX39" fmla="*/ 570440 w 829568"/>
              <a:gd name="connsiteY39" fmla="*/ 254988 h 797705"/>
              <a:gd name="connsiteX40" fmla="*/ 570445 w 829568"/>
              <a:gd name="connsiteY40" fmla="*/ 254942 h 797705"/>
              <a:gd name="connsiteX41" fmla="*/ 574113 w 829568"/>
              <a:gd name="connsiteY41" fmla="*/ 256872 h 797705"/>
              <a:gd name="connsiteX42" fmla="*/ 567290 w 829568"/>
              <a:gd name="connsiteY42" fmla="*/ 250109 h 797705"/>
              <a:gd name="connsiteX43" fmla="*/ 563684 w 829568"/>
              <a:gd name="connsiteY43" fmla="*/ 246583 h 797705"/>
              <a:gd name="connsiteX44" fmla="*/ 563632 w 829568"/>
              <a:gd name="connsiteY44" fmla="*/ 245962 h 797705"/>
              <a:gd name="connsiteX45" fmla="*/ 574458 w 829568"/>
              <a:gd name="connsiteY45" fmla="*/ 256788 h 797705"/>
              <a:gd name="connsiteX46" fmla="*/ 583230 w 829568"/>
              <a:gd name="connsiteY46" fmla="*/ 254659 h 797705"/>
              <a:gd name="connsiteX47" fmla="*/ 595448 w 829568"/>
              <a:gd name="connsiteY47" fmla="*/ 250406 h 797705"/>
              <a:gd name="connsiteX48" fmla="*/ 624997 w 829568"/>
              <a:gd name="connsiteY48" fmla="*/ 282159 h 797705"/>
              <a:gd name="connsiteX49" fmla="*/ 637214 w 829568"/>
              <a:gd name="connsiteY49" fmla="*/ 311928 h 797705"/>
              <a:gd name="connsiteX50" fmla="*/ 636731 w 829568"/>
              <a:gd name="connsiteY50" fmla="*/ 319061 h 797705"/>
              <a:gd name="connsiteX51" fmla="*/ 652790 w 829568"/>
              <a:gd name="connsiteY51" fmla="*/ 335120 h 797705"/>
              <a:gd name="connsiteX52" fmla="*/ 638758 w 829568"/>
              <a:gd name="connsiteY52" fmla="*/ 321150 h 797705"/>
              <a:gd name="connsiteX53" fmla="*/ 636727 w 829568"/>
              <a:gd name="connsiteY53" fmla="*/ 319129 h 797705"/>
              <a:gd name="connsiteX54" fmla="*/ 636185 w 829568"/>
              <a:gd name="connsiteY54" fmla="*/ 327131 h 797705"/>
              <a:gd name="connsiteX55" fmla="*/ 640908 w 829568"/>
              <a:gd name="connsiteY55" fmla="*/ 343397 h 797705"/>
              <a:gd name="connsiteX56" fmla="*/ 656819 w 829568"/>
              <a:gd name="connsiteY56" fmla="*/ 329788 h 797705"/>
              <a:gd name="connsiteX57" fmla="*/ 672730 w 829568"/>
              <a:gd name="connsiteY57" fmla="*/ 347933 h 797705"/>
              <a:gd name="connsiteX58" fmla="*/ 679549 w 829568"/>
              <a:gd name="connsiteY58" fmla="*/ 366077 h 797705"/>
              <a:gd name="connsiteX59" fmla="*/ 686368 w 829568"/>
              <a:gd name="connsiteY59" fmla="*/ 418243 h 797705"/>
              <a:gd name="connsiteX60" fmla="*/ 736375 w 829568"/>
              <a:gd name="connsiteY60" fmla="*/ 413707 h 797705"/>
              <a:gd name="connsiteX61" fmla="*/ 756832 w 829568"/>
              <a:gd name="connsiteY61" fmla="*/ 420511 h 797705"/>
              <a:gd name="connsiteX62" fmla="*/ 765924 w 829568"/>
              <a:gd name="connsiteY62" fmla="*/ 406903 h 797705"/>
              <a:gd name="connsiteX63" fmla="*/ 829568 w 829568"/>
              <a:gd name="connsiteY63" fmla="*/ 397830 h 797705"/>
              <a:gd name="connsiteX64" fmla="*/ 829568 w 829568"/>
              <a:gd name="connsiteY64" fmla="*/ 413707 h 797705"/>
              <a:gd name="connsiteX65" fmla="*/ 827295 w 829568"/>
              <a:gd name="connsiteY65" fmla="*/ 422779 h 797705"/>
              <a:gd name="connsiteX66" fmla="*/ 822749 w 829568"/>
              <a:gd name="connsiteY66" fmla="*/ 427315 h 797705"/>
              <a:gd name="connsiteX67" fmla="*/ 815930 w 829568"/>
              <a:gd name="connsiteY67" fmla="*/ 427315 h 797705"/>
              <a:gd name="connsiteX68" fmla="*/ 809111 w 829568"/>
              <a:gd name="connsiteY68" fmla="*/ 443192 h 797705"/>
              <a:gd name="connsiteX69" fmla="*/ 802292 w 829568"/>
              <a:gd name="connsiteY69" fmla="*/ 452264 h 797705"/>
              <a:gd name="connsiteX70" fmla="*/ 800019 w 829568"/>
              <a:gd name="connsiteY70" fmla="*/ 459068 h 797705"/>
              <a:gd name="connsiteX71" fmla="*/ 800019 w 829568"/>
              <a:gd name="connsiteY71" fmla="*/ 470408 h 797705"/>
              <a:gd name="connsiteX72" fmla="*/ 800019 w 829568"/>
              <a:gd name="connsiteY72" fmla="*/ 481749 h 797705"/>
              <a:gd name="connsiteX73" fmla="*/ 784108 w 829568"/>
              <a:gd name="connsiteY73" fmla="*/ 477212 h 797705"/>
              <a:gd name="connsiteX74" fmla="*/ 777289 w 829568"/>
              <a:gd name="connsiteY74" fmla="*/ 477212 h 797705"/>
              <a:gd name="connsiteX75" fmla="*/ 770470 w 829568"/>
              <a:gd name="connsiteY75" fmla="*/ 481749 h 797705"/>
              <a:gd name="connsiteX76" fmla="*/ 768197 w 829568"/>
              <a:gd name="connsiteY76" fmla="*/ 488553 h 797705"/>
              <a:gd name="connsiteX77" fmla="*/ 750013 w 829568"/>
              <a:gd name="connsiteY77" fmla="*/ 497625 h 797705"/>
              <a:gd name="connsiteX78" fmla="*/ 745467 w 829568"/>
              <a:gd name="connsiteY78" fmla="*/ 490821 h 797705"/>
              <a:gd name="connsiteX79" fmla="*/ 740921 w 829568"/>
              <a:gd name="connsiteY79" fmla="*/ 493089 h 797705"/>
              <a:gd name="connsiteX80" fmla="*/ 738648 w 829568"/>
              <a:gd name="connsiteY80" fmla="*/ 499893 h 797705"/>
              <a:gd name="connsiteX81" fmla="*/ 738648 w 829568"/>
              <a:gd name="connsiteY81" fmla="*/ 502161 h 797705"/>
              <a:gd name="connsiteX82" fmla="*/ 725010 w 829568"/>
              <a:gd name="connsiteY82" fmla="*/ 504429 h 797705"/>
              <a:gd name="connsiteX83" fmla="*/ 715918 w 829568"/>
              <a:gd name="connsiteY83" fmla="*/ 508965 h 797705"/>
              <a:gd name="connsiteX84" fmla="*/ 715918 w 829568"/>
              <a:gd name="connsiteY84" fmla="*/ 520306 h 797705"/>
              <a:gd name="connsiteX85" fmla="*/ 713645 w 829568"/>
              <a:gd name="connsiteY85" fmla="*/ 522574 h 797705"/>
              <a:gd name="connsiteX86" fmla="*/ 693188 w 829568"/>
              <a:gd name="connsiteY86" fmla="*/ 527110 h 797705"/>
              <a:gd name="connsiteX87" fmla="*/ 677276 w 829568"/>
              <a:gd name="connsiteY87" fmla="*/ 531646 h 797705"/>
              <a:gd name="connsiteX88" fmla="*/ 668184 w 829568"/>
              <a:gd name="connsiteY88" fmla="*/ 527110 h 797705"/>
              <a:gd name="connsiteX89" fmla="*/ 665911 w 829568"/>
              <a:gd name="connsiteY89" fmla="*/ 529378 h 797705"/>
              <a:gd name="connsiteX90" fmla="*/ 665911 w 829568"/>
              <a:gd name="connsiteY90" fmla="*/ 538450 h 797705"/>
              <a:gd name="connsiteX91" fmla="*/ 659092 w 829568"/>
              <a:gd name="connsiteY91" fmla="*/ 540718 h 797705"/>
              <a:gd name="connsiteX92" fmla="*/ 659092 w 829568"/>
              <a:gd name="connsiteY92" fmla="*/ 545254 h 797705"/>
              <a:gd name="connsiteX93" fmla="*/ 659092 w 829568"/>
              <a:gd name="connsiteY93" fmla="*/ 556595 h 797705"/>
              <a:gd name="connsiteX94" fmla="*/ 656819 w 829568"/>
              <a:gd name="connsiteY94" fmla="*/ 561131 h 797705"/>
              <a:gd name="connsiteX95" fmla="*/ 652273 w 829568"/>
              <a:gd name="connsiteY95" fmla="*/ 561131 h 797705"/>
              <a:gd name="connsiteX96" fmla="*/ 650000 w 829568"/>
              <a:gd name="connsiteY96" fmla="*/ 561131 h 797705"/>
              <a:gd name="connsiteX97" fmla="*/ 618178 w 829568"/>
              <a:gd name="connsiteY97" fmla="*/ 552058 h 797705"/>
              <a:gd name="connsiteX98" fmla="*/ 618178 w 829568"/>
              <a:gd name="connsiteY98" fmla="*/ 549790 h 797705"/>
              <a:gd name="connsiteX99" fmla="*/ 609086 w 829568"/>
              <a:gd name="connsiteY99" fmla="*/ 542986 h 797705"/>
              <a:gd name="connsiteX100" fmla="*/ 599994 w 829568"/>
              <a:gd name="connsiteY100" fmla="*/ 547522 h 797705"/>
              <a:gd name="connsiteX101" fmla="*/ 590902 w 829568"/>
              <a:gd name="connsiteY101" fmla="*/ 554327 h 797705"/>
              <a:gd name="connsiteX102" fmla="*/ 579537 w 829568"/>
              <a:gd name="connsiteY102" fmla="*/ 563399 h 797705"/>
              <a:gd name="connsiteX103" fmla="*/ 574991 w 829568"/>
              <a:gd name="connsiteY103" fmla="*/ 556595 h 797705"/>
              <a:gd name="connsiteX104" fmla="*/ 570445 w 829568"/>
              <a:gd name="connsiteY104" fmla="*/ 558863 h 797705"/>
              <a:gd name="connsiteX105" fmla="*/ 568172 w 829568"/>
              <a:gd name="connsiteY105" fmla="*/ 563399 h 797705"/>
              <a:gd name="connsiteX106" fmla="*/ 568172 w 829568"/>
              <a:gd name="connsiteY106" fmla="*/ 565667 h 797705"/>
              <a:gd name="connsiteX107" fmla="*/ 568172 w 829568"/>
              <a:gd name="connsiteY107" fmla="*/ 570203 h 797705"/>
              <a:gd name="connsiteX108" fmla="*/ 565899 w 829568"/>
              <a:gd name="connsiteY108" fmla="*/ 572471 h 797705"/>
              <a:gd name="connsiteX109" fmla="*/ 565899 w 829568"/>
              <a:gd name="connsiteY109" fmla="*/ 574739 h 797705"/>
              <a:gd name="connsiteX110" fmla="*/ 581810 w 829568"/>
              <a:gd name="connsiteY110" fmla="*/ 581543 h 797705"/>
              <a:gd name="connsiteX111" fmla="*/ 586356 w 829568"/>
              <a:gd name="connsiteY111" fmla="*/ 586079 h 797705"/>
              <a:gd name="connsiteX112" fmla="*/ 590902 w 829568"/>
              <a:gd name="connsiteY112" fmla="*/ 579275 h 797705"/>
              <a:gd name="connsiteX113" fmla="*/ 597721 w 829568"/>
              <a:gd name="connsiteY113" fmla="*/ 583811 h 797705"/>
              <a:gd name="connsiteX114" fmla="*/ 599994 w 829568"/>
              <a:gd name="connsiteY114" fmla="*/ 579275 h 797705"/>
              <a:gd name="connsiteX115" fmla="*/ 606813 w 829568"/>
              <a:gd name="connsiteY115" fmla="*/ 588347 h 797705"/>
              <a:gd name="connsiteX116" fmla="*/ 606813 w 829568"/>
              <a:gd name="connsiteY116" fmla="*/ 590616 h 797705"/>
              <a:gd name="connsiteX117" fmla="*/ 602267 w 829568"/>
              <a:gd name="connsiteY117" fmla="*/ 601956 h 797705"/>
              <a:gd name="connsiteX118" fmla="*/ 604540 w 829568"/>
              <a:gd name="connsiteY118" fmla="*/ 606492 h 797705"/>
              <a:gd name="connsiteX119" fmla="*/ 609086 w 829568"/>
              <a:gd name="connsiteY119" fmla="*/ 611028 h 797705"/>
              <a:gd name="connsiteX120" fmla="*/ 606813 w 829568"/>
              <a:gd name="connsiteY120" fmla="*/ 613296 h 797705"/>
              <a:gd name="connsiteX121" fmla="*/ 588629 w 829568"/>
              <a:gd name="connsiteY121" fmla="*/ 613296 h 797705"/>
              <a:gd name="connsiteX122" fmla="*/ 572718 w 829568"/>
              <a:gd name="connsiteY122" fmla="*/ 597420 h 797705"/>
              <a:gd name="connsiteX123" fmla="*/ 568172 w 829568"/>
              <a:gd name="connsiteY123" fmla="*/ 606492 h 797705"/>
              <a:gd name="connsiteX124" fmla="*/ 561353 w 829568"/>
              <a:gd name="connsiteY124" fmla="*/ 597420 h 797705"/>
              <a:gd name="connsiteX125" fmla="*/ 556807 w 829568"/>
              <a:gd name="connsiteY125" fmla="*/ 592884 h 797705"/>
              <a:gd name="connsiteX126" fmla="*/ 540896 w 829568"/>
              <a:gd name="connsiteY126" fmla="*/ 570203 h 797705"/>
              <a:gd name="connsiteX127" fmla="*/ 529530 w 829568"/>
              <a:gd name="connsiteY127" fmla="*/ 565667 h 797705"/>
              <a:gd name="connsiteX128" fmla="*/ 518165 w 829568"/>
              <a:gd name="connsiteY128" fmla="*/ 572471 h 797705"/>
              <a:gd name="connsiteX129" fmla="*/ 509073 w 829568"/>
              <a:gd name="connsiteY129" fmla="*/ 577007 h 797705"/>
              <a:gd name="connsiteX130" fmla="*/ 506800 w 829568"/>
              <a:gd name="connsiteY130" fmla="*/ 574739 h 797705"/>
              <a:gd name="connsiteX131" fmla="*/ 504527 w 829568"/>
              <a:gd name="connsiteY131" fmla="*/ 574739 h 797705"/>
              <a:gd name="connsiteX132" fmla="*/ 504527 w 829568"/>
              <a:gd name="connsiteY132" fmla="*/ 570324 h 797705"/>
              <a:gd name="connsiteX133" fmla="*/ 503669 w 829568"/>
              <a:gd name="connsiteY133" fmla="*/ 570324 h 797705"/>
              <a:gd name="connsiteX134" fmla="*/ 503669 w 829568"/>
              <a:gd name="connsiteY134" fmla="*/ 574870 h 797705"/>
              <a:gd name="connsiteX135" fmla="*/ 505946 w 829568"/>
              <a:gd name="connsiteY135" fmla="*/ 577143 h 797705"/>
              <a:gd name="connsiteX136" fmla="*/ 505946 w 829568"/>
              <a:gd name="connsiteY136" fmla="*/ 579415 h 797705"/>
              <a:gd name="connsiteX137" fmla="*/ 505946 w 829568"/>
              <a:gd name="connsiteY137" fmla="*/ 581688 h 797705"/>
              <a:gd name="connsiteX138" fmla="*/ 496839 w 829568"/>
              <a:gd name="connsiteY138" fmla="*/ 590779 h 797705"/>
              <a:gd name="connsiteX139" fmla="*/ 496839 w 829568"/>
              <a:gd name="connsiteY139" fmla="*/ 595324 h 797705"/>
              <a:gd name="connsiteX140" fmla="*/ 501392 w 829568"/>
              <a:gd name="connsiteY140" fmla="*/ 599870 h 797705"/>
              <a:gd name="connsiteX141" fmla="*/ 510500 w 829568"/>
              <a:gd name="connsiteY141" fmla="*/ 608960 h 797705"/>
              <a:gd name="connsiteX142" fmla="*/ 508223 w 829568"/>
              <a:gd name="connsiteY142" fmla="*/ 613506 h 797705"/>
              <a:gd name="connsiteX143" fmla="*/ 508223 w 829568"/>
              <a:gd name="connsiteY143" fmla="*/ 618051 h 797705"/>
              <a:gd name="connsiteX144" fmla="*/ 490008 w 829568"/>
              <a:gd name="connsiteY144" fmla="*/ 640778 h 797705"/>
              <a:gd name="connsiteX145" fmla="*/ 464962 w 829568"/>
              <a:gd name="connsiteY145" fmla="*/ 631687 h 797705"/>
              <a:gd name="connsiteX146" fmla="*/ 451300 w 829568"/>
              <a:gd name="connsiteY146" fmla="*/ 624869 h 797705"/>
              <a:gd name="connsiteX147" fmla="*/ 423977 w 829568"/>
              <a:gd name="connsiteY147" fmla="*/ 638506 h 797705"/>
              <a:gd name="connsiteX148" fmla="*/ 414870 w 829568"/>
              <a:gd name="connsiteY148" fmla="*/ 643051 h 797705"/>
              <a:gd name="connsiteX149" fmla="*/ 398931 w 829568"/>
              <a:gd name="connsiteY149" fmla="*/ 645324 h 797705"/>
              <a:gd name="connsiteX150" fmla="*/ 394378 w 829568"/>
              <a:gd name="connsiteY150" fmla="*/ 652142 h 797705"/>
              <a:gd name="connsiteX151" fmla="*/ 373885 w 829568"/>
              <a:gd name="connsiteY151" fmla="*/ 654415 h 797705"/>
              <a:gd name="connsiteX152" fmla="*/ 353393 w 829568"/>
              <a:gd name="connsiteY152" fmla="*/ 661233 h 797705"/>
              <a:gd name="connsiteX153" fmla="*/ 344285 w 829568"/>
              <a:gd name="connsiteY153" fmla="*/ 683960 h 797705"/>
              <a:gd name="connsiteX154" fmla="*/ 346559 w 829568"/>
              <a:gd name="connsiteY154" fmla="*/ 695305 h 797705"/>
              <a:gd name="connsiteX155" fmla="*/ 346890 w 829568"/>
              <a:gd name="connsiteY155" fmla="*/ 695371 h 797705"/>
              <a:gd name="connsiteX156" fmla="*/ 349169 w 829568"/>
              <a:gd name="connsiteY156" fmla="*/ 697639 h 797705"/>
              <a:gd name="connsiteX157" fmla="*/ 349169 w 829568"/>
              <a:gd name="connsiteY157" fmla="*/ 708981 h 797705"/>
              <a:gd name="connsiteX158" fmla="*/ 349169 w 829568"/>
              <a:gd name="connsiteY158" fmla="*/ 713518 h 797705"/>
              <a:gd name="connsiteX159" fmla="*/ 346890 w 829568"/>
              <a:gd name="connsiteY159" fmla="*/ 724861 h 797705"/>
              <a:gd name="connsiteX160" fmla="*/ 340053 w 829568"/>
              <a:gd name="connsiteY160" fmla="*/ 722592 h 797705"/>
              <a:gd name="connsiteX161" fmla="*/ 317264 w 829568"/>
              <a:gd name="connsiteY161" fmla="*/ 720324 h 797705"/>
              <a:gd name="connsiteX162" fmla="*/ 312706 w 829568"/>
              <a:gd name="connsiteY162" fmla="*/ 718055 h 797705"/>
              <a:gd name="connsiteX163" fmla="*/ 303590 w 829568"/>
              <a:gd name="connsiteY163" fmla="*/ 724861 h 797705"/>
              <a:gd name="connsiteX164" fmla="*/ 294474 w 829568"/>
              <a:gd name="connsiteY164" fmla="*/ 731666 h 797705"/>
              <a:gd name="connsiteX165" fmla="*/ 289916 w 829568"/>
              <a:gd name="connsiteY165" fmla="*/ 738471 h 797705"/>
              <a:gd name="connsiteX166" fmla="*/ 289916 w 829568"/>
              <a:gd name="connsiteY166" fmla="*/ 752082 h 797705"/>
              <a:gd name="connsiteX167" fmla="*/ 280800 w 829568"/>
              <a:gd name="connsiteY167" fmla="*/ 740740 h 797705"/>
              <a:gd name="connsiteX168" fmla="*/ 278521 w 829568"/>
              <a:gd name="connsiteY168" fmla="*/ 738471 h 797705"/>
              <a:gd name="connsiteX169" fmla="*/ 278521 w 829568"/>
              <a:gd name="connsiteY169" fmla="*/ 743008 h 797705"/>
              <a:gd name="connsiteX170" fmla="*/ 276242 w 829568"/>
              <a:gd name="connsiteY170" fmla="*/ 749814 h 797705"/>
              <a:gd name="connsiteX171" fmla="*/ 269405 w 829568"/>
              <a:gd name="connsiteY171" fmla="*/ 761156 h 797705"/>
              <a:gd name="connsiteX172" fmla="*/ 232942 w 829568"/>
              <a:gd name="connsiteY172" fmla="*/ 749814 h 797705"/>
              <a:gd name="connsiteX173" fmla="*/ 230663 w 829568"/>
              <a:gd name="connsiteY173" fmla="*/ 754351 h 797705"/>
              <a:gd name="connsiteX174" fmla="*/ 203316 w 829568"/>
              <a:gd name="connsiteY174" fmla="*/ 754351 h 797705"/>
              <a:gd name="connsiteX175" fmla="*/ 180526 w 829568"/>
              <a:gd name="connsiteY175" fmla="*/ 761156 h 797705"/>
              <a:gd name="connsiteX176" fmla="*/ 169131 w 829568"/>
              <a:gd name="connsiteY176" fmla="*/ 767961 h 797705"/>
              <a:gd name="connsiteX177" fmla="*/ 157736 w 829568"/>
              <a:gd name="connsiteY177" fmla="*/ 783841 h 797705"/>
              <a:gd name="connsiteX178" fmla="*/ 137226 w 829568"/>
              <a:gd name="connsiteY178" fmla="*/ 797451 h 797705"/>
              <a:gd name="connsiteX179" fmla="*/ 128110 w 829568"/>
              <a:gd name="connsiteY179" fmla="*/ 786109 h 797705"/>
              <a:gd name="connsiteX180" fmla="*/ 121273 w 829568"/>
              <a:gd name="connsiteY180" fmla="*/ 792914 h 797705"/>
              <a:gd name="connsiteX181" fmla="*/ 93925 w 829568"/>
              <a:gd name="connsiteY181" fmla="*/ 790646 h 797705"/>
              <a:gd name="connsiteX182" fmla="*/ 68857 w 829568"/>
              <a:gd name="connsiteY182" fmla="*/ 790646 h 797705"/>
              <a:gd name="connsiteX183" fmla="*/ 57462 w 829568"/>
              <a:gd name="connsiteY183" fmla="*/ 792914 h 797705"/>
              <a:gd name="connsiteX184" fmla="*/ 46067 w 829568"/>
              <a:gd name="connsiteY184" fmla="*/ 788377 h 797705"/>
              <a:gd name="connsiteX185" fmla="*/ 25556 w 829568"/>
              <a:gd name="connsiteY185" fmla="*/ 786109 h 797705"/>
              <a:gd name="connsiteX186" fmla="*/ 25556 w 829568"/>
              <a:gd name="connsiteY186" fmla="*/ 783841 h 797705"/>
              <a:gd name="connsiteX187" fmla="*/ 27835 w 829568"/>
              <a:gd name="connsiteY187" fmla="*/ 777035 h 797705"/>
              <a:gd name="connsiteX188" fmla="*/ 25556 w 829568"/>
              <a:gd name="connsiteY188" fmla="*/ 774767 h 797705"/>
              <a:gd name="connsiteX189" fmla="*/ 43788 w 829568"/>
              <a:gd name="connsiteY189" fmla="*/ 770230 h 797705"/>
              <a:gd name="connsiteX190" fmla="*/ 48346 w 829568"/>
              <a:gd name="connsiteY190" fmla="*/ 699908 h 797705"/>
              <a:gd name="connsiteX191" fmla="*/ 5046 w 829568"/>
              <a:gd name="connsiteY191" fmla="*/ 670418 h 797705"/>
              <a:gd name="connsiteX192" fmla="*/ 30114 w 829568"/>
              <a:gd name="connsiteY192" fmla="*/ 615975 h 797705"/>
              <a:gd name="connsiteX193" fmla="*/ 41509 w 829568"/>
              <a:gd name="connsiteY193" fmla="*/ 600095 h 797705"/>
              <a:gd name="connsiteX194" fmla="*/ 34672 w 829568"/>
              <a:gd name="connsiteY194" fmla="*/ 581948 h 797705"/>
              <a:gd name="connsiteX195" fmla="*/ 41509 w 829568"/>
              <a:gd name="connsiteY195" fmla="*/ 554726 h 797705"/>
              <a:gd name="connsiteX196" fmla="*/ 16441 w 829568"/>
              <a:gd name="connsiteY196" fmla="*/ 543384 h 797705"/>
              <a:gd name="connsiteX197" fmla="*/ 34672 w 829568"/>
              <a:gd name="connsiteY197" fmla="*/ 541115 h 797705"/>
              <a:gd name="connsiteX198" fmla="*/ 41498 w 829568"/>
              <a:gd name="connsiteY198" fmla="*/ 541115 h 797705"/>
              <a:gd name="connsiteX199" fmla="*/ 39341 w 829568"/>
              <a:gd name="connsiteY199" fmla="*/ 528176 h 797705"/>
              <a:gd name="connsiteX200" fmla="*/ 86966 w 829568"/>
              <a:gd name="connsiteY200" fmla="*/ 494839 h 797705"/>
              <a:gd name="connsiteX201" fmla="*/ 65409 w 829568"/>
              <a:gd name="connsiteY201" fmla="*/ 464300 h 797705"/>
              <a:gd name="connsiteX202" fmla="*/ 62429 w 829568"/>
              <a:gd name="connsiteY202" fmla="*/ 465726 h 797705"/>
              <a:gd name="connsiteX203" fmla="*/ 62429 w 829568"/>
              <a:gd name="connsiteY203" fmla="*/ 467991 h 797705"/>
              <a:gd name="connsiteX204" fmla="*/ 57874 w 829568"/>
              <a:gd name="connsiteY204" fmla="*/ 470256 h 797705"/>
              <a:gd name="connsiteX205" fmla="*/ 48763 w 829568"/>
              <a:gd name="connsiteY205" fmla="*/ 472522 h 797705"/>
              <a:gd name="connsiteX206" fmla="*/ 35096 w 829568"/>
              <a:gd name="connsiteY206" fmla="*/ 467991 h 797705"/>
              <a:gd name="connsiteX207" fmla="*/ 32818 w 829568"/>
              <a:gd name="connsiteY207" fmla="*/ 449871 h 797705"/>
              <a:gd name="connsiteX208" fmla="*/ 55596 w 829568"/>
              <a:gd name="connsiteY208" fmla="*/ 418160 h 797705"/>
              <a:gd name="connsiteX209" fmla="*/ 55596 w 829568"/>
              <a:gd name="connsiteY209" fmla="*/ 404569 h 797705"/>
              <a:gd name="connsiteX210" fmla="*/ 48763 w 829568"/>
              <a:gd name="connsiteY210" fmla="*/ 372858 h 797705"/>
              <a:gd name="connsiteX211" fmla="*/ 41929 w 829568"/>
              <a:gd name="connsiteY211" fmla="*/ 354737 h 797705"/>
              <a:gd name="connsiteX212" fmla="*/ 41929 w 829568"/>
              <a:gd name="connsiteY212" fmla="*/ 320761 h 797705"/>
              <a:gd name="connsiteX213" fmla="*/ 41929 w 829568"/>
              <a:gd name="connsiteY213" fmla="*/ 300375 h 797705"/>
              <a:gd name="connsiteX214" fmla="*/ 44207 w 829568"/>
              <a:gd name="connsiteY214" fmla="*/ 302640 h 797705"/>
              <a:gd name="connsiteX215" fmla="*/ 57934 w 829568"/>
              <a:gd name="connsiteY215" fmla="*/ 312196 h 797705"/>
              <a:gd name="connsiteX216" fmla="*/ 58242 w 829568"/>
              <a:gd name="connsiteY216" fmla="*/ 311394 h 797705"/>
              <a:gd name="connsiteX217" fmla="*/ 56256 w 829568"/>
              <a:gd name="connsiteY217" fmla="*/ 310012 h 797705"/>
              <a:gd name="connsiteX218" fmla="*/ 44300 w 829568"/>
              <a:gd name="connsiteY218" fmla="*/ 302367 h 797705"/>
              <a:gd name="connsiteX219" fmla="*/ 42022 w 829568"/>
              <a:gd name="connsiteY219" fmla="*/ 300102 h 797705"/>
              <a:gd name="connsiteX220" fmla="*/ 44300 w 829568"/>
              <a:gd name="connsiteY220" fmla="*/ 291042 h 797705"/>
              <a:gd name="connsiteX221" fmla="*/ 78462 w 829568"/>
              <a:gd name="connsiteY221" fmla="*/ 259331 h 797705"/>
              <a:gd name="connsiteX222" fmla="*/ 92126 w 829568"/>
              <a:gd name="connsiteY222" fmla="*/ 232149 h 797705"/>
              <a:gd name="connsiteX223" fmla="*/ 114901 w 829568"/>
              <a:gd name="connsiteY223" fmla="*/ 211764 h 797705"/>
              <a:gd name="connsiteX224" fmla="*/ 108638 w 829568"/>
              <a:gd name="connsiteY224" fmla="*/ 204968 h 797705"/>
              <a:gd name="connsiteX225" fmla="*/ 92261 w 829568"/>
              <a:gd name="connsiteY225" fmla="*/ 198228 h 797705"/>
              <a:gd name="connsiteX226" fmla="*/ 91806 w 829568"/>
              <a:gd name="connsiteY226" fmla="*/ 198355 h 797705"/>
              <a:gd name="connsiteX227" fmla="*/ 84968 w 829568"/>
              <a:gd name="connsiteY227" fmla="*/ 193807 h 797705"/>
              <a:gd name="connsiteX228" fmla="*/ 94086 w 829568"/>
              <a:gd name="connsiteY228" fmla="*/ 155145 h 797705"/>
              <a:gd name="connsiteX229" fmla="*/ 135114 w 829568"/>
              <a:gd name="connsiteY229" fmla="*/ 127854 h 797705"/>
              <a:gd name="connsiteX230" fmla="*/ 160186 w 829568"/>
              <a:gd name="connsiteY230" fmla="*/ 134677 h 797705"/>
              <a:gd name="connsiteX231" fmla="*/ 160186 w 829568"/>
              <a:gd name="connsiteY231" fmla="*/ 109660 h 797705"/>
              <a:gd name="connsiteX232" fmla="*/ 187538 w 829568"/>
              <a:gd name="connsiteY232" fmla="*/ 82369 h 797705"/>
              <a:gd name="connsiteX233" fmla="*/ 187538 w 829568"/>
              <a:gd name="connsiteY233" fmla="*/ 48256 h 797705"/>
              <a:gd name="connsiteX234" fmla="*/ 190103 w 829568"/>
              <a:gd name="connsiteY234"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3684 w 829568"/>
              <a:gd name="connsiteY37" fmla="*/ 246583 h 797705"/>
              <a:gd name="connsiteX38" fmla="*/ 570440 w 829568"/>
              <a:gd name="connsiteY38" fmla="*/ 254988 h 797705"/>
              <a:gd name="connsiteX39" fmla="*/ 570445 w 829568"/>
              <a:gd name="connsiteY39" fmla="*/ 254942 h 797705"/>
              <a:gd name="connsiteX40" fmla="*/ 574113 w 829568"/>
              <a:gd name="connsiteY40" fmla="*/ 256872 h 797705"/>
              <a:gd name="connsiteX41" fmla="*/ 567290 w 829568"/>
              <a:gd name="connsiteY41" fmla="*/ 250109 h 797705"/>
              <a:gd name="connsiteX42" fmla="*/ 563684 w 829568"/>
              <a:gd name="connsiteY42" fmla="*/ 246583 h 797705"/>
              <a:gd name="connsiteX43" fmla="*/ 563632 w 829568"/>
              <a:gd name="connsiteY43" fmla="*/ 245962 h 797705"/>
              <a:gd name="connsiteX44" fmla="*/ 574458 w 829568"/>
              <a:gd name="connsiteY44" fmla="*/ 256788 h 797705"/>
              <a:gd name="connsiteX45" fmla="*/ 583230 w 829568"/>
              <a:gd name="connsiteY45" fmla="*/ 254659 h 797705"/>
              <a:gd name="connsiteX46" fmla="*/ 595448 w 829568"/>
              <a:gd name="connsiteY46" fmla="*/ 250406 h 797705"/>
              <a:gd name="connsiteX47" fmla="*/ 624997 w 829568"/>
              <a:gd name="connsiteY47" fmla="*/ 282159 h 797705"/>
              <a:gd name="connsiteX48" fmla="*/ 637214 w 829568"/>
              <a:gd name="connsiteY48" fmla="*/ 311928 h 797705"/>
              <a:gd name="connsiteX49" fmla="*/ 636731 w 829568"/>
              <a:gd name="connsiteY49" fmla="*/ 319061 h 797705"/>
              <a:gd name="connsiteX50" fmla="*/ 652790 w 829568"/>
              <a:gd name="connsiteY50" fmla="*/ 335120 h 797705"/>
              <a:gd name="connsiteX51" fmla="*/ 638758 w 829568"/>
              <a:gd name="connsiteY51" fmla="*/ 321150 h 797705"/>
              <a:gd name="connsiteX52" fmla="*/ 636727 w 829568"/>
              <a:gd name="connsiteY52" fmla="*/ 319129 h 797705"/>
              <a:gd name="connsiteX53" fmla="*/ 636185 w 829568"/>
              <a:gd name="connsiteY53" fmla="*/ 327131 h 797705"/>
              <a:gd name="connsiteX54" fmla="*/ 640908 w 829568"/>
              <a:gd name="connsiteY54" fmla="*/ 343397 h 797705"/>
              <a:gd name="connsiteX55" fmla="*/ 656819 w 829568"/>
              <a:gd name="connsiteY55" fmla="*/ 329788 h 797705"/>
              <a:gd name="connsiteX56" fmla="*/ 672730 w 829568"/>
              <a:gd name="connsiteY56" fmla="*/ 347933 h 797705"/>
              <a:gd name="connsiteX57" fmla="*/ 679549 w 829568"/>
              <a:gd name="connsiteY57" fmla="*/ 366077 h 797705"/>
              <a:gd name="connsiteX58" fmla="*/ 686368 w 829568"/>
              <a:gd name="connsiteY58" fmla="*/ 418243 h 797705"/>
              <a:gd name="connsiteX59" fmla="*/ 736375 w 829568"/>
              <a:gd name="connsiteY59" fmla="*/ 413707 h 797705"/>
              <a:gd name="connsiteX60" fmla="*/ 756832 w 829568"/>
              <a:gd name="connsiteY60" fmla="*/ 420511 h 797705"/>
              <a:gd name="connsiteX61" fmla="*/ 765924 w 829568"/>
              <a:gd name="connsiteY61" fmla="*/ 406903 h 797705"/>
              <a:gd name="connsiteX62" fmla="*/ 829568 w 829568"/>
              <a:gd name="connsiteY62" fmla="*/ 397830 h 797705"/>
              <a:gd name="connsiteX63" fmla="*/ 829568 w 829568"/>
              <a:gd name="connsiteY63" fmla="*/ 413707 h 797705"/>
              <a:gd name="connsiteX64" fmla="*/ 827295 w 829568"/>
              <a:gd name="connsiteY64" fmla="*/ 422779 h 797705"/>
              <a:gd name="connsiteX65" fmla="*/ 822749 w 829568"/>
              <a:gd name="connsiteY65" fmla="*/ 427315 h 797705"/>
              <a:gd name="connsiteX66" fmla="*/ 815930 w 829568"/>
              <a:gd name="connsiteY66" fmla="*/ 427315 h 797705"/>
              <a:gd name="connsiteX67" fmla="*/ 809111 w 829568"/>
              <a:gd name="connsiteY67" fmla="*/ 443192 h 797705"/>
              <a:gd name="connsiteX68" fmla="*/ 802292 w 829568"/>
              <a:gd name="connsiteY68" fmla="*/ 452264 h 797705"/>
              <a:gd name="connsiteX69" fmla="*/ 800019 w 829568"/>
              <a:gd name="connsiteY69" fmla="*/ 459068 h 797705"/>
              <a:gd name="connsiteX70" fmla="*/ 800019 w 829568"/>
              <a:gd name="connsiteY70" fmla="*/ 470408 h 797705"/>
              <a:gd name="connsiteX71" fmla="*/ 800019 w 829568"/>
              <a:gd name="connsiteY71" fmla="*/ 481749 h 797705"/>
              <a:gd name="connsiteX72" fmla="*/ 784108 w 829568"/>
              <a:gd name="connsiteY72" fmla="*/ 477212 h 797705"/>
              <a:gd name="connsiteX73" fmla="*/ 777289 w 829568"/>
              <a:gd name="connsiteY73" fmla="*/ 477212 h 797705"/>
              <a:gd name="connsiteX74" fmla="*/ 770470 w 829568"/>
              <a:gd name="connsiteY74" fmla="*/ 481749 h 797705"/>
              <a:gd name="connsiteX75" fmla="*/ 768197 w 829568"/>
              <a:gd name="connsiteY75" fmla="*/ 488553 h 797705"/>
              <a:gd name="connsiteX76" fmla="*/ 750013 w 829568"/>
              <a:gd name="connsiteY76" fmla="*/ 497625 h 797705"/>
              <a:gd name="connsiteX77" fmla="*/ 745467 w 829568"/>
              <a:gd name="connsiteY77" fmla="*/ 490821 h 797705"/>
              <a:gd name="connsiteX78" fmla="*/ 740921 w 829568"/>
              <a:gd name="connsiteY78" fmla="*/ 493089 h 797705"/>
              <a:gd name="connsiteX79" fmla="*/ 738648 w 829568"/>
              <a:gd name="connsiteY79" fmla="*/ 499893 h 797705"/>
              <a:gd name="connsiteX80" fmla="*/ 738648 w 829568"/>
              <a:gd name="connsiteY80" fmla="*/ 502161 h 797705"/>
              <a:gd name="connsiteX81" fmla="*/ 725010 w 829568"/>
              <a:gd name="connsiteY81" fmla="*/ 504429 h 797705"/>
              <a:gd name="connsiteX82" fmla="*/ 715918 w 829568"/>
              <a:gd name="connsiteY82" fmla="*/ 508965 h 797705"/>
              <a:gd name="connsiteX83" fmla="*/ 715918 w 829568"/>
              <a:gd name="connsiteY83" fmla="*/ 520306 h 797705"/>
              <a:gd name="connsiteX84" fmla="*/ 713645 w 829568"/>
              <a:gd name="connsiteY84" fmla="*/ 522574 h 797705"/>
              <a:gd name="connsiteX85" fmla="*/ 693188 w 829568"/>
              <a:gd name="connsiteY85" fmla="*/ 527110 h 797705"/>
              <a:gd name="connsiteX86" fmla="*/ 677276 w 829568"/>
              <a:gd name="connsiteY86" fmla="*/ 531646 h 797705"/>
              <a:gd name="connsiteX87" fmla="*/ 668184 w 829568"/>
              <a:gd name="connsiteY87" fmla="*/ 527110 h 797705"/>
              <a:gd name="connsiteX88" fmla="*/ 665911 w 829568"/>
              <a:gd name="connsiteY88" fmla="*/ 529378 h 797705"/>
              <a:gd name="connsiteX89" fmla="*/ 665911 w 829568"/>
              <a:gd name="connsiteY89" fmla="*/ 538450 h 797705"/>
              <a:gd name="connsiteX90" fmla="*/ 659092 w 829568"/>
              <a:gd name="connsiteY90" fmla="*/ 540718 h 797705"/>
              <a:gd name="connsiteX91" fmla="*/ 659092 w 829568"/>
              <a:gd name="connsiteY91" fmla="*/ 545254 h 797705"/>
              <a:gd name="connsiteX92" fmla="*/ 659092 w 829568"/>
              <a:gd name="connsiteY92" fmla="*/ 556595 h 797705"/>
              <a:gd name="connsiteX93" fmla="*/ 656819 w 829568"/>
              <a:gd name="connsiteY93" fmla="*/ 561131 h 797705"/>
              <a:gd name="connsiteX94" fmla="*/ 652273 w 829568"/>
              <a:gd name="connsiteY94" fmla="*/ 561131 h 797705"/>
              <a:gd name="connsiteX95" fmla="*/ 650000 w 829568"/>
              <a:gd name="connsiteY95" fmla="*/ 561131 h 797705"/>
              <a:gd name="connsiteX96" fmla="*/ 618178 w 829568"/>
              <a:gd name="connsiteY96" fmla="*/ 552058 h 797705"/>
              <a:gd name="connsiteX97" fmla="*/ 618178 w 829568"/>
              <a:gd name="connsiteY97" fmla="*/ 549790 h 797705"/>
              <a:gd name="connsiteX98" fmla="*/ 609086 w 829568"/>
              <a:gd name="connsiteY98" fmla="*/ 542986 h 797705"/>
              <a:gd name="connsiteX99" fmla="*/ 599994 w 829568"/>
              <a:gd name="connsiteY99" fmla="*/ 547522 h 797705"/>
              <a:gd name="connsiteX100" fmla="*/ 590902 w 829568"/>
              <a:gd name="connsiteY100" fmla="*/ 554327 h 797705"/>
              <a:gd name="connsiteX101" fmla="*/ 579537 w 829568"/>
              <a:gd name="connsiteY101" fmla="*/ 563399 h 797705"/>
              <a:gd name="connsiteX102" fmla="*/ 574991 w 829568"/>
              <a:gd name="connsiteY102" fmla="*/ 556595 h 797705"/>
              <a:gd name="connsiteX103" fmla="*/ 570445 w 829568"/>
              <a:gd name="connsiteY103" fmla="*/ 558863 h 797705"/>
              <a:gd name="connsiteX104" fmla="*/ 568172 w 829568"/>
              <a:gd name="connsiteY104" fmla="*/ 563399 h 797705"/>
              <a:gd name="connsiteX105" fmla="*/ 568172 w 829568"/>
              <a:gd name="connsiteY105" fmla="*/ 565667 h 797705"/>
              <a:gd name="connsiteX106" fmla="*/ 568172 w 829568"/>
              <a:gd name="connsiteY106" fmla="*/ 570203 h 797705"/>
              <a:gd name="connsiteX107" fmla="*/ 565899 w 829568"/>
              <a:gd name="connsiteY107" fmla="*/ 572471 h 797705"/>
              <a:gd name="connsiteX108" fmla="*/ 565899 w 829568"/>
              <a:gd name="connsiteY108" fmla="*/ 574739 h 797705"/>
              <a:gd name="connsiteX109" fmla="*/ 581810 w 829568"/>
              <a:gd name="connsiteY109" fmla="*/ 581543 h 797705"/>
              <a:gd name="connsiteX110" fmla="*/ 586356 w 829568"/>
              <a:gd name="connsiteY110" fmla="*/ 586079 h 797705"/>
              <a:gd name="connsiteX111" fmla="*/ 590902 w 829568"/>
              <a:gd name="connsiteY111" fmla="*/ 579275 h 797705"/>
              <a:gd name="connsiteX112" fmla="*/ 597721 w 829568"/>
              <a:gd name="connsiteY112" fmla="*/ 583811 h 797705"/>
              <a:gd name="connsiteX113" fmla="*/ 599994 w 829568"/>
              <a:gd name="connsiteY113" fmla="*/ 579275 h 797705"/>
              <a:gd name="connsiteX114" fmla="*/ 606813 w 829568"/>
              <a:gd name="connsiteY114" fmla="*/ 588347 h 797705"/>
              <a:gd name="connsiteX115" fmla="*/ 606813 w 829568"/>
              <a:gd name="connsiteY115" fmla="*/ 590616 h 797705"/>
              <a:gd name="connsiteX116" fmla="*/ 602267 w 829568"/>
              <a:gd name="connsiteY116" fmla="*/ 601956 h 797705"/>
              <a:gd name="connsiteX117" fmla="*/ 604540 w 829568"/>
              <a:gd name="connsiteY117" fmla="*/ 606492 h 797705"/>
              <a:gd name="connsiteX118" fmla="*/ 609086 w 829568"/>
              <a:gd name="connsiteY118" fmla="*/ 611028 h 797705"/>
              <a:gd name="connsiteX119" fmla="*/ 606813 w 829568"/>
              <a:gd name="connsiteY119" fmla="*/ 613296 h 797705"/>
              <a:gd name="connsiteX120" fmla="*/ 588629 w 829568"/>
              <a:gd name="connsiteY120" fmla="*/ 613296 h 797705"/>
              <a:gd name="connsiteX121" fmla="*/ 572718 w 829568"/>
              <a:gd name="connsiteY121" fmla="*/ 597420 h 797705"/>
              <a:gd name="connsiteX122" fmla="*/ 568172 w 829568"/>
              <a:gd name="connsiteY122" fmla="*/ 606492 h 797705"/>
              <a:gd name="connsiteX123" fmla="*/ 561353 w 829568"/>
              <a:gd name="connsiteY123" fmla="*/ 597420 h 797705"/>
              <a:gd name="connsiteX124" fmla="*/ 556807 w 829568"/>
              <a:gd name="connsiteY124" fmla="*/ 592884 h 797705"/>
              <a:gd name="connsiteX125" fmla="*/ 540896 w 829568"/>
              <a:gd name="connsiteY125" fmla="*/ 570203 h 797705"/>
              <a:gd name="connsiteX126" fmla="*/ 529530 w 829568"/>
              <a:gd name="connsiteY126" fmla="*/ 565667 h 797705"/>
              <a:gd name="connsiteX127" fmla="*/ 518165 w 829568"/>
              <a:gd name="connsiteY127" fmla="*/ 572471 h 797705"/>
              <a:gd name="connsiteX128" fmla="*/ 509073 w 829568"/>
              <a:gd name="connsiteY128" fmla="*/ 577007 h 797705"/>
              <a:gd name="connsiteX129" fmla="*/ 506800 w 829568"/>
              <a:gd name="connsiteY129" fmla="*/ 574739 h 797705"/>
              <a:gd name="connsiteX130" fmla="*/ 504527 w 829568"/>
              <a:gd name="connsiteY130" fmla="*/ 574739 h 797705"/>
              <a:gd name="connsiteX131" fmla="*/ 504527 w 829568"/>
              <a:gd name="connsiteY131" fmla="*/ 570324 h 797705"/>
              <a:gd name="connsiteX132" fmla="*/ 503669 w 829568"/>
              <a:gd name="connsiteY132" fmla="*/ 570324 h 797705"/>
              <a:gd name="connsiteX133" fmla="*/ 503669 w 829568"/>
              <a:gd name="connsiteY133" fmla="*/ 574870 h 797705"/>
              <a:gd name="connsiteX134" fmla="*/ 505946 w 829568"/>
              <a:gd name="connsiteY134" fmla="*/ 577143 h 797705"/>
              <a:gd name="connsiteX135" fmla="*/ 505946 w 829568"/>
              <a:gd name="connsiteY135" fmla="*/ 579415 h 797705"/>
              <a:gd name="connsiteX136" fmla="*/ 505946 w 829568"/>
              <a:gd name="connsiteY136" fmla="*/ 581688 h 797705"/>
              <a:gd name="connsiteX137" fmla="*/ 496839 w 829568"/>
              <a:gd name="connsiteY137" fmla="*/ 590779 h 797705"/>
              <a:gd name="connsiteX138" fmla="*/ 496839 w 829568"/>
              <a:gd name="connsiteY138" fmla="*/ 595324 h 797705"/>
              <a:gd name="connsiteX139" fmla="*/ 501392 w 829568"/>
              <a:gd name="connsiteY139" fmla="*/ 599870 h 797705"/>
              <a:gd name="connsiteX140" fmla="*/ 510500 w 829568"/>
              <a:gd name="connsiteY140" fmla="*/ 608960 h 797705"/>
              <a:gd name="connsiteX141" fmla="*/ 508223 w 829568"/>
              <a:gd name="connsiteY141" fmla="*/ 613506 h 797705"/>
              <a:gd name="connsiteX142" fmla="*/ 508223 w 829568"/>
              <a:gd name="connsiteY142" fmla="*/ 618051 h 797705"/>
              <a:gd name="connsiteX143" fmla="*/ 490008 w 829568"/>
              <a:gd name="connsiteY143" fmla="*/ 640778 h 797705"/>
              <a:gd name="connsiteX144" fmla="*/ 464962 w 829568"/>
              <a:gd name="connsiteY144" fmla="*/ 631687 h 797705"/>
              <a:gd name="connsiteX145" fmla="*/ 451300 w 829568"/>
              <a:gd name="connsiteY145" fmla="*/ 624869 h 797705"/>
              <a:gd name="connsiteX146" fmla="*/ 423977 w 829568"/>
              <a:gd name="connsiteY146" fmla="*/ 638506 h 797705"/>
              <a:gd name="connsiteX147" fmla="*/ 414870 w 829568"/>
              <a:gd name="connsiteY147" fmla="*/ 643051 h 797705"/>
              <a:gd name="connsiteX148" fmla="*/ 398931 w 829568"/>
              <a:gd name="connsiteY148" fmla="*/ 645324 h 797705"/>
              <a:gd name="connsiteX149" fmla="*/ 394378 w 829568"/>
              <a:gd name="connsiteY149" fmla="*/ 652142 h 797705"/>
              <a:gd name="connsiteX150" fmla="*/ 373885 w 829568"/>
              <a:gd name="connsiteY150" fmla="*/ 654415 h 797705"/>
              <a:gd name="connsiteX151" fmla="*/ 353393 w 829568"/>
              <a:gd name="connsiteY151" fmla="*/ 661233 h 797705"/>
              <a:gd name="connsiteX152" fmla="*/ 344285 w 829568"/>
              <a:gd name="connsiteY152" fmla="*/ 683960 h 797705"/>
              <a:gd name="connsiteX153" fmla="*/ 346559 w 829568"/>
              <a:gd name="connsiteY153" fmla="*/ 695305 h 797705"/>
              <a:gd name="connsiteX154" fmla="*/ 346890 w 829568"/>
              <a:gd name="connsiteY154" fmla="*/ 695371 h 797705"/>
              <a:gd name="connsiteX155" fmla="*/ 349169 w 829568"/>
              <a:gd name="connsiteY155" fmla="*/ 697639 h 797705"/>
              <a:gd name="connsiteX156" fmla="*/ 349169 w 829568"/>
              <a:gd name="connsiteY156" fmla="*/ 708981 h 797705"/>
              <a:gd name="connsiteX157" fmla="*/ 349169 w 829568"/>
              <a:gd name="connsiteY157" fmla="*/ 713518 h 797705"/>
              <a:gd name="connsiteX158" fmla="*/ 346890 w 829568"/>
              <a:gd name="connsiteY158" fmla="*/ 724861 h 797705"/>
              <a:gd name="connsiteX159" fmla="*/ 340053 w 829568"/>
              <a:gd name="connsiteY159" fmla="*/ 722592 h 797705"/>
              <a:gd name="connsiteX160" fmla="*/ 317264 w 829568"/>
              <a:gd name="connsiteY160" fmla="*/ 720324 h 797705"/>
              <a:gd name="connsiteX161" fmla="*/ 312706 w 829568"/>
              <a:gd name="connsiteY161" fmla="*/ 718055 h 797705"/>
              <a:gd name="connsiteX162" fmla="*/ 303590 w 829568"/>
              <a:gd name="connsiteY162" fmla="*/ 724861 h 797705"/>
              <a:gd name="connsiteX163" fmla="*/ 294474 w 829568"/>
              <a:gd name="connsiteY163" fmla="*/ 731666 h 797705"/>
              <a:gd name="connsiteX164" fmla="*/ 289916 w 829568"/>
              <a:gd name="connsiteY164" fmla="*/ 738471 h 797705"/>
              <a:gd name="connsiteX165" fmla="*/ 289916 w 829568"/>
              <a:gd name="connsiteY165" fmla="*/ 752082 h 797705"/>
              <a:gd name="connsiteX166" fmla="*/ 280800 w 829568"/>
              <a:gd name="connsiteY166" fmla="*/ 740740 h 797705"/>
              <a:gd name="connsiteX167" fmla="*/ 278521 w 829568"/>
              <a:gd name="connsiteY167" fmla="*/ 738471 h 797705"/>
              <a:gd name="connsiteX168" fmla="*/ 278521 w 829568"/>
              <a:gd name="connsiteY168" fmla="*/ 743008 h 797705"/>
              <a:gd name="connsiteX169" fmla="*/ 276242 w 829568"/>
              <a:gd name="connsiteY169" fmla="*/ 749814 h 797705"/>
              <a:gd name="connsiteX170" fmla="*/ 269405 w 829568"/>
              <a:gd name="connsiteY170" fmla="*/ 761156 h 797705"/>
              <a:gd name="connsiteX171" fmla="*/ 232942 w 829568"/>
              <a:gd name="connsiteY171" fmla="*/ 749814 h 797705"/>
              <a:gd name="connsiteX172" fmla="*/ 230663 w 829568"/>
              <a:gd name="connsiteY172" fmla="*/ 754351 h 797705"/>
              <a:gd name="connsiteX173" fmla="*/ 203316 w 829568"/>
              <a:gd name="connsiteY173" fmla="*/ 754351 h 797705"/>
              <a:gd name="connsiteX174" fmla="*/ 180526 w 829568"/>
              <a:gd name="connsiteY174" fmla="*/ 761156 h 797705"/>
              <a:gd name="connsiteX175" fmla="*/ 169131 w 829568"/>
              <a:gd name="connsiteY175" fmla="*/ 767961 h 797705"/>
              <a:gd name="connsiteX176" fmla="*/ 157736 w 829568"/>
              <a:gd name="connsiteY176" fmla="*/ 783841 h 797705"/>
              <a:gd name="connsiteX177" fmla="*/ 137226 w 829568"/>
              <a:gd name="connsiteY177" fmla="*/ 797451 h 797705"/>
              <a:gd name="connsiteX178" fmla="*/ 128110 w 829568"/>
              <a:gd name="connsiteY178" fmla="*/ 786109 h 797705"/>
              <a:gd name="connsiteX179" fmla="*/ 121273 w 829568"/>
              <a:gd name="connsiteY179" fmla="*/ 792914 h 797705"/>
              <a:gd name="connsiteX180" fmla="*/ 93925 w 829568"/>
              <a:gd name="connsiteY180" fmla="*/ 790646 h 797705"/>
              <a:gd name="connsiteX181" fmla="*/ 68857 w 829568"/>
              <a:gd name="connsiteY181" fmla="*/ 790646 h 797705"/>
              <a:gd name="connsiteX182" fmla="*/ 57462 w 829568"/>
              <a:gd name="connsiteY182" fmla="*/ 792914 h 797705"/>
              <a:gd name="connsiteX183" fmla="*/ 46067 w 829568"/>
              <a:gd name="connsiteY183" fmla="*/ 788377 h 797705"/>
              <a:gd name="connsiteX184" fmla="*/ 25556 w 829568"/>
              <a:gd name="connsiteY184" fmla="*/ 786109 h 797705"/>
              <a:gd name="connsiteX185" fmla="*/ 25556 w 829568"/>
              <a:gd name="connsiteY185" fmla="*/ 783841 h 797705"/>
              <a:gd name="connsiteX186" fmla="*/ 27835 w 829568"/>
              <a:gd name="connsiteY186" fmla="*/ 777035 h 797705"/>
              <a:gd name="connsiteX187" fmla="*/ 25556 w 829568"/>
              <a:gd name="connsiteY187" fmla="*/ 774767 h 797705"/>
              <a:gd name="connsiteX188" fmla="*/ 43788 w 829568"/>
              <a:gd name="connsiteY188" fmla="*/ 770230 h 797705"/>
              <a:gd name="connsiteX189" fmla="*/ 48346 w 829568"/>
              <a:gd name="connsiteY189" fmla="*/ 699908 h 797705"/>
              <a:gd name="connsiteX190" fmla="*/ 5046 w 829568"/>
              <a:gd name="connsiteY190" fmla="*/ 670418 h 797705"/>
              <a:gd name="connsiteX191" fmla="*/ 30114 w 829568"/>
              <a:gd name="connsiteY191" fmla="*/ 615975 h 797705"/>
              <a:gd name="connsiteX192" fmla="*/ 41509 w 829568"/>
              <a:gd name="connsiteY192" fmla="*/ 600095 h 797705"/>
              <a:gd name="connsiteX193" fmla="*/ 34672 w 829568"/>
              <a:gd name="connsiteY193" fmla="*/ 581948 h 797705"/>
              <a:gd name="connsiteX194" fmla="*/ 41509 w 829568"/>
              <a:gd name="connsiteY194" fmla="*/ 554726 h 797705"/>
              <a:gd name="connsiteX195" fmla="*/ 16441 w 829568"/>
              <a:gd name="connsiteY195" fmla="*/ 543384 h 797705"/>
              <a:gd name="connsiteX196" fmla="*/ 34672 w 829568"/>
              <a:gd name="connsiteY196" fmla="*/ 541115 h 797705"/>
              <a:gd name="connsiteX197" fmla="*/ 41498 w 829568"/>
              <a:gd name="connsiteY197" fmla="*/ 541115 h 797705"/>
              <a:gd name="connsiteX198" fmla="*/ 39341 w 829568"/>
              <a:gd name="connsiteY198" fmla="*/ 528176 h 797705"/>
              <a:gd name="connsiteX199" fmla="*/ 86966 w 829568"/>
              <a:gd name="connsiteY199" fmla="*/ 494839 h 797705"/>
              <a:gd name="connsiteX200" fmla="*/ 65409 w 829568"/>
              <a:gd name="connsiteY200" fmla="*/ 464300 h 797705"/>
              <a:gd name="connsiteX201" fmla="*/ 62429 w 829568"/>
              <a:gd name="connsiteY201" fmla="*/ 465726 h 797705"/>
              <a:gd name="connsiteX202" fmla="*/ 62429 w 829568"/>
              <a:gd name="connsiteY202" fmla="*/ 467991 h 797705"/>
              <a:gd name="connsiteX203" fmla="*/ 57874 w 829568"/>
              <a:gd name="connsiteY203" fmla="*/ 470256 h 797705"/>
              <a:gd name="connsiteX204" fmla="*/ 48763 w 829568"/>
              <a:gd name="connsiteY204" fmla="*/ 472522 h 797705"/>
              <a:gd name="connsiteX205" fmla="*/ 35096 w 829568"/>
              <a:gd name="connsiteY205" fmla="*/ 467991 h 797705"/>
              <a:gd name="connsiteX206" fmla="*/ 32818 w 829568"/>
              <a:gd name="connsiteY206" fmla="*/ 449871 h 797705"/>
              <a:gd name="connsiteX207" fmla="*/ 55596 w 829568"/>
              <a:gd name="connsiteY207" fmla="*/ 418160 h 797705"/>
              <a:gd name="connsiteX208" fmla="*/ 55596 w 829568"/>
              <a:gd name="connsiteY208" fmla="*/ 404569 h 797705"/>
              <a:gd name="connsiteX209" fmla="*/ 48763 w 829568"/>
              <a:gd name="connsiteY209" fmla="*/ 372858 h 797705"/>
              <a:gd name="connsiteX210" fmla="*/ 41929 w 829568"/>
              <a:gd name="connsiteY210" fmla="*/ 354737 h 797705"/>
              <a:gd name="connsiteX211" fmla="*/ 41929 w 829568"/>
              <a:gd name="connsiteY211" fmla="*/ 320761 h 797705"/>
              <a:gd name="connsiteX212" fmla="*/ 41929 w 829568"/>
              <a:gd name="connsiteY212" fmla="*/ 300375 h 797705"/>
              <a:gd name="connsiteX213" fmla="*/ 44207 w 829568"/>
              <a:gd name="connsiteY213" fmla="*/ 302640 h 797705"/>
              <a:gd name="connsiteX214" fmla="*/ 57934 w 829568"/>
              <a:gd name="connsiteY214" fmla="*/ 312196 h 797705"/>
              <a:gd name="connsiteX215" fmla="*/ 58242 w 829568"/>
              <a:gd name="connsiteY215" fmla="*/ 311394 h 797705"/>
              <a:gd name="connsiteX216" fmla="*/ 56256 w 829568"/>
              <a:gd name="connsiteY216" fmla="*/ 310012 h 797705"/>
              <a:gd name="connsiteX217" fmla="*/ 44300 w 829568"/>
              <a:gd name="connsiteY217" fmla="*/ 302367 h 797705"/>
              <a:gd name="connsiteX218" fmla="*/ 42022 w 829568"/>
              <a:gd name="connsiteY218" fmla="*/ 300102 h 797705"/>
              <a:gd name="connsiteX219" fmla="*/ 44300 w 829568"/>
              <a:gd name="connsiteY219" fmla="*/ 291042 h 797705"/>
              <a:gd name="connsiteX220" fmla="*/ 78462 w 829568"/>
              <a:gd name="connsiteY220" fmla="*/ 259331 h 797705"/>
              <a:gd name="connsiteX221" fmla="*/ 92126 w 829568"/>
              <a:gd name="connsiteY221" fmla="*/ 232149 h 797705"/>
              <a:gd name="connsiteX222" fmla="*/ 114901 w 829568"/>
              <a:gd name="connsiteY222" fmla="*/ 211764 h 797705"/>
              <a:gd name="connsiteX223" fmla="*/ 108638 w 829568"/>
              <a:gd name="connsiteY223" fmla="*/ 204968 h 797705"/>
              <a:gd name="connsiteX224" fmla="*/ 92261 w 829568"/>
              <a:gd name="connsiteY224" fmla="*/ 198228 h 797705"/>
              <a:gd name="connsiteX225" fmla="*/ 91806 w 829568"/>
              <a:gd name="connsiteY225" fmla="*/ 198355 h 797705"/>
              <a:gd name="connsiteX226" fmla="*/ 84968 w 829568"/>
              <a:gd name="connsiteY226" fmla="*/ 193807 h 797705"/>
              <a:gd name="connsiteX227" fmla="*/ 94086 w 829568"/>
              <a:gd name="connsiteY227" fmla="*/ 155145 h 797705"/>
              <a:gd name="connsiteX228" fmla="*/ 135114 w 829568"/>
              <a:gd name="connsiteY228" fmla="*/ 127854 h 797705"/>
              <a:gd name="connsiteX229" fmla="*/ 160186 w 829568"/>
              <a:gd name="connsiteY229" fmla="*/ 134677 h 797705"/>
              <a:gd name="connsiteX230" fmla="*/ 160186 w 829568"/>
              <a:gd name="connsiteY230" fmla="*/ 109660 h 797705"/>
              <a:gd name="connsiteX231" fmla="*/ 187538 w 829568"/>
              <a:gd name="connsiteY231" fmla="*/ 82369 h 797705"/>
              <a:gd name="connsiteX232" fmla="*/ 187538 w 829568"/>
              <a:gd name="connsiteY232" fmla="*/ 48256 h 797705"/>
              <a:gd name="connsiteX233" fmla="*/ 190103 w 829568"/>
              <a:gd name="connsiteY233"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8758 w 829568"/>
              <a:gd name="connsiteY48" fmla="*/ 321150 h 797705"/>
              <a:gd name="connsiteX49" fmla="*/ 636727 w 829568"/>
              <a:gd name="connsiteY49" fmla="*/ 319129 h 797705"/>
              <a:gd name="connsiteX50" fmla="*/ 636185 w 829568"/>
              <a:gd name="connsiteY50" fmla="*/ 327131 h 797705"/>
              <a:gd name="connsiteX51" fmla="*/ 640908 w 829568"/>
              <a:gd name="connsiteY51" fmla="*/ 343397 h 797705"/>
              <a:gd name="connsiteX52" fmla="*/ 656819 w 829568"/>
              <a:gd name="connsiteY52" fmla="*/ 329788 h 797705"/>
              <a:gd name="connsiteX53" fmla="*/ 672730 w 829568"/>
              <a:gd name="connsiteY53" fmla="*/ 347933 h 797705"/>
              <a:gd name="connsiteX54" fmla="*/ 679549 w 829568"/>
              <a:gd name="connsiteY54" fmla="*/ 366077 h 797705"/>
              <a:gd name="connsiteX55" fmla="*/ 686368 w 829568"/>
              <a:gd name="connsiteY55" fmla="*/ 418243 h 797705"/>
              <a:gd name="connsiteX56" fmla="*/ 736375 w 829568"/>
              <a:gd name="connsiteY56" fmla="*/ 413707 h 797705"/>
              <a:gd name="connsiteX57" fmla="*/ 756832 w 829568"/>
              <a:gd name="connsiteY57" fmla="*/ 420511 h 797705"/>
              <a:gd name="connsiteX58" fmla="*/ 765924 w 829568"/>
              <a:gd name="connsiteY58" fmla="*/ 406903 h 797705"/>
              <a:gd name="connsiteX59" fmla="*/ 829568 w 829568"/>
              <a:gd name="connsiteY59" fmla="*/ 397830 h 797705"/>
              <a:gd name="connsiteX60" fmla="*/ 829568 w 829568"/>
              <a:gd name="connsiteY60" fmla="*/ 413707 h 797705"/>
              <a:gd name="connsiteX61" fmla="*/ 827295 w 829568"/>
              <a:gd name="connsiteY61" fmla="*/ 422779 h 797705"/>
              <a:gd name="connsiteX62" fmla="*/ 822749 w 829568"/>
              <a:gd name="connsiteY62" fmla="*/ 427315 h 797705"/>
              <a:gd name="connsiteX63" fmla="*/ 815930 w 829568"/>
              <a:gd name="connsiteY63" fmla="*/ 427315 h 797705"/>
              <a:gd name="connsiteX64" fmla="*/ 809111 w 829568"/>
              <a:gd name="connsiteY64" fmla="*/ 443192 h 797705"/>
              <a:gd name="connsiteX65" fmla="*/ 802292 w 829568"/>
              <a:gd name="connsiteY65" fmla="*/ 452264 h 797705"/>
              <a:gd name="connsiteX66" fmla="*/ 800019 w 829568"/>
              <a:gd name="connsiteY66" fmla="*/ 459068 h 797705"/>
              <a:gd name="connsiteX67" fmla="*/ 800019 w 829568"/>
              <a:gd name="connsiteY67" fmla="*/ 470408 h 797705"/>
              <a:gd name="connsiteX68" fmla="*/ 800019 w 829568"/>
              <a:gd name="connsiteY68" fmla="*/ 481749 h 797705"/>
              <a:gd name="connsiteX69" fmla="*/ 784108 w 829568"/>
              <a:gd name="connsiteY69" fmla="*/ 477212 h 797705"/>
              <a:gd name="connsiteX70" fmla="*/ 777289 w 829568"/>
              <a:gd name="connsiteY70" fmla="*/ 477212 h 797705"/>
              <a:gd name="connsiteX71" fmla="*/ 770470 w 829568"/>
              <a:gd name="connsiteY71" fmla="*/ 481749 h 797705"/>
              <a:gd name="connsiteX72" fmla="*/ 768197 w 829568"/>
              <a:gd name="connsiteY72" fmla="*/ 488553 h 797705"/>
              <a:gd name="connsiteX73" fmla="*/ 750013 w 829568"/>
              <a:gd name="connsiteY73" fmla="*/ 497625 h 797705"/>
              <a:gd name="connsiteX74" fmla="*/ 745467 w 829568"/>
              <a:gd name="connsiteY74" fmla="*/ 490821 h 797705"/>
              <a:gd name="connsiteX75" fmla="*/ 740921 w 829568"/>
              <a:gd name="connsiteY75" fmla="*/ 493089 h 797705"/>
              <a:gd name="connsiteX76" fmla="*/ 738648 w 829568"/>
              <a:gd name="connsiteY76" fmla="*/ 499893 h 797705"/>
              <a:gd name="connsiteX77" fmla="*/ 738648 w 829568"/>
              <a:gd name="connsiteY77" fmla="*/ 502161 h 797705"/>
              <a:gd name="connsiteX78" fmla="*/ 725010 w 829568"/>
              <a:gd name="connsiteY78" fmla="*/ 504429 h 797705"/>
              <a:gd name="connsiteX79" fmla="*/ 715918 w 829568"/>
              <a:gd name="connsiteY79" fmla="*/ 508965 h 797705"/>
              <a:gd name="connsiteX80" fmla="*/ 715918 w 829568"/>
              <a:gd name="connsiteY80" fmla="*/ 520306 h 797705"/>
              <a:gd name="connsiteX81" fmla="*/ 713645 w 829568"/>
              <a:gd name="connsiteY81" fmla="*/ 522574 h 797705"/>
              <a:gd name="connsiteX82" fmla="*/ 693188 w 829568"/>
              <a:gd name="connsiteY82" fmla="*/ 527110 h 797705"/>
              <a:gd name="connsiteX83" fmla="*/ 677276 w 829568"/>
              <a:gd name="connsiteY83" fmla="*/ 531646 h 797705"/>
              <a:gd name="connsiteX84" fmla="*/ 668184 w 829568"/>
              <a:gd name="connsiteY84" fmla="*/ 527110 h 797705"/>
              <a:gd name="connsiteX85" fmla="*/ 665911 w 829568"/>
              <a:gd name="connsiteY85" fmla="*/ 529378 h 797705"/>
              <a:gd name="connsiteX86" fmla="*/ 665911 w 829568"/>
              <a:gd name="connsiteY86" fmla="*/ 538450 h 797705"/>
              <a:gd name="connsiteX87" fmla="*/ 659092 w 829568"/>
              <a:gd name="connsiteY87" fmla="*/ 540718 h 797705"/>
              <a:gd name="connsiteX88" fmla="*/ 659092 w 829568"/>
              <a:gd name="connsiteY88" fmla="*/ 545254 h 797705"/>
              <a:gd name="connsiteX89" fmla="*/ 659092 w 829568"/>
              <a:gd name="connsiteY89" fmla="*/ 556595 h 797705"/>
              <a:gd name="connsiteX90" fmla="*/ 656819 w 829568"/>
              <a:gd name="connsiteY90" fmla="*/ 561131 h 797705"/>
              <a:gd name="connsiteX91" fmla="*/ 652273 w 829568"/>
              <a:gd name="connsiteY91" fmla="*/ 561131 h 797705"/>
              <a:gd name="connsiteX92" fmla="*/ 650000 w 829568"/>
              <a:gd name="connsiteY92" fmla="*/ 561131 h 797705"/>
              <a:gd name="connsiteX93" fmla="*/ 618178 w 829568"/>
              <a:gd name="connsiteY93" fmla="*/ 552058 h 797705"/>
              <a:gd name="connsiteX94" fmla="*/ 618178 w 829568"/>
              <a:gd name="connsiteY94" fmla="*/ 549790 h 797705"/>
              <a:gd name="connsiteX95" fmla="*/ 609086 w 829568"/>
              <a:gd name="connsiteY95" fmla="*/ 542986 h 797705"/>
              <a:gd name="connsiteX96" fmla="*/ 599994 w 829568"/>
              <a:gd name="connsiteY96" fmla="*/ 547522 h 797705"/>
              <a:gd name="connsiteX97" fmla="*/ 590902 w 829568"/>
              <a:gd name="connsiteY97" fmla="*/ 554327 h 797705"/>
              <a:gd name="connsiteX98" fmla="*/ 579537 w 829568"/>
              <a:gd name="connsiteY98" fmla="*/ 563399 h 797705"/>
              <a:gd name="connsiteX99" fmla="*/ 574991 w 829568"/>
              <a:gd name="connsiteY99" fmla="*/ 556595 h 797705"/>
              <a:gd name="connsiteX100" fmla="*/ 570445 w 829568"/>
              <a:gd name="connsiteY100" fmla="*/ 558863 h 797705"/>
              <a:gd name="connsiteX101" fmla="*/ 568172 w 829568"/>
              <a:gd name="connsiteY101" fmla="*/ 563399 h 797705"/>
              <a:gd name="connsiteX102" fmla="*/ 568172 w 829568"/>
              <a:gd name="connsiteY102" fmla="*/ 565667 h 797705"/>
              <a:gd name="connsiteX103" fmla="*/ 568172 w 829568"/>
              <a:gd name="connsiteY103" fmla="*/ 570203 h 797705"/>
              <a:gd name="connsiteX104" fmla="*/ 565899 w 829568"/>
              <a:gd name="connsiteY104" fmla="*/ 572471 h 797705"/>
              <a:gd name="connsiteX105" fmla="*/ 565899 w 829568"/>
              <a:gd name="connsiteY105" fmla="*/ 574739 h 797705"/>
              <a:gd name="connsiteX106" fmla="*/ 581810 w 829568"/>
              <a:gd name="connsiteY106" fmla="*/ 581543 h 797705"/>
              <a:gd name="connsiteX107" fmla="*/ 586356 w 829568"/>
              <a:gd name="connsiteY107" fmla="*/ 586079 h 797705"/>
              <a:gd name="connsiteX108" fmla="*/ 590902 w 829568"/>
              <a:gd name="connsiteY108" fmla="*/ 579275 h 797705"/>
              <a:gd name="connsiteX109" fmla="*/ 597721 w 829568"/>
              <a:gd name="connsiteY109" fmla="*/ 583811 h 797705"/>
              <a:gd name="connsiteX110" fmla="*/ 599994 w 829568"/>
              <a:gd name="connsiteY110" fmla="*/ 579275 h 797705"/>
              <a:gd name="connsiteX111" fmla="*/ 606813 w 829568"/>
              <a:gd name="connsiteY111" fmla="*/ 588347 h 797705"/>
              <a:gd name="connsiteX112" fmla="*/ 606813 w 829568"/>
              <a:gd name="connsiteY112" fmla="*/ 590616 h 797705"/>
              <a:gd name="connsiteX113" fmla="*/ 602267 w 829568"/>
              <a:gd name="connsiteY113" fmla="*/ 601956 h 797705"/>
              <a:gd name="connsiteX114" fmla="*/ 604540 w 829568"/>
              <a:gd name="connsiteY114" fmla="*/ 606492 h 797705"/>
              <a:gd name="connsiteX115" fmla="*/ 609086 w 829568"/>
              <a:gd name="connsiteY115" fmla="*/ 611028 h 797705"/>
              <a:gd name="connsiteX116" fmla="*/ 606813 w 829568"/>
              <a:gd name="connsiteY116" fmla="*/ 613296 h 797705"/>
              <a:gd name="connsiteX117" fmla="*/ 588629 w 829568"/>
              <a:gd name="connsiteY117" fmla="*/ 613296 h 797705"/>
              <a:gd name="connsiteX118" fmla="*/ 572718 w 829568"/>
              <a:gd name="connsiteY118" fmla="*/ 597420 h 797705"/>
              <a:gd name="connsiteX119" fmla="*/ 568172 w 829568"/>
              <a:gd name="connsiteY119" fmla="*/ 606492 h 797705"/>
              <a:gd name="connsiteX120" fmla="*/ 561353 w 829568"/>
              <a:gd name="connsiteY120" fmla="*/ 597420 h 797705"/>
              <a:gd name="connsiteX121" fmla="*/ 556807 w 829568"/>
              <a:gd name="connsiteY121" fmla="*/ 592884 h 797705"/>
              <a:gd name="connsiteX122" fmla="*/ 540896 w 829568"/>
              <a:gd name="connsiteY122" fmla="*/ 570203 h 797705"/>
              <a:gd name="connsiteX123" fmla="*/ 529530 w 829568"/>
              <a:gd name="connsiteY123" fmla="*/ 565667 h 797705"/>
              <a:gd name="connsiteX124" fmla="*/ 518165 w 829568"/>
              <a:gd name="connsiteY124" fmla="*/ 572471 h 797705"/>
              <a:gd name="connsiteX125" fmla="*/ 509073 w 829568"/>
              <a:gd name="connsiteY125" fmla="*/ 577007 h 797705"/>
              <a:gd name="connsiteX126" fmla="*/ 506800 w 829568"/>
              <a:gd name="connsiteY126" fmla="*/ 574739 h 797705"/>
              <a:gd name="connsiteX127" fmla="*/ 504527 w 829568"/>
              <a:gd name="connsiteY127" fmla="*/ 574739 h 797705"/>
              <a:gd name="connsiteX128" fmla="*/ 504527 w 829568"/>
              <a:gd name="connsiteY128" fmla="*/ 570324 h 797705"/>
              <a:gd name="connsiteX129" fmla="*/ 503669 w 829568"/>
              <a:gd name="connsiteY129" fmla="*/ 570324 h 797705"/>
              <a:gd name="connsiteX130" fmla="*/ 503669 w 829568"/>
              <a:gd name="connsiteY130" fmla="*/ 574870 h 797705"/>
              <a:gd name="connsiteX131" fmla="*/ 505946 w 829568"/>
              <a:gd name="connsiteY131" fmla="*/ 577143 h 797705"/>
              <a:gd name="connsiteX132" fmla="*/ 505946 w 829568"/>
              <a:gd name="connsiteY132" fmla="*/ 579415 h 797705"/>
              <a:gd name="connsiteX133" fmla="*/ 505946 w 829568"/>
              <a:gd name="connsiteY133" fmla="*/ 581688 h 797705"/>
              <a:gd name="connsiteX134" fmla="*/ 496839 w 829568"/>
              <a:gd name="connsiteY134" fmla="*/ 590779 h 797705"/>
              <a:gd name="connsiteX135" fmla="*/ 496839 w 829568"/>
              <a:gd name="connsiteY135" fmla="*/ 595324 h 797705"/>
              <a:gd name="connsiteX136" fmla="*/ 501392 w 829568"/>
              <a:gd name="connsiteY136" fmla="*/ 599870 h 797705"/>
              <a:gd name="connsiteX137" fmla="*/ 510500 w 829568"/>
              <a:gd name="connsiteY137" fmla="*/ 608960 h 797705"/>
              <a:gd name="connsiteX138" fmla="*/ 508223 w 829568"/>
              <a:gd name="connsiteY138" fmla="*/ 613506 h 797705"/>
              <a:gd name="connsiteX139" fmla="*/ 508223 w 829568"/>
              <a:gd name="connsiteY139" fmla="*/ 618051 h 797705"/>
              <a:gd name="connsiteX140" fmla="*/ 490008 w 829568"/>
              <a:gd name="connsiteY140" fmla="*/ 640778 h 797705"/>
              <a:gd name="connsiteX141" fmla="*/ 464962 w 829568"/>
              <a:gd name="connsiteY141" fmla="*/ 631687 h 797705"/>
              <a:gd name="connsiteX142" fmla="*/ 451300 w 829568"/>
              <a:gd name="connsiteY142" fmla="*/ 624869 h 797705"/>
              <a:gd name="connsiteX143" fmla="*/ 423977 w 829568"/>
              <a:gd name="connsiteY143" fmla="*/ 638506 h 797705"/>
              <a:gd name="connsiteX144" fmla="*/ 414870 w 829568"/>
              <a:gd name="connsiteY144" fmla="*/ 643051 h 797705"/>
              <a:gd name="connsiteX145" fmla="*/ 398931 w 829568"/>
              <a:gd name="connsiteY145" fmla="*/ 645324 h 797705"/>
              <a:gd name="connsiteX146" fmla="*/ 394378 w 829568"/>
              <a:gd name="connsiteY146" fmla="*/ 652142 h 797705"/>
              <a:gd name="connsiteX147" fmla="*/ 373885 w 829568"/>
              <a:gd name="connsiteY147" fmla="*/ 654415 h 797705"/>
              <a:gd name="connsiteX148" fmla="*/ 353393 w 829568"/>
              <a:gd name="connsiteY148" fmla="*/ 661233 h 797705"/>
              <a:gd name="connsiteX149" fmla="*/ 344285 w 829568"/>
              <a:gd name="connsiteY149" fmla="*/ 683960 h 797705"/>
              <a:gd name="connsiteX150" fmla="*/ 346559 w 829568"/>
              <a:gd name="connsiteY150" fmla="*/ 695305 h 797705"/>
              <a:gd name="connsiteX151" fmla="*/ 346890 w 829568"/>
              <a:gd name="connsiteY151" fmla="*/ 695371 h 797705"/>
              <a:gd name="connsiteX152" fmla="*/ 349169 w 829568"/>
              <a:gd name="connsiteY152" fmla="*/ 697639 h 797705"/>
              <a:gd name="connsiteX153" fmla="*/ 349169 w 829568"/>
              <a:gd name="connsiteY153" fmla="*/ 708981 h 797705"/>
              <a:gd name="connsiteX154" fmla="*/ 349169 w 829568"/>
              <a:gd name="connsiteY154" fmla="*/ 713518 h 797705"/>
              <a:gd name="connsiteX155" fmla="*/ 346890 w 829568"/>
              <a:gd name="connsiteY155" fmla="*/ 724861 h 797705"/>
              <a:gd name="connsiteX156" fmla="*/ 340053 w 829568"/>
              <a:gd name="connsiteY156" fmla="*/ 722592 h 797705"/>
              <a:gd name="connsiteX157" fmla="*/ 317264 w 829568"/>
              <a:gd name="connsiteY157" fmla="*/ 720324 h 797705"/>
              <a:gd name="connsiteX158" fmla="*/ 312706 w 829568"/>
              <a:gd name="connsiteY158" fmla="*/ 718055 h 797705"/>
              <a:gd name="connsiteX159" fmla="*/ 303590 w 829568"/>
              <a:gd name="connsiteY159" fmla="*/ 724861 h 797705"/>
              <a:gd name="connsiteX160" fmla="*/ 294474 w 829568"/>
              <a:gd name="connsiteY160" fmla="*/ 731666 h 797705"/>
              <a:gd name="connsiteX161" fmla="*/ 289916 w 829568"/>
              <a:gd name="connsiteY161" fmla="*/ 738471 h 797705"/>
              <a:gd name="connsiteX162" fmla="*/ 289916 w 829568"/>
              <a:gd name="connsiteY162" fmla="*/ 752082 h 797705"/>
              <a:gd name="connsiteX163" fmla="*/ 280800 w 829568"/>
              <a:gd name="connsiteY163" fmla="*/ 740740 h 797705"/>
              <a:gd name="connsiteX164" fmla="*/ 278521 w 829568"/>
              <a:gd name="connsiteY164" fmla="*/ 738471 h 797705"/>
              <a:gd name="connsiteX165" fmla="*/ 278521 w 829568"/>
              <a:gd name="connsiteY165" fmla="*/ 743008 h 797705"/>
              <a:gd name="connsiteX166" fmla="*/ 276242 w 829568"/>
              <a:gd name="connsiteY166" fmla="*/ 749814 h 797705"/>
              <a:gd name="connsiteX167" fmla="*/ 269405 w 829568"/>
              <a:gd name="connsiteY167" fmla="*/ 761156 h 797705"/>
              <a:gd name="connsiteX168" fmla="*/ 232942 w 829568"/>
              <a:gd name="connsiteY168" fmla="*/ 749814 h 797705"/>
              <a:gd name="connsiteX169" fmla="*/ 230663 w 829568"/>
              <a:gd name="connsiteY169" fmla="*/ 754351 h 797705"/>
              <a:gd name="connsiteX170" fmla="*/ 203316 w 829568"/>
              <a:gd name="connsiteY170" fmla="*/ 754351 h 797705"/>
              <a:gd name="connsiteX171" fmla="*/ 180526 w 829568"/>
              <a:gd name="connsiteY171" fmla="*/ 761156 h 797705"/>
              <a:gd name="connsiteX172" fmla="*/ 169131 w 829568"/>
              <a:gd name="connsiteY172" fmla="*/ 767961 h 797705"/>
              <a:gd name="connsiteX173" fmla="*/ 157736 w 829568"/>
              <a:gd name="connsiteY173" fmla="*/ 783841 h 797705"/>
              <a:gd name="connsiteX174" fmla="*/ 137226 w 829568"/>
              <a:gd name="connsiteY174" fmla="*/ 797451 h 797705"/>
              <a:gd name="connsiteX175" fmla="*/ 128110 w 829568"/>
              <a:gd name="connsiteY175" fmla="*/ 786109 h 797705"/>
              <a:gd name="connsiteX176" fmla="*/ 121273 w 829568"/>
              <a:gd name="connsiteY176" fmla="*/ 792914 h 797705"/>
              <a:gd name="connsiteX177" fmla="*/ 93925 w 829568"/>
              <a:gd name="connsiteY177" fmla="*/ 790646 h 797705"/>
              <a:gd name="connsiteX178" fmla="*/ 68857 w 829568"/>
              <a:gd name="connsiteY178" fmla="*/ 790646 h 797705"/>
              <a:gd name="connsiteX179" fmla="*/ 57462 w 829568"/>
              <a:gd name="connsiteY179" fmla="*/ 792914 h 797705"/>
              <a:gd name="connsiteX180" fmla="*/ 46067 w 829568"/>
              <a:gd name="connsiteY180" fmla="*/ 788377 h 797705"/>
              <a:gd name="connsiteX181" fmla="*/ 25556 w 829568"/>
              <a:gd name="connsiteY181" fmla="*/ 786109 h 797705"/>
              <a:gd name="connsiteX182" fmla="*/ 25556 w 829568"/>
              <a:gd name="connsiteY182" fmla="*/ 783841 h 797705"/>
              <a:gd name="connsiteX183" fmla="*/ 27835 w 829568"/>
              <a:gd name="connsiteY183" fmla="*/ 777035 h 797705"/>
              <a:gd name="connsiteX184" fmla="*/ 25556 w 829568"/>
              <a:gd name="connsiteY184" fmla="*/ 774767 h 797705"/>
              <a:gd name="connsiteX185" fmla="*/ 43788 w 829568"/>
              <a:gd name="connsiteY185" fmla="*/ 770230 h 797705"/>
              <a:gd name="connsiteX186" fmla="*/ 48346 w 829568"/>
              <a:gd name="connsiteY186" fmla="*/ 699908 h 797705"/>
              <a:gd name="connsiteX187" fmla="*/ 5046 w 829568"/>
              <a:gd name="connsiteY187" fmla="*/ 670418 h 797705"/>
              <a:gd name="connsiteX188" fmla="*/ 30114 w 829568"/>
              <a:gd name="connsiteY188" fmla="*/ 615975 h 797705"/>
              <a:gd name="connsiteX189" fmla="*/ 41509 w 829568"/>
              <a:gd name="connsiteY189" fmla="*/ 600095 h 797705"/>
              <a:gd name="connsiteX190" fmla="*/ 34672 w 829568"/>
              <a:gd name="connsiteY190" fmla="*/ 581948 h 797705"/>
              <a:gd name="connsiteX191" fmla="*/ 41509 w 829568"/>
              <a:gd name="connsiteY191" fmla="*/ 554726 h 797705"/>
              <a:gd name="connsiteX192" fmla="*/ 16441 w 829568"/>
              <a:gd name="connsiteY192" fmla="*/ 543384 h 797705"/>
              <a:gd name="connsiteX193" fmla="*/ 34672 w 829568"/>
              <a:gd name="connsiteY193" fmla="*/ 541115 h 797705"/>
              <a:gd name="connsiteX194" fmla="*/ 41498 w 829568"/>
              <a:gd name="connsiteY194" fmla="*/ 541115 h 797705"/>
              <a:gd name="connsiteX195" fmla="*/ 39341 w 829568"/>
              <a:gd name="connsiteY195" fmla="*/ 528176 h 797705"/>
              <a:gd name="connsiteX196" fmla="*/ 86966 w 829568"/>
              <a:gd name="connsiteY196" fmla="*/ 494839 h 797705"/>
              <a:gd name="connsiteX197" fmla="*/ 65409 w 829568"/>
              <a:gd name="connsiteY197" fmla="*/ 464300 h 797705"/>
              <a:gd name="connsiteX198" fmla="*/ 62429 w 829568"/>
              <a:gd name="connsiteY198" fmla="*/ 465726 h 797705"/>
              <a:gd name="connsiteX199" fmla="*/ 62429 w 829568"/>
              <a:gd name="connsiteY199" fmla="*/ 467991 h 797705"/>
              <a:gd name="connsiteX200" fmla="*/ 57874 w 829568"/>
              <a:gd name="connsiteY200" fmla="*/ 470256 h 797705"/>
              <a:gd name="connsiteX201" fmla="*/ 48763 w 829568"/>
              <a:gd name="connsiteY201" fmla="*/ 472522 h 797705"/>
              <a:gd name="connsiteX202" fmla="*/ 35096 w 829568"/>
              <a:gd name="connsiteY202" fmla="*/ 467991 h 797705"/>
              <a:gd name="connsiteX203" fmla="*/ 32818 w 829568"/>
              <a:gd name="connsiteY203" fmla="*/ 449871 h 797705"/>
              <a:gd name="connsiteX204" fmla="*/ 55596 w 829568"/>
              <a:gd name="connsiteY204" fmla="*/ 418160 h 797705"/>
              <a:gd name="connsiteX205" fmla="*/ 55596 w 829568"/>
              <a:gd name="connsiteY205" fmla="*/ 404569 h 797705"/>
              <a:gd name="connsiteX206" fmla="*/ 48763 w 829568"/>
              <a:gd name="connsiteY206" fmla="*/ 372858 h 797705"/>
              <a:gd name="connsiteX207" fmla="*/ 41929 w 829568"/>
              <a:gd name="connsiteY207" fmla="*/ 354737 h 797705"/>
              <a:gd name="connsiteX208" fmla="*/ 41929 w 829568"/>
              <a:gd name="connsiteY208" fmla="*/ 320761 h 797705"/>
              <a:gd name="connsiteX209" fmla="*/ 41929 w 829568"/>
              <a:gd name="connsiteY209" fmla="*/ 300375 h 797705"/>
              <a:gd name="connsiteX210" fmla="*/ 44207 w 829568"/>
              <a:gd name="connsiteY210" fmla="*/ 302640 h 797705"/>
              <a:gd name="connsiteX211" fmla="*/ 57934 w 829568"/>
              <a:gd name="connsiteY211" fmla="*/ 312196 h 797705"/>
              <a:gd name="connsiteX212" fmla="*/ 58242 w 829568"/>
              <a:gd name="connsiteY212" fmla="*/ 311394 h 797705"/>
              <a:gd name="connsiteX213" fmla="*/ 56256 w 829568"/>
              <a:gd name="connsiteY213" fmla="*/ 310012 h 797705"/>
              <a:gd name="connsiteX214" fmla="*/ 44300 w 829568"/>
              <a:gd name="connsiteY214" fmla="*/ 302367 h 797705"/>
              <a:gd name="connsiteX215" fmla="*/ 42022 w 829568"/>
              <a:gd name="connsiteY215" fmla="*/ 300102 h 797705"/>
              <a:gd name="connsiteX216" fmla="*/ 44300 w 829568"/>
              <a:gd name="connsiteY216" fmla="*/ 291042 h 797705"/>
              <a:gd name="connsiteX217" fmla="*/ 78462 w 829568"/>
              <a:gd name="connsiteY217" fmla="*/ 259331 h 797705"/>
              <a:gd name="connsiteX218" fmla="*/ 92126 w 829568"/>
              <a:gd name="connsiteY218" fmla="*/ 232149 h 797705"/>
              <a:gd name="connsiteX219" fmla="*/ 114901 w 829568"/>
              <a:gd name="connsiteY219" fmla="*/ 211764 h 797705"/>
              <a:gd name="connsiteX220" fmla="*/ 108638 w 829568"/>
              <a:gd name="connsiteY220" fmla="*/ 204968 h 797705"/>
              <a:gd name="connsiteX221" fmla="*/ 92261 w 829568"/>
              <a:gd name="connsiteY221" fmla="*/ 198228 h 797705"/>
              <a:gd name="connsiteX222" fmla="*/ 91806 w 829568"/>
              <a:gd name="connsiteY222" fmla="*/ 198355 h 797705"/>
              <a:gd name="connsiteX223" fmla="*/ 84968 w 829568"/>
              <a:gd name="connsiteY223" fmla="*/ 193807 h 797705"/>
              <a:gd name="connsiteX224" fmla="*/ 94086 w 829568"/>
              <a:gd name="connsiteY224" fmla="*/ 155145 h 797705"/>
              <a:gd name="connsiteX225" fmla="*/ 135114 w 829568"/>
              <a:gd name="connsiteY225" fmla="*/ 127854 h 797705"/>
              <a:gd name="connsiteX226" fmla="*/ 160186 w 829568"/>
              <a:gd name="connsiteY226" fmla="*/ 134677 h 797705"/>
              <a:gd name="connsiteX227" fmla="*/ 160186 w 829568"/>
              <a:gd name="connsiteY227" fmla="*/ 109660 h 797705"/>
              <a:gd name="connsiteX228" fmla="*/ 187538 w 829568"/>
              <a:gd name="connsiteY228" fmla="*/ 82369 h 797705"/>
              <a:gd name="connsiteX229" fmla="*/ 187538 w 829568"/>
              <a:gd name="connsiteY229" fmla="*/ 48256 h 797705"/>
              <a:gd name="connsiteX230" fmla="*/ 190103 w 829568"/>
              <a:gd name="connsiteY230"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8758 w 829568"/>
              <a:gd name="connsiteY48" fmla="*/ 321150 h 797705"/>
              <a:gd name="connsiteX49" fmla="*/ 636185 w 829568"/>
              <a:gd name="connsiteY49" fmla="*/ 327131 h 797705"/>
              <a:gd name="connsiteX50" fmla="*/ 640908 w 829568"/>
              <a:gd name="connsiteY50" fmla="*/ 343397 h 797705"/>
              <a:gd name="connsiteX51" fmla="*/ 656819 w 829568"/>
              <a:gd name="connsiteY51" fmla="*/ 329788 h 797705"/>
              <a:gd name="connsiteX52" fmla="*/ 672730 w 829568"/>
              <a:gd name="connsiteY52" fmla="*/ 347933 h 797705"/>
              <a:gd name="connsiteX53" fmla="*/ 679549 w 829568"/>
              <a:gd name="connsiteY53" fmla="*/ 366077 h 797705"/>
              <a:gd name="connsiteX54" fmla="*/ 686368 w 829568"/>
              <a:gd name="connsiteY54" fmla="*/ 418243 h 797705"/>
              <a:gd name="connsiteX55" fmla="*/ 736375 w 829568"/>
              <a:gd name="connsiteY55" fmla="*/ 413707 h 797705"/>
              <a:gd name="connsiteX56" fmla="*/ 756832 w 829568"/>
              <a:gd name="connsiteY56" fmla="*/ 420511 h 797705"/>
              <a:gd name="connsiteX57" fmla="*/ 765924 w 829568"/>
              <a:gd name="connsiteY57" fmla="*/ 406903 h 797705"/>
              <a:gd name="connsiteX58" fmla="*/ 829568 w 829568"/>
              <a:gd name="connsiteY58" fmla="*/ 397830 h 797705"/>
              <a:gd name="connsiteX59" fmla="*/ 829568 w 829568"/>
              <a:gd name="connsiteY59" fmla="*/ 413707 h 797705"/>
              <a:gd name="connsiteX60" fmla="*/ 827295 w 829568"/>
              <a:gd name="connsiteY60" fmla="*/ 422779 h 797705"/>
              <a:gd name="connsiteX61" fmla="*/ 822749 w 829568"/>
              <a:gd name="connsiteY61" fmla="*/ 427315 h 797705"/>
              <a:gd name="connsiteX62" fmla="*/ 815930 w 829568"/>
              <a:gd name="connsiteY62" fmla="*/ 427315 h 797705"/>
              <a:gd name="connsiteX63" fmla="*/ 809111 w 829568"/>
              <a:gd name="connsiteY63" fmla="*/ 443192 h 797705"/>
              <a:gd name="connsiteX64" fmla="*/ 802292 w 829568"/>
              <a:gd name="connsiteY64" fmla="*/ 452264 h 797705"/>
              <a:gd name="connsiteX65" fmla="*/ 800019 w 829568"/>
              <a:gd name="connsiteY65" fmla="*/ 459068 h 797705"/>
              <a:gd name="connsiteX66" fmla="*/ 800019 w 829568"/>
              <a:gd name="connsiteY66" fmla="*/ 470408 h 797705"/>
              <a:gd name="connsiteX67" fmla="*/ 800019 w 829568"/>
              <a:gd name="connsiteY67" fmla="*/ 481749 h 797705"/>
              <a:gd name="connsiteX68" fmla="*/ 784108 w 829568"/>
              <a:gd name="connsiteY68" fmla="*/ 477212 h 797705"/>
              <a:gd name="connsiteX69" fmla="*/ 777289 w 829568"/>
              <a:gd name="connsiteY69" fmla="*/ 477212 h 797705"/>
              <a:gd name="connsiteX70" fmla="*/ 770470 w 829568"/>
              <a:gd name="connsiteY70" fmla="*/ 481749 h 797705"/>
              <a:gd name="connsiteX71" fmla="*/ 768197 w 829568"/>
              <a:gd name="connsiteY71" fmla="*/ 488553 h 797705"/>
              <a:gd name="connsiteX72" fmla="*/ 750013 w 829568"/>
              <a:gd name="connsiteY72" fmla="*/ 497625 h 797705"/>
              <a:gd name="connsiteX73" fmla="*/ 745467 w 829568"/>
              <a:gd name="connsiteY73" fmla="*/ 490821 h 797705"/>
              <a:gd name="connsiteX74" fmla="*/ 740921 w 829568"/>
              <a:gd name="connsiteY74" fmla="*/ 493089 h 797705"/>
              <a:gd name="connsiteX75" fmla="*/ 738648 w 829568"/>
              <a:gd name="connsiteY75" fmla="*/ 499893 h 797705"/>
              <a:gd name="connsiteX76" fmla="*/ 738648 w 829568"/>
              <a:gd name="connsiteY76" fmla="*/ 502161 h 797705"/>
              <a:gd name="connsiteX77" fmla="*/ 725010 w 829568"/>
              <a:gd name="connsiteY77" fmla="*/ 504429 h 797705"/>
              <a:gd name="connsiteX78" fmla="*/ 715918 w 829568"/>
              <a:gd name="connsiteY78" fmla="*/ 508965 h 797705"/>
              <a:gd name="connsiteX79" fmla="*/ 715918 w 829568"/>
              <a:gd name="connsiteY79" fmla="*/ 520306 h 797705"/>
              <a:gd name="connsiteX80" fmla="*/ 713645 w 829568"/>
              <a:gd name="connsiteY80" fmla="*/ 522574 h 797705"/>
              <a:gd name="connsiteX81" fmla="*/ 693188 w 829568"/>
              <a:gd name="connsiteY81" fmla="*/ 527110 h 797705"/>
              <a:gd name="connsiteX82" fmla="*/ 677276 w 829568"/>
              <a:gd name="connsiteY82" fmla="*/ 531646 h 797705"/>
              <a:gd name="connsiteX83" fmla="*/ 668184 w 829568"/>
              <a:gd name="connsiteY83" fmla="*/ 527110 h 797705"/>
              <a:gd name="connsiteX84" fmla="*/ 665911 w 829568"/>
              <a:gd name="connsiteY84" fmla="*/ 529378 h 797705"/>
              <a:gd name="connsiteX85" fmla="*/ 665911 w 829568"/>
              <a:gd name="connsiteY85" fmla="*/ 538450 h 797705"/>
              <a:gd name="connsiteX86" fmla="*/ 659092 w 829568"/>
              <a:gd name="connsiteY86" fmla="*/ 540718 h 797705"/>
              <a:gd name="connsiteX87" fmla="*/ 659092 w 829568"/>
              <a:gd name="connsiteY87" fmla="*/ 545254 h 797705"/>
              <a:gd name="connsiteX88" fmla="*/ 659092 w 829568"/>
              <a:gd name="connsiteY88" fmla="*/ 556595 h 797705"/>
              <a:gd name="connsiteX89" fmla="*/ 656819 w 829568"/>
              <a:gd name="connsiteY89" fmla="*/ 561131 h 797705"/>
              <a:gd name="connsiteX90" fmla="*/ 652273 w 829568"/>
              <a:gd name="connsiteY90" fmla="*/ 561131 h 797705"/>
              <a:gd name="connsiteX91" fmla="*/ 650000 w 829568"/>
              <a:gd name="connsiteY91" fmla="*/ 561131 h 797705"/>
              <a:gd name="connsiteX92" fmla="*/ 618178 w 829568"/>
              <a:gd name="connsiteY92" fmla="*/ 552058 h 797705"/>
              <a:gd name="connsiteX93" fmla="*/ 618178 w 829568"/>
              <a:gd name="connsiteY93" fmla="*/ 549790 h 797705"/>
              <a:gd name="connsiteX94" fmla="*/ 609086 w 829568"/>
              <a:gd name="connsiteY94" fmla="*/ 542986 h 797705"/>
              <a:gd name="connsiteX95" fmla="*/ 599994 w 829568"/>
              <a:gd name="connsiteY95" fmla="*/ 547522 h 797705"/>
              <a:gd name="connsiteX96" fmla="*/ 590902 w 829568"/>
              <a:gd name="connsiteY96" fmla="*/ 554327 h 797705"/>
              <a:gd name="connsiteX97" fmla="*/ 579537 w 829568"/>
              <a:gd name="connsiteY97" fmla="*/ 563399 h 797705"/>
              <a:gd name="connsiteX98" fmla="*/ 574991 w 829568"/>
              <a:gd name="connsiteY98" fmla="*/ 556595 h 797705"/>
              <a:gd name="connsiteX99" fmla="*/ 570445 w 829568"/>
              <a:gd name="connsiteY99" fmla="*/ 558863 h 797705"/>
              <a:gd name="connsiteX100" fmla="*/ 568172 w 829568"/>
              <a:gd name="connsiteY100" fmla="*/ 563399 h 797705"/>
              <a:gd name="connsiteX101" fmla="*/ 568172 w 829568"/>
              <a:gd name="connsiteY101" fmla="*/ 565667 h 797705"/>
              <a:gd name="connsiteX102" fmla="*/ 568172 w 829568"/>
              <a:gd name="connsiteY102" fmla="*/ 570203 h 797705"/>
              <a:gd name="connsiteX103" fmla="*/ 565899 w 829568"/>
              <a:gd name="connsiteY103" fmla="*/ 572471 h 797705"/>
              <a:gd name="connsiteX104" fmla="*/ 565899 w 829568"/>
              <a:gd name="connsiteY104" fmla="*/ 574739 h 797705"/>
              <a:gd name="connsiteX105" fmla="*/ 581810 w 829568"/>
              <a:gd name="connsiteY105" fmla="*/ 581543 h 797705"/>
              <a:gd name="connsiteX106" fmla="*/ 586356 w 829568"/>
              <a:gd name="connsiteY106" fmla="*/ 586079 h 797705"/>
              <a:gd name="connsiteX107" fmla="*/ 590902 w 829568"/>
              <a:gd name="connsiteY107" fmla="*/ 579275 h 797705"/>
              <a:gd name="connsiteX108" fmla="*/ 597721 w 829568"/>
              <a:gd name="connsiteY108" fmla="*/ 583811 h 797705"/>
              <a:gd name="connsiteX109" fmla="*/ 599994 w 829568"/>
              <a:gd name="connsiteY109" fmla="*/ 579275 h 797705"/>
              <a:gd name="connsiteX110" fmla="*/ 606813 w 829568"/>
              <a:gd name="connsiteY110" fmla="*/ 588347 h 797705"/>
              <a:gd name="connsiteX111" fmla="*/ 606813 w 829568"/>
              <a:gd name="connsiteY111" fmla="*/ 590616 h 797705"/>
              <a:gd name="connsiteX112" fmla="*/ 602267 w 829568"/>
              <a:gd name="connsiteY112" fmla="*/ 601956 h 797705"/>
              <a:gd name="connsiteX113" fmla="*/ 604540 w 829568"/>
              <a:gd name="connsiteY113" fmla="*/ 606492 h 797705"/>
              <a:gd name="connsiteX114" fmla="*/ 609086 w 829568"/>
              <a:gd name="connsiteY114" fmla="*/ 611028 h 797705"/>
              <a:gd name="connsiteX115" fmla="*/ 606813 w 829568"/>
              <a:gd name="connsiteY115" fmla="*/ 613296 h 797705"/>
              <a:gd name="connsiteX116" fmla="*/ 588629 w 829568"/>
              <a:gd name="connsiteY116" fmla="*/ 613296 h 797705"/>
              <a:gd name="connsiteX117" fmla="*/ 572718 w 829568"/>
              <a:gd name="connsiteY117" fmla="*/ 597420 h 797705"/>
              <a:gd name="connsiteX118" fmla="*/ 568172 w 829568"/>
              <a:gd name="connsiteY118" fmla="*/ 606492 h 797705"/>
              <a:gd name="connsiteX119" fmla="*/ 561353 w 829568"/>
              <a:gd name="connsiteY119" fmla="*/ 597420 h 797705"/>
              <a:gd name="connsiteX120" fmla="*/ 556807 w 829568"/>
              <a:gd name="connsiteY120" fmla="*/ 592884 h 797705"/>
              <a:gd name="connsiteX121" fmla="*/ 540896 w 829568"/>
              <a:gd name="connsiteY121" fmla="*/ 570203 h 797705"/>
              <a:gd name="connsiteX122" fmla="*/ 529530 w 829568"/>
              <a:gd name="connsiteY122" fmla="*/ 565667 h 797705"/>
              <a:gd name="connsiteX123" fmla="*/ 518165 w 829568"/>
              <a:gd name="connsiteY123" fmla="*/ 572471 h 797705"/>
              <a:gd name="connsiteX124" fmla="*/ 509073 w 829568"/>
              <a:gd name="connsiteY124" fmla="*/ 577007 h 797705"/>
              <a:gd name="connsiteX125" fmla="*/ 506800 w 829568"/>
              <a:gd name="connsiteY125" fmla="*/ 574739 h 797705"/>
              <a:gd name="connsiteX126" fmla="*/ 504527 w 829568"/>
              <a:gd name="connsiteY126" fmla="*/ 574739 h 797705"/>
              <a:gd name="connsiteX127" fmla="*/ 504527 w 829568"/>
              <a:gd name="connsiteY127" fmla="*/ 570324 h 797705"/>
              <a:gd name="connsiteX128" fmla="*/ 503669 w 829568"/>
              <a:gd name="connsiteY128" fmla="*/ 570324 h 797705"/>
              <a:gd name="connsiteX129" fmla="*/ 503669 w 829568"/>
              <a:gd name="connsiteY129" fmla="*/ 574870 h 797705"/>
              <a:gd name="connsiteX130" fmla="*/ 505946 w 829568"/>
              <a:gd name="connsiteY130" fmla="*/ 577143 h 797705"/>
              <a:gd name="connsiteX131" fmla="*/ 505946 w 829568"/>
              <a:gd name="connsiteY131" fmla="*/ 579415 h 797705"/>
              <a:gd name="connsiteX132" fmla="*/ 505946 w 829568"/>
              <a:gd name="connsiteY132" fmla="*/ 581688 h 797705"/>
              <a:gd name="connsiteX133" fmla="*/ 496839 w 829568"/>
              <a:gd name="connsiteY133" fmla="*/ 590779 h 797705"/>
              <a:gd name="connsiteX134" fmla="*/ 496839 w 829568"/>
              <a:gd name="connsiteY134" fmla="*/ 595324 h 797705"/>
              <a:gd name="connsiteX135" fmla="*/ 501392 w 829568"/>
              <a:gd name="connsiteY135" fmla="*/ 599870 h 797705"/>
              <a:gd name="connsiteX136" fmla="*/ 510500 w 829568"/>
              <a:gd name="connsiteY136" fmla="*/ 608960 h 797705"/>
              <a:gd name="connsiteX137" fmla="*/ 508223 w 829568"/>
              <a:gd name="connsiteY137" fmla="*/ 613506 h 797705"/>
              <a:gd name="connsiteX138" fmla="*/ 508223 w 829568"/>
              <a:gd name="connsiteY138" fmla="*/ 618051 h 797705"/>
              <a:gd name="connsiteX139" fmla="*/ 490008 w 829568"/>
              <a:gd name="connsiteY139" fmla="*/ 640778 h 797705"/>
              <a:gd name="connsiteX140" fmla="*/ 464962 w 829568"/>
              <a:gd name="connsiteY140" fmla="*/ 631687 h 797705"/>
              <a:gd name="connsiteX141" fmla="*/ 451300 w 829568"/>
              <a:gd name="connsiteY141" fmla="*/ 624869 h 797705"/>
              <a:gd name="connsiteX142" fmla="*/ 423977 w 829568"/>
              <a:gd name="connsiteY142" fmla="*/ 638506 h 797705"/>
              <a:gd name="connsiteX143" fmla="*/ 414870 w 829568"/>
              <a:gd name="connsiteY143" fmla="*/ 643051 h 797705"/>
              <a:gd name="connsiteX144" fmla="*/ 398931 w 829568"/>
              <a:gd name="connsiteY144" fmla="*/ 645324 h 797705"/>
              <a:gd name="connsiteX145" fmla="*/ 394378 w 829568"/>
              <a:gd name="connsiteY145" fmla="*/ 652142 h 797705"/>
              <a:gd name="connsiteX146" fmla="*/ 373885 w 829568"/>
              <a:gd name="connsiteY146" fmla="*/ 654415 h 797705"/>
              <a:gd name="connsiteX147" fmla="*/ 353393 w 829568"/>
              <a:gd name="connsiteY147" fmla="*/ 661233 h 797705"/>
              <a:gd name="connsiteX148" fmla="*/ 344285 w 829568"/>
              <a:gd name="connsiteY148" fmla="*/ 683960 h 797705"/>
              <a:gd name="connsiteX149" fmla="*/ 346559 w 829568"/>
              <a:gd name="connsiteY149" fmla="*/ 695305 h 797705"/>
              <a:gd name="connsiteX150" fmla="*/ 346890 w 829568"/>
              <a:gd name="connsiteY150" fmla="*/ 695371 h 797705"/>
              <a:gd name="connsiteX151" fmla="*/ 349169 w 829568"/>
              <a:gd name="connsiteY151" fmla="*/ 697639 h 797705"/>
              <a:gd name="connsiteX152" fmla="*/ 349169 w 829568"/>
              <a:gd name="connsiteY152" fmla="*/ 708981 h 797705"/>
              <a:gd name="connsiteX153" fmla="*/ 349169 w 829568"/>
              <a:gd name="connsiteY153" fmla="*/ 713518 h 797705"/>
              <a:gd name="connsiteX154" fmla="*/ 346890 w 829568"/>
              <a:gd name="connsiteY154" fmla="*/ 724861 h 797705"/>
              <a:gd name="connsiteX155" fmla="*/ 340053 w 829568"/>
              <a:gd name="connsiteY155" fmla="*/ 722592 h 797705"/>
              <a:gd name="connsiteX156" fmla="*/ 317264 w 829568"/>
              <a:gd name="connsiteY156" fmla="*/ 720324 h 797705"/>
              <a:gd name="connsiteX157" fmla="*/ 312706 w 829568"/>
              <a:gd name="connsiteY157" fmla="*/ 718055 h 797705"/>
              <a:gd name="connsiteX158" fmla="*/ 303590 w 829568"/>
              <a:gd name="connsiteY158" fmla="*/ 724861 h 797705"/>
              <a:gd name="connsiteX159" fmla="*/ 294474 w 829568"/>
              <a:gd name="connsiteY159" fmla="*/ 731666 h 797705"/>
              <a:gd name="connsiteX160" fmla="*/ 289916 w 829568"/>
              <a:gd name="connsiteY160" fmla="*/ 738471 h 797705"/>
              <a:gd name="connsiteX161" fmla="*/ 289916 w 829568"/>
              <a:gd name="connsiteY161" fmla="*/ 752082 h 797705"/>
              <a:gd name="connsiteX162" fmla="*/ 280800 w 829568"/>
              <a:gd name="connsiteY162" fmla="*/ 740740 h 797705"/>
              <a:gd name="connsiteX163" fmla="*/ 278521 w 829568"/>
              <a:gd name="connsiteY163" fmla="*/ 738471 h 797705"/>
              <a:gd name="connsiteX164" fmla="*/ 278521 w 829568"/>
              <a:gd name="connsiteY164" fmla="*/ 743008 h 797705"/>
              <a:gd name="connsiteX165" fmla="*/ 276242 w 829568"/>
              <a:gd name="connsiteY165" fmla="*/ 749814 h 797705"/>
              <a:gd name="connsiteX166" fmla="*/ 269405 w 829568"/>
              <a:gd name="connsiteY166" fmla="*/ 761156 h 797705"/>
              <a:gd name="connsiteX167" fmla="*/ 232942 w 829568"/>
              <a:gd name="connsiteY167" fmla="*/ 749814 h 797705"/>
              <a:gd name="connsiteX168" fmla="*/ 230663 w 829568"/>
              <a:gd name="connsiteY168" fmla="*/ 754351 h 797705"/>
              <a:gd name="connsiteX169" fmla="*/ 203316 w 829568"/>
              <a:gd name="connsiteY169" fmla="*/ 754351 h 797705"/>
              <a:gd name="connsiteX170" fmla="*/ 180526 w 829568"/>
              <a:gd name="connsiteY170" fmla="*/ 761156 h 797705"/>
              <a:gd name="connsiteX171" fmla="*/ 169131 w 829568"/>
              <a:gd name="connsiteY171" fmla="*/ 767961 h 797705"/>
              <a:gd name="connsiteX172" fmla="*/ 157736 w 829568"/>
              <a:gd name="connsiteY172" fmla="*/ 783841 h 797705"/>
              <a:gd name="connsiteX173" fmla="*/ 137226 w 829568"/>
              <a:gd name="connsiteY173" fmla="*/ 797451 h 797705"/>
              <a:gd name="connsiteX174" fmla="*/ 128110 w 829568"/>
              <a:gd name="connsiteY174" fmla="*/ 786109 h 797705"/>
              <a:gd name="connsiteX175" fmla="*/ 121273 w 829568"/>
              <a:gd name="connsiteY175" fmla="*/ 792914 h 797705"/>
              <a:gd name="connsiteX176" fmla="*/ 93925 w 829568"/>
              <a:gd name="connsiteY176" fmla="*/ 790646 h 797705"/>
              <a:gd name="connsiteX177" fmla="*/ 68857 w 829568"/>
              <a:gd name="connsiteY177" fmla="*/ 790646 h 797705"/>
              <a:gd name="connsiteX178" fmla="*/ 57462 w 829568"/>
              <a:gd name="connsiteY178" fmla="*/ 792914 h 797705"/>
              <a:gd name="connsiteX179" fmla="*/ 46067 w 829568"/>
              <a:gd name="connsiteY179" fmla="*/ 788377 h 797705"/>
              <a:gd name="connsiteX180" fmla="*/ 25556 w 829568"/>
              <a:gd name="connsiteY180" fmla="*/ 786109 h 797705"/>
              <a:gd name="connsiteX181" fmla="*/ 25556 w 829568"/>
              <a:gd name="connsiteY181" fmla="*/ 783841 h 797705"/>
              <a:gd name="connsiteX182" fmla="*/ 27835 w 829568"/>
              <a:gd name="connsiteY182" fmla="*/ 777035 h 797705"/>
              <a:gd name="connsiteX183" fmla="*/ 25556 w 829568"/>
              <a:gd name="connsiteY183" fmla="*/ 774767 h 797705"/>
              <a:gd name="connsiteX184" fmla="*/ 43788 w 829568"/>
              <a:gd name="connsiteY184" fmla="*/ 770230 h 797705"/>
              <a:gd name="connsiteX185" fmla="*/ 48346 w 829568"/>
              <a:gd name="connsiteY185" fmla="*/ 699908 h 797705"/>
              <a:gd name="connsiteX186" fmla="*/ 5046 w 829568"/>
              <a:gd name="connsiteY186" fmla="*/ 670418 h 797705"/>
              <a:gd name="connsiteX187" fmla="*/ 30114 w 829568"/>
              <a:gd name="connsiteY187" fmla="*/ 615975 h 797705"/>
              <a:gd name="connsiteX188" fmla="*/ 41509 w 829568"/>
              <a:gd name="connsiteY188" fmla="*/ 600095 h 797705"/>
              <a:gd name="connsiteX189" fmla="*/ 34672 w 829568"/>
              <a:gd name="connsiteY189" fmla="*/ 581948 h 797705"/>
              <a:gd name="connsiteX190" fmla="*/ 41509 w 829568"/>
              <a:gd name="connsiteY190" fmla="*/ 554726 h 797705"/>
              <a:gd name="connsiteX191" fmla="*/ 16441 w 829568"/>
              <a:gd name="connsiteY191" fmla="*/ 543384 h 797705"/>
              <a:gd name="connsiteX192" fmla="*/ 34672 w 829568"/>
              <a:gd name="connsiteY192" fmla="*/ 541115 h 797705"/>
              <a:gd name="connsiteX193" fmla="*/ 41498 w 829568"/>
              <a:gd name="connsiteY193" fmla="*/ 541115 h 797705"/>
              <a:gd name="connsiteX194" fmla="*/ 39341 w 829568"/>
              <a:gd name="connsiteY194" fmla="*/ 528176 h 797705"/>
              <a:gd name="connsiteX195" fmla="*/ 86966 w 829568"/>
              <a:gd name="connsiteY195" fmla="*/ 494839 h 797705"/>
              <a:gd name="connsiteX196" fmla="*/ 65409 w 829568"/>
              <a:gd name="connsiteY196" fmla="*/ 464300 h 797705"/>
              <a:gd name="connsiteX197" fmla="*/ 62429 w 829568"/>
              <a:gd name="connsiteY197" fmla="*/ 465726 h 797705"/>
              <a:gd name="connsiteX198" fmla="*/ 62429 w 829568"/>
              <a:gd name="connsiteY198" fmla="*/ 467991 h 797705"/>
              <a:gd name="connsiteX199" fmla="*/ 57874 w 829568"/>
              <a:gd name="connsiteY199" fmla="*/ 470256 h 797705"/>
              <a:gd name="connsiteX200" fmla="*/ 48763 w 829568"/>
              <a:gd name="connsiteY200" fmla="*/ 472522 h 797705"/>
              <a:gd name="connsiteX201" fmla="*/ 35096 w 829568"/>
              <a:gd name="connsiteY201" fmla="*/ 467991 h 797705"/>
              <a:gd name="connsiteX202" fmla="*/ 32818 w 829568"/>
              <a:gd name="connsiteY202" fmla="*/ 449871 h 797705"/>
              <a:gd name="connsiteX203" fmla="*/ 55596 w 829568"/>
              <a:gd name="connsiteY203" fmla="*/ 418160 h 797705"/>
              <a:gd name="connsiteX204" fmla="*/ 55596 w 829568"/>
              <a:gd name="connsiteY204" fmla="*/ 404569 h 797705"/>
              <a:gd name="connsiteX205" fmla="*/ 48763 w 829568"/>
              <a:gd name="connsiteY205" fmla="*/ 372858 h 797705"/>
              <a:gd name="connsiteX206" fmla="*/ 41929 w 829568"/>
              <a:gd name="connsiteY206" fmla="*/ 354737 h 797705"/>
              <a:gd name="connsiteX207" fmla="*/ 41929 w 829568"/>
              <a:gd name="connsiteY207" fmla="*/ 320761 h 797705"/>
              <a:gd name="connsiteX208" fmla="*/ 41929 w 829568"/>
              <a:gd name="connsiteY208" fmla="*/ 300375 h 797705"/>
              <a:gd name="connsiteX209" fmla="*/ 44207 w 829568"/>
              <a:gd name="connsiteY209" fmla="*/ 302640 h 797705"/>
              <a:gd name="connsiteX210" fmla="*/ 57934 w 829568"/>
              <a:gd name="connsiteY210" fmla="*/ 312196 h 797705"/>
              <a:gd name="connsiteX211" fmla="*/ 58242 w 829568"/>
              <a:gd name="connsiteY211" fmla="*/ 311394 h 797705"/>
              <a:gd name="connsiteX212" fmla="*/ 56256 w 829568"/>
              <a:gd name="connsiteY212" fmla="*/ 310012 h 797705"/>
              <a:gd name="connsiteX213" fmla="*/ 44300 w 829568"/>
              <a:gd name="connsiteY213" fmla="*/ 302367 h 797705"/>
              <a:gd name="connsiteX214" fmla="*/ 42022 w 829568"/>
              <a:gd name="connsiteY214" fmla="*/ 300102 h 797705"/>
              <a:gd name="connsiteX215" fmla="*/ 44300 w 829568"/>
              <a:gd name="connsiteY215" fmla="*/ 291042 h 797705"/>
              <a:gd name="connsiteX216" fmla="*/ 78462 w 829568"/>
              <a:gd name="connsiteY216" fmla="*/ 259331 h 797705"/>
              <a:gd name="connsiteX217" fmla="*/ 92126 w 829568"/>
              <a:gd name="connsiteY217" fmla="*/ 232149 h 797705"/>
              <a:gd name="connsiteX218" fmla="*/ 114901 w 829568"/>
              <a:gd name="connsiteY218" fmla="*/ 211764 h 797705"/>
              <a:gd name="connsiteX219" fmla="*/ 108638 w 829568"/>
              <a:gd name="connsiteY219" fmla="*/ 204968 h 797705"/>
              <a:gd name="connsiteX220" fmla="*/ 92261 w 829568"/>
              <a:gd name="connsiteY220" fmla="*/ 198228 h 797705"/>
              <a:gd name="connsiteX221" fmla="*/ 91806 w 829568"/>
              <a:gd name="connsiteY221" fmla="*/ 198355 h 797705"/>
              <a:gd name="connsiteX222" fmla="*/ 84968 w 829568"/>
              <a:gd name="connsiteY222" fmla="*/ 193807 h 797705"/>
              <a:gd name="connsiteX223" fmla="*/ 94086 w 829568"/>
              <a:gd name="connsiteY223" fmla="*/ 155145 h 797705"/>
              <a:gd name="connsiteX224" fmla="*/ 135114 w 829568"/>
              <a:gd name="connsiteY224" fmla="*/ 127854 h 797705"/>
              <a:gd name="connsiteX225" fmla="*/ 160186 w 829568"/>
              <a:gd name="connsiteY225" fmla="*/ 134677 h 797705"/>
              <a:gd name="connsiteX226" fmla="*/ 160186 w 829568"/>
              <a:gd name="connsiteY226" fmla="*/ 109660 h 797705"/>
              <a:gd name="connsiteX227" fmla="*/ 187538 w 829568"/>
              <a:gd name="connsiteY227" fmla="*/ 82369 h 797705"/>
              <a:gd name="connsiteX228" fmla="*/ 187538 w 829568"/>
              <a:gd name="connsiteY228" fmla="*/ 48256 h 797705"/>
              <a:gd name="connsiteX229" fmla="*/ 190103 w 829568"/>
              <a:gd name="connsiteY229"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6185 w 829568"/>
              <a:gd name="connsiteY48" fmla="*/ 327131 h 797705"/>
              <a:gd name="connsiteX49" fmla="*/ 640908 w 829568"/>
              <a:gd name="connsiteY49" fmla="*/ 343397 h 797705"/>
              <a:gd name="connsiteX50" fmla="*/ 656819 w 829568"/>
              <a:gd name="connsiteY50" fmla="*/ 329788 h 797705"/>
              <a:gd name="connsiteX51" fmla="*/ 672730 w 829568"/>
              <a:gd name="connsiteY51" fmla="*/ 347933 h 797705"/>
              <a:gd name="connsiteX52" fmla="*/ 679549 w 829568"/>
              <a:gd name="connsiteY52" fmla="*/ 366077 h 797705"/>
              <a:gd name="connsiteX53" fmla="*/ 686368 w 829568"/>
              <a:gd name="connsiteY53" fmla="*/ 418243 h 797705"/>
              <a:gd name="connsiteX54" fmla="*/ 736375 w 829568"/>
              <a:gd name="connsiteY54" fmla="*/ 413707 h 797705"/>
              <a:gd name="connsiteX55" fmla="*/ 756832 w 829568"/>
              <a:gd name="connsiteY55" fmla="*/ 420511 h 797705"/>
              <a:gd name="connsiteX56" fmla="*/ 765924 w 829568"/>
              <a:gd name="connsiteY56" fmla="*/ 406903 h 797705"/>
              <a:gd name="connsiteX57" fmla="*/ 829568 w 829568"/>
              <a:gd name="connsiteY57" fmla="*/ 397830 h 797705"/>
              <a:gd name="connsiteX58" fmla="*/ 829568 w 829568"/>
              <a:gd name="connsiteY58" fmla="*/ 413707 h 797705"/>
              <a:gd name="connsiteX59" fmla="*/ 827295 w 829568"/>
              <a:gd name="connsiteY59" fmla="*/ 422779 h 797705"/>
              <a:gd name="connsiteX60" fmla="*/ 822749 w 829568"/>
              <a:gd name="connsiteY60" fmla="*/ 427315 h 797705"/>
              <a:gd name="connsiteX61" fmla="*/ 815930 w 829568"/>
              <a:gd name="connsiteY61" fmla="*/ 427315 h 797705"/>
              <a:gd name="connsiteX62" fmla="*/ 809111 w 829568"/>
              <a:gd name="connsiteY62" fmla="*/ 443192 h 797705"/>
              <a:gd name="connsiteX63" fmla="*/ 802292 w 829568"/>
              <a:gd name="connsiteY63" fmla="*/ 452264 h 797705"/>
              <a:gd name="connsiteX64" fmla="*/ 800019 w 829568"/>
              <a:gd name="connsiteY64" fmla="*/ 459068 h 797705"/>
              <a:gd name="connsiteX65" fmla="*/ 800019 w 829568"/>
              <a:gd name="connsiteY65" fmla="*/ 470408 h 797705"/>
              <a:gd name="connsiteX66" fmla="*/ 800019 w 829568"/>
              <a:gd name="connsiteY66" fmla="*/ 481749 h 797705"/>
              <a:gd name="connsiteX67" fmla="*/ 784108 w 829568"/>
              <a:gd name="connsiteY67" fmla="*/ 477212 h 797705"/>
              <a:gd name="connsiteX68" fmla="*/ 777289 w 829568"/>
              <a:gd name="connsiteY68" fmla="*/ 477212 h 797705"/>
              <a:gd name="connsiteX69" fmla="*/ 770470 w 829568"/>
              <a:gd name="connsiteY69" fmla="*/ 481749 h 797705"/>
              <a:gd name="connsiteX70" fmla="*/ 768197 w 829568"/>
              <a:gd name="connsiteY70" fmla="*/ 488553 h 797705"/>
              <a:gd name="connsiteX71" fmla="*/ 750013 w 829568"/>
              <a:gd name="connsiteY71" fmla="*/ 497625 h 797705"/>
              <a:gd name="connsiteX72" fmla="*/ 745467 w 829568"/>
              <a:gd name="connsiteY72" fmla="*/ 490821 h 797705"/>
              <a:gd name="connsiteX73" fmla="*/ 740921 w 829568"/>
              <a:gd name="connsiteY73" fmla="*/ 493089 h 797705"/>
              <a:gd name="connsiteX74" fmla="*/ 738648 w 829568"/>
              <a:gd name="connsiteY74" fmla="*/ 499893 h 797705"/>
              <a:gd name="connsiteX75" fmla="*/ 738648 w 829568"/>
              <a:gd name="connsiteY75" fmla="*/ 502161 h 797705"/>
              <a:gd name="connsiteX76" fmla="*/ 725010 w 829568"/>
              <a:gd name="connsiteY76" fmla="*/ 504429 h 797705"/>
              <a:gd name="connsiteX77" fmla="*/ 715918 w 829568"/>
              <a:gd name="connsiteY77" fmla="*/ 508965 h 797705"/>
              <a:gd name="connsiteX78" fmla="*/ 715918 w 829568"/>
              <a:gd name="connsiteY78" fmla="*/ 520306 h 797705"/>
              <a:gd name="connsiteX79" fmla="*/ 713645 w 829568"/>
              <a:gd name="connsiteY79" fmla="*/ 522574 h 797705"/>
              <a:gd name="connsiteX80" fmla="*/ 693188 w 829568"/>
              <a:gd name="connsiteY80" fmla="*/ 527110 h 797705"/>
              <a:gd name="connsiteX81" fmla="*/ 677276 w 829568"/>
              <a:gd name="connsiteY81" fmla="*/ 531646 h 797705"/>
              <a:gd name="connsiteX82" fmla="*/ 668184 w 829568"/>
              <a:gd name="connsiteY82" fmla="*/ 527110 h 797705"/>
              <a:gd name="connsiteX83" fmla="*/ 665911 w 829568"/>
              <a:gd name="connsiteY83" fmla="*/ 529378 h 797705"/>
              <a:gd name="connsiteX84" fmla="*/ 665911 w 829568"/>
              <a:gd name="connsiteY84" fmla="*/ 538450 h 797705"/>
              <a:gd name="connsiteX85" fmla="*/ 659092 w 829568"/>
              <a:gd name="connsiteY85" fmla="*/ 540718 h 797705"/>
              <a:gd name="connsiteX86" fmla="*/ 659092 w 829568"/>
              <a:gd name="connsiteY86" fmla="*/ 545254 h 797705"/>
              <a:gd name="connsiteX87" fmla="*/ 659092 w 829568"/>
              <a:gd name="connsiteY87" fmla="*/ 556595 h 797705"/>
              <a:gd name="connsiteX88" fmla="*/ 656819 w 829568"/>
              <a:gd name="connsiteY88" fmla="*/ 561131 h 797705"/>
              <a:gd name="connsiteX89" fmla="*/ 652273 w 829568"/>
              <a:gd name="connsiteY89" fmla="*/ 561131 h 797705"/>
              <a:gd name="connsiteX90" fmla="*/ 650000 w 829568"/>
              <a:gd name="connsiteY90" fmla="*/ 561131 h 797705"/>
              <a:gd name="connsiteX91" fmla="*/ 618178 w 829568"/>
              <a:gd name="connsiteY91" fmla="*/ 552058 h 797705"/>
              <a:gd name="connsiteX92" fmla="*/ 618178 w 829568"/>
              <a:gd name="connsiteY92" fmla="*/ 549790 h 797705"/>
              <a:gd name="connsiteX93" fmla="*/ 609086 w 829568"/>
              <a:gd name="connsiteY93" fmla="*/ 542986 h 797705"/>
              <a:gd name="connsiteX94" fmla="*/ 599994 w 829568"/>
              <a:gd name="connsiteY94" fmla="*/ 547522 h 797705"/>
              <a:gd name="connsiteX95" fmla="*/ 590902 w 829568"/>
              <a:gd name="connsiteY95" fmla="*/ 554327 h 797705"/>
              <a:gd name="connsiteX96" fmla="*/ 579537 w 829568"/>
              <a:gd name="connsiteY96" fmla="*/ 563399 h 797705"/>
              <a:gd name="connsiteX97" fmla="*/ 574991 w 829568"/>
              <a:gd name="connsiteY97" fmla="*/ 556595 h 797705"/>
              <a:gd name="connsiteX98" fmla="*/ 570445 w 829568"/>
              <a:gd name="connsiteY98" fmla="*/ 558863 h 797705"/>
              <a:gd name="connsiteX99" fmla="*/ 568172 w 829568"/>
              <a:gd name="connsiteY99" fmla="*/ 563399 h 797705"/>
              <a:gd name="connsiteX100" fmla="*/ 568172 w 829568"/>
              <a:gd name="connsiteY100" fmla="*/ 565667 h 797705"/>
              <a:gd name="connsiteX101" fmla="*/ 568172 w 829568"/>
              <a:gd name="connsiteY101" fmla="*/ 570203 h 797705"/>
              <a:gd name="connsiteX102" fmla="*/ 565899 w 829568"/>
              <a:gd name="connsiteY102" fmla="*/ 572471 h 797705"/>
              <a:gd name="connsiteX103" fmla="*/ 565899 w 829568"/>
              <a:gd name="connsiteY103" fmla="*/ 574739 h 797705"/>
              <a:gd name="connsiteX104" fmla="*/ 581810 w 829568"/>
              <a:gd name="connsiteY104" fmla="*/ 581543 h 797705"/>
              <a:gd name="connsiteX105" fmla="*/ 586356 w 829568"/>
              <a:gd name="connsiteY105" fmla="*/ 586079 h 797705"/>
              <a:gd name="connsiteX106" fmla="*/ 590902 w 829568"/>
              <a:gd name="connsiteY106" fmla="*/ 579275 h 797705"/>
              <a:gd name="connsiteX107" fmla="*/ 597721 w 829568"/>
              <a:gd name="connsiteY107" fmla="*/ 583811 h 797705"/>
              <a:gd name="connsiteX108" fmla="*/ 599994 w 829568"/>
              <a:gd name="connsiteY108" fmla="*/ 579275 h 797705"/>
              <a:gd name="connsiteX109" fmla="*/ 606813 w 829568"/>
              <a:gd name="connsiteY109" fmla="*/ 588347 h 797705"/>
              <a:gd name="connsiteX110" fmla="*/ 606813 w 829568"/>
              <a:gd name="connsiteY110" fmla="*/ 590616 h 797705"/>
              <a:gd name="connsiteX111" fmla="*/ 602267 w 829568"/>
              <a:gd name="connsiteY111" fmla="*/ 601956 h 797705"/>
              <a:gd name="connsiteX112" fmla="*/ 604540 w 829568"/>
              <a:gd name="connsiteY112" fmla="*/ 606492 h 797705"/>
              <a:gd name="connsiteX113" fmla="*/ 609086 w 829568"/>
              <a:gd name="connsiteY113" fmla="*/ 611028 h 797705"/>
              <a:gd name="connsiteX114" fmla="*/ 606813 w 829568"/>
              <a:gd name="connsiteY114" fmla="*/ 613296 h 797705"/>
              <a:gd name="connsiteX115" fmla="*/ 588629 w 829568"/>
              <a:gd name="connsiteY115" fmla="*/ 613296 h 797705"/>
              <a:gd name="connsiteX116" fmla="*/ 572718 w 829568"/>
              <a:gd name="connsiteY116" fmla="*/ 597420 h 797705"/>
              <a:gd name="connsiteX117" fmla="*/ 568172 w 829568"/>
              <a:gd name="connsiteY117" fmla="*/ 606492 h 797705"/>
              <a:gd name="connsiteX118" fmla="*/ 561353 w 829568"/>
              <a:gd name="connsiteY118" fmla="*/ 597420 h 797705"/>
              <a:gd name="connsiteX119" fmla="*/ 556807 w 829568"/>
              <a:gd name="connsiteY119" fmla="*/ 592884 h 797705"/>
              <a:gd name="connsiteX120" fmla="*/ 540896 w 829568"/>
              <a:gd name="connsiteY120" fmla="*/ 570203 h 797705"/>
              <a:gd name="connsiteX121" fmla="*/ 529530 w 829568"/>
              <a:gd name="connsiteY121" fmla="*/ 565667 h 797705"/>
              <a:gd name="connsiteX122" fmla="*/ 518165 w 829568"/>
              <a:gd name="connsiteY122" fmla="*/ 572471 h 797705"/>
              <a:gd name="connsiteX123" fmla="*/ 509073 w 829568"/>
              <a:gd name="connsiteY123" fmla="*/ 577007 h 797705"/>
              <a:gd name="connsiteX124" fmla="*/ 506800 w 829568"/>
              <a:gd name="connsiteY124" fmla="*/ 574739 h 797705"/>
              <a:gd name="connsiteX125" fmla="*/ 504527 w 829568"/>
              <a:gd name="connsiteY125" fmla="*/ 574739 h 797705"/>
              <a:gd name="connsiteX126" fmla="*/ 504527 w 829568"/>
              <a:gd name="connsiteY126" fmla="*/ 570324 h 797705"/>
              <a:gd name="connsiteX127" fmla="*/ 503669 w 829568"/>
              <a:gd name="connsiteY127" fmla="*/ 570324 h 797705"/>
              <a:gd name="connsiteX128" fmla="*/ 503669 w 829568"/>
              <a:gd name="connsiteY128" fmla="*/ 574870 h 797705"/>
              <a:gd name="connsiteX129" fmla="*/ 505946 w 829568"/>
              <a:gd name="connsiteY129" fmla="*/ 577143 h 797705"/>
              <a:gd name="connsiteX130" fmla="*/ 505946 w 829568"/>
              <a:gd name="connsiteY130" fmla="*/ 579415 h 797705"/>
              <a:gd name="connsiteX131" fmla="*/ 505946 w 829568"/>
              <a:gd name="connsiteY131" fmla="*/ 581688 h 797705"/>
              <a:gd name="connsiteX132" fmla="*/ 496839 w 829568"/>
              <a:gd name="connsiteY132" fmla="*/ 590779 h 797705"/>
              <a:gd name="connsiteX133" fmla="*/ 496839 w 829568"/>
              <a:gd name="connsiteY133" fmla="*/ 595324 h 797705"/>
              <a:gd name="connsiteX134" fmla="*/ 501392 w 829568"/>
              <a:gd name="connsiteY134" fmla="*/ 599870 h 797705"/>
              <a:gd name="connsiteX135" fmla="*/ 510500 w 829568"/>
              <a:gd name="connsiteY135" fmla="*/ 608960 h 797705"/>
              <a:gd name="connsiteX136" fmla="*/ 508223 w 829568"/>
              <a:gd name="connsiteY136" fmla="*/ 613506 h 797705"/>
              <a:gd name="connsiteX137" fmla="*/ 508223 w 829568"/>
              <a:gd name="connsiteY137" fmla="*/ 618051 h 797705"/>
              <a:gd name="connsiteX138" fmla="*/ 490008 w 829568"/>
              <a:gd name="connsiteY138" fmla="*/ 640778 h 797705"/>
              <a:gd name="connsiteX139" fmla="*/ 464962 w 829568"/>
              <a:gd name="connsiteY139" fmla="*/ 631687 h 797705"/>
              <a:gd name="connsiteX140" fmla="*/ 451300 w 829568"/>
              <a:gd name="connsiteY140" fmla="*/ 624869 h 797705"/>
              <a:gd name="connsiteX141" fmla="*/ 423977 w 829568"/>
              <a:gd name="connsiteY141" fmla="*/ 638506 h 797705"/>
              <a:gd name="connsiteX142" fmla="*/ 414870 w 829568"/>
              <a:gd name="connsiteY142" fmla="*/ 643051 h 797705"/>
              <a:gd name="connsiteX143" fmla="*/ 398931 w 829568"/>
              <a:gd name="connsiteY143" fmla="*/ 645324 h 797705"/>
              <a:gd name="connsiteX144" fmla="*/ 394378 w 829568"/>
              <a:gd name="connsiteY144" fmla="*/ 652142 h 797705"/>
              <a:gd name="connsiteX145" fmla="*/ 373885 w 829568"/>
              <a:gd name="connsiteY145" fmla="*/ 654415 h 797705"/>
              <a:gd name="connsiteX146" fmla="*/ 353393 w 829568"/>
              <a:gd name="connsiteY146" fmla="*/ 661233 h 797705"/>
              <a:gd name="connsiteX147" fmla="*/ 344285 w 829568"/>
              <a:gd name="connsiteY147" fmla="*/ 683960 h 797705"/>
              <a:gd name="connsiteX148" fmla="*/ 346559 w 829568"/>
              <a:gd name="connsiteY148" fmla="*/ 695305 h 797705"/>
              <a:gd name="connsiteX149" fmla="*/ 346890 w 829568"/>
              <a:gd name="connsiteY149" fmla="*/ 695371 h 797705"/>
              <a:gd name="connsiteX150" fmla="*/ 349169 w 829568"/>
              <a:gd name="connsiteY150" fmla="*/ 697639 h 797705"/>
              <a:gd name="connsiteX151" fmla="*/ 349169 w 829568"/>
              <a:gd name="connsiteY151" fmla="*/ 708981 h 797705"/>
              <a:gd name="connsiteX152" fmla="*/ 349169 w 829568"/>
              <a:gd name="connsiteY152" fmla="*/ 713518 h 797705"/>
              <a:gd name="connsiteX153" fmla="*/ 346890 w 829568"/>
              <a:gd name="connsiteY153" fmla="*/ 724861 h 797705"/>
              <a:gd name="connsiteX154" fmla="*/ 340053 w 829568"/>
              <a:gd name="connsiteY154" fmla="*/ 722592 h 797705"/>
              <a:gd name="connsiteX155" fmla="*/ 317264 w 829568"/>
              <a:gd name="connsiteY155" fmla="*/ 720324 h 797705"/>
              <a:gd name="connsiteX156" fmla="*/ 312706 w 829568"/>
              <a:gd name="connsiteY156" fmla="*/ 718055 h 797705"/>
              <a:gd name="connsiteX157" fmla="*/ 303590 w 829568"/>
              <a:gd name="connsiteY157" fmla="*/ 724861 h 797705"/>
              <a:gd name="connsiteX158" fmla="*/ 294474 w 829568"/>
              <a:gd name="connsiteY158" fmla="*/ 731666 h 797705"/>
              <a:gd name="connsiteX159" fmla="*/ 289916 w 829568"/>
              <a:gd name="connsiteY159" fmla="*/ 738471 h 797705"/>
              <a:gd name="connsiteX160" fmla="*/ 289916 w 829568"/>
              <a:gd name="connsiteY160" fmla="*/ 752082 h 797705"/>
              <a:gd name="connsiteX161" fmla="*/ 280800 w 829568"/>
              <a:gd name="connsiteY161" fmla="*/ 740740 h 797705"/>
              <a:gd name="connsiteX162" fmla="*/ 278521 w 829568"/>
              <a:gd name="connsiteY162" fmla="*/ 738471 h 797705"/>
              <a:gd name="connsiteX163" fmla="*/ 278521 w 829568"/>
              <a:gd name="connsiteY163" fmla="*/ 743008 h 797705"/>
              <a:gd name="connsiteX164" fmla="*/ 276242 w 829568"/>
              <a:gd name="connsiteY164" fmla="*/ 749814 h 797705"/>
              <a:gd name="connsiteX165" fmla="*/ 269405 w 829568"/>
              <a:gd name="connsiteY165" fmla="*/ 761156 h 797705"/>
              <a:gd name="connsiteX166" fmla="*/ 232942 w 829568"/>
              <a:gd name="connsiteY166" fmla="*/ 749814 h 797705"/>
              <a:gd name="connsiteX167" fmla="*/ 230663 w 829568"/>
              <a:gd name="connsiteY167" fmla="*/ 754351 h 797705"/>
              <a:gd name="connsiteX168" fmla="*/ 203316 w 829568"/>
              <a:gd name="connsiteY168" fmla="*/ 754351 h 797705"/>
              <a:gd name="connsiteX169" fmla="*/ 180526 w 829568"/>
              <a:gd name="connsiteY169" fmla="*/ 761156 h 797705"/>
              <a:gd name="connsiteX170" fmla="*/ 169131 w 829568"/>
              <a:gd name="connsiteY170" fmla="*/ 767961 h 797705"/>
              <a:gd name="connsiteX171" fmla="*/ 157736 w 829568"/>
              <a:gd name="connsiteY171" fmla="*/ 783841 h 797705"/>
              <a:gd name="connsiteX172" fmla="*/ 137226 w 829568"/>
              <a:gd name="connsiteY172" fmla="*/ 797451 h 797705"/>
              <a:gd name="connsiteX173" fmla="*/ 128110 w 829568"/>
              <a:gd name="connsiteY173" fmla="*/ 786109 h 797705"/>
              <a:gd name="connsiteX174" fmla="*/ 121273 w 829568"/>
              <a:gd name="connsiteY174" fmla="*/ 792914 h 797705"/>
              <a:gd name="connsiteX175" fmla="*/ 93925 w 829568"/>
              <a:gd name="connsiteY175" fmla="*/ 790646 h 797705"/>
              <a:gd name="connsiteX176" fmla="*/ 68857 w 829568"/>
              <a:gd name="connsiteY176" fmla="*/ 790646 h 797705"/>
              <a:gd name="connsiteX177" fmla="*/ 57462 w 829568"/>
              <a:gd name="connsiteY177" fmla="*/ 792914 h 797705"/>
              <a:gd name="connsiteX178" fmla="*/ 46067 w 829568"/>
              <a:gd name="connsiteY178" fmla="*/ 788377 h 797705"/>
              <a:gd name="connsiteX179" fmla="*/ 25556 w 829568"/>
              <a:gd name="connsiteY179" fmla="*/ 786109 h 797705"/>
              <a:gd name="connsiteX180" fmla="*/ 25556 w 829568"/>
              <a:gd name="connsiteY180" fmla="*/ 783841 h 797705"/>
              <a:gd name="connsiteX181" fmla="*/ 27835 w 829568"/>
              <a:gd name="connsiteY181" fmla="*/ 777035 h 797705"/>
              <a:gd name="connsiteX182" fmla="*/ 25556 w 829568"/>
              <a:gd name="connsiteY182" fmla="*/ 774767 h 797705"/>
              <a:gd name="connsiteX183" fmla="*/ 43788 w 829568"/>
              <a:gd name="connsiteY183" fmla="*/ 770230 h 797705"/>
              <a:gd name="connsiteX184" fmla="*/ 48346 w 829568"/>
              <a:gd name="connsiteY184" fmla="*/ 699908 h 797705"/>
              <a:gd name="connsiteX185" fmla="*/ 5046 w 829568"/>
              <a:gd name="connsiteY185" fmla="*/ 670418 h 797705"/>
              <a:gd name="connsiteX186" fmla="*/ 30114 w 829568"/>
              <a:gd name="connsiteY186" fmla="*/ 615975 h 797705"/>
              <a:gd name="connsiteX187" fmla="*/ 41509 w 829568"/>
              <a:gd name="connsiteY187" fmla="*/ 600095 h 797705"/>
              <a:gd name="connsiteX188" fmla="*/ 34672 w 829568"/>
              <a:gd name="connsiteY188" fmla="*/ 581948 h 797705"/>
              <a:gd name="connsiteX189" fmla="*/ 41509 w 829568"/>
              <a:gd name="connsiteY189" fmla="*/ 554726 h 797705"/>
              <a:gd name="connsiteX190" fmla="*/ 16441 w 829568"/>
              <a:gd name="connsiteY190" fmla="*/ 543384 h 797705"/>
              <a:gd name="connsiteX191" fmla="*/ 34672 w 829568"/>
              <a:gd name="connsiteY191" fmla="*/ 541115 h 797705"/>
              <a:gd name="connsiteX192" fmla="*/ 41498 w 829568"/>
              <a:gd name="connsiteY192" fmla="*/ 541115 h 797705"/>
              <a:gd name="connsiteX193" fmla="*/ 39341 w 829568"/>
              <a:gd name="connsiteY193" fmla="*/ 528176 h 797705"/>
              <a:gd name="connsiteX194" fmla="*/ 86966 w 829568"/>
              <a:gd name="connsiteY194" fmla="*/ 494839 h 797705"/>
              <a:gd name="connsiteX195" fmla="*/ 65409 w 829568"/>
              <a:gd name="connsiteY195" fmla="*/ 464300 h 797705"/>
              <a:gd name="connsiteX196" fmla="*/ 62429 w 829568"/>
              <a:gd name="connsiteY196" fmla="*/ 465726 h 797705"/>
              <a:gd name="connsiteX197" fmla="*/ 62429 w 829568"/>
              <a:gd name="connsiteY197" fmla="*/ 467991 h 797705"/>
              <a:gd name="connsiteX198" fmla="*/ 57874 w 829568"/>
              <a:gd name="connsiteY198" fmla="*/ 470256 h 797705"/>
              <a:gd name="connsiteX199" fmla="*/ 48763 w 829568"/>
              <a:gd name="connsiteY199" fmla="*/ 472522 h 797705"/>
              <a:gd name="connsiteX200" fmla="*/ 35096 w 829568"/>
              <a:gd name="connsiteY200" fmla="*/ 467991 h 797705"/>
              <a:gd name="connsiteX201" fmla="*/ 32818 w 829568"/>
              <a:gd name="connsiteY201" fmla="*/ 449871 h 797705"/>
              <a:gd name="connsiteX202" fmla="*/ 55596 w 829568"/>
              <a:gd name="connsiteY202" fmla="*/ 418160 h 797705"/>
              <a:gd name="connsiteX203" fmla="*/ 55596 w 829568"/>
              <a:gd name="connsiteY203" fmla="*/ 404569 h 797705"/>
              <a:gd name="connsiteX204" fmla="*/ 48763 w 829568"/>
              <a:gd name="connsiteY204" fmla="*/ 372858 h 797705"/>
              <a:gd name="connsiteX205" fmla="*/ 41929 w 829568"/>
              <a:gd name="connsiteY205" fmla="*/ 354737 h 797705"/>
              <a:gd name="connsiteX206" fmla="*/ 41929 w 829568"/>
              <a:gd name="connsiteY206" fmla="*/ 320761 h 797705"/>
              <a:gd name="connsiteX207" fmla="*/ 41929 w 829568"/>
              <a:gd name="connsiteY207" fmla="*/ 300375 h 797705"/>
              <a:gd name="connsiteX208" fmla="*/ 44207 w 829568"/>
              <a:gd name="connsiteY208" fmla="*/ 302640 h 797705"/>
              <a:gd name="connsiteX209" fmla="*/ 57934 w 829568"/>
              <a:gd name="connsiteY209" fmla="*/ 312196 h 797705"/>
              <a:gd name="connsiteX210" fmla="*/ 58242 w 829568"/>
              <a:gd name="connsiteY210" fmla="*/ 311394 h 797705"/>
              <a:gd name="connsiteX211" fmla="*/ 56256 w 829568"/>
              <a:gd name="connsiteY211" fmla="*/ 310012 h 797705"/>
              <a:gd name="connsiteX212" fmla="*/ 44300 w 829568"/>
              <a:gd name="connsiteY212" fmla="*/ 302367 h 797705"/>
              <a:gd name="connsiteX213" fmla="*/ 42022 w 829568"/>
              <a:gd name="connsiteY213" fmla="*/ 300102 h 797705"/>
              <a:gd name="connsiteX214" fmla="*/ 44300 w 829568"/>
              <a:gd name="connsiteY214" fmla="*/ 291042 h 797705"/>
              <a:gd name="connsiteX215" fmla="*/ 78462 w 829568"/>
              <a:gd name="connsiteY215" fmla="*/ 259331 h 797705"/>
              <a:gd name="connsiteX216" fmla="*/ 92126 w 829568"/>
              <a:gd name="connsiteY216" fmla="*/ 232149 h 797705"/>
              <a:gd name="connsiteX217" fmla="*/ 114901 w 829568"/>
              <a:gd name="connsiteY217" fmla="*/ 211764 h 797705"/>
              <a:gd name="connsiteX218" fmla="*/ 108638 w 829568"/>
              <a:gd name="connsiteY218" fmla="*/ 204968 h 797705"/>
              <a:gd name="connsiteX219" fmla="*/ 92261 w 829568"/>
              <a:gd name="connsiteY219" fmla="*/ 198228 h 797705"/>
              <a:gd name="connsiteX220" fmla="*/ 91806 w 829568"/>
              <a:gd name="connsiteY220" fmla="*/ 198355 h 797705"/>
              <a:gd name="connsiteX221" fmla="*/ 84968 w 829568"/>
              <a:gd name="connsiteY221" fmla="*/ 193807 h 797705"/>
              <a:gd name="connsiteX222" fmla="*/ 94086 w 829568"/>
              <a:gd name="connsiteY222" fmla="*/ 155145 h 797705"/>
              <a:gd name="connsiteX223" fmla="*/ 135114 w 829568"/>
              <a:gd name="connsiteY223" fmla="*/ 127854 h 797705"/>
              <a:gd name="connsiteX224" fmla="*/ 160186 w 829568"/>
              <a:gd name="connsiteY224" fmla="*/ 134677 h 797705"/>
              <a:gd name="connsiteX225" fmla="*/ 160186 w 829568"/>
              <a:gd name="connsiteY225" fmla="*/ 109660 h 797705"/>
              <a:gd name="connsiteX226" fmla="*/ 187538 w 829568"/>
              <a:gd name="connsiteY226" fmla="*/ 82369 h 797705"/>
              <a:gd name="connsiteX227" fmla="*/ 187538 w 829568"/>
              <a:gd name="connsiteY227" fmla="*/ 48256 h 797705"/>
              <a:gd name="connsiteX228" fmla="*/ 190103 w 829568"/>
              <a:gd name="connsiteY228"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36185 w 829568"/>
              <a:gd name="connsiteY47" fmla="*/ 327131 h 797705"/>
              <a:gd name="connsiteX48" fmla="*/ 640908 w 829568"/>
              <a:gd name="connsiteY48" fmla="*/ 343397 h 797705"/>
              <a:gd name="connsiteX49" fmla="*/ 656819 w 829568"/>
              <a:gd name="connsiteY49" fmla="*/ 329788 h 797705"/>
              <a:gd name="connsiteX50" fmla="*/ 672730 w 829568"/>
              <a:gd name="connsiteY50" fmla="*/ 347933 h 797705"/>
              <a:gd name="connsiteX51" fmla="*/ 679549 w 829568"/>
              <a:gd name="connsiteY51" fmla="*/ 366077 h 797705"/>
              <a:gd name="connsiteX52" fmla="*/ 686368 w 829568"/>
              <a:gd name="connsiteY52" fmla="*/ 418243 h 797705"/>
              <a:gd name="connsiteX53" fmla="*/ 736375 w 829568"/>
              <a:gd name="connsiteY53" fmla="*/ 413707 h 797705"/>
              <a:gd name="connsiteX54" fmla="*/ 756832 w 829568"/>
              <a:gd name="connsiteY54" fmla="*/ 420511 h 797705"/>
              <a:gd name="connsiteX55" fmla="*/ 765924 w 829568"/>
              <a:gd name="connsiteY55" fmla="*/ 406903 h 797705"/>
              <a:gd name="connsiteX56" fmla="*/ 829568 w 829568"/>
              <a:gd name="connsiteY56" fmla="*/ 397830 h 797705"/>
              <a:gd name="connsiteX57" fmla="*/ 829568 w 829568"/>
              <a:gd name="connsiteY57" fmla="*/ 413707 h 797705"/>
              <a:gd name="connsiteX58" fmla="*/ 827295 w 829568"/>
              <a:gd name="connsiteY58" fmla="*/ 422779 h 797705"/>
              <a:gd name="connsiteX59" fmla="*/ 822749 w 829568"/>
              <a:gd name="connsiteY59" fmla="*/ 427315 h 797705"/>
              <a:gd name="connsiteX60" fmla="*/ 815930 w 829568"/>
              <a:gd name="connsiteY60" fmla="*/ 427315 h 797705"/>
              <a:gd name="connsiteX61" fmla="*/ 809111 w 829568"/>
              <a:gd name="connsiteY61" fmla="*/ 443192 h 797705"/>
              <a:gd name="connsiteX62" fmla="*/ 802292 w 829568"/>
              <a:gd name="connsiteY62" fmla="*/ 452264 h 797705"/>
              <a:gd name="connsiteX63" fmla="*/ 800019 w 829568"/>
              <a:gd name="connsiteY63" fmla="*/ 459068 h 797705"/>
              <a:gd name="connsiteX64" fmla="*/ 800019 w 829568"/>
              <a:gd name="connsiteY64" fmla="*/ 470408 h 797705"/>
              <a:gd name="connsiteX65" fmla="*/ 800019 w 829568"/>
              <a:gd name="connsiteY65" fmla="*/ 481749 h 797705"/>
              <a:gd name="connsiteX66" fmla="*/ 784108 w 829568"/>
              <a:gd name="connsiteY66" fmla="*/ 477212 h 797705"/>
              <a:gd name="connsiteX67" fmla="*/ 777289 w 829568"/>
              <a:gd name="connsiteY67" fmla="*/ 477212 h 797705"/>
              <a:gd name="connsiteX68" fmla="*/ 770470 w 829568"/>
              <a:gd name="connsiteY68" fmla="*/ 481749 h 797705"/>
              <a:gd name="connsiteX69" fmla="*/ 768197 w 829568"/>
              <a:gd name="connsiteY69" fmla="*/ 488553 h 797705"/>
              <a:gd name="connsiteX70" fmla="*/ 750013 w 829568"/>
              <a:gd name="connsiteY70" fmla="*/ 497625 h 797705"/>
              <a:gd name="connsiteX71" fmla="*/ 745467 w 829568"/>
              <a:gd name="connsiteY71" fmla="*/ 490821 h 797705"/>
              <a:gd name="connsiteX72" fmla="*/ 740921 w 829568"/>
              <a:gd name="connsiteY72" fmla="*/ 493089 h 797705"/>
              <a:gd name="connsiteX73" fmla="*/ 738648 w 829568"/>
              <a:gd name="connsiteY73" fmla="*/ 499893 h 797705"/>
              <a:gd name="connsiteX74" fmla="*/ 738648 w 829568"/>
              <a:gd name="connsiteY74" fmla="*/ 502161 h 797705"/>
              <a:gd name="connsiteX75" fmla="*/ 725010 w 829568"/>
              <a:gd name="connsiteY75" fmla="*/ 504429 h 797705"/>
              <a:gd name="connsiteX76" fmla="*/ 715918 w 829568"/>
              <a:gd name="connsiteY76" fmla="*/ 508965 h 797705"/>
              <a:gd name="connsiteX77" fmla="*/ 715918 w 829568"/>
              <a:gd name="connsiteY77" fmla="*/ 520306 h 797705"/>
              <a:gd name="connsiteX78" fmla="*/ 713645 w 829568"/>
              <a:gd name="connsiteY78" fmla="*/ 522574 h 797705"/>
              <a:gd name="connsiteX79" fmla="*/ 693188 w 829568"/>
              <a:gd name="connsiteY79" fmla="*/ 527110 h 797705"/>
              <a:gd name="connsiteX80" fmla="*/ 677276 w 829568"/>
              <a:gd name="connsiteY80" fmla="*/ 531646 h 797705"/>
              <a:gd name="connsiteX81" fmla="*/ 668184 w 829568"/>
              <a:gd name="connsiteY81" fmla="*/ 527110 h 797705"/>
              <a:gd name="connsiteX82" fmla="*/ 665911 w 829568"/>
              <a:gd name="connsiteY82" fmla="*/ 529378 h 797705"/>
              <a:gd name="connsiteX83" fmla="*/ 665911 w 829568"/>
              <a:gd name="connsiteY83" fmla="*/ 538450 h 797705"/>
              <a:gd name="connsiteX84" fmla="*/ 659092 w 829568"/>
              <a:gd name="connsiteY84" fmla="*/ 540718 h 797705"/>
              <a:gd name="connsiteX85" fmla="*/ 659092 w 829568"/>
              <a:gd name="connsiteY85" fmla="*/ 545254 h 797705"/>
              <a:gd name="connsiteX86" fmla="*/ 659092 w 829568"/>
              <a:gd name="connsiteY86" fmla="*/ 556595 h 797705"/>
              <a:gd name="connsiteX87" fmla="*/ 656819 w 829568"/>
              <a:gd name="connsiteY87" fmla="*/ 561131 h 797705"/>
              <a:gd name="connsiteX88" fmla="*/ 652273 w 829568"/>
              <a:gd name="connsiteY88" fmla="*/ 561131 h 797705"/>
              <a:gd name="connsiteX89" fmla="*/ 650000 w 829568"/>
              <a:gd name="connsiteY89" fmla="*/ 561131 h 797705"/>
              <a:gd name="connsiteX90" fmla="*/ 618178 w 829568"/>
              <a:gd name="connsiteY90" fmla="*/ 552058 h 797705"/>
              <a:gd name="connsiteX91" fmla="*/ 618178 w 829568"/>
              <a:gd name="connsiteY91" fmla="*/ 549790 h 797705"/>
              <a:gd name="connsiteX92" fmla="*/ 609086 w 829568"/>
              <a:gd name="connsiteY92" fmla="*/ 542986 h 797705"/>
              <a:gd name="connsiteX93" fmla="*/ 599994 w 829568"/>
              <a:gd name="connsiteY93" fmla="*/ 547522 h 797705"/>
              <a:gd name="connsiteX94" fmla="*/ 590902 w 829568"/>
              <a:gd name="connsiteY94" fmla="*/ 554327 h 797705"/>
              <a:gd name="connsiteX95" fmla="*/ 579537 w 829568"/>
              <a:gd name="connsiteY95" fmla="*/ 563399 h 797705"/>
              <a:gd name="connsiteX96" fmla="*/ 574991 w 829568"/>
              <a:gd name="connsiteY96" fmla="*/ 556595 h 797705"/>
              <a:gd name="connsiteX97" fmla="*/ 570445 w 829568"/>
              <a:gd name="connsiteY97" fmla="*/ 558863 h 797705"/>
              <a:gd name="connsiteX98" fmla="*/ 568172 w 829568"/>
              <a:gd name="connsiteY98" fmla="*/ 563399 h 797705"/>
              <a:gd name="connsiteX99" fmla="*/ 568172 w 829568"/>
              <a:gd name="connsiteY99" fmla="*/ 565667 h 797705"/>
              <a:gd name="connsiteX100" fmla="*/ 568172 w 829568"/>
              <a:gd name="connsiteY100" fmla="*/ 570203 h 797705"/>
              <a:gd name="connsiteX101" fmla="*/ 565899 w 829568"/>
              <a:gd name="connsiteY101" fmla="*/ 572471 h 797705"/>
              <a:gd name="connsiteX102" fmla="*/ 565899 w 829568"/>
              <a:gd name="connsiteY102" fmla="*/ 574739 h 797705"/>
              <a:gd name="connsiteX103" fmla="*/ 581810 w 829568"/>
              <a:gd name="connsiteY103" fmla="*/ 581543 h 797705"/>
              <a:gd name="connsiteX104" fmla="*/ 586356 w 829568"/>
              <a:gd name="connsiteY104" fmla="*/ 586079 h 797705"/>
              <a:gd name="connsiteX105" fmla="*/ 590902 w 829568"/>
              <a:gd name="connsiteY105" fmla="*/ 579275 h 797705"/>
              <a:gd name="connsiteX106" fmla="*/ 597721 w 829568"/>
              <a:gd name="connsiteY106" fmla="*/ 583811 h 797705"/>
              <a:gd name="connsiteX107" fmla="*/ 599994 w 829568"/>
              <a:gd name="connsiteY107" fmla="*/ 579275 h 797705"/>
              <a:gd name="connsiteX108" fmla="*/ 606813 w 829568"/>
              <a:gd name="connsiteY108" fmla="*/ 588347 h 797705"/>
              <a:gd name="connsiteX109" fmla="*/ 606813 w 829568"/>
              <a:gd name="connsiteY109" fmla="*/ 590616 h 797705"/>
              <a:gd name="connsiteX110" fmla="*/ 602267 w 829568"/>
              <a:gd name="connsiteY110" fmla="*/ 601956 h 797705"/>
              <a:gd name="connsiteX111" fmla="*/ 604540 w 829568"/>
              <a:gd name="connsiteY111" fmla="*/ 606492 h 797705"/>
              <a:gd name="connsiteX112" fmla="*/ 609086 w 829568"/>
              <a:gd name="connsiteY112" fmla="*/ 611028 h 797705"/>
              <a:gd name="connsiteX113" fmla="*/ 606813 w 829568"/>
              <a:gd name="connsiteY113" fmla="*/ 613296 h 797705"/>
              <a:gd name="connsiteX114" fmla="*/ 588629 w 829568"/>
              <a:gd name="connsiteY114" fmla="*/ 613296 h 797705"/>
              <a:gd name="connsiteX115" fmla="*/ 572718 w 829568"/>
              <a:gd name="connsiteY115" fmla="*/ 597420 h 797705"/>
              <a:gd name="connsiteX116" fmla="*/ 568172 w 829568"/>
              <a:gd name="connsiteY116" fmla="*/ 606492 h 797705"/>
              <a:gd name="connsiteX117" fmla="*/ 561353 w 829568"/>
              <a:gd name="connsiteY117" fmla="*/ 597420 h 797705"/>
              <a:gd name="connsiteX118" fmla="*/ 556807 w 829568"/>
              <a:gd name="connsiteY118" fmla="*/ 592884 h 797705"/>
              <a:gd name="connsiteX119" fmla="*/ 540896 w 829568"/>
              <a:gd name="connsiteY119" fmla="*/ 570203 h 797705"/>
              <a:gd name="connsiteX120" fmla="*/ 529530 w 829568"/>
              <a:gd name="connsiteY120" fmla="*/ 565667 h 797705"/>
              <a:gd name="connsiteX121" fmla="*/ 518165 w 829568"/>
              <a:gd name="connsiteY121" fmla="*/ 572471 h 797705"/>
              <a:gd name="connsiteX122" fmla="*/ 509073 w 829568"/>
              <a:gd name="connsiteY122" fmla="*/ 577007 h 797705"/>
              <a:gd name="connsiteX123" fmla="*/ 506800 w 829568"/>
              <a:gd name="connsiteY123" fmla="*/ 574739 h 797705"/>
              <a:gd name="connsiteX124" fmla="*/ 504527 w 829568"/>
              <a:gd name="connsiteY124" fmla="*/ 574739 h 797705"/>
              <a:gd name="connsiteX125" fmla="*/ 504527 w 829568"/>
              <a:gd name="connsiteY125" fmla="*/ 570324 h 797705"/>
              <a:gd name="connsiteX126" fmla="*/ 503669 w 829568"/>
              <a:gd name="connsiteY126" fmla="*/ 570324 h 797705"/>
              <a:gd name="connsiteX127" fmla="*/ 503669 w 829568"/>
              <a:gd name="connsiteY127" fmla="*/ 574870 h 797705"/>
              <a:gd name="connsiteX128" fmla="*/ 505946 w 829568"/>
              <a:gd name="connsiteY128" fmla="*/ 577143 h 797705"/>
              <a:gd name="connsiteX129" fmla="*/ 505946 w 829568"/>
              <a:gd name="connsiteY129" fmla="*/ 579415 h 797705"/>
              <a:gd name="connsiteX130" fmla="*/ 505946 w 829568"/>
              <a:gd name="connsiteY130" fmla="*/ 581688 h 797705"/>
              <a:gd name="connsiteX131" fmla="*/ 496839 w 829568"/>
              <a:gd name="connsiteY131" fmla="*/ 590779 h 797705"/>
              <a:gd name="connsiteX132" fmla="*/ 496839 w 829568"/>
              <a:gd name="connsiteY132" fmla="*/ 595324 h 797705"/>
              <a:gd name="connsiteX133" fmla="*/ 501392 w 829568"/>
              <a:gd name="connsiteY133" fmla="*/ 599870 h 797705"/>
              <a:gd name="connsiteX134" fmla="*/ 510500 w 829568"/>
              <a:gd name="connsiteY134" fmla="*/ 608960 h 797705"/>
              <a:gd name="connsiteX135" fmla="*/ 508223 w 829568"/>
              <a:gd name="connsiteY135" fmla="*/ 613506 h 797705"/>
              <a:gd name="connsiteX136" fmla="*/ 508223 w 829568"/>
              <a:gd name="connsiteY136" fmla="*/ 618051 h 797705"/>
              <a:gd name="connsiteX137" fmla="*/ 490008 w 829568"/>
              <a:gd name="connsiteY137" fmla="*/ 640778 h 797705"/>
              <a:gd name="connsiteX138" fmla="*/ 464962 w 829568"/>
              <a:gd name="connsiteY138" fmla="*/ 631687 h 797705"/>
              <a:gd name="connsiteX139" fmla="*/ 451300 w 829568"/>
              <a:gd name="connsiteY139" fmla="*/ 624869 h 797705"/>
              <a:gd name="connsiteX140" fmla="*/ 423977 w 829568"/>
              <a:gd name="connsiteY140" fmla="*/ 638506 h 797705"/>
              <a:gd name="connsiteX141" fmla="*/ 414870 w 829568"/>
              <a:gd name="connsiteY141" fmla="*/ 643051 h 797705"/>
              <a:gd name="connsiteX142" fmla="*/ 398931 w 829568"/>
              <a:gd name="connsiteY142" fmla="*/ 645324 h 797705"/>
              <a:gd name="connsiteX143" fmla="*/ 394378 w 829568"/>
              <a:gd name="connsiteY143" fmla="*/ 652142 h 797705"/>
              <a:gd name="connsiteX144" fmla="*/ 373885 w 829568"/>
              <a:gd name="connsiteY144" fmla="*/ 654415 h 797705"/>
              <a:gd name="connsiteX145" fmla="*/ 353393 w 829568"/>
              <a:gd name="connsiteY145" fmla="*/ 661233 h 797705"/>
              <a:gd name="connsiteX146" fmla="*/ 344285 w 829568"/>
              <a:gd name="connsiteY146" fmla="*/ 683960 h 797705"/>
              <a:gd name="connsiteX147" fmla="*/ 346559 w 829568"/>
              <a:gd name="connsiteY147" fmla="*/ 695305 h 797705"/>
              <a:gd name="connsiteX148" fmla="*/ 346890 w 829568"/>
              <a:gd name="connsiteY148" fmla="*/ 695371 h 797705"/>
              <a:gd name="connsiteX149" fmla="*/ 349169 w 829568"/>
              <a:gd name="connsiteY149" fmla="*/ 697639 h 797705"/>
              <a:gd name="connsiteX150" fmla="*/ 349169 w 829568"/>
              <a:gd name="connsiteY150" fmla="*/ 708981 h 797705"/>
              <a:gd name="connsiteX151" fmla="*/ 349169 w 829568"/>
              <a:gd name="connsiteY151" fmla="*/ 713518 h 797705"/>
              <a:gd name="connsiteX152" fmla="*/ 346890 w 829568"/>
              <a:gd name="connsiteY152" fmla="*/ 724861 h 797705"/>
              <a:gd name="connsiteX153" fmla="*/ 340053 w 829568"/>
              <a:gd name="connsiteY153" fmla="*/ 722592 h 797705"/>
              <a:gd name="connsiteX154" fmla="*/ 317264 w 829568"/>
              <a:gd name="connsiteY154" fmla="*/ 720324 h 797705"/>
              <a:gd name="connsiteX155" fmla="*/ 312706 w 829568"/>
              <a:gd name="connsiteY155" fmla="*/ 718055 h 797705"/>
              <a:gd name="connsiteX156" fmla="*/ 303590 w 829568"/>
              <a:gd name="connsiteY156" fmla="*/ 724861 h 797705"/>
              <a:gd name="connsiteX157" fmla="*/ 294474 w 829568"/>
              <a:gd name="connsiteY157" fmla="*/ 731666 h 797705"/>
              <a:gd name="connsiteX158" fmla="*/ 289916 w 829568"/>
              <a:gd name="connsiteY158" fmla="*/ 738471 h 797705"/>
              <a:gd name="connsiteX159" fmla="*/ 289916 w 829568"/>
              <a:gd name="connsiteY159" fmla="*/ 752082 h 797705"/>
              <a:gd name="connsiteX160" fmla="*/ 280800 w 829568"/>
              <a:gd name="connsiteY160" fmla="*/ 740740 h 797705"/>
              <a:gd name="connsiteX161" fmla="*/ 278521 w 829568"/>
              <a:gd name="connsiteY161" fmla="*/ 738471 h 797705"/>
              <a:gd name="connsiteX162" fmla="*/ 278521 w 829568"/>
              <a:gd name="connsiteY162" fmla="*/ 743008 h 797705"/>
              <a:gd name="connsiteX163" fmla="*/ 276242 w 829568"/>
              <a:gd name="connsiteY163" fmla="*/ 749814 h 797705"/>
              <a:gd name="connsiteX164" fmla="*/ 269405 w 829568"/>
              <a:gd name="connsiteY164" fmla="*/ 761156 h 797705"/>
              <a:gd name="connsiteX165" fmla="*/ 232942 w 829568"/>
              <a:gd name="connsiteY165" fmla="*/ 749814 h 797705"/>
              <a:gd name="connsiteX166" fmla="*/ 230663 w 829568"/>
              <a:gd name="connsiteY166" fmla="*/ 754351 h 797705"/>
              <a:gd name="connsiteX167" fmla="*/ 203316 w 829568"/>
              <a:gd name="connsiteY167" fmla="*/ 754351 h 797705"/>
              <a:gd name="connsiteX168" fmla="*/ 180526 w 829568"/>
              <a:gd name="connsiteY168" fmla="*/ 761156 h 797705"/>
              <a:gd name="connsiteX169" fmla="*/ 169131 w 829568"/>
              <a:gd name="connsiteY169" fmla="*/ 767961 h 797705"/>
              <a:gd name="connsiteX170" fmla="*/ 157736 w 829568"/>
              <a:gd name="connsiteY170" fmla="*/ 783841 h 797705"/>
              <a:gd name="connsiteX171" fmla="*/ 137226 w 829568"/>
              <a:gd name="connsiteY171" fmla="*/ 797451 h 797705"/>
              <a:gd name="connsiteX172" fmla="*/ 128110 w 829568"/>
              <a:gd name="connsiteY172" fmla="*/ 786109 h 797705"/>
              <a:gd name="connsiteX173" fmla="*/ 121273 w 829568"/>
              <a:gd name="connsiteY173" fmla="*/ 792914 h 797705"/>
              <a:gd name="connsiteX174" fmla="*/ 93925 w 829568"/>
              <a:gd name="connsiteY174" fmla="*/ 790646 h 797705"/>
              <a:gd name="connsiteX175" fmla="*/ 68857 w 829568"/>
              <a:gd name="connsiteY175" fmla="*/ 790646 h 797705"/>
              <a:gd name="connsiteX176" fmla="*/ 57462 w 829568"/>
              <a:gd name="connsiteY176" fmla="*/ 792914 h 797705"/>
              <a:gd name="connsiteX177" fmla="*/ 46067 w 829568"/>
              <a:gd name="connsiteY177" fmla="*/ 788377 h 797705"/>
              <a:gd name="connsiteX178" fmla="*/ 25556 w 829568"/>
              <a:gd name="connsiteY178" fmla="*/ 786109 h 797705"/>
              <a:gd name="connsiteX179" fmla="*/ 25556 w 829568"/>
              <a:gd name="connsiteY179" fmla="*/ 783841 h 797705"/>
              <a:gd name="connsiteX180" fmla="*/ 27835 w 829568"/>
              <a:gd name="connsiteY180" fmla="*/ 777035 h 797705"/>
              <a:gd name="connsiteX181" fmla="*/ 25556 w 829568"/>
              <a:gd name="connsiteY181" fmla="*/ 774767 h 797705"/>
              <a:gd name="connsiteX182" fmla="*/ 43788 w 829568"/>
              <a:gd name="connsiteY182" fmla="*/ 770230 h 797705"/>
              <a:gd name="connsiteX183" fmla="*/ 48346 w 829568"/>
              <a:gd name="connsiteY183" fmla="*/ 699908 h 797705"/>
              <a:gd name="connsiteX184" fmla="*/ 5046 w 829568"/>
              <a:gd name="connsiteY184" fmla="*/ 670418 h 797705"/>
              <a:gd name="connsiteX185" fmla="*/ 30114 w 829568"/>
              <a:gd name="connsiteY185" fmla="*/ 615975 h 797705"/>
              <a:gd name="connsiteX186" fmla="*/ 41509 w 829568"/>
              <a:gd name="connsiteY186" fmla="*/ 600095 h 797705"/>
              <a:gd name="connsiteX187" fmla="*/ 34672 w 829568"/>
              <a:gd name="connsiteY187" fmla="*/ 581948 h 797705"/>
              <a:gd name="connsiteX188" fmla="*/ 41509 w 829568"/>
              <a:gd name="connsiteY188" fmla="*/ 554726 h 797705"/>
              <a:gd name="connsiteX189" fmla="*/ 16441 w 829568"/>
              <a:gd name="connsiteY189" fmla="*/ 543384 h 797705"/>
              <a:gd name="connsiteX190" fmla="*/ 34672 w 829568"/>
              <a:gd name="connsiteY190" fmla="*/ 541115 h 797705"/>
              <a:gd name="connsiteX191" fmla="*/ 41498 w 829568"/>
              <a:gd name="connsiteY191" fmla="*/ 541115 h 797705"/>
              <a:gd name="connsiteX192" fmla="*/ 39341 w 829568"/>
              <a:gd name="connsiteY192" fmla="*/ 528176 h 797705"/>
              <a:gd name="connsiteX193" fmla="*/ 86966 w 829568"/>
              <a:gd name="connsiteY193" fmla="*/ 494839 h 797705"/>
              <a:gd name="connsiteX194" fmla="*/ 65409 w 829568"/>
              <a:gd name="connsiteY194" fmla="*/ 464300 h 797705"/>
              <a:gd name="connsiteX195" fmla="*/ 62429 w 829568"/>
              <a:gd name="connsiteY195" fmla="*/ 465726 h 797705"/>
              <a:gd name="connsiteX196" fmla="*/ 62429 w 829568"/>
              <a:gd name="connsiteY196" fmla="*/ 467991 h 797705"/>
              <a:gd name="connsiteX197" fmla="*/ 57874 w 829568"/>
              <a:gd name="connsiteY197" fmla="*/ 470256 h 797705"/>
              <a:gd name="connsiteX198" fmla="*/ 48763 w 829568"/>
              <a:gd name="connsiteY198" fmla="*/ 472522 h 797705"/>
              <a:gd name="connsiteX199" fmla="*/ 35096 w 829568"/>
              <a:gd name="connsiteY199" fmla="*/ 467991 h 797705"/>
              <a:gd name="connsiteX200" fmla="*/ 32818 w 829568"/>
              <a:gd name="connsiteY200" fmla="*/ 449871 h 797705"/>
              <a:gd name="connsiteX201" fmla="*/ 55596 w 829568"/>
              <a:gd name="connsiteY201" fmla="*/ 418160 h 797705"/>
              <a:gd name="connsiteX202" fmla="*/ 55596 w 829568"/>
              <a:gd name="connsiteY202" fmla="*/ 404569 h 797705"/>
              <a:gd name="connsiteX203" fmla="*/ 48763 w 829568"/>
              <a:gd name="connsiteY203" fmla="*/ 372858 h 797705"/>
              <a:gd name="connsiteX204" fmla="*/ 41929 w 829568"/>
              <a:gd name="connsiteY204" fmla="*/ 354737 h 797705"/>
              <a:gd name="connsiteX205" fmla="*/ 41929 w 829568"/>
              <a:gd name="connsiteY205" fmla="*/ 320761 h 797705"/>
              <a:gd name="connsiteX206" fmla="*/ 41929 w 829568"/>
              <a:gd name="connsiteY206" fmla="*/ 300375 h 797705"/>
              <a:gd name="connsiteX207" fmla="*/ 44207 w 829568"/>
              <a:gd name="connsiteY207" fmla="*/ 302640 h 797705"/>
              <a:gd name="connsiteX208" fmla="*/ 57934 w 829568"/>
              <a:gd name="connsiteY208" fmla="*/ 312196 h 797705"/>
              <a:gd name="connsiteX209" fmla="*/ 58242 w 829568"/>
              <a:gd name="connsiteY209" fmla="*/ 311394 h 797705"/>
              <a:gd name="connsiteX210" fmla="*/ 56256 w 829568"/>
              <a:gd name="connsiteY210" fmla="*/ 310012 h 797705"/>
              <a:gd name="connsiteX211" fmla="*/ 44300 w 829568"/>
              <a:gd name="connsiteY211" fmla="*/ 302367 h 797705"/>
              <a:gd name="connsiteX212" fmla="*/ 42022 w 829568"/>
              <a:gd name="connsiteY212" fmla="*/ 300102 h 797705"/>
              <a:gd name="connsiteX213" fmla="*/ 44300 w 829568"/>
              <a:gd name="connsiteY213" fmla="*/ 291042 h 797705"/>
              <a:gd name="connsiteX214" fmla="*/ 78462 w 829568"/>
              <a:gd name="connsiteY214" fmla="*/ 259331 h 797705"/>
              <a:gd name="connsiteX215" fmla="*/ 92126 w 829568"/>
              <a:gd name="connsiteY215" fmla="*/ 232149 h 797705"/>
              <a:gd name="connsiteX216" fmla="*/ 114901 w 829568"/>
              <a:gd name="connsiteY216" fmla="*/ 211764 h 797705"/>
              <a:gd name="connsiteX217" fmla="*/ 108638 w 829568"/>
              <a:gd name="connsiteY217" fmla="*/ 204968 h 797705"/>
              <a:gd name="connsiteX218" fmla="*/ 92261 w 829568"/>
              <a:gd name="connsiteY218" fmla="*/ 198228 h 797705"/>
              <a:gd name="connsiteX219" fmla="*/ 91806 w 829568"/>
              <a:gd name="connsiteY219" fmla="*/ 198355 h 797705"/>
              <a:gd name="connsiteX220" fmla="*/ 84968 w 829568"/>
              <a:gd name="connsiteY220" fmla="*/ 193807 h 797705"/>
              <a:gd name="connsiteX221" fmla="*/ 94086 w 829568"/>
              <a:gd name="connsiteY221" fmla="*/ 155145 h 797705"/>
              <a:gd name="connsiteX222" fmla="*/ 135114 w 829568"/>
              <a:gd name="connsiteY222" fmla="*/ 127854 h 797705"/>
              <a:gd name="connsiteX223" fmla="*/ 160186 w 829568"/>
              <a:gd name="connsiteY223" fmla="*/ 134677 h 797705"/>
              <a:gd name="connsiteX224" fmla="*/ 160186 w 829568"/>
              <a:gd name="connsiteY224" fmla="*/ 109660 h 797705"/>
              <a:gd name="connsiteX225" fmla="*/ 187538 w 829568"/>
              <a:gd name="connsiteY225" fmla="*/ 82369 h 797705"/>
              <a:gd name="connsiteX226" fmla="*/ 187538 w 829568"/>
              <a:gd name="connsiteY226" fmla="*/ 48256 h 797705"/>
              <a:gd name="connsiteX227" fmla="*/ 190103 w 829568"/>
              <a:gd name="connsiteY22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74458 w 829568"/>
              <a:gd name="connsiteY40" fmla="*/ 256788 h 797705"/>
              <a:gd name="connsiteX41" fmla="*/ 583230 w 829568"/>
              <a:gd name="connsiteY41" fmla="*/ 254659 h 797705"/>
              <a:gd name="connsiteX42" fmla="*/ 595448 w 829568"/>
              <a:gd name="connsiteY42" fmla="*/ 250406 h 797705"/>
              <a:gd name="connsiteX43" fmla="*/ 624997 w 829568"/>
              <a:gd name="connsiteY43" fmla="*/ 282159 h 797705"/>
              <a:gd name="connsiteX44" fmla="*/ 637214 w 829568"/>
              <a:gd name="connsiteY44" fmla="*/ 311928 h 797705"/>
              <a:gd name="connsiteX45" fmla="*/ 636731 w 829568"/>
              <a:gd name="connsiteY45" fmla="*/ 319061 h 797705"/>
              <a:gd name="connsiteX46" fmla="*/ 636185 w 829568"/>
              <a:gd name="connsiteY46" fmla="*/ 327131 h 797705"/>
              <a:gd name="connsiteX47" fmla="*/ 640908 w 829568"/>
              <a:gd name="connsiteY47" fmla="*/ 343397 h 797705"/>
              <a:gd name="connsiteX48" fmla="*/ 656819 w 829568"/>
              <a:gd name="connsiteY48" fmla="*/ 329788 h 797705"/>
              <a:gd name="connsiteX49" fmla="*/ 672730 w 829568"/>
              <a:gd name="connsiteY49" fmla="*/ 347933 h 797705"/>
              <a:gd name="connsiteX50" fmla="*/ 679549 w 829568"/>
              <a:gd name="connsiteY50" fmla="*/ 366077 h 797705"/>
              <a:gd name="connsiteX51" fmla="*/ 686368 w 829568"/>
              <a:gd name="connsiteY51" fmla="*/ 418243 h 797705"/>
              <a:gd name="connsiteX52" fmla="*/ 736375 w 829568"/>
              <a:gd name="connsiteY52" fmla="*/ 413707 h 797705"/>
              <a:gd name="connsiteX53" fmla="*/ 756832 w 829568"/>
              <a:gd name="connsiteY53" fmla="*/ 420511 h 797705"/>
              <a:gd name="connsiteX54" fmla="*/ 765924 w 829568"/>
              <a:gd name="connsiteY54" fmla="*/ 406903 h 797705"/>
              <a:gd name="connsiteX55" fmla="*/ 829568 w 829568"/>
              <a:gd name="connsiteY55" fmla="*/ 397830 h 797705"/>
              <a:gd name="connsiteX56" fmla="*/ 829568 w 829568"/>
              <a:gd name="connsiteY56" fmla="*/ 413707 h 797705"/>
              <a:gd name="connsiteX57" fmla="*/ 827295 w 829568"/>
              <a:gd name="connsiteY57" fmla="*/ 422779 h 797705"/>
              <a:gd name="connsiteX58" fmla="*/ 822749 w 829568"/>
              <a:gd name="connsiteY58" fmla="*/ 427315 h 797705"/>
              <a:gd name="connsiteX59" fmla="*/ 815930 w 829568"/>
              <a:gd name="connsiteY59" fmla="*/ 427315 h 797705"/>
              <a:gd name="connsiteX60" fmla="*/ 809111 w 829568"/>
              <a:gd name="connsiteY60" fmla="*/ 443192 h 797705"/>
              <a:gd name="connsiteX61" fmla="*/ 802292 w 829568"/>
              <a:gd name="connsiteY61" fmla="*/ 452264 h 797705"/>
              <a:gd name="connsiteX62" fmla="*/ 800019 w 829568"/>
              <a:gd name="connsiteY62" fmla="*/ 459068 h 797705"/>
              <a:gd name="connsiteX63" fmla="*/ 800019 w 829568"/>
              <a:gd name="connsiteY63" fmla="*/ 470408 h 797705"/>
              <a:gd name="connsiteX64" fmla="*/ 800019 w 829568"/>
              <a:gd name="connsiteY64" fmla="*/ 481749 h 797705"/>
              <a:gd name="connsiteX65" fmla="*/ 784108 w 829568"/>
              <a:gd name="connsiteY65" fmla="*/ 477212 h 797705"/>
              <a:gd name="connsiteX66" fmla="*/ 777289 w 829568"/>
              <a:gd name="connsiteY66" fmla="*/ 477212 h 797705"/>
              <a:gd name="connsiteX67" fmla="*/ 770470 w 829568"/>
              <a:gd name="connsiteY67" fmla="*/ 481749 h 797705"/>
              <a:gd name="connsiteX68" fmla="*/ 768197 w 829568"/>
              <a:gd name="connsiteY68" fmla="*/ 488553 h 797705"/>
              <a:gd name="connsiteX69" fmla="*/ 750013 w 829568"/>
              <a:gd name="connsiteY69" fmla="*/ 497625 h 797705"/>
              <a:gd name="connsiteX70" fmla="*/ 745467 w 829568"/>
              <a:gd name="connsiteY70" fmla="*/ 490821 h 797705"/>
              <a:gd name="connsiteX71" fmla="*/ 740921 w 829568"/>
              <a:gd name="connsiteY71" fmla="*/ 493089 h 797705"/>
              <a:gd name="connsiteX72" fmla="*/ 738648 w 829568"/>
              <a:gd name="connsiteY72" fmla="*/ 499893 h 797705"/>
              <a:gd name="connsiteX73" fmla="*/ 738648 w 829568"/>
              <a:gd name="connsiteY73" fmla="*/ 502161 h 797705"/>
              <a:gd name="connsiteX74" fmla="*/ 725010 w 829568"/>
              <a:gd name="connsiteY74" fmla="*/ 504429 h 797705"/>
              <a:gd name="connsiteX75" fmla="*/ 715918 w 829568"/>
              <a:gd name="connsiteY75" fmla="*/ 508965 h 797705"/>
              <a:gd name="connsiteX76" fmla="*/ 715918 w 829568"/>
              <a:gd name="connsiteY76" fmla="*/ 520306 h 797705"/>
              <a:gd name="connsiteX77" fmla="*/ 713645 w 829568"/>
              <a:gd name="connsiteY77" fmla="*/ 522574 h 797705"/>
              <a:gd name="connsiteX78" fmla="*/ 693188 w 829568"/>
              <a:gd name="connsiteY78" fmla="*/ 527110 h 797705"/>
              <a:gd name="connsiteX79" fmla="*/ 677276 w 829568"/>
              <a:gd name="connsiteY79" fmla="*/ 531646 h 797705"/>
              <a:gd name="connsiteX80" fmla="*/ 668184 w 829568"/>
              <a:gd name="connsiteY80" fmla="*/ 527110 h 797705"/>
              <a:gd name="connsiteX81" fmla="*/ 665911 w 829568"/>
              <a:gd name="connsiteY81" fmla="*/ 529378 h 797705"/>
              <a:gd name="connsiteX82" fmla="*/ 665911 w 829568"/>
              <a:gd name="connsiteY82" fmla="*/ 538450 h 797705"/>
              <a:gd name="connsiteX83" fmla="*/ 659092 w 829568"/>
              <a:gd name="connsiteY83" fmla="*/ 540718 h 797705"/>
              <a:gd name="connsiteX84" fmla="*/ 659092 w 829568"/>
              <a:gd name="connsiteY84" fmla="*/ 545254 h 797705"/>
              <a:gd name="connsiteX85" fmla="*/ 659092 w 829568"/>
              <a:gd name="connsiteY85" fmla="*/ 556595 h 797705"/>
              <a:gd name="connsiteX86" fmla="*/ 656819 w 829568"/>
              <a:gd name="connsiteY86" fmla="*/ 561131 h 797705"/>
              <a:gd name="connsiteX87" fmla="*/ 652273 w 829568"/>
              <a:gd name="connsiteY87" fmla="*/ 561131 h 797705"/>
              <a:gd name="connsiteX88" fmla="*/ 650000 w 829568"/>
              <a:gd name="connsiteY88" fmla="*/ 561131 h 797705"/>
              <a:gd name="connsiteX89" fmla="*/ 618178 w 829568"/>
              <a:gd name="connsiteY89" fmla="*/ 552058 h 797705"/>
              <a:gd name="connsiteX90" fmla="*/ 618178 w 829568"/>
              <a:gd name="connsiteY90" fmla="*/ 549790 h 797705"/>
              <a:gd name="connsiteX91" fmla="*/ 609086 w 829568"/>
              <a:gd name="connsiteY91" fmla="*/ 542986 h 797705"/>
              <a:gd name="connsiteX92" fmla="*/ 599994 w 829568"/>
              <a:gd name="connsiteY92" fmla="*/ 547522 h 797705"/>
              <a:gd name="connsiteX93" fmla="*/ 590902 w 829568"/>
              <a:gd name="connsiteY93" fmla="*/ 554327 h 797705"/>
              <a:gd name="connsiteX94" fmla="*/ 579537 w 829568"/>
              <a:gd name="connsiteY94" fmla="*/ 563399 h 797705"/>
              <a:gd name="connsiteX95" fmla="*/ 574991 w 829568"/>
              <a:gd name="connsiteY95" fmla="*/ 556595 h 797705"/>
              <a:gd name="connsiteX96" fmla="*/ 570445 w 829568"/>
              <a:gd name="connsiteY96" fmla="*/ 558863 h 797705"/>
              <a:gd name="connsiteX97" fmla="*/ 568172 w 829568"/>
              <a:gd name="connsiteY97" fmla="*/ 563399 h 797705"/>
              <a:gd name="connsiteX98" fmla="*/ 568172 w 829568"/>
              <a:gd name="connsiteY98" fmla="*/ 565667 h 797705"/>
              <a:gd name="connsiteX99" fmla="*/ 568172 w 829568"/>
              <a:gd name="connsiteY99" fmla="*/ 570203 h 797705"/>
              <a:gd name="connsiteX100" fmla="*/ 565899 w 829568"/>
              <a:gd name="connsiteY100" fmla="*/ 572471 h 797705"/>
              <a:gd name="connsiteX101" fmla="*/ 565899 w 829568"/>
              <a:gd name="connsiteY101" fmla="*/ 574739 h 797705"/>
              <a:gd name="connsiteX102" fmla="*/ 581810 w 829568"/>
              <a:gd name="connsiteY102" fmla="*/ 581543 h 797705"/>
              <a:gd name="connsiteX103" fmla="*/ 586356 w 829568"/>
              <a:gd name="connsiteY103" fmla="*/ 586079 h 797705"/>
              <a:gd name="connsiteX104" fmla="*/ 590902 w 829568"/>
              <a:gd name="connsiteY104" fmla="*/ 579275 h 797705"/>
              <a:gd name="connsiteX105" fmla="*/ 597721 w 829568"/>
              <a:gd name="connsiteY105" fmla="*/ 583811 h 797705"/>
              <a:gd name="connsiteX106" fmla="*/ 599994 w 829568"/>
              <a:gd name="connsiteY106" fmla="*/ 579275 h 797705"/>
              <a:gd name="connsiteX107" fmla="*/ 606813 w 829568"/>
              <a:gd name="connsiteY107" fmla="*/ 588347 h 797705"/>
              <a:gd name="connsiteX108" fmla="*/ 606813 w 829568"/>
              <a:gd name="connsiteY108" fmla="*/ 590616 h 797705"/>
              <a:gd name="connsiteX109" fmla="*/ 602267 w 829568"/>
              <a:gd name="connsiteY109" fmla="*/ 601956 h 797705"/>
              <a:gd name="connsiteX110" fmla="*/ 604540 w 829568"/>
              <a:gd name="connsiteY110" fmla="*/ 606492 h 797705"/>
              <a:gd name="connsiteX111" fmla="*/ 609086 w 829568"/>
              <a:gd name="connsiteY111" fmla="*/ 611028 h 797705"/>
              <a:gd name="connsiteX112" fmla="*/ 606813 w 829568"/>
              <a:gd name="connsiteY112" fmla="*/ 613296 h 797705"/>
              <a:gd name="connsiteX113" fmla="*/ 588629 w 829568"/>
              <a:gd name="connsiteY113" fmla="*/ 613296 h 797705"/>
              <a:gd name="connsiteX114" fmla="*/ 572718 w 829568"/>
              <a:gd name="connsiteY114" fmla="*/ 597420 h 797705"/>
              <a:gd name="connsiteX115" fmla="*/ 568172 w 829568"/>
              <a:gd name="connsiteY115" fmla="*/ 606492 h 797705"/>
              <a:gd name="connsiteX116" fmla="*/ 561353 w 829568"/>
              <a:gd name="connsiteY116" fmla="*/ 597420 h 797705"/>
              <a:gd name="connsiteX117" fmla="*/ 556807 w 829568"/>
              <a:gd name="connsiteY117" fmla="*/ 592884 h 797705"/>
              <a:gd name="connsiteX118" fmla="*/ 540896 w 829568"/>
              <a:gd name="connsiteY118" fmla="*/ 570203 h 797705"/>
              <a:gd name="connsiteX119" fmla="*/ 529530 w 829568"/>
              <a:gd name="connsiteY119" fmla="*/ 565667 h 797705"/>
              <a:gd name="connsiteX120" fmla="*/ 518165 w 829568"/>
              <a:gd name="connsiteY120" fmla="*/ 572471 h 797705"/>
              <a:gd name="connsiteX121" fmla="*/ 509073 w 829568"/>
              <a:gd name="connsiteY121" fmla="*/ 577007 h 797705"/>
              <a:gd name="connsiteX122" fmla="*/ 506800 w 829568"/>
              <a:gd name="connsiteY122" fmla="*/ 574739 h 797705"/>
              <a:gd name="connsiteX123" fmla="*/ 504527 w 829568"/>
              <a:gd name="connsiteY123" fmla="*/ 574739 h 797705"/>
              <a:gd name="connsiteX124" fmla="*/ 504527 w 829568"/>
              <a:gd name="connsiteY124" fmla="*/ 570324 h 797705"/>
              <a:gd name="connsiteX125" fmla="*/ 503669 w 829568"/>
              <a:gd name="connsiteY125" fmla="*/ 570324 h 797705"/>
              <a:gd name="connsiteX126" fmla="*/ 503669 w 829568"/>
              <a:gd name="connsiteY126" fmla="*/ 574870 h 797705"/>
              <a:gd name="connsiteX127" fmla="*/ 505946 w 829568"/>
              <a:gd name="connsiteY127" fmla="*/ 577143 h 797705"/>
              <a:gd name="connsiteX128" fmla="*/ 505946 w 829568"/>
              <a:gd name="connsiteY128" fmla="*/ 579415 h 797705"/>
              <a:gd name="connsiteX129" fmla="*/ 505946 w 829568"/>
              <a:gd name="connsiteY129" fmla="*/ 581688 h 797705"/>
              <a:gd name="connsiteX130" fmla="*/ 496839 w 829568"/>
              <a:gd name="connsiteY130" fmla="*/ 590779 h 797705"/>
              <a:gd name="connsiteX131" fmla="*/ 496839 w 829568"/>
              <a:gd name="connsiteY131" fmla="*/ 595324 h 797705"/>
              <a:gd name="connsiteX132" fmla="*/ 501392 w 829568"/>
              <a:gd name="connsiteY132" fmla="*/ 599870 h 797705"/>
              <a:gd name="connsiteX133" fmla="*/ 510500 w 829568"/>
              <a:gd name="connsiteY133" fmla="*/ 608960 h 797705"/>
              <a:gd name="connsiteX134" fmla="*/ 508223 w 829568"/>
              <a:gd name="connsiteY134" fmla="*/ 613506 h 797705"/>
              <a:gd name="connsiteX135" fmla="*/ 508223 w 829568"/>
              <a:gd name="connsiteY135" fmla="*/ 618051 h 797705"/>
              <a:gd name="connsiteX136" fmla="*/ 490008 w 829568"/>
              <a:gd name="connsiteY136" fmla="*/ 640778 h 797705"/>
              <a:gd name="connsiteX137" fmla="*/ 464962 w 829568"/>
              <a:gd name="connsiteY137" fmla="*/ 631687 h 797705"/>
              <a:gd name="connsiteX138" fmla="*/ 451300 w 829568"/>
              <a:gd name="connsiteY138" fmla="*/ 624869 h 797705"/>
              <a:gd name="connsiteX139" fmla="*/ 423977 w 829568"/>
              <a:gd name="connsiteY139" fmla="*/ 638506 h 797705"/>
              <a:gd name="connsiteX140" fmla="*/ 414870 w 829568"/>
              <a:gd name="connsiteY140" fmla="*/ 643051 h 797705"/>
              <a:gd name="connsiteX141" fmla="*/ 398931 w 829568"/>
              <a:gd name="connsiteY141" fmla="*/ 645324 h 797705"/>
              <a:gd name="connsiteX142" fmla="*/ 394378 w 829568"/>
              <a:gd name="connsiteY142" fmla="*/ 652142 h 797705"/>
              <a:gd name="connsiteX143" fmla="*/ 373885 w 829568"/>
              <a:gd name="connsiteY143" fmla="*/ 654415 h 797705"/>
              <a:gd name="connsiteX144" fmla="*/ 353393 w 829568"/>
              <a:gd name="connsiteY144" fmla="*/ 661233 h 797705"/>
              <a:gd name="connsiteX145" fmla="*/ 344285 w 829568"/>
              <a:gd name="connsiteY145" fmla="*/ 683960 h 797705"/>
              <a:gd name="connsiteX146" fmla="*/ 346559 w 829568"/>
              <a:gd name="connsiteY146" fmla="*/ 695305 h 797705"/>
              <a:gd name="connsiteX147" fmla="*/ 346890 w 829568"/>
              <a:gd name="connsiteY147" fmla="*/ 695371 h 797705"/>
              <a:gd name="connsiteX148" fmla="*/ 349169 w 829568"/>
              <a:gd name="connsiteY148" fmla="*/ 697639 h 797705"/>
              <a:gd name="connsiteX149" fmla="*/ 349169 w 829568"/>
              <a:gd name="connsiteY149" fmla="*/ 708981 h 797705"/>
              <a:gd name="connsiteX150" fmla="*/ 349169 w 829568"/>
              <a:gd name="connsiteY150" fmla="*/ 713518 h 797705"/>
              <a:gd name="connsiteX151" fmla="*/ 346890 w 829568"/>
              <a:gd name="connsiteY151" fmla="*/ 724861 h 797705"/>
              <a:gd name="connsiteX152" fmla="*/ 340053 w 829568"/>
              <a:gd name="connsiteY152" fmla="*/ 722592 h 797705"/>
              <a:gd name="connsiteX153" fmla="*/ 317264 w 829568"/>
              <a:gd name="connsiteY153" fmla="*/ 720324 h 797705"/>
              <a:gd name="connsiteX154" fmla="*/ 312706 w 829568"/>
              <a:gd name="connsiteY154" fmla="*/ 718055 h 797705"/>
              <a:gd name="connsiteX155" fmla="*/ 303590 w 829568"/>
              <a:gd name="connsiteY155" fmla="*/ 724861 h 797705"/>
              <a:gd name="connsiteX156" fmla="*/ 294474 w 829568"/>
              <a:gd name="connsiteY156" fmla="*/ 731666 h 797705"/>
              <a:gd name="connsiteX157" fmla="*/ 289916 w 829568"/>
              <a:gd name="connsiteY157" fmla="*/ 738471 h 797705"/>
              <a:gd name="connsiteX158" fmla="*/ 289916 w 829568"/>
              <a:gd name="connsiteY158" fmla="*/ 752082 h 797705"/>
              <a:gd name="connsiteX159" fmla="*/ 280800 w 829568"/>
              <a:gd name="connsiteY159" fmla="*/ 740740 h 797705"/>
              <a:gd name="connsiteX160" fmla="*/ 278521 w 829568"/>
              <a:gd name="connsiteY160" fmla="*/ 738471 h 797705"/>
              <a:gd name="connsiteX161" fmla="*/ 278521 w 829568"/>
              <a:gd name="connsiteY161" fmla="*/ 743008 h 797705"/>
              <a:gd name="connsiteX162" fmla="*/ 276242 w 829568"/>
              <a:gd name="connsiteY162" fmla="*/ 749814 h 797705"/>
              <a:gd name="connsiteX163" fmla="*/ 269405 w 829568"/>
              <a:gd name="connsiteY163" fmla="*/ 761156 h 797705"/>
              <a:gd name="connsiteX164" fmla="*/ 232942 w 829568"/>
              <a:gd name="connsiteY164" fmla="*/ 749814 h 797705"/>
              <a:gd name="connsiteX165" fmla="*/ 230663 w 829568"/>
              <a:gd name="connsiteY165" fmla="*/ 754351 h 797705"/>
              <a:gd name="connsiteX166" fmla="*/ 203316 w 829568"/>
              <a:gd name="connsiteY166" fmla="*/ 754351 h 797705"/>
              <a:gd name="connsiteX167" fmla="*/ 180526 w 829568"/>
              <a:gd name="connsiteY167" fmla="*/ 761156 h 797705"/>
              <a:gd name="connsiteX168" fmla="*/ 169131 w 829568"/>
              <a:gd name="connsiteY168" fmla="*/ 767961 h 797705"/>
              <a:gd name="connsiteX169" fmla="*/ 157736 w 829568"/>
              <a:gd name="connsiteY169" fmla="*/ 783841 h 797705"/>
              <a:gd name="connsiteX170" fmla="*/ 137226 w 829568"/>
              <a:gd name="connsiteY170" fmla="*/ 797451 h 797705"/>
              <a:gd name="connsiteX171" fmla="*/ 128110 w 829568"/>
              <a:gd name="connsiteY171" fmla="*/ 786109 h 797705"/>
              <a:gd name="connsiteX172" fmla="*/ 121273 w 829568"/>
              <a:gd name="connsiteY172" fmla="*/ 792914 h 797705"/>
              <a:gd name="connsiteX173" fmla="*/ 93925 w 829568"/>
              <a:gd name="connsiteY173" fmla="*/ 790646 h 797705"/>
              <a:gd name="connsiteX174" fmla="*/ 68857 w 829568"/>
              <a:gd name="connsiteY174" fmla="*/ 790646 h 797705"/>
              <a:gd name="connsiteX175" fmla="*/ 57462 w 829568"/>
              <a:gd name="connsiteY175" fmla="*/ 792914 h 797705"/>
              <a:gd name="connsiteX176" fmla="*/ 46067 w 829568"/>
              <a:gd name="connsiteY176" fmla="*/ 788377 h 797705"/>
              <a:gd name="connsiteX177" fmla="*/ 25556 w 829568"/>
              <a:gd name="connsiteY177" fmla="*/ 786109 h 797705"/>
              <a:gd name="connsiteX178" fmla="*/ 25556 w 829568"/>
              <a:gd name="connsiteY178" fmla="*/ 783841 h 797705"/>
              <a:gd name="connsiteX179" fmla="*/ 27835 w 829568"/>
              <a:gd name="connsiteY179" fmla="*/ 777035 h 797705"/>
              <a:gd name="connsiteX180" fmla="*/ 25556 w 829568"/>
              <a:gd name="connsiteY180" fmla="*/ 774767 h 797705"/>
              <a:gd name="connsiteX181" fmla="*/ 43788 w 829568"/>
              <a:gd name="connsiteY181" fmla="*/ 770230 h 797705"/>
              <a:gd name="connsiteX182" fmla="*/ 48346 w 829568"/>
              <a:gd name="connsiteY182" fmla="*/ 699908 h 797705"/>
              <a:gd name="connsiteX183" fmla="*/ 5046 w 829568"/>
              <a:gd name="connsiteY183" fmla="*/ 670418 h 797705"/>
              <a:gd name="connsiteX184" fmla="*/ 30114 w 829568"/>
              <a:gd name="connsiteY184" fmla="*/ 615975 h 797705"/>
              <a:gd name="connsiteX185" fmla="*/ 41509 w 829568"/>
              <a:gd name="connsiteY185" fmla="*/ 600095 h 797705"/>
              <a:gd name="connsiteX186" fmla="*/ 34672 w 829568"/>
              <a:gd name="connsiteY186" fmla="*/ 581948 h 797705"/>
              <a:gd name="connsiteX187" fmla="*/ 41509 w 829568"/>
              <a:gd name="connsiteY187" fmla="*/ 554726 h 797705"/>
              <a:gd name="connsiteX188" fmla="*/ 16441 w 829568"/>
              <a:gd name="connsiteY188" fmla="*/ 543384 h 797705"/>
              <a:gd name="connsiteX189" fmla="*/ 34672 w 829568"/>
              <a:gd name="connsiteY189" fmla="*/ 541115 h 797705"/>
              <a:gd name="connsiteX190" fmla="*/ 41498 w 829568"/>
              <a:gd name="connsiteY190" fmla="*/ 541115 h 797705"/>
              <a:gd name="connsiteX191" fmla="*/ 39341 w 829568"/>
              <a:gd name="connsiteY191" fmla="*/ 528176 h 797705"/>
              <a:gd name="connsiteX192" fmla="*/ 86966 w 829568"/>
              <a:gd name="connsiteY192" fmla="*/ 494839 h 797705"/>
              <a:gd name="connsiteX193" fmla="*/ 65409 w 829568"/>
              <a:gd name="connsiteY193" fmla="*/ 464300 h 797705"/>
              <a:gd name="connsiteX194" fmla="*/ 62429 w 829568"/>
              <a:gd name="connsiteY194" fmla="*/ 465726 h 797705"/>
              <a:gd name="connsiteX195" fmla="*/ 62429 w 829568"/>
              <a:gd name="connsiteY195" fmla="*/ 467991 h 797705"/>
              <a:gd name="connsiteX196" fmla="*/ 57874 w 829568"/>
              <a:gd name="connsiteY196" fmla="*/ 470256 h 797705"/>
              <a:gd name="connsiteX197" fmla="*/ 48763 w 829568"/>
              <a:gd name="connsiteY197" fmla="*/ 472522 h 797705"/>
              <a:gd name="connsiteX198" fmla="*/ 35096 w 829568"/>
              <a:gd name="connsiteY198" fmla="*/ 467991 h 797705"/>
              <a:gd name="connsiteX199" fmla="*/ 32818 w 829568"/>
              <a:gd name="connsiteY199" fmla="*/ 449871 h 797705"/>
              <a:gd name="connsiteX200" fmla="*/ 55596 w 829568"/>
              <a:gd name="connsiteY200" fmla="*/ 418160 h 797705"/>
              <a:gd name="connsiteX201" fmla="*/ 55596 w 829568"/>
              <a:gd name="connsiteY201" fmla="*/ 404569 h 797705"/>
              <a:gd name="connsiteX202" fmla="*/ 48763 w 829568"/>
              <a:gd name="connsiteY202" fmla="*/ 372858 h 797705"/>
              <a:gd name="connsiteX203" fmla="*/ 41929 w 829568"/>
              <a:gd name="connsiteY203" fmla="*/ 354737 h 797705"/>
              <a:gd name="connsiteX204" fmla="*/ 41929 w 829568"/>
              <a:gd name="connsiteY204" fmla="*/ 320761 h 797705"/>
              <a:gd name="connsiteX205" fmla="*/ 41929 w 829568"/>
              <a:gd name="connsiteY205" fmla="*/ 300375 h 797705"/>
              <a:gd name="connsiteX206" fmla="*/ 44207 w 829568"/>
              <a:gd name="connsiteY206" fmla="*/ 302640 h 797705"/>
              <a:gd name="connsiteX207" fmla="*/ 57934 w 829568"/>
              <a:gd name="connsiteY207" fmla="*/ 312196 h 797705"/>
              <a:gd name="connsiteX208" fmla="*/ 58242 w 829568"/>
              <a:gd name="connsiteY208" fmla="*/ 311394 h 797705"/>
              <a:gd name="connsiteX209" fmla="*/ 56256 w 829568"/>
              <a:gd name="connsiteY209" fmla="*/ 310012 h 797705"/>
              <a:gd name="connsiteX210" fmla="*/ 44300 w 829568"/>
              <a:gd name="connsiteY210" fmla="*/ 302367 h 797705"/>
              <a:gd name="connsiteX211" fmla="*/ 42022 w 829568"/>
              <a:gd name="connsiteY211" fmla="*/ 300102 h 797705"/>
              <a:gd name="connsiteX212" fmla="*/ 44300 w 829568"/>
              <a:gd name="connsiteY212" fmla="*/ 291042 h 797705"/>
              <a:gd name="connsiteX213" fmla="*/ 78462 w 829568"/>
              <a:gd name="connsiteY213" fmla="*/ 259331 h 797705"/>
              <a:gd name="connsiteX214" fmla="*/ 92126 w 829568"/>
              <a:gd name="connsiteY214" fmla="*/ 232149 h 797705"/>
              <a:gd name="connsiteX215" fmla="*/ 114901 w 829568"/>
              <a:gd name="connsiteY215" fmla="*/ 211764 h 797705"/>
              <a:gd name="connsiteX216" fmla="*/ 108638 w 829568"/>
              <a:gd name="connsiteY216" fmla="*/ 204968 h 797705"/>
              <a:gd name="connsiteX217" fmla="*/ 92261 w 829568"/>
              <a:gd name="connsiteY217" fmla="*/ 198228 h 797705"/>
              <a:gd name="connsiteX218" fmla="*/ 91806 w 829568"/>
              <a:gd name="connsiteY218" fmla="*/ 198355 h 797705"/>
              <a:gd name="connsiteX219" fmla="*/ 84968 w 829568"/>
              <a:gd name="connsiteY219" fmla="*/ 193807 h 797705"/>
              <a:gd name="connsiteX220" fmla="*/ 94086 w 829568"/>
              <a:gd name="connsiteY220" fmla="*/ 155145 h 797705"/>
              <a:gd name="connsiteX221" fmla="*/ 135114 w 829568"/>
              <a:gd name="connsiteY221" fmla="*/ 127854 h 797705"/>
              <a:gd name="connsiteX222" fmla="*/ 160186 w 829568"/>
              <a:gd name="connsiteY222" fmla="*/ 134677 h 797705"/>
              <a:gd name="connsiteX223" fmla="*/ 160186 w 829568"/>
              <a:gd name="connsiteY223" fmla="*/ 109660 h 797705"/>
              <a:gd name="connsiteX224" fmla="*/ 187538 w 829568"/>
              <a:gd name="connsiteY224" fmla="*/ 82369 h 797705"/>
              <a:gd name="connsiteX225" fmla="*/ 187538 w 829568"/>
              <a:gd name="connsiteY225" fmla="*/ 48256 h 797705"/>
              <a:gd name="connsiteX226" fmla="*/ 190103 w 829568"/>
              <a:gd name="connsiteY226"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5721 w 829568"/>
              <a:gd name="connsiteY6" fmla="*/ 565667 h 797705"/>
              <a:gd name="connsiteX7" fmla="*/ 561350 w 829568"/>
              <a:gd name="connsiteY7" fmla="*/ 243680 h 797705"/>
              <a:gd name="connsiteX8" fmla="*/ 563631 w 829568"/>
              <a:gd name="connsiteY8" fmla="*/ 245950 h 797705"/>
              <a:gd name="connsiteX9" fmla="*/ 563632 w 829568"/>
              <a:gd name="connsiteY9" fmla="*/ 245962 h 797705"/>
              <a:gd name="connsiteX10" fmla="*/ 561350 w 829568"/>
              <a:gd name="connsiteY10" fmla="*/ 243680 h 797705"/>
              <a:gd name="connsiteX11" fmla="*/ 190103 w 829568"/>
              <a:gd name="connsiteY11" fmla="*/ 284 h 797705"/>
              <a:gd name="connsiteX12" fmla="*/ 208052 w 829568"/>
              <a:gd name="connsiteY12" fmla="*/ 7319 h 797705"/>
              <a:gd name="connsiteX13" fmla="*/ 244522 w 829568"/>
              <a:gd name="connsiteY13" fmla="*/ 16416 h 797705"/>
              <a:gd name="connsiteX14" fmla="*/ 269594 w 829568"/>
              <a:gd name="connsiteY14" fmla="*/ 36884 h 797705"/>
              <a:gd name="connsiteX15" fmla="*/ 303784 w 829568"/>
              <a:gd name="connsiteY15" fmla="*/ 59627 h 797705"/>
              <a:gd name="connsiteX16" fmla="*/ 317460 w 829568"/>
              <a:gd name="connsiteY16" fmla="*/ 89192 h 797705"/>
              <a:gd name="connsiteX17" fmla="*/ 353930 w 829568"/>
              <a:gd name="connsiteY17" fmla="*/ 73272 h 797705"/>
              <a:gd name="connsiteX18" fmla="*/ 399516 w 829568"/>
              <a:gd name="connsiteY18" fmla="*/ 82369 h 797705"/>
              <a:gd name="connsiteX19" fmla="*/ 417751 w 829568"/>
              <a:gd name="connsiteY19" fmla="*/ 77821 h 797705"/>
              <a:gd name="connsiteX20" fmla="*/ 438265 w 829568"/>
              <a:gd name="connsiteY20" fmla="*/ 64175 h 797705"/>
              <a:gd name="connsiteX21" fmla="*/ 472455 w 829568"/>
              <a:gd name="connsiteY21" fmla="*/ 73272 h 797705"/>
              <a:gd name="connsiteX22" fmla="*/ 486131 w 829568"/>
              <a:gd name="connsiteY22" fmla="*/ 82369 h 797705"/>
              <a:gd name="connsiteX23" fmla="*/ 490690 w 829568"/>
              <a:gd name="connsiteY23" fmla="*/ 132402 h 797705"/>
              <a:gd name="connsiteX24" fmla="*/ 495248 w 829568"/>
              <a:gd name="connsiteY24" fmla="*/ 196081 h 797705"/>
              <a:gd name="connsiteX25" fmla="*/ 495248 w 829568"/>
              <a:gd name="connsiteY25" fmla="*/ 214275 h 797705"/>
              <a:gd name="connsiteX26" fmla="*/ 495067 w 829568"/>
              <a:gd name="connsiteY26" fmla="*/ 214233 h 797705"/>
              <a:gd name="connsiteX27" fmla="*/ 497146 w 829568"/>
              <a:gd name="connsiteY27" fmla="*/ 220449 h 797705"/>
              <a:gd name="connsiteX28" fmla="*/ 508530 w 829568"/>
              <a:gd name="connsiteY28" fmla="*/ 224986 h 797705"/>
              <a:gd name="connsiteX29" fmla="*/ 524467 w 829568"/>
              <a:gd name="connsiteY29" fmla="*/ 238598 h 797705"/>
              <a:gd name="connsiteX30" fmla="*/ 556340 w 829568"/>
              <a:gd name="connsiteY30" fmla="*/ 234060 h 797705"/>
              <a:gd name="connsiteX31" fmla="*/ 560894 w 829568"/>
              <a:gd name="connsiteY31" fmla="*/ 243135 h 797705"/>
              <a:gd name="connsiteX32" fmla="*/ 563170 w 829568"/>
              <a:gd name="connsiteY32" fmla="*/ 247672 h 797705"/>
              <a:gd name="connsiteX33" fmla="*/ 563684 w 829568"/>
              <a:gd name="connsiteY33" fmla="*/ 246583 h 797705"/>
              <a:gd name="connsiteX34" fmla="*/ 570440 w 829568"/>
              <a:gd name="connsiteY34" fmla="*/ 254988 h 797705"/>
              <a:gd name="connsiteX35" fmla="*/ 570445 w 829568"/>
              <a:gd name="connsiteY35" fmla="*/ 254942 h 797705"/>
              <a:gd name="connsiteX36" fmla="*/ 574113 w 829568"/>
              <a:gd name="connsiteY36" fmla="*/ 256872 h 797705"/>
              <a:gd name="connsiteX37" fmla="*/ 567290 w 829568"/>
              <a:gd name="connsiteY37" fmla="*/ 250109 h 797705"/>
              <a:gd name="connsiteX38" fmla="*/ 563684 w 829568"/>
              <a:gd name="connsiteY38" fmla="*/ 246583 h 797705"/>
              <a:gd name="connsiteX39" fmla="*/ 574458 w 829568"/>
              <a:gd name="connsiteY39" fmla="*/ 256788 h 797705"/>
              <a:gd name="connsiteX40" fmla="*/ 583230 w 829568"/>
              <a:gd name="connsiteY40" fmla="*/ 254659 h 797705"/>
              <a:gd name="connsiteX41" fmla="*/ 595448 w 829568"/>
              <a:gd name="connsiteY41" fmla="*/ 250406 h 797705"/>
              <a:gd name="connsiteX42" fmla="*/ 624997 w 829568"/>
              <a:gd name="connsiteY42" fmla="*/ 282159 h 797705"/>
              <a:gd name="connsiteX43" fmla="*/ 637214 w 829568"/>
              <a:gd name="connsiteY43" fmla="*/ 311928 h 797705"/>
              <a:gd name="connsiteX44" fmla="*/ 636731 w 829568"/>
              <a:gd name="connsiteY44" fmla="*/ 319061 h 797705"/>
              <a:gd name="connsiteX45" fmla="*/ 636185 w 829568"/>
              <a:gd name="connsiteY45" fmla="*/ 327131 h 797705"/>
              <a:gd name="connsiteX46" fmla="*/ 640908 w 829568"/>
              <a:gd name="connsiteY46" fmla="*/ 343397 h 797705"/>
              <a:gd name="connsiteX47" fmla="*/ 656819 w 829568"/>
              <a:gd name="connsiteY47" fmla="*/ 329788 h 797705"/>
              <a:gd name="connsiteX48" fmla="*/ 672730 w 829568"/>
              <a:gd name="connsiteY48" fmla="*/ 347933 h 797705"/>
              <a:gd name="connsiteX49" fmla="*/ 679549 w 829568"/>
              <a:gd name="connsiteY49" fmla="*/ 366077 h 797705"/>
              <a:gd name="connsiteX50" fmla="*/ 686368 w 829568"/>
              <a:gd name="connsiteY50" fmla="*/ 418243 h 797705"/>
              <a:gd name="connsiteX51" fmla="*/ 736375 w 829568"/>
              <a:gd name="connsiteY51" fmla="*/ 413707 h 797705"/>
              <a:gd name="connsiteX52" fmla="*/ 756832 w 829568"/>
              <a:gd name="connsiteY52" fmla="*/ 420511 h 797705"/>
              <a:gd name="connsiteX53" fmla="*/ 765924 w 829568"/>
              <a:gd name="connsiteY53" fmla="*/ 406903 h 797705"/>
              <a:gd name="connsiteX54" fmla="*/ 829568 w 829568"/>
              <a:gd name="connsiteY54" fmla="*/ 397830 h 797705"/>
              <a:gd name="connsiteX55" fmla="*/ 829568 w 829568"/>
              <a:gd name="connsiteY55" fmla="*/ 413707 h 797705"/>
              <a:gd name="connsiteX56" fmla="*/ 827295 w 829568"/>
              <a:gd name="connsiteY56" fmla="*/ 422779 h 797705"/>
              <a:gd name="connsiteX57" fmla="*/ 822749 w 829568"/>
              <a:gd name="connsiteY57" fmla="*/ 427315 h 797705"/>
              <a:gd name="connsiteX58" fmla="*/ 815930 w 829568"/>
              <a:gd name="connsiteY58" fmla="*/ 427315 h 797705"/>
              <a:gd name="connsiteX59" fmla="*/ 809111 w 829568"/>
              <a:gd name="connsiteY59" fmla="*/ 443192 h 797705"/>
              <a:gd name="connsiteX60" fmla="*/ 802292 w 829568"/>
              <a:gd name="connsiteY60" fmla="*/ 452264 h 797705"/>
              <a:gd name="connsiteX61" fmla="*/ 800019 w 829568"/>
              <a:gd name="connsiteY61" fmla="*/ 459068 h 797705"/>
              <a:gd name="connsiteX62" fmla="*/ 800019 w 829568"/>
              <a:gd name="connsiteY62" fmla="*/ 470408 h 797705"/>
              <a:gd name="connsiteX63" fmla="*/ 800019 w 829568"/>
              <a:gd name="connsiteY63" fmla="*/ 481749 h 797705"/>
              <a:gd name="connsiteX64" fmla="*/ 784108 w 829568"/>
              <a:gd name="connsiteY64" fmla="*/ 477212 h 797705"/>
              <a:gd name="connsiteX65" fmla="*/ 777289 w 829568"/>
              <a:gd name="connsiteY65" fmla="*/ 477212 h 797705"/>
              <a:gd name="connsiteX66" fmla="*/ 770470 w 829568"/>
              <a:gd name="connsiteY66" fmla="*/ 481749 h 797705"/>
              <a:gd name="connsiteX67" fmla="*/ 768197 w 829568"/>
              <a:gd name="connsiteY67" fmla="*/ 488553 h 797705"/>
              <a:gd name="connsiteX68" fmla="*/ 750013 w 829568"/>
              <a:gd name="connsiteY68" fmla="*/ 497625 h 797705"/>
              <a:gd name="connsiteX69" fmla="*/ 745467 w 829568"/>
              <a:gd name="connsiteY69" fmla="*/ 490821 h 797705"/>
              <a:gd name="connsiteX70" fmla="*/ 740921 w 829568"/>
              <a:gd name="connsiteY70" fmla="*/ 493089 h 797705"/>
              <a:gd name="connsiteX71" fmla="*/ 738648 w 829568"/>
              <a:gd name="connsiteY71" fmla="*/ 499893 h 797705"/>
              <a:gd name="connsiteX72" fmla="*/ 738648 w 829568"/>
              <a:gd name="connsiteY72" fmla="*/ 502161 h 797705"/>
              <a:gd name="connsiteX73" fmla="*/ 725010 w 829568"/>
              <a:gd name="connsiteY73" fmla="*/ 504429 h 797705"/>
              <a:gd name="connsiteX74" fmla="*/ 715918 w 829568"/>
              <a:gd name="connsiteY74" fmla="*/ 508965 h 797705"/>
              <a:gd name="connsiteX75" fmla="*/ 715918 w 829568"/>
              <a:gd name="connsiteY75" fmla="*/ 520306 h 797705"/>
              <a:gd name="connsiteX76" fmla="*/ 713645 w 829568"/>
              <a:gd name="connsiteY76" fmla="*/ 522574 h 797705"/>
              <a:gd name="connsiteX77" fmla="*/ 693188 w 829568"/>
              <a:gd name="connsiteY77" fmla="*/ 527110 h 797705"/>
              <a:gd name="connsiteX78" fmla="*/ 677276 w 829568"/>
              <a:gd name="connsiteY78" fmla="*/ 531646 h 797705"/>
              <a:gd name="connsiteX79" fmla="*/ 668184 w 829568"/>
              <a:gd name="connsiteY79" fmla="*/ 527110 h 797705"/>
              <a:gd name="connsiteX80" fmla="*/ 665911 w 829568"/>
              <a:gd name="connsiteY80" fmla="*/ 529378 h 797705"/>
              <a:gd name="connsiteX81" fmla="*/ 665911 w 829568"/>
              <a:gd name="connsiteY81" fmla="*/ 538450 h 797705"/>
              <a:gd name="connsiteX82" fmla="*/ 659092 w 829568"/>
              <a:gd name="connsiteY82" fmla="*/ 540718 h 797705"/>
              <a:gd name="connsiteX83" fmla="*/ 659092 w 829568"/>
              <a:gd name="connsiteY83" fmla="*/ 545254 h 797705"/>
              <a:gd name="connsiteX84" fmla="*/ 659092 w 829568"/>
              <a:gd name="connsiteY84" fmla="*/ 556595 h 797705"/>
              <a:gd name="connsiteX85" fmla="*/ 656819 w 829568"/>
              <a:gd name="connsiteY85" fmla="*/ 561131 h 797705"/>
              <a:gd name="connsiteX86" fmla="*/ 652273 w 829568"/>
              <a:gd name="connsiteY86" fmla="*/ 561131 h 797705"/>
              <a:gd name="connsiteX87" fmla="*/ 650000 w 829568"/>
              <a:gd name="connsiteY87" fmla="*/ 561131 h 797705"/>
              <a:gd name="connsiteX88" fmla="*/ 618178 w 829568"/>
              <a:gd name="connsiteY88" fmla="*/ 552058 h 797705"/>
              <a:gd name="connsiteX89" fmla="*/ 618178 w 829568"/>
              <a:gd name="connsiteY89" fmla="*/ 549790 h 797705"/>
              <a:gd name="connsiteX90" fmla="*/ 609086 w 829568"/>
              <a:gd name="connsiteY90" fmla="*/ 542986 h 797705"/>
              <a:gd name="connsiteX91" fmla="*/ 599994 w 829568"/>
              <a:gd name="connsiteY91" fmla="*/ 547522 h 797705"/>
              <a:gd name="connsiteX92" fmla="*/ 590902 w 829568"/>
              <a:gd name="connsiteY92" fmla="*/ 554327 h 797705"/>
              <a:gd name="connsiteX93" fmla="*/ 579537 w 829568"/>
              <a:gd name="connsiteY93" fmla="*/ 563399 h 797705"/>
              <a:gd name="connsiteX94" fmla="*/ 574991 w 829568"/>
              <a:gd name="connsiteY94" fmla="*/ 556595 h 797705"/>
              <a:gd name="connsiteX95" fmla="*/ 570445 w 829568"/>
              <a:gd name="connsiteY95" fmla="*/ 558863 h 797705"/>
              <a:gd name="connsiteX96" fmla="*/ 568172 w 829568"/>
              <a:gd name="connsiteY96" fmla="*/ 563399 h 797705"/>
              <a:gd name="connsiteX97" fmla="*/ 568172 w 829568"/>
              <a:gd name="connsiteY97" fmla="*/ 565667 h 797705"/>
              <a:gd name="connsiteX98" fmla="*/ 568172 w 829568"/>
              <a:gd name="connsiteY98" fmla="*/ 570203 h 797705"/>
              <a:gd name="connsiteX99" fmla="*/ 565899 w 829568"/>
              <a:gd name="connsiteY99" fmla="*/ 572471 h 797705"/>
              <a:gd name="connsiteX100" fmla="*/ 565899 w 829568"/>
              <a:gd name="connsiteY100" fmla="*/ 574739 h 797705"/>
              <a:gd name="connsiteX101" fmla="*/ 581810 w 829568"/>
              <a:gd name="connsiteY101" fmla="*/ 581543 h 797705"/>
              <a:gd name="connsiteX102" fmla="*/ 586356 w 829568"/>
              <a:gd name="connsiteY102" fmla="*/ 586079 h 797705"/>
              <a:gd name="connsiteX103" fmla="*/ 590902 w 829568"/>
              <a:gd name="connsiteY103" fmla="*/ 579275 h 797705"/>
              <a:gd name="connsiteX104" fmla="*/ 597721 w 829568"/>
              <a:gd name="connsiteY104" fmla="*/ 583811 h 797705"/>
              <a:gd name="connsiteX105" fmla="*/ 599994 w 829568"/>
              <a:gd name="connsiteY105" fmla="*/ 579275 h 797705"/>
              <a:gd name="connsiteX106" fmla="*/ 606813 w 829568"/>
              <a:gd name="connsiteY106" fmla="*/ 588347 h 797705"/>
              <a:gd name="connsiteX107" fmla="*/ 606813 w 829568"/>
              <a:gd name="connsiteY107" fmla="*/ 590616 h 797705"/>
              <a:gd name="connsiteX108" fmla="*/ 602267 w 829568"/>
              <a:gd name="connsiteY108" fmla="*/ 601956 h 797705"/>
              <a:gd name="connsiteX109" fmla="*/ 604540 w 829568"/>
              <a:gd name="connsiteY109" fmla="*/ 606492 h 797705"/>
              <a:gd name="connsiteX110" fmla="*/ 609086 w 829568"/>
              <a:gd name="connsiteY110" fmla="*/ 611028 h 797705"/>
              <a:gd name="connsiteX111" fmla="*/ 606813 w 829568"/>
              <a:gd name="connsiteY111" fmla="*/ 613296 h 797705"/>
              <a:gd name="connsiteX112" fmla="*/ 588629 w 829568"/>
              <a:gd name="connsiteY112" fmla="*/ 613296 h 797705"/>
              <a:gd name="connsiteX113" fmla="*/ 572718 w 829568"/>
              <a:gd name="connsiteY113" fmla="*/ 597420 h 797705"/>
              <a:gd name="connsiteX114" fmla="*/ 568172 w 829568"/>
              <a:gd name="connsiteY114" fmla="*/ 606492 h 797705"/>
              <a:gd name="connsiteX115" fmla="*/ 561353 w 829568"/>
              <a:gd name="connsiteY115" fmla="*/ 597420 h 797705"/>
              <a:gd name="connsiteX116" fmla="*/ 556807 w 829568"/>
              <a:gd name="connsiteY116" fmla="*/ 592884 h 797705"/>
              <a:gd name="connsiteX117" fmla="*/ 540896 w 829568"/>
              <a:gd name="connsiteY117" fmla="*/ 570203 h 797705"/>
              <a:gd name="connsiteX118" fmla="*/ 529530 w 829568"/>
              <a:gd name="connsiteY118" fmla="*/ 565667 h 797705"/>
              <a:gd name="connsiteX119" fmla="*/ 518165 w 829568"/>
              <a:gd name="connsiteY119" fmla="*/ 572471 h 797705"/>
              <a:gd name="connsiteX120" fmla="*/ 509073 w 829568"/>
              <a:gd name="connsiteY120" fmla="*/ 577007 h 797705"/>
              <a:gd name="connsiteX121" fmla="*/ 506800 w 829568"/>
              <a:gd name="connsiteY121" fmla="*/ 574739 h 797705"/>
              <a:gd name="connsiteX122" fmla="*/ 504527 w 829568"/>
              <a:gd name="connsiteY122" fmla="*/ 574739 h 797705"/>
              <a:gd name="connsiteX123" fmla="*/ 504527 w 829568"/>
              <a:gd name="connsiteY123" fmla="*/ 570324 h 797705"/>
              <a:gd name="connsiteX124" fmla="*/ 503669 w 829568"/>
              <a:gd name="connsiteY124" fmla="*/ 570324 h 797705"/>
              <a:gd name="connsiteX125" fmla="*/ 503669 w 829568"/>
              <a:gd name="connsiteY125" fmla="*/ 574870 h 797705"/>
              <a:gd name="connsiteX126" fmla="*/ 505946 w 829568"/>
              <a:gd name="connsiteY126" fmla="*/ 577143 h 797705"/>
              <a:gd name="connsiteX127" fmla="*/ 505946 w 829568"/>
              <a:gd name="connsiteY127" fmla="*/ 579415 h 797705"/>
              <a:gd name="connsiteX128" fmla="*/ 505946 w 829568"/>
              <a:gd name="connsiteY128" fmla="*/ 581688 h 797705"/>
              <a:gd name="connsiteX129" fmla="*/ 496839 w 829568"/>
              <a:gd name="connsiteY129" fmla="*/ 590779 h 797705"/>
              <a:gd name="connsiteX130" fmla="*/ 496839 w 829568"/>
              <a:gd name="connsiteY130" fmla="*/ 595324 h 797705"/>
              <a:gd name="connsiteX131" fmla="*/ 501392 w 829568"/>
              <a:gd name="connsiteY131" fmla="*/ 599870 h 797705"/>
              <a:gd name="connsiteX132" fmla="*/ 510500 w 829568"/>
              <a:gd name="connsiteY132" fmla="*/ 608960 h 797705"/>
              <a:gd name="connsiteX133" fmla="*/ 508223 w 829568"/>
              <a:gd name="connsiteY133" fmla="*/ 613506 h 797705"/>
              <a:gd name="connsiteX134" fmla="*/ 508223 w 829568"/>
              <a:gd name="connsiteY134" fmla="*/ 618051 h 797705"/>
              <a:gd name="connsiteX135" fmla="*/ 490008 w 829568"/>
              <a:gd name="connsiteY135" fmla="*/ 640778 h 797705"/>
              <a:gd name="connsiteX136" fmla="*/ 464962 w 829568"/>
              <a:gd name="connsiteY136" fmla="*/ 631687 h 797705"/>
              <a:gd name="connsiteX137" fmla="*/ 451300 w 829568"/>
              <a:gd name="connsiteY137" fmla="*/ 624869 h 797705"/>
              <a:gd name="connsiteX138" fmla="*/ 423977 w 829568"/>
              <a:gd name="connsiteY138" fmla="*/ 638506 h 797705"/>
              <a:gd name="connsiteX139" fmla="*/ 414870 w 829568"/>
              <a:gd name="connsiteY139" fmla="*/ 643051 h 797705"/>
              <a:gd name="connsiteX140" fmla="*/ 398931 w 829568"/>
              <a:gd name="connsiteY140" fmla="*/ 645324 h 797705"/>
              <a:gd name="connsiteX141" fmla="*/ 394378 w 829568"/>
              <a:gd name="connsiteY141" fmla="*/ 652142 h 797705"/>
              <a:gd name="connsiteX142" fmla="*/ 373885 w 829568"/>
              <a:gd name="connsiteY142" fmla="*/ 654415 h 797705"/>
              <a:gd name="connsiteX143" fmla="*/ 353393 w 829568"/>
              <a:gd name="connsiteY143" fmla="*/ 661233 h 797705"/>
              <a:gd name="connsiteX144" fmla="*/ 344285 w 829568"/>
              <a:gd name="connsiteY144" fmla="*/ 683960 h 797705"/>
              <a:gd name="connsiteX145" fmla="*/ 346559 w 829568"/>
              <a:gd name="connsiteY145" fmla="*/ 695305 h 797705"/>
              <a:gd name="connsiteX146" fmla="*/ 346890 w 829568"/>
              <a:gd name="connsiteY146" fmla="*/ 695371 h 797705"/>
              <a:gd name="connsiteX147" fmla="*/ 349169 w 829568"/>
              <a:gd name="connsiteY147" fmla="*/ 697639 h 797705"/>
              <a:gd name="connsiteX148" fmla="*/ 349169 w 829568"/>
              <a:gd name="connsiteY148" fmla="*/ 708981 h 797705"/>
              <a:gd name="connsiteX149" fmla="*/ 349169 w 829568"/>
              <a:gd name="connsiteY149" fmla="*/ 713518 h 797705"/>
              <a:gd name="connsiteX150" fmla="*/ 346890 w 829568"/>
              <a:gd name="connsiteY150" fmla="*/ 724861 h 797705"/>
              <a:gd name="connsiteX151" fmla="*/ 340053 w 829568"/>
              <a:gd name="connsiteY151" fmla="*/ 722592 h 797705"/>
              <a:gd name="connsiteX152" fmla="*/ 317264 w 829568"/>
              <a:gd name="connsiteY152" fmla="*/ 720324 h 797705"/>
              <a:gd name="connsiteX153" fmla="*/ 312706 w 829568"/>
              <a:gd name="connsiteY153" fmla="*/ 718055 h 797705"/>
              <a:gd name="connsiteX154" fmla="*/ 303590 w 829568"/>
              <a:gd name="connsiteY154" fmla="*/ 724861 h 797705"/>
              <a:gd name="connsiteX155" fmla="*/ 294474 w 829568"/>
              <a:gd name="connsiteY155" fmla="*/ 731666 h 797705"/>
              <a:gd name="connsiteX156" fmla="*/ 289916 w 829568"/>
              <a:gd name="connsiteY156" fmla="*/ 738471 h 797705"/>
              <a:gd name="connsiteX157" fmla="*/ 289916 w 829568"/>
              <a:gd name="connsiteY157" fmla="*/ 752082 h 797705"/>
              <a:gd name="connsiteX158" fmla="*/ 280800 w 829568"/>
              <a:gd name="connsiteY158" fmla="*/ 740740 h 797705"/>
              <a:gd name="connsiteX159" fmla="*/ 278521 w 829568"/>
              <a:gd name="connsiteY159" fmla="*/ 738471 h 797705"/>
              <a:gd name="connsiteX160" fmla="*/ 278521 w 829568"/>
              <a:gd name="connsiteY160" fmla="*/ 743008 h 797705"/>
              <a:gd name="connsiteX161" fmla="*/ 276242 w 829568"/>
              <a:gd name="connsiteY161" fmla="*/ 749814 h 797705"/>
              <a:gd name="connsiteX162" fmla="*/ 269405 w 829568"/>
              <a:gd name="connsiteY162" fmla="*/ 761156 h 797705"/>
              <a:gd name="connsiteX163" fmla="*/ 232942 w 829568"/>
              <a:gd name="connsiteY163" fmla="*/ 749814 h 797705"/>
              <a:gd name="connsiteX164" fmla="*/ 230663 w 829568"/>
              <a:gd name="connsiteY164" fmla="*/ 754351 h 797705"/>
              <a:gd name="connsiteX165" fmla="*/ 203316 w 829568"/>
              <a:gd name="connsiteY165" fmla="*/ 754351 h 797705"/>
              <a:gd name="connsiteX166" fmla="*/ 180526 w 829568"/>
              <a:gd name="connsiteY166" fmla="*/ 761156 h 797705"/>
              <a:gd name="connsiteX167" fmla="*/ 169131 w 829568"/>
              <a:gd name="connsiteY167" fmla="*/ 767961 h 797705"/>
              <a:gd name="connsiteX168" fmla="*/ 157736 w 829568"/>
              <a:gd name="connsiteY168" fmla="*/ 783841 h 797705"/>
              <a:gd name="connsiteX169" fmla="*/ 137226 w 829568"/>
              <a:gd name="connsiteY169" fmla="*/ 797451 h 797705"/>
              <a:gd name="connsiteX170" fmla="*/ 128110 w 829568"/>
              <a:gd name="connsiteY170" fmla="*/ 786109 h 797705"/>
              <a:gd name="connsiteX171" fmla="*/ 121273 w 829568"/>
              <a:gd name="connsiteY171" fmla="*/ 792914 h 797705"/>
              <a:gd name="connsiteX172" fmla="*/ 93925 w 829568"/>
              <a:gd name="connsiteY172" fmla="*/ 790646 h 797705"/>
              <a:gd name="connsiteX173" fmla="*/ 68857 w 829568"/>
              <a:gd name="connsiteY173" fmla="*/ 790646 h 797705"/>
              <a:gd name="connsiteX174" fmla="*/ 57462 w 829568"/>
              <a:gd name="connsiteY174" fmla="*/ 792914 h 797705"/>
              <a:gd name="connsiteX175" fmla="*/ 46067 w 829568"/>
              <a:gd name="connsiteY175" fmla="*/ 788377 h 797705"/>
              <a:gd name="connsiteX176" fmla="*/ 25556 w 829568"/>
              <a:gd name="connsiteY176" fmla="*/ 786109 h 797705"/>
              <a:gd name="connsiteX177" fmla="*/ 25556 w 829568"/>
              <a:gd name="connsiteY177" fmla="*/ 783841 h 797705"/>
              <a:gd name="connsiteX178" fmla="*/ 27835 w 829568"/>
              <a:gd name="connsiteY178" fmla="*/ 777035 h 797705"/>
              <a:gd name="connsiteX179" fmla="*/ 25556 w 829568"/>
              <a:gd name="connsiteY179" fmla="*/ 774767 h 797705"/>
              <a:gd name="connsiteX180" fmla="*/ 43788 w 829568"/>
              <a:gd name="connsiteY180" fmla="*/ 770230 h 797705"/>
              <a:gd name="connsiteX181" fmla="*/ 48346 w 829568"/>
              <a:gd name="connsiteY181" fmla="*/ 699908 h 797705"/>
              <a:gd name="connsiteX182" fmla="*/ 5046 w 829568"/>
              <a:gd name="connsiteY182" fmla="*/ 670418 h 797705"/>
              <a:gd name="connsiteX183" fmla="*/ 30114 w 829568"/>
              <a:gd name="connsiteY183" fmla="*/ 615975 h 797705"/>
              <a:gd name="connsiteX184" fmla="*/ 41509 w 829568"/>
              <a:gd name="connsiteY184" fmla="*/ 600095 h 797705"/>
              <a:gd name="connsiteX185" fmla="*/ 34672 w 829568"/>
              <a:gd name="connsiteY185" fmla="*/ 581948 h 797705"/>
              <a:gd name="connsiteX186" fmla="*/ 41509 w 829568"/>
              <a:gd name="connsiteY186" fmla="*/ 554726 h 797705"/>
              <a:gd name="connsiteX187" fmla="*/ 16441 w 829568"/>
              <a:gd name="connsiteY187" fmla="*/ 543384 h 797705"/>
              <a:gd name="connsiteX188" fmla="*/ 34672 w 829568"/>
              <a:gd name="connsiteY188" fmla="*/ 541115 h 797705"/>
              <a:gd name="connsiteX189" fmla="*/ 41498 w 829568"/>
              <a:gd name="connsiteY189" fmla="*/ 541115 h 797705"/>
              <a:gd name="connsiteX190" fmla="*/ 39341 w 829568"/>
              <a:gd name="connsiteY190" fmla="*/ 528176 h 797705"/>
              <a:gd name="connsiteX191" fmla="*/ 86966 w 829568"/>
              <a:gd name="connsiteY191" fmla="*/ 494839 h 797705"/>
              <a:gd name="connsiteX192" fmla="*/ 65409 w 829568"/>
              <a:gd name="connsiteY192" fmla="*/ 464300 h 797705"/>
              <a:gd name="connsiteX193" fmla="*/ 62429 w 829568"/>
              <a:gd name="connsiteY193" fmla="*/ 465726 h 797705"/>
              <a:gd name="connsiteX194" fmla="*/ 62429 w 829568"/>
              <a:gd name="connsiteY194" fmla="*/ 467991 h 797705"/>
              <a:gd name="connsiteX195" fmla="*/ 57874 w 829568"/>
              <a:gd name="connsiteY195" fmla="*/ 470256 h 797705"/>
              <a:gd name="connsiteX196" fmla="*/ 48763 w 829568"/>
              <a:gd name="connsiteY196" fmla="*/ 472522 h 797705"/>
              <a:gd name="connsiteX197" fmla="*/ 35096 w 829568"/>
              <a:gd name="connsiteY197" fmla="*/ 467991 h 797705"/>
              <a:gd name="connsiteX198" fmla="*/ 32818 w 829568"/>
              <a:gd name="connsiteY198" fmla="*/ 449871 h 797705"/>
              <a:gd name="connsiteX199" fmla="*/ 55596 w 829568"/>
              <a:gd name="connsiteY199" fmla="*/ 418160 h 797705"/>
              <a:gd name="connsiteX200" fmla="*/ 55596 w 829568"/>
              <a:gd name="connsiteY200" fmla="*/ 404569 h 797705"/>
              <a:gd name="connsiteX201" fmla="*/ 48763 w 829568"/>
              <a:gd name="connsiteY201" fmla="*/ 372858 h 797705"/>
              <a:gd name="connsiteX202" fmla="*/ 41929 w 829568"/>
              <a:gd name="connsiteY202" fmla="*/ 354737 h 797705"/>
              <a:gd name="connsiteX203" fmla="*/ 41929 w 829568"/>
              <a:gd name="connsiteY203" fmla="*/ 320761 h 797705"/>
              <a:gd name="connsiteX204" fmla="*/ 41929 w 829568"/>
              <a:gd name="connsiteY204" fmla="*/ 300375 h 797705"/>
              <a:gd name="connsiteX205" fmla="*/ 44207 w 829568"/>
              <a:gd name="connsiteY205" fmla="*/ 302640 h 797705"/>
              <a:gd name="connsiteX206" fmla="*/ 57934 w 829568"/>
              <a:gd name="connsiteY206" fmla="*/ 312196 h 797705"/>
              <a:gd name="connsiteX207" fmla="*/ 58242 w 829568"/>
              <a:gd name="connsiteY207" fmla="*/ 311394 h 797705"/>
              <a:gd name="connsiteX208" fmla="*/ 56256 w 829568"/>
              <a:gd name="connsiteY208" fmla="*/ 310012 h 797705"/>
              <a:gd name="connsiteX209" fmla="*/ 44300 w 829568"/>
              <a:gd name="connsiteY209" fmla="*/ 302367 h 797705"/>
              <a:gd name="connsiteX210" fmla="*/ 42022 w 829568"/>
              <a:gd name="connsiteY210" fmla="*/ 300102 h 797705"/>
              <a:gd name="connsiteX211" fmla="*/ 44300 w 829568"/>
              <a:gd name="connsiteY211" fmla="*/ 291042 h 797705"/>
              <a:gd name="connsiteX212" fmla="*/ 78462 w 829568"/>
              <a:gd name="connsiteY212" fmla="*/ 259331 h 797705"/>
              <a:gd name="connsiteX213" fmla="*/ 92126 w 829568"/>
              <a:gd name="connsiteY213" fmla="*/ 232149 h 797705"/>
              <a:gd name="connsiteX214" fmla="*/ 114901 w 829568"/>
              <a:gd name="connsiteY214" fmla="*/ 211764 h 797705"/>
              <a:gd name="connsiteX215" fmla="*/ 108638 w 829568"/>
              <a:gd name="connsiteY215" fmla="*/ 204968 h 797705"/>
              <a:gd name="connsiteX216" fmla="*/ 92261 w 829568"/>
              <a:gd name="connsiteY216" fmla="*/ 198228 h 797705"/>
              <a:gd name="connsiteX217" fmla="*/ 91806 w 829568"/>
              <a:gd name="connsiteY217" fmla="*/ 198355 h 797705"/>
              <a:gd name="connsiteX218" fmla="*/ 84968 w 829568"/>
              <a:gd name="connsiteY218" fmla="*/ 193807 h 797705"/>
              <a:gd name="connsiteX219" fmla="*/ 94086 w 829568"/>
              <a:gd name="connsiteY219" fmla="*/ 155145 h 797705"/>
              <a:gd name="connsiteX220" fmla="*/ 135114 w 829568"/>
              <a:gd name="connsiteY220" fmla="*/ 127854 h 797705"/>
              <a:gd name="connsiteX221" fmla="*/ 160186 w 829568"/>
              <a:gd name="connsiteY221" fmla="*/ 134677 h 797705"/>
              <a:gd name="connsiteX222" fmla="*/ 160186 w 829568"/>
              <a:gd name="connsiteY222" fmla="*/ 109660 h 797705"/>
              <a:gd name="connsiteX223" fmla="*/ 187538 w 829568"/>
              <a:gd name="connsiteY223" fmla="*/ 82369 h 797705"/>
              <a:gd name="connsiteX224" fmla="*/ 187538 w 829568"/>
              <a:gd name="connsiteY224" fmla="*/ 48256 h 797705"/>
              <a:gd name="connsiteX225" fmla="*/ 190103 w 829568"/>
              <a:gd name="connsiteY225"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5721 w 829568"/>
              <a:gd name="connsiteY5" fmla="*/ 565667 h 797705"/>
              <a:gd name="connsiteX6" fmla="*/ 561350 w 829568"/>
              <a:gd name="connsiteY6" fmla="*/ 243680 h 797705"/>
              <a:gd name="connsiteX7" fmla="*/ 563631 w 829568"/>
              <a:gd name="connsiteY7" fmla="*/ 245950 h 797705"/>
              <a:gd name="connsiteX8" fmla="*/ 563632 w 829568"/>
              <a:gd name="connsiteY8" fmla="*/ 245962 h 797705"/>
              <a:gd name="connsiteX9" fmla="*/ 561350 w 829568"/>
              <a:gd name="connsiteY9" fmla="*/ 243680 h 797705"/>
              <a:gd name="connsiteX10" fmla="*/ 190103 w 829568"/>
              <a:gd name="connsiteY10" fmla="*/ 284 h 797705"/>
              <a:gd name="connsiteX11" fmla="*/ 208052 w 829568"/>
              <a:gd name="connsiteY11" fmla="*/ 7319 h 797705"/>
              <a:gd name="connsiteX12" fmla="*/ 244522 w 829568"/>
              <a:gd name="connsiteY12" fmla="*/ 16416 h 797705"/>
              <a:gd name="connsiteX13" fmla="*/ 269594 w 829568"/>
              <a:gd name="connsiteY13" fmla="*/ 36884 h 797705"/>
              <a:gd name="connsiteX14" fmla="*/ 303784 w 829568"/>
              <a:gd name="connsiteY14" fmla="*/ 59627 h 797705"/>
              <a:gd name="connsiteX15" fmla="*/ 317460 w 829568"/>
              <a:gd name="connsiteY15" fmla="*/ 89192 h 797705"/>
              <a:gd name="connsiteX16" fmla="*/ 353930 w 829568"/>
              <a:gd name="connsiteY16" fmla="*/ 73272 h 797705"/>
              <a:gd name="connsiteX17" fmla="*/ 399516 w 829568"/>
              <a:gd name="connsiteY17" fmla="*/ 82369 h 797705"/>
              <a:gd name="connsiteX18" fmla="*/ 417751 w 829568"/>
              <a:gd name="connsiteY18" fmla="*/ 77821 h 797705"/>
              <a:gd name="connsiteX19" fmla="*/ 438265 w 829568"/>
              <a:gd name="connsiteY19" fmla="*/ 64175 h 797705"/>
              <a:gd name="connsiteX20" fmla="*/ 472455 w 829568"/>
              <a:gd name="connsiteY20" fmla="*/ 73272 h 797705"/>
              <a:gd name="connsiteX21" fmla="*/ 486131 w 829568"/>
              <a:gd name="connsiteY21" fmla="*/ 82369 h 797705"/>
              <a:gd name="connsiteX22" fmla="*/ 490690 w 829568"/>
              <a:gd name="connsiteY22" fmla="*/ 132402 h 797705"/>
              <a:gd name="connsiteX23" fmla="*/ 495248 w 829568"/>
              <a:gd name="connsiteY23" fmla="*/ 196081 h 797705"/>
              <a:gd name="connsiteX24" fmla="*/ 495248 w 829568"/>
              <a:gd name="connsiteY24" fmla="*/ 214275 h 797705"/>
              <a:gd name="connsiteX25" fmla="*/ 495067 w 829568"/>
              <a:gd name="connsiteY25" fmla="*/ 214233 h 797705"/>
              <a:gd name="connsiteX26" fmla="*/ 497146 w 829568"/>
              <a:gd name="connsiteY26" fmla="*/ 220449 h 797705"/>
              <a:gd name="connsiteX27" fmla="*/ 508530 w 829568"/>
              <a:gd name="connsiteY27" fmla="*/ 224986 h 797705"/>
              <a:gd name="connsiteX28" fmla="*/ 524467 w 829568"/>
              <a:gd name="connsiteY28" fmla="*/ 238598 h 797705"/>
              <a:gd name="connsiteX29" fmla="*/ 556340 w 829568"/>
              <a:gd name="connsiteY29" fmla="*/ 234060 h 797705"/>
              <a:gd name="connsiteX30" fmla="*/ 560894 w 829568"/>
              <a:gd name="connsiteY30" fmla="*/ 243135 h 797705"/>
              <a:gd name="connsiteX31" fmla="*/ 563170 w 829568"/>
              <a:gd name="connsiteY31" fmla="*/ 247672 h 797705"/>
              <a:gd name="connsiteX32" fmla="*/ 563684 w 829568"/>
              <a:gd name="connsiteY32" fmla="*/ 246583 h 797705"/>
              <a:gd name="connsiteX33" fmla="*/ 570440 w 829568"/>
              <a:gd name="connsiteY33" fmla="*/ 254988 h 797705"/>
              <a:gd name="connsiteX34" fmla="*/ 570445 w 829568"/>
              <a:gd name="connsiteY34" fmla="*/ 254942 h 797705"/>
              <a:gd name="connsiteX35" fmla="*/ 574113 w 829568"/>
              <a:gd name="connsiteY35" fmla="*/ 256872 h 797705"/>
              <a:gd name="connsiteX36" fmla="*/ 567290 w 829568"/>
              <a:gd name="connsiteY36" fmla="*/ 250109 h 797705"/>
              <a:gd name="connsiteX37" fmla="*/ 563684 w 829568"/>
              <a:gd name="connsiteY37" fmla="*/ 246583 h 797705"/>
              <a:gd name="connsiteX38" fmla="*/ 574458 w 829568"/>
              <a:gd name="connsiteY38" fmla="*/ 256788 h 797705"/>
              <a:gd name="connsiteX39" fmla="*/ 583230 w 829568"/>
              <a:gd name="connsiteY39" fmla="*/ 254659 h 797705"/>
              <a:gd name="connsiteX40" fmla="*/ 595448 w 829568"/>
              <a:gd name="connsiteY40" fmla="*/ 250406 h 797705"/>
              <a:gd name="connsiteX41" fmla="*/ 624997 w 829568"/>
              <a:gd name="connsiteY41" fmla="*/ 282159 h 797705"/>
              <a:gd name="connsiteX42" fmla="*/ 637214 w 829568"/>
              <a:gd name="connsiteY42" fmla="*/ 311928 h 797705"/>
              <a:gd name="connsiteX43" fmla="*/ 636731 w 829568"/>
              <a:gd name="connsiteY43" fmla="*/ 319061 h 797705"/>
              <a:gd name="connsiteX44" fmla="*/ 636185 w 829568"/>
              <a:gd name="connsiteY44" fmla="*/ 327131 h 797705"/>
              <a:gd name="connsiteX45" fmla="*/ 640908 w 829568"/>
              <a:gd name="connsiteY45" fmla="*/ 343397 h 797705"/>
              <a:gd name="connsiteX46" fmla="*/ 656819 w 829568"/>
              <a:gd name="connsiteY46" fmla="*/ 329788 h 797705"/>
              <a:gd name="connsiteX47" fmla="*/ 672730 w 829568"/>
              <a:gd name="connsiteY47" fmla="*/ 347933 h 797705"/>
              <a:gd name="connsiteX48" fmla="*/ 679549 w 829568"/>
              <a:gd name="connsiteY48" fmla="*/ 366077 h 797705"/>
              <a:gd name="connsiteX49" fmla="*/ 686368 w 829568"/>
              <a:gd name="connsiteY49" fmla="*/ 418243 h 797705"/>
              <a:gd name="connsiteX50" fmla="*/ 736375 w 829568"/>
              <a:gd name="connsiteY50" fmla="*/ 413707 h 797705"/>
              <a:gd name="connsiteX51" fmla="*/ 756832 w 829568"/>
              <a:gd name="connsiteY51" fmla="*/ 420511 h 797705"/>
              <a:gd name="connsiteX52" fmla="*/ 765924 w 829568"/>
              <a:gd name="connsiteY52" fmla="*/ 406903 h 797705"/>
              <a:gd name="connsiteX53" fmla="*/ 829568 w 829568"/>
              <a:gd name="connsiteY53" fmla="*/ 397830 h 797705"/>
              <a:gd name="connsiteX54" fmla="*/ 829568 w 829568"/>
              <a:gd name="connsiteY54" fmla="*/ 413707 h 797705"/>
              <a:gd name="connsiteX55" fmla="*/ 827295 w 829568"/>
              <a:gd name="connsiteY55" fmla="*/ 422779 h 797705"/>
              <a:gd name="connsiteX56" fmla="*/ 822749 w 829568"/>
              <a:gd name="connsiteY56" fmla="*/ 427315 h 797705"/>
              <a:gd name="connsiteX57" fmla="*/ 815930 w 829568"/>
              <a:gd name="connsiteY57" fmla="*/ 427315 h 797705"/>
              <a:gd name="connsiteX58" fmla="*/ 809111 w 829568"/>
              <a:gd name="connsiteY58" fmla="*/ 443192 h 797705"/>
              <a:gd name="connsiteX59" fmla="*/ 802292 w 829568"/>
              <a:gd name="connsiteY59" fmla="*/ 452264 h 797705"/>
              <a:gd name="connsiteX60" fmla="*/ 800019 w 829568"/>
              <a:gd name="connsiteY60" fmla="*/ 459068 h 797705"/>
              <a:gd name="connsiteX61" fmla="*/ 800019 w 829568"/>
              <a:gd name="connsiteY61" fmla="*/ 470408 h 797705"/>
              <a:gd name="connsiteX62" fmla="*/ 800019 w 829568"/>
              <a:gd name="connsiteY62" fmla="*/ 481749 h 797705"/>
              <a:gd name="connsiteX63" fmla="*/ 784108 w 829568"/>
              <a:gd name="connsiteY63" fmla="*/ 477212 h 797705"/>
              <a:gd name="connsiteX64" fmla="*/ 777289 w 829568"/>
              <a:gd name="connsiteY64" fmla="*/ 477212 h 797705"/>
              <a:gd name="connsiteX65" fmla="*/ 770470 w 829568"/>
              <a:gd name="connsiteY65" fmla="*/ 481749 h 797705"/>
              <a:gd name="connsiteX66" fmla="*/ 768197 w 829568"/>
              <a:gd name="connsiteY66" fmla="*/ 488553 h 797705"/>
              <a:gd name="connsiteX67" fmla="*/ 750013 w 829568"/>
              <a:gd name="connsiteY67" fmla="*/ 497625 h 797705"/>
              <a:gd name="connsiteX68" fmla="*/ 745467 w 829568"/>
              <a:gd name="connsiteY68" fmla="*/ 490821 h 797705"/>
              <a:gd name="connsiteX69" fmla="*/ 740921 w 829568"/>
              <a:gd name="connsiteY69" fmla="*/ 493089 h 797705"/>
              <a:gd name="connsiteX70" fmla="*/ 738648 w 829568"/>
              <a:gd name="connsiteY70" fmla="*/ 499893 h 797705"/>
              <a:gd name="connsiteX71" fmla="*/ 738648 w 829568"/>
              <a:gd name="connsiteY71" fmla="*/ 502161 h 797705"/>
              <a:gd name="connsiteX72" fmla="*/ 725010 w 829568"/>
              <a:gd name="connsiteY72" fmla="*/ 504429 h 797705"/>
              <a:gd name="connsiteX73" fmla="*/ 715918 w 829568"/>
              <a:gd name="connsiteY73" fmla="*/ 508965 h 797705"/>
              <a:gd name="connsiteX74" fmla="*/ 715918 w 829568"/>
              <a:gd name="connsiteY74" fmla="*/ 520306 h 797705"/>
              <a:gd name="connsiteX75" fmla="*/ 713645 w 829568"/>
              <a:gd name="connsiteY75" fmla="*/ 522574 h 797705"/>
              <a:gd name="connsiteX76" fmla="*/ 693188 w 829568"/>
              <a:gd name="connsiteY76" fmla="*/ 527110 h 797705"/>
              <a:gd name="connsiteX77" fmla="*/ 677276 w 829568"/>
              <a:gd name="connsiteY77" fmla="*/ 531646 h 797705"/>
              <a:gd name="connsiteX78" fmla="*/ 668184 w 829568"/>
              <a:gd name="connsiteY78" fmla="*/ 527110 h 797705"/>
              <a:gd name="connsiteX79" fmla="*/ 665911 w 829568"/>
              <a:gd name="connsiteY79" fmla="*/ 529378 h 797705"/>
              <a:gd name="connsiteX80" fmla="*/ 665911 w 829568"/>
              <a:gd name="connsiteY80" fmla="*/ 538450 h 797705"/>
              <a:gd name="connsiteX81" fmla="*/ 659092 w 829568"/>
              <a:gd name="connsiteY81" fmla="*/ 540718 h 797705"/>
              <a:gd name="connsiteX82" fmla="*/ 659092 w 829568"/>
              <a:gd name="connsiteY82" fmla="*/ 545254 h 797705"/>
              <a:gd name="connsiteX83" fmla="*/ 659092 w 829568"/>
              <a:gd name="connsiteY83" fmla="*/ 556595 h 797705"/>
              <a:gd name="connsiteX84" fmla="*/ 656819 w 829568"/>
              <a:gd name="connsiteY84" fmla="*/ 561131 h 797705"/>
              <a:gd name="connsiteX85" fmla="*/ 652273 w 829568"/>
              <a:gd name="connsiteY85" fmla="*/ 561131 h 797705"/>
              <a:gd name="connsiteX86" fmla="*/ 650000 w 829568"/>
              <a:gd name="connsiteY86" fmla="*/ 561131 h 797705"/>
              <a:gd name="connsiteX87" fmla="*/ 618178 w 829568"/>
              <a:gd name="connsiteY87" fmla="*/ 552058 h 797705"/>
              <a:gd name="connsiteX88" fmla="*/ 618178 w 829568"/>
              <a:gd name="connsiteY88" fmla="*/ 549790 h 797705"/>
              <a:gd name="connsiteX89" fmla="*/ 609086 w 829568"/>
              <a:gd name="connsiteY89" fmla="*/ 542986 h 797705"/>
              <a:gd name="connsiteX90" fmla="*/ 599994 w 829568"/>
              <a:gd name="connsiteY90" fmla="*/ 547522 h 797705"/>
              <a:gd name="connsiteX91" fmla="*/ 590902 w 829568"/>
              <a:gd name="connsiteY91" fmla="*/ 554327 h 797705"/>
              <a:gd name="connsiteX92" fmla="*/ 579537 w 829568"/>
              <a:gd name="connsiteY92" fmla="*/ 563399 h 797705"/>
              <a:gd name="connsiteX93" fmla="*/ 574991 w 829568"/>
              <a:gd name="connsiteY93" fmla="*/ 556595 h 797705"/>
              <a:gd name="connsiteX94" fmla="*/ 570445 w 829568"/>
              <a:gd name="connsiteY94" fmla="*/ 558863 h 797705"/>
              <a:gd name="connsiteX95" fmla="*/ 568172 w 829568"/>
              <a:gd name="connsiteY95" fmla="*/ 563399 h 797705"/>
              <a:gd name="connsiteX96" fmla="*/ 568172 w 829568"/>
              <a:gd name="connsiteY96" fmla="*/ 565667 h 797705"/>
              <a:gd name="connsiteX97" fmla="*/ 568172 w 829568"/>
              <a:gd name="connsiteY97" fmla="*/ 570203 h 797705"/>
              <a:gd name="connsiteX98" fmla="*/ 565899 w 829568"/>
              <a:gd name="connsiteY98" fmla="*/ 572471 h 797705"/>
              <a:gd name="connsiteX99" fmla="*/ 565899 w 829568"/>
              <a:gd name="connsiteY99" fmla="*/ 574739 h 797705"/>
              <a:gd name="connsiteX100" fmla="*/ 581810 w 829568"/>
              <a:gd name="connsiteY100" fmla="*/ 581543 h 797705"/>
              <a:gd name="connsiteX101" fmla="*/ 586356 w 829568"/>
              <a:gd name="connsiteY101" fmla="*/ 586079 h 797705"/>
              <a:gd name="connsiteX102" fmla="*/ 590902 w 829568"/>
              <a:gd name="connsiteY102" fmla="*/ 579275 h 797705"/>
              <a:gd name="connsiteX103" fmla="*/ 597721 w 829568"/>
              <a:gd name="connsiteY103" fmla="*/ 583811 h 797705"/>
              <a:gd name="connsiteX104" fmla="*/ 599994 w 829568"/>
              <a:gd name="connsiteY104" fmla="*/ 579275 h 797705"/>
              <a:gd name="connsiteX105" fmla="*/ 606813 w 829568"/>
              <a:gd name="connsiteY105" fmla="*/ 588347 h 797705"/>
              <a:gd name="connsiteX106" fmla="*/ 606813 w 829568"/>
              <a:gd name="connsiteY106" fmla="*/ 590616 h 797705"/>
              <a:gd name="connsiteX107" fmla="*/ 602267 w 829568"/>
              <a:gd name="connsiteY107" fmla="*/ 601956 h 797705"/>
              <a:gd name="connsiteX108" fmla="*/ 604540 w 829568"/>
              <a:gd name="connsiteY108" fmla="*/ 606492 h 797705"/>
              <a:gd name="connsiteX109" fmla="*/ 609086 w 829568"/>
              <a:gd name="connsiteY109" fmla="*/ 611028 h 797705"/>
              <a:gd name="connsiteX110" fmla="*/ 606813 w 829568"/>
              <a:gd name="connsiteY110" fmla="*/ 613296 h 797705"/>
              <a:gd name="connsiteX111" fmla="*/ 588629 w 829568"/>
              <a:gd name="connsiteY111" fmla="*/ 613296 h 797705"/>
              <a:gd name="connsiteX112" fmla="*/ 572718 w 829568"/>
              <a:gd name="connsiteY112" fmla="*/ 597420 h 797705"/>
              <a:gd name="connsiteX113" fmla="*/ 568172 w 829568"/>
              <a:gd name="connsiteY113" fmla="*/ 606492 h 797705"/>
              <a:gd name="connsiteX114" fmla="*/ 561353 w 829568"/>
              <a:gd name="connsiteY114" fmla="*/ 597420 h 797705"/>
              <a:gd name="connsiteX115" fmla="*/ 556807 w 829568"/>
              <a:gd name="connsiteY115" fmla="*/ 592884 h 797705"/>
              <a:gd name="connsiteX116" fmla="*/ 540896 w 829568"/>
              <a:gd name="connsiteY116" fmla="*/ 570203 h 797705"/>
              <a:gd name="connsiteX117" fmla="*/ 529530 w 829568"/>
              <a:gd name="connsiteY117" fmla="*/ 565667 h 797705"/>
              <a:gd name="connsiteX118" fmla="*/ 518165 w 829568"/>
              <a:gd name="connsiteY118" fmla="*/ 572471 h 797705"/>
              <a:gd name="connsiteX119" fmla="*/ 509073 w 829568"/>
              <a:gd name="connsiteY119" fmla="*/ 577007 h 797705"/>
              <a:gd name="connsiteX120" fmla="*/ 506800 w 829568"/>
              <a:gd name="connsiteY120" fmla="*/ 574739 h 797705"/>
              <a:gd name="connsiteX121" fmla="*/ 504527 w 829568"/>
              <a:gd name="connsiteY121" fmla="*/ 574739 h 797705"/>
              <a:gd name="connsiteX122" fmla="*/ 504527 w 829568"/>
              <a:gd name="connsiteY122" fmla="*/ 570324 h 797705"/>
              <a:gd name="connsiteX123" fmla="*/ 503669 w 829568"/>
              <a:gd name="connsiteY123" fmla="*/ 570324 h 797705"/>
              <a:gd name="connsiteX124" fmla="*/ 503669 w 829568"/>
              <a:gd name="connsiteY124" fmla="*/ 574870 h 797705"/>
              <a:gd name="connsiteX125" fmla="*/ 505946 w 829568"/>
              <a:gd name="connsiteY125" fmla="*/ 577143 h 797705"/>
              <a:gd name="connsiteX126" fmla="*/ 505946 w 829568"/>
              <a:gd name="connsiteY126" fmla="*/ 579415 h 797705"/>
              <a:gd name="connsiteX127" fmla="*/ 505946 w 829568"/>
              <a:gd name="connsiteY127" fmla="*/ 581688 h 797705"/>
              <a:gd name="connsiteX128" fmla="*/ 496839 w 829568"/>
              <a:gd name="connsiteY128" fmla="*/ 590779 h 797705"/>
              <a:gd name="connsiteX129" fmla="*/ 496839 w 829568"/>
              <a:gd name="connsiteY129" fmla="*/ 595324 h 797705"/>
              <a:gd name="connsiteX130" fmla="*/ 501392 w 829568"/>
              <a:gd name="connsiteY130" fmla="*/ 599870 h 797705"/>
              <a:gd name="connsiteX131" fmla="*/ 510500 w 829568"/>
              <a:gd name="connsiteY131" fmla="*/ 608960 h 797705"/>
              <a:gd name="connsiteX132" fmla="*/ 508223 w 829568"/>
              <a:gd name="connsiteY132" fmla="*/ 613506 h 797705"/>
              <a:gd name="connsiteX133" fmla="*/ 508223 w 829568"/>
              <a:gd name="connsiteY133" fmla="*/ 618051 h 797705"/>
              <a:gd name="connsiteX134" fmla="*/ 490008 w 829568"/>
              <a:gd name="connsiteY134" fmla="*/ 640778 h 797705"/>
              <a:gd name="connsiteX135" fmla="*/ 464962 w 829568"/>
              <a:gd name="connsiteY135" fmla="*/ 631687 h 797705"/>
              <a:gd name="connsiteX136" fmla="*/ 451300 w 829568"/>
              <a:gd name="connsiteY136" fmla="*/ 624869 h 797705"/>
              <a:gd name="connsiteX137" fmla="*/ 423977 w 829568"/>
              <a:gd name="connsiteY137" fmla="*/ 638506 h 797705"/>
              <a:gd name="connsiteX138" fmla="*/ 414870 w 829568"/>
              <a:gd name="connsiteY138" fmla="*/ 643051 h 797705"/>
              <a:gd name="connsiteX139" fmla="*/ 398931 w 829568"/>
              <a:gd name="connsiteY139" fmla="*/ 645324 h 797705"/>
              <a:gd name="connsiteX140" fmla="*/ 394378 w 829568"/>
              <a:gd name="connsiteY140" fmla="*/ 652142 h 797705"/>
              <a:gd name="connsiteX141" fmla="*/ 373885 w 829568"/>
              <a:gd name="connsiteY141" fmla="*/ 654415 h 797705"/>
              <a:gd name="connsiteX142" fmla="*/ 353393 w 829568"/>
              <a:gd name="connsiteY142" fmla="*/ 661233 h 797705"/>
              <a:gd name="connsiteX143" fmla="*/ 344285 w 829568"/>
              <a:gd name="connsiteY143" fmla="*/ 683960 h 797705"/>
              <a:gd name="connsiteX144" fmla="*/ 346559 w 829568"/>
              <a:gd name="connsiteY144" fmla="*/ 695305 h 797705"/>
              <a:gd name="connsiteX145" fmla="*/ 346890 w 829568"/>
              <a:gd name="connsiteY145" fmla="*/ 695371 h 797705"/>
              <a:gd name="connsiteX146" fmla="*/ 349169 w 829568"/>
              <a:gd name="connsiteY146" fmla="*/ 697639 h 797705"/>
              <a:gd name="connsiteX147" fmla="*/ 349169 w 829568"/>
              <a:gd name="connsiteY147" fmla="*/ 708981 h 797705"/>
              <a:gd name="connsiteX148" fmla="*/ 349169 w 829568"/>
              <a:gd name="connsiteY148" fmla="*/ 713518 h 797705"/>
              <a:gd name="connsiteX149" fmla="*/ 346890 w 829568"/>
              <a:gd name="connsiteY149" fmla="*/ 724861 h 797705"/>
              <a:gd name="connsiteX150" fmla="*/ 340053 w 829568"/>
              <a:gd name="connsiteY150" fmla="*/ 722592 h 797705"/>
              <a:gd name="connsiteX151" fmla="*/ 317264 w 829568"/>
              <a:gd name="connsiteY151" fmla="*/ 720324 h 797705"/>
              <a:gd name="connsiteX152" fmla="*/ 312706 w 829568"/>
              <a:gd name="connsiteY152" fmla="*/ 718055 h 797705"/>
              <a:gd name="connsiteX153" fmla="*/ 303590 w 829568"/>
              <a:gd name="connsiteY153" fmla="*/ 724861 h 797705"/>
              <a:gd name="connsiteX154" fmla="*/ 294474 w 829568"/>
              <a:gd name="connsiteY154" fmla="*/ 731666 h 797705"/>
              <a:gd name="connsiteX155" fmla="*/ 289916 w 829568"/>
              <a:gd name="connsiteY155" fmla="*/ 738471 h 797705"/>
              <a:gd name="connsiteX156" fmla="*/ 289916 w 829568"/>
              <a:gd name="connsiteY156" fmla="*/ 752082 h 797705"/>
              <a:gd name="connsiteX157" fmla="*/ 280800 w 829568"/>
              <a:gd name="connsiteY157" fmla="*/ 740740 h 797705"/>
              <a:gd name="connsiteX158" fmla="*/ 278521 w 829568"/>
              <a:gd name="connsiteY158" fmla="*/ 738471 h 797705"/>
              <a:gd name="connsiteX159" fmla="*/ 278521 w 829568"/>
              <a:gd name="connsiteY159" fmla="*/ 743008 h 797705"/>
              <a:gd name="connsiteX160" fmla="*/ 276242 w 829568"/>
              <a:gd name="connsiteY160" fmla="*/ 749814 h 797705"/>
              <a:gd name="connsiteX161" fmla="*/ 269405 w 829568"/>
              <a:gd name="connsiteY161" fmla="*/ 761156 h 797705"/>
              <a:gd name="connsiteX162" fmla="*/ 232942 w 829568"/>
              <a:gd name="connsiteY162" fmla="*/ 749814 h 797705"/>
              <a:gd name="connsiteX163" fmla="*/ 230663 w 829568"/>
              <a:gd name="connsiteY163" fmla="*/ 754351 h 797705"/>
              <a:gd name="connsiteX164" fmla="*/ 203316 w 829568"/>
              <a:gd name="connsiteY164" fmla="*/ 754351 h 797705"/>
              <a:gd name="connsiteX165" fmla="*/ 180526 w 829568"/>
              <a:gd name="connsiteY165" fmla="*/ 761156 h 797705"/>
              <a:gd name="connsiteX166" fmla="*/ 169131 w 829568"/>
              <a:gd name="connsiteY166" fmla="*/ 767961 h 797705"/>
              <a:gd name="connsiteX167" fmla="*/ 157736 w 829568"/>
              <a:gd name="connsiteY167" fmla="*/ 783841 h 797705"/>
              <a:gd name="connsiteX168" fmla="*/ 137226 w 829568"/>
              <a:gd name="connsiteY168" fmla="*/ 797451 h 797705"/>
              <a:gd name="connsiteX169" fmla="*/ 128110 w 829568"/>
              <a:gd name="connsiteY169" fmla="*/ 786109 h 797705"/>
              <a:gd name="connsiteX170" fmla="*/ 121273 w 829568"/>
              <a:gd name="connsiteY170" fmla="*/ 792914 h 797705"/>
              <a:gd name="connsiteX171" fmla="*/ 93925 w 829568"/>
              <a:gd name="connsiteY171" fmla="*/ 790646 h 797705"/>
              <a:gd name="connsiteX172" fmla="*/ 68857 w 829568"/>
              <a:gd name="connsiteY172" fmla="*/ 790646 h 797705"/>
              <a:gd name="connsiteX173" fmla="*/ 57462 w 829568"/>
              <a:gd name="connsiteY173" fmla="*/ 792914 h 797705"/>
              <a:gd name="connsiteX174" fmla="*/ 46067 w 829568"/>
              <a:gd name="connsiteY174" fmla="*/ 788377 h 797705"/>
              <a:gd name="connsiteX175" fmla="*/ 25556 w 829568"/>
              <a:gd name="connsiteY175" fmla="*/ 786109 h 797705"/>
              <a:gd name="connsiteX176" fmla="*/ 25556 w 829568"/>
              <a:gd name="connsiteY176" fmla="*/ 783841 h 797705"/>
              <a:gd name="connsiteX177" fmla="*/ 27835 w 829568"/>
              <a:gd name="connsiteY177" fmla="*/ 777035 h 797705"/>
              <a:gd name="connsiteX178" fmla="*/ 25556 w 829568"/>
              <a:gd name="connsiteY178" fmla="*/ 774767 h 797705"/>
              <a:gd name="connsiteX179" fmla="*/ 43788 w 829568"/>
              <a:gd name="connsiteY179" fmla="*/ 770230 h 797705"/>
              <a:gd name="connsiteX180" fmla="*/ 48346 w 829568"/>
              <a:gd name="connsiteY180" fmla="*/ 699908 h 797705"/>
              <a:gd name="connsiteX181" fmla="*/ 5046 w 829568"/>
              <a:gd name="connsiteY181" fmla="*/ 670418 h 797705"/>
              <a:gd name="connsiteX182" fmla="*/ 30114 w 829568"/>
              <a:gd name="connsiteY182" fmla="*/ 615975 h 797705"/>
              <a:gd name="connsiteX183" fmla="*/ 41509 w 829568"/>
              <a:gd name="connsiteY183" fmla="*/ 600095 h 797705"/>
              <a:gd name="connsiteX184" fmla="*/ 34672 w 829568"/>
              <a:gd name="connsiteY184" fmla="*/ 581948 h 797705"/>
              <a:gd name="connsiteX185" fmla="*/ 41509 w 829568"/>
              <a:gd name="connsiteY185" fmla="*/ 554726 h 797705"/>
              <a:gd name="connsiteX186" fmla="*/ 16441 w 829568"/>
              <a:gd name="connsiteY186" fmla="*/ 543384 h 797705"/>
              <a:gd name="connsiteX187" fmla="*/ 34672 w 829568"/>
              <a:gd name="connsiteY187" fmla="*/ 541115 h 797705"/>
              <a:gd name="connsiteX188" fmla="*/ 41498 w 829568"/>
              <a:gd name="connsiteY188" fmla="*/ 541115 h 797705"/>
              <a:gd name="connsiteX189" fmla="*/ 39341 w 829568"/>
              <a:gd name="connsiteY189" fmla="*/ 528176 h 797705"/>
              <a:gd name="connsiteX190" fmla="*/ 86966 w 829568"/>
              <a:gd name="connsiteY190" fmla="*/ 494839 h 797705"/>
              <a:gd name="connsiteX191" fmla="*/ 65409 w 829568"/>
              <a:gd name="connsiteY191" fmla="*/ 464300 h 797705"/>
              <a:gd name="connsiteX192" fmla="*/ 62429 w 829568"/>
              <a:gd name="connsiteY192" fmla="*/ 465726 h 797705"/>
              <a:gd name="connsiteX193" fmla="*/ 62429 w 829568"/>
              <a:gd name="connsiteY193" fmla="*/ 467991 h 797705"/>
              <a:gd name="connsiteX194" fmla="*/ 57874 w 829568"/>
              <a:gd name="connsiteY194" fmla="*/ 470256 h 797705"/>
              <a:gd name="connsiteX195" fmla="*/ 48763 w 829568"/>
              <a:gd name="connsiteY195" fmla="*/ 472522 h 797705"/>
              <a:gd name="connsiteX196" fmla="*/ 35096 w 829568"/>
              <a:gd name="connsiteY196" fmla="*/ 467991 h 797705"/>
              <a:gd name="connsiteX197" fmla="*/ 32818 w 829568"/>
              <a:gd name="connsiteY197" fmla="*/ 449871 h 797705"/>
              <a:gd name="connsiteX198" fmla="*/ 55596 w 829568"/>
              <a:gd name="connsiteY198" fmla="*/ 418160 h 797705"/>
              <a:gd name="connsiteX199" fmla="*/ 55596 w 829568"/>
              <a:gd name="connsiteY199" fmla="*/ 404569 h 797705"/>
              <a:gd name="connsiteX200" fmla="*/ 48763 w 829568"/>
              <a:gd name="connsiteY200" fmla="*/ 372858 h 797705"/>
              <a:gd name="connsiteX201" fmla="*/ 41929 w 829568"/>
              <a:gd name="connsiteY201" fmla="*/ 354737 h 797705"/>
              <a:gd name="connsiteX202" fmla="*/ 41929 w 829568"/>
              <a:gd name="connsiteY202" fmla="*/ 320761 h 797705"/>
              <a:gd name="connsiteX203" fmla="*/ 41929 w 829568"/>
              <a:gd name="connsiteY203" fmla="*/ 300375 h 797705"/>
              <a:gd name="connsiteX204" fmla="*/ 44207 w 829568"/>
              <a:gd name="connsiteY204" fmla="*/ 302640 h 797705"/>
              <a:gd name="connsiteX205" fmla="*/ 57934 w 829568"/>
              <a:gd name="connsiteY205" fmla="*/ 312196 h 797705"/>
              <a:gd name="connsiteX206" fmla="*/ 58242 w 829568"/>
              <a:gd name="connsiteY206" fmla="*/ 311394 h 797705"/>
              <a:gd name="connsiteX207" fmla="*/ 56256 w 829568"/>
              <a:gd name="connsiteY207" fmla="*/ 310012 h 797705"/>
              <a:gd name="connsiteX208" fmla="*/ 44300 w 829568"/>
              <a:gd name="connsiteY208" fmla="*/ 302367 h 797705"/>
              <a:gd name="connsiteX209" fmla="*/ 42022 w 829568"/>
              <a:gd name="connsiteY209" fmla="*/ 300102 h 797705"/>
              <a:gd name="connsiteX210" fmla="*/ 44300 w 829568"/>
              <a:gd name="connsiteY210" fmla="*/ 291042 h 797705"/>
              <a:gd name="connsiteX211" fmla="*/ 78462 w 829568"/>
              <a:gd name="connsiteY211" fmla="*/ 259331 h 797705"/>
              <a:gd name="connsiteX212" fmla="*/ 92126 w 829568"/>
              <a:gd name="connsiteY212" fmla="*/ 232149 h 797705"/>
              <a:gd name="connsiteX213" fmla="*/ 114901 w 829568"/>
              <a:gd name="connsiteY213" fmla="*/ 211764 h 797705"/>
              <a:gd name="connsiteX214" fmla="*/ 108638 w 829568"/>
              <a:gd name="connsiteY214" fmla="*/ 204968 h 797705"/>
              <a:gd name="connsiteX215" fmla="*/ 92261 w 829568"/>
              <a:gd name="connsiteY215" fmla="*/ 198228 h 797705"/>
              <a:gd name="connsiteX216" fmla="*/ 91806 w 829568"/>
              <a:gd name="connsiteY216" fmla="*/ 198355 h 797705"/>
              <a:gd name="connsiteX217" fmla="*/ 84968 w 829568"/>
              <a:gd name="connsiteY217" fmla="*/ 193807 h 797705"/>
              <a:gd name="connsiteX218" fmla="*/ 94086 w 829568"/>
              <a:gd name="connsiteY218" fmla="*/ 155145 h 797705"/>
              <a:gd name="connsiteX219" fmla="*/ 135114 w 829568"/>
              <a:gd name="connsiteY219" fmla="*/ 127854 h 797705"/>
              <a:gd name="connsiteX220" fmla="*/ 160186 w 829568"/>
              <a:gd name="connsiteY220" fmla="*/ 134677 h 797705"/>
              <a:gd name="connsiteX221" fmla="*/ 160186 w 829568"/>
              <a:gd name="connsiteY221" fmla="*/ 109660 h 797705"/>
              <a:gd name="connsiteX222" fmla="*/ 187538 w 829568"/>
              <a:gd name="connsiteY222" fmla="*/ 82369 h 797705"/>
              <a:gd name="connsiteX223" fmla="*/ 187538 w 829568"/>
              <a:gd name="connsiteY223" fmla="*/ 48256 h 797705"/>
              <a:gd name="connsiteX224" fmla="*/ 190103 w 829568"/>
              <a:gd name="connsiteY224"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4527 w 829568"/>
              <a:gd name="connsiteY121" fmla="*/ 570324 h 797705"/>
              <a:gd name="connsiteX122" fmla="*/ 503669 w 829568"/>
              <a:gd name="connsiteY122" fmla="*/ 570324 h 797705"/>
              <a:gd name="connsiteX123" fmla="*/ 503669 w 829568"/>
              <a:gd name="connsiteY123" fmla="*/ 574870 h 797705"/>
              <a:gd name="connsiteX124" fmla="*/ 505946 w 829568"/>
              <a:gd name="connsiteY124" fmla="*/ 577143 h 797705"/>
              <a:gd name="connsiteX125" fmla="*/ 505946 w 829568"/>
              <a:gd name="connsiteY125" fmla="*/ 579415 h 797705"/>
              <a:gd name="connsiteX126" fmla="*/ 505946 w 829568"/>
              <a:gd name="connsiteY126" fmla="*/ 581688 h 797705"/>
              <a:gd name="connsiteX127" fmla="*/ 496839 w 829568"/>
              <a:gd name="connsiteY127" fmla="*/ 590779 h 797705"/>
              <a:gd name="connsiteX128" fmla="*/ 496839 w 829568"/>
              <a:gd name="connsiteY128" fmla="*/ 595324 h 797705"/>
              <a:gd name="connsiteX129" fmla="*/ 501392 w 829568"/>
              <a:gd name="connsiteY129" fmla="*/ 599870 h 797705"/>
              <a:gd name="connsiteX130" fmla="*/ 510500 w 829568"/>
              <a:gd name="connsiteY130" fmla="*/ 608960 h 797705"/>
              <a:gd name="connsiteX131" fmla="*/ 508223 w 829568"/>
              <a:gd name="connsiteY131" fmla="*/ 613506 h 797705"/>
              <a:gd name="connsiteX132" fmla="*/ 508223 w 829568"/>
              <a:gd name="connsiteY132" fmla="*/ 618051 h 797705"/>
              <a:gd name="connsiteX133" fmla="*/ 490008 w 829568"/>
              <a:gd name="connsiteY133" fmla="*/ 640778 h 797705"/>
              <a:gd name="connsiteX134" fmla="*/ 464962 w 829568"/>
              <a:gd name="connsiteY134" fmla="*/ 631687 h 797705"/>
              <a:gd name="connsiteX135" fmla="*/ 451300 w 829568"/>
              <a:gd name="connsiteY135" fmla="*/ 624869 h 797705"/>
              <a:gd name="connsiteX136" fmla="*/ 423977 w 829568"/>
              <a:gd name="connsiteY136" fmla="*/ 638506 h 797705"/>
              <a:gd name="connsiteX137" fmla="*/ 414870 w 829568"/>
              <a:gd name="connsiteY137" fmla="*/ 643051 h 797705"/>
              <a:gd name="connsiteX138" fmla="*/ 398931 w 829568"/>
              <a:gd name="connsiteY138" fmla="*/ 645324 h 797705"/>
              <a:gd name="connsiteX139" fmla="*/ 394378 w 829568"/>
              <a:gd name="connsiteY139" fmla="*/ 652142 h 797705"/>
              <a:gd name="connsiteX140" fmla="*/ 373885 w 829568"/>
              <a:gd name="connsiteY140" fmla="*/ 654415 h 797705"/>
              <a:gd name="connsiteX141" fmla="*/ 353393 w 829568"/>
              <a:gd name="connsiteY141" fmla="*/ 661233 h 797705"/>
              <a:gd name="connsiteX142" fmla="*/ 344285 w 829568"/>
              <a:gd name="connsiteY142" fmla="*/ 683960 h 797705"/>
              <a:gd name="connsiteX143" fmla="*/ 346559 w 829568"/>
              <a:gd name="connsiteY143" fmla="*/ 695305 h 797705"/>
              <a:gd name="connsiteX144" fmla="*/ 346890 w 829568"/>
              <a:gd name="connsiteY144" fmla="*/ 695371 h 797705"/>
              <a:gd name="connsiteX145" fmla="*/ 349169 w 829568"/>
              <a:gd name="connsiteY145" fmla="*/ 697639 h 797705"/>
              <a:gd name="connsiteX146" fmla="*/ 349169 w 829568"/>
              <a:gd name="connsiteY146" fmla="*/ 708981 h 797705"/>
              <a:gd name="connsiteX147" fmla="*/ 349169 w 829568"/>
              <a:gd name="connsiteY147" fmla="*/ 713518 h 797705"/>
              <a:gd name="connsiteX148" fmla="*/ 346890 w 829568"/>
              <a:gd name="connsiteY148" fmla="*/ 724861 h 797705"/>
              <a:gd name="connsiteX149" fmla="*/ 340053 w 829568"/>
              <a:gd name="connsiteY149" fmla="*/ 722592 h 797705"/>
              <a:gd name="connsiteX150" fmla="*/ 317264 w 829568"/>
              <a:gd name="connsiteY150" fmla="*/ 720324 h 797705"/>
              <a:gd name="connsiteX151" fmla="*/ 312706 w 829568"/>
              <a:gd name="connsiteY151" fmla="*/ 718055 h 797705"/>
              <a:gd name="connsiteX152" fmla="*/ 303590 w 829568"/>
              <a:gd name="connsiteY152" fmla="*/ 724861 h 797705"/>
              <a:gd name="connsiteX153" fmla="*/ 294474 w 829568"/>
              <a:gd name="connsiteY153" fmla="*/ 731666 h 797705"/>
              <a:gd name="connsiteX154" fmla="*/ 289916 w 829568"/>
              <a:gd name="connsiteY154" fmla="*/ 738471 h 797705"/>
              <a:gd name="connsiteX155" fmla="*/ 289916 w 829568"/>
              <a:gd name="connsiteY155" fmla="*/ 752082 h 797705"/>
              <a:gd name="connsiteX156" fmla="*/ 280800 w 829568"/>
              <a:gd name="connsiteY156" fmla="*/ 740740 h 797705"/>
              <a:gd name="connsiteX157" fmla="*/ 278521 w 829568"/>
              <a:gd name="connsiteY157" fmla="*/ 738471 h 797705"/>
              <a:gd name="connsiteX158" fmla="*/ 278521 w 829568"/>
              <a:gd name="connsiteY158" fmla="*/ 743008 h 797705"/>
              <a:gd name="connsiteX159" fmla="*/ 276242 w 829568"/>
              <a:gd name="connsiteY159" fmla="*/ 749814 h 797705"/>
              <a:gd name="connsiteX160" fmla="*/ 269405 w 829568"/>
              <a:gd name="connsiteY160" fmla="*/ 761156 h 797705"/>
              <a:gd name="connsiteX161" fmla="*/ 232942 w 829568"/>
              <a:gd name="connsiteY161" fmla="*/ 749814 h 797705"/>
              <a:gd name="connsiteX162" fmla="*/ 230663 w 829568"/>
              <a:gd name="connsiteY162" fmla="*/ 754351 h 797705"/>
              <a:gd name="connsiteX163" fmla="*/ 203316 w 829568"/>
              <a:gd name="connsiteY163" fmla="*/ 754351 h 797705"/>
              <a:gd name="connsiteX164" fmla="*/ 180526 w 829568"/>
              <a:gd name="connsiteY164" fmla="*/ 761156 h 797705"/>
              <a:gd name="connsiteX165" fmla="*/ 169131 w 829568"/>
              <a:gd name="connsiteY165" fmla="*/ 767961 h 797705"/>
              <a:gd name="connsiteX166" fmla="*/ 157736 w 829568"/>
              <a:gd name="connsiteY166" fmla="*/ 783841 h 797705"/>
              <a:gd name="connsiteX167" fmla="*/ 137226 w 829568"/>
              <a:gd name="connsiteY167" fmla="*/ 797451 h 797705"/>
              <a:gd name="connsiteX168" fmla="*/ 128110 w 829568"/>
              <a:gd name="connsiteY168" fmla="*/ 786109 h 797705"/>
              <a:gd name="connsiteX169" fmla="*/ 121273 w 829568"/>
              <a:gd name="connsiteY169" fmla="*/ 792914 h 797705"/>
              <a:gd name="connsiteX170" fmla="*/ 93925 w 829568"/>
              <a:gd name="connsiteY170" fmla="*/ 790646 h 797705"/>
              <a:gd name="connsiteX171" fmla="*/ 68857 w 829568"/>
              <a:gd name="connsiteY171" fmla="*/ 790646 h 797705"/>
              <a:gd name="connsiteX172" fmla="*/ 57462 w 829568"/>
              <a:gd name="connsiteY172" fmla="*/ 792914 h 797705"/>
              <a:gd name="connsiteX173" fmla="*/ 46067 w 829568"/>
              <a:gd name="connsiteY173" fmla="*/ 788377 h 797705"/>
              <a:gd name="connsiteX174" fmla="*/ 25556 w 829568"/>
              <a:gd name="connsiteY174" fmla="*/ 786109 h 797705"/>
              <a:gd name="connsiteX175" fmla="*/ 25556 w 829568"/>
              <a:gd name="connsiteY175" fmla="*/ 783841 h 797705"/>
              <a:gd name="connsiteX176" fmla="*/ 27835 w 829568"/>
              <a:gd name="connsiteY176" fmla="*/ 777035 h 797705"/>
              <a:gd name="connsiteX177" fmla="*/ 25556 w 829568"/>
              <a:gd name="connsiteY177" fmla="*/ 774767 h 797705"/>
              <a:gd name="connsiteX178" fmla="*/ 43788 w 829568"/>
              <a:gd name="connsiteY178" fmla="*/ 770230 h 797705"/>
              <a:gd name="connsiteX179" fmla="*/ 48346 w 829568"/>
              <a:gd name="connsiteY179" fmla="*/ 699908 h 797705"/>
              <a:gd name="connsiteX180" fmla="*/ 5046 w 829568"/>
              <a:gd name="connsiteY180" fmla="*/ 670418 h 797705"/>
              <a:gd name="connsiteX181" fmla="*/ 30114 w 829568"/>
              <a:gd name="connsiteY181" fmla="*/ 615975 h 797705"/>
              <a:gd name="connsiteX182" fmla="*/ 41509 w 829568"/>
              <a:gd name="connsiteY182" fmla="*/ 600095 h 797705"/>
              <a:gd name="connsiteX183" fmla="*/ 34672 w 829568"/>
              <a:gd name="connsiteY183" fmla="*/ 581948 h 797705"/>
              <a:gd name="connsiteX184" fmla="*/ 41509 w 829568"/>
              <a:gd name="connsiteY184" fmla="*/ 554726 h 797705"/>
              <a:gd name="connsiteX185" fmla="*/ 16441 w 829568"/>
              <a:gd name="connsiteY185" fmla="*/ 543384 h 797705"/>
              <a:gd name="connsiteX186" fmla="*/ 34672 w 829568"/>
              <a:gd name="connsiteY186" fmla="*/ 541115 h 797705"/>
              <a:gd name="connsiteX187" fmla="*/ 41498 w 829568"/>
              <a:gd name="connsiteY187" fmla="*/ 541115 h 797705"/>
              <a:gd name="connsiteX188" fmla="*/ 39341 w 829568"/>
              <a:gd name="connsiteY188" fmla="*/ 528176 h 797705"/>
              <a:gd name="connsiteX189" fmla="*/ 86966 w 829568"/>
              <a:gd name="connsiteY189" fmla="*/ 494839 h 797705"/>
              <a:gd name="connsiteX190" fmla="*/ 65409 w 829568"/>
              <a:gd name="connsiteY190" fmla="*/ 464300 h 797705"/>
              <a:gd name="connsiteX191" fmla="*/ 62429 w 829568"/>
              <a:gd name="connsiteY191" fmla="*/ 465726 h 797705"/>
              <a:gd name="connsiteX192" fmla="*/ 62429 w 829568"/>
              <a:gd name="connsiteY192" fmla="*/ 467991 h 797705"/>
              <a:gd name="connsiteX193" fmla="*/ 57874 w 829568"/>
              <a:gd name="connsiteY193" fmla="*/ 470256 h 797705"/>
              <a:gd name="connsiteX194" fmla="*/ 48763 w 829568"/>
              <a:gd name="connsiteY194" fmla="*/ 472522 h 797705"/>
              <a:gd name="connsiteX195" fmla="*/ 35096 w 829568"/>
              <a:gd name="connsiteY195" fmla="*/ 467991 h 797705"/>
              <a:gd name="connsiteX196" fmla="*/ 32818 w 829568"/>
              <a:gd name="connsiteY196" fmla="*/ 449871 h 797705"/>
              <a:gd name="connsiteX197" fmla="*/ 55596 w 829568"/>
              <a:gd name="connsiteY197" fmla="*/ 418160 h 797705"/>
              <a:gd name="connsiteX198" fmla="*/ 55596 w 829568"/>
              <a:gd name="connsiteY198" fmla="*/ 404569 h 797705"/>
              <a:gd name="connsiteX199" fmla="*/ 48763 w 829568"/>
              <a:gd name="connsiteY199" fmla="*/ 372858 h 797705"/>
              <a:gd name="connsiteX200" fmla="*/ 41929 w 829568"/>
              <a:gd name="connsiteY200" fmla="*/ 354737 h 797705"/>
              <a:gd name="connsiteX201" fmla="*/ 41929 w 829568"/>
              <a:gd name="connsiteY201" fmla="*/ 320761 h 797705"/>
              <a:gd name="connsiteX202" fmla="*/ 41929 w 829568"/>
              <a:gd name="connsiteY202" fmla="*/ 300375 h 797705"/>
              <a:gd name="connsiteX203" fmla="*/ 44207 w 829568"/>
              <a:gd name="connsiteY203" fmla="*/ 302640 h 797705"/>
              <a:gd name="connsiteX204" fmla="*/ 57934 w 829568"/>
              <a:gd name="connsiteY204" fmla="*/ 312196 h 797705"/>
              <a:gd name="connsiteX205" fmla="*/ 58242 w 829568"/>
              <a:gd name="connsiteY205" fmla="*/ 311394 h 797705"/>
              <a:gd name="connsiteX206" fmla="*/ 56256 w 829568"/>
              <a:gd name="connsiteY206" fmla="*/ 310012 h 797705"/>
              <a:gd name="connsiteX207" fmla="*/ 44300 w 829568"/>
              <a:gd name="connsiteY207" fmla="*/ 302367 h 797705"/>
              <a:gd name="connsiteX208" fmla="*/ 42022 w 829568"/>
              <a:gd name="connsiteY208" fmla="*/ 300102 h 797705"/>
              <a:gd name="connsiteX209" fmla="*/ 44300 w 829568"/>
              <a:gd name="connsiteY209" fmla="*/ 291042 h 797705"/>
              <a:gd name="connsiteX210" fmla="*/ 78462 w 829568"/>
              <a:gd name="connsiteY210" fmla="*/ 259331 h 797705"/>
              <a:gd name="connsiteX211" fmla="*/ 92126 w 829568"/>
              <a:gd name="connsiteY211" fmla="*/ 232149 h 797705"/>
              <a:gd name="connsiteX212" fmla="*/ 114901 w 829568"/>
              <a:gd name="connsiteY212" fmla="*/ 211764 h 797705"/>
              <a:gd name="connsiteX213" fmla="*/ 108638 w 829568"/>
              <a:gd name="connsiteY213" fmla="*/ 204968 h 797705"/>
              <a:gd name="connsiteX214" fmla="*/ 92261 w 829568"/>
              <a:gd name="connsiteY214" fmla="*/ 198228 h 797705"/>
              <a:gd name="connsiteX215" fmla="*/ 91806 w 829568"/>
              <a:gd name="connsiteY215" fmla="*/ 198355 h 797705"/>
              <a:gd name="connsiteX216" fmla="*/ 84968 w 829568"/>
              <a:gd name="connsiteY216" fmla="*/ 193807 h 797705"/>
              <a:gd name="connsiteX217" fmla="*/ 94086 w 829568"/>
              <a:gd name="connsiteY217" fmla="*/ 155145 h 797705"/>
              <a:gd name="connsiteX218" fmla="*/ 135114 w 829568"/>
              <a:gd name="connsiteY218" fmla="*/ 127854 h 797705"/>
              <a:gd name="connsiteX219" fmla="*/ 160186 w 829568"/>
              <a:gd name="connsiteY219" fmla="*/ 134677 h 797705"/>
              <a:gd name="connsiteX220" fmla="*/ 160186 w 829568"/>
              <a:gd name="connsiteY220" fmla="*/ 109660 h 797705"/>
              <a:gd name="connsiteX221" fmla="*/ 187538 w 829568"/>
              <a:gd name="connsiteY221" fmla="*/ 82369 h 797705"/>
              <a:gd name="connsiteX222" fmla="*/ 187538 w 829568"/>
              <a:gd name="connsiteY222" fmla="*/ 48256 h 797705"/>
              <a:gd name="connsiteX223" fmla="*/ 190103 w 829568"/>
              <a:gd name="connsiteY223"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4527 w 829568"/>
              <a:gd name="connsiteY121" fmla="*/ 570324 h 797705"/>
              <a:gd name="connsiteX122" fmla="*/ 503669 w 829568"/>
              <a:gd name="connsiteY122" fmla="*/ 574870 h 797705"/>
              <a:gd name="connsiteX123" fmla="*/ 505946 w 829568"/>
              <a:gd name="connsiteY123" fmla="*/ 577143 h 797705"/>
              <a:gd name="connsiteX124" fmla="*/ 505946 w 829568"/>
              <a:gd name="connsiteY124" fmla="*/ 579415 h 797705"/>
              <a:gd name="connsiteX125" fmla="*/ 505946 w 829568"/>
              <a:gd name="connsiteY125" fmla="*/ 581688 h 797705"/>
              <a:gd name="connsiteX126" fmla="*/ 496839 w 829568"/>
              <a:gd name="connsiteY126" fmla="*/ 590779 h 797705"/>
              <a:gd name="connsiteX127" fmla="*/ 496839 w 829568"/>
              <a:gd name="connsiteY127" fmla="*/ 595324 h 797705"/>
              <a:gd name="connsiteX128" fmla="*/ 501392 w 829568"/>
              <a:gd name="connsiteY128" fmla="*/ 599870 h 797705"/>
              <a:gd name="connsiteX129" fmla="*/ 510500 w 829568"/>
              <a:gd name="connsiteY129" fmla="*/ 608960 h 797705"/>
              <a:gd name="connsiteX130" fmla="*/ 508223 w 829568"/>
              <a:gd name="connsiteY130" fmla="*/ 613506 h 797705"/>
              <a:gd name="connsiteX131" fmla="*/ 508223 w 829568"/>
              <a:gd name="connsiteY131" fmla="*/ 618051 h 797705"/>
              <a:gd name="connsiteX132" fmla="*/ 490008 w 829568"/>
              <a:gd name="connsiteY132" fmla="*/ 640778 h 797705"/>
              <a:gd name="connsiteX133" fmla="*/ 464962 w 829568"/>
              <a:gd name="connsiteY133" fmla="*/ 631687 h 797705"/>
              <a:gd name="connsiteX134" fmla="*/ 451300 w 829568"/>
              <a:gd name="connsiteY134" fmla="*/ 624869 h 797705"/>
              <a:gd name="connsiteX135" fmla="*/ 423977 w 829568"/>
              <a:gd name="connsiteY135" fmla="*/ 638506 h 797705"/>
              <a:gd name="connsiteX136" fmla="*/ 414870 w 829568"/>
              <a:gd name="connsiteY136" fmla="*/ 643051 h 797705"/>
              <a:gd name="connsiteX137" fmla="*/ 398931 w 829568"/>
              <a:gd name="connsiteY137" fmla="*/ 645324 h 797705"/>
              <a:gd name="connsiteX138" fmla="*/ 394378 w 829568"/>
              <a:gd name="connsiteY138" fmla="*/ 652142 h 797705"/>
              <a:gd name="connsiteX139" fmla="*/ 373885 w 829568"/>
              <a:gd name="connsiteY139" fmla="*/ 654415 h 797705"/>
              <a:gd name="connsiteX140" fmla="*/ 353393 w 829568"/>
              <a:gd name="connsiteY140" fmla="*/ 661233 h 797705"/>
              <a:gd name="connsiteX141" fmla="*/ 344285 w 829568"/>
              <a:gd name="connsiteY141" fmla="*/ 683960 h 797705"/>
              <a:gd name="connsiteX142" fmla="*/ 346559 w 829568"/>
              <a:gd name="connsiteY142" fmla="*/ 695305 h 797705"/>
              <a:gd name="connsiteX143" fmla="*/ 346890 w 829568"/>
              <a:gd name="connsiteY143" fmla="*/ 695371 h 797705"/>
              <a:gd name="connsiteX144" fmla="*/ 349169 w 829568"/>
              <a:gd name="connsiteY144" fmla="*/ 697639 h 797705"/>
              <a:gd name="connsiteX145" fmla="*/ 349169 w 829568"/>
              <a:gd name="connsiteY145" fmla="*/ 708981 h 797705"/>
              <a:gd name="connsiteX146" fmla="*/ 349169 w 829568"/>
              <a:gd name="connsiteY146" fmla="*/ 713518 h 797705"/>
              <a:gd name="connsiteX147" fmla="*/ 346890 w 829568"/>
              <a:gd name="connsiteY147" fmla="*/ 724861 h 797705"/>
              <a:gd name="connsiteX148" fmla="*/ 340053 w 829568"/>
              <a:gd name="connsiteY148" fmla="*/ 722592 h 797705"/>
              <a:gd name="connsiteX149" fmla="*/ 317264 w 829568"/>
              <a:gd name="connsiteY149" fmla="*/ 720324 h 797705"/>
              <a:gd name="connsiteX150" fmla="*/ 312706 w 829568"/>
              <a:gd name="connsiteY150" fmla="*/ 718055 h 797705"/>
              <a:gd name="connsiteX151" fmla="*/ 303590 w 829568"/>
              <a:gd name="connsiteY151" fmla="*/ 724861 h 797705"/>
              <a:gd name="connsiteX152" fmla="*/ 294474 w 829568"/>
              <a:gd name="connsiteY152" fmla="*/ 731666 h 797705"/>
              <a:gd name="connsiteX153" fmla="*/ 289916 w 829568"/>
              <a:gd name="connsiteY153" fmla="*/ 738471 h 797705"/>
              <a:gd name="connsiteX154" fmla="*/ 289916 w 829568"/>
              <a:gd name="connsiteY154" fmla="*/ 752082 h 797705"/>
              <a:gd name="connsiteX155" fmla="*/ 280800 w 829568"/>
              <a:gd name="connsiteY155" fmla="*/ 740740 h 797705"/>
              <a:gd name="connsiteX156" fmla="*/ 278521 w 829568"/>
              <a:gd name="connsiteY156" fmla="*/ 738471 h 797705"/>
              <a:gd name="connsiteX157" fmla="*/ 278521 w 829568"/>
              <a:gd name="connsiteY157" fmla="*/ 743008 h 797705"/>
              <a:gd name="connsiteX158" fmla="*/ 276242 w 829568"/>
              <a:gd name="connsiteY158" fmla="*/ 749814 h 797705"/>
              <a:gd name="connsiteX159" fmla="*/ 269405 w 829568"/>
              <a:gd name="connsiteY159" fmla="*/ 761156 h 797705"/>
              <a:gd name="connsiteX160" fmla="*/ 232942 w 829568"/>
              <a:gd name="connsiteY160" fmla="*/ 749814 h 797705"/>
              <a:gd name="connsiteX161" fmla="*/ 230663 w 829568"/>
              <a:gd name="connsiteY161" fmla="*/ 754351 h 797705"/>
              <a:gd name="connsiteX162" fmla="*/ 203316 w 829568"/>
              <a:gd name="connsiteY162" fmla="*/ 754351 h 797705"/>
              <a:gd name="connsiteX163" fmla="*/ 180526 w 829568"/>
              <a:gd name="connsiteY163" fmla="*/ 761156 h 797705"/>
              <a:gd name="connsiteX164" fmla="*/ 169131 w 829568"/>
              <a:gd name="connsiteY164" fmla="*/ 767961 h 797705"/>
              <a:gd name="connsiteX165" fmla="*/ 157736 w 829568"/>
              <a:gd name="connsiteY165" fmla="*/ 783841 h 797705"/>
              <a:gd name="connsiteX166" fmla="*/ 137226 w 829568"/>
              <a:gd name="connsiteY166" fmla="*/ 797451 h 797705"/>
              <a:gd name="connsiteX167" fmla="*/ 128110 w 829568"/>
              <a:gd name="connsiteY167" fmla="*/ 786109 h 797705"/>
              <a:gd name="connsiteX168" fmla="*/ 121273 w 829568"/>
              <a:gd name="connsiteY168" fmla="*/ 792914 h 797705"/>
              <a:gd name="connsiteX169" fmla="*/ 93925 w 829568"/>
              <a:gd name="connsiteY169" fmla="*/ 790646 h 797705"/>
              <a:gd name="connsiteX170" fmla="*/ 68857 w 829568"/>
              <a:gd name="connsiteY170" fmla="*/ 790646 h 797705"/>
              <a:gd name="connsiteX171" fmla="*/ 57462 w 829568"/>
              <a:gd name="connsiteY171" fmla="*/ 792914 h 797705"/>
              <a:gd name="connsiteX172" fmla="*/ 46067 w 829568"/>
              <a:gd name="connsiteY172" fmla="*/ 788377 h 797705"/>
              <a:gd name="connsiteX173" fmla="*/ 25556 w 829568"/>
              <a:gd name="connsiteY173" fmla="*/ 786109 h 797705"/>
              <a:gd name="connsiteX174" fmla="*/ 25556 w 829568"/>
              <a:gd name="connsiteY174" fmla="*/ 783841 h 797705"/>
              <a:gd name="connsiteX175" fmla="*/ 27835 w 829568"/>
              <a:gd name="connsiteY175" fmla="*/ 777035 h 797705"/>
              <a:gd name="connsiteX176" fmla="*/ 25556 w 829568"/>
              <a:gd name="connsiteY176" fmla="*/ 774767 h 797705"/>
              <a:gd name="connsiteX177" fmla="*/ 43788 w 829568"/>
              <a:gd name="connsiteY177" fmla="*/ 770230 h 797705"/>
              <a:gd name="connsiteX178" fmla="*/ 48346 w 829568"/>
              <a:gd name="connsiteY178" fmla="*/ 699908 h 797705"/>
              <a:gd name="connsiteX179" fmla="*/ 5046 w 829568"/>
              <a:gd name="connsiteY179" fmla="*/ 670418 h 797705"/>
              <a:gd name="connsiteX180" fmla="*/ 30114 w 829568"/>
              <a:gd name="connsiteY180" fmla="*/ 615975 h 797705"/>
              <a:gd name="connsiteX181" fmla="*/ 41509 w 829568"/>
              <a:gd name="connsiteY181" fmla="*/ 600095 h 797705"/>
              <a:gd name="connsiteX182" fmla="*/ 34672 w 829568"/>
              <a:gd name="connsiteY182" fmla="*/ 581948 h 797705"/>
              <a:gd name="connsiteX183" fmla="*/ 41509 w 829568"/>
              <a:gd name="connsiteY183" fmla="*/ 554726 h 797705"/>
              <a:gd name="connsiteX184" fmla="*/ 16441 w 829568"/>
              <a:gd name="connsiteY184" fmla="*/ 543384 h 797705"/>
              <a:gd name="connsiteX185" fmla="*/ 34672 w 829568"/>
              <a:gd name="connsiteY185" fmla="*/ 541115 h 797705"/>
              <a:gd name="connsiteX186" fmla="*/ 41498 w 829568"/>
              <a:gd name="connsiteY186" fmla="*/ 541115 h 797705"/>
              <a:gd name="connsiteX187" fmla="*/ 39341 w 829568"/>
              <a:gd name="connsiteY187" fmla="*/ 528176 h 797705"/>
              <a:gd name="connsiteX188" fmla="*/ 86966 w 829568"/>
              <a:gd name="connsiteY188" fmla="*/ 494839 h 797705"/>
              <a:gd name="connsiteX189" fmla="*/ 65409 w 829568"/>
              <a:gd name="connsiteY189" fmla="*/ 464300 h 797705"/>
              <a:gd name="connsiteX190" fmla="*/ 62429 w 829568"/>
              <a:gd name="connsiteY190" fmla="*/ 465726 h 797705"/>
              <a:gd name="connsiteX191" fmla="*/ 62429 w 829568"/>
              <a:gd name="connsiteY191" fmla="*/ 467991 h 797705"/>
              <a:gd name="connsiteX192" fmla="*/ 57874 w 829568"/>
              <a:gd name="connsiteY192" fmla="*/ 470256 h 797705"/>
              <a:gd name="connsiteX193" fmla="*/ 48763 w 829568"/>
              <a:gd name="connsiteY193" fmla="*/ 472522 h 797705"/>
              <a:gd name="connsiteX194" fmla="*/ 35096 w 829568"/>
              <a:gd name="connsiteY194" fmla="*/ 467991 h 797705"/>
              <a:gd name="connsiteX195" fmla="*/ 32818 w 829568"/>
              <a:gd name="connsiteY195" fmla="*/ 449871 h 797705"/>
              <a:gd name="connsiteX196" fmla="*/ 55596 w 829568"/>
              <a:gd name="connsiteY196" fmla="*/ 418160 h 797705"/>
              <a:gd name="connsiteX197" fmla="*/ 55596 w 829568"/>
              <a:gd name="connsiteY197" fmla="*/ 404569 h 797705"/>
              <a:gd name="connsiteX198" fmla="*/ 48763 w 829568"/>
              <a:gd name="connsiteY198" fmla="*/ 372858 h 797705"/>
              <a:gd name="connsiteX199" fmla="*/ 41929 w 829568"/>
              <a:gd name="connsiteY199" fmla="*/ 354737 h 797705"/>
              <a:gd name="connsiteX200" fmla="*/ 41929 w 829568"/>
              <a:gd name="connsiteY200" fmla="*/ 320761 h 797705"/>
              <a:gd name="connsiteX201" fmla="*/ 41929 w 829568"/>
              <a:gd name="connsiteY201" fmla="*/ 300375 h 797705"/>
              <a:gd name="connsiteX202" fmla="*/ 44207 w 829568"/>
              <a:gd name="connsiteY202" fmla="*/ 302640 h 797705"/>
              <a:gd name="connsiteX203" fmla="*/ 57934 w 829568"/>
              <a:gd name="connsiteY203" fmla="*/ 312196 h 797705"/>
              <a:gd name="connsiteX204" fmla="*/ 58242 w 829568"/>
              <a:gd name="connsiteY204" fmla="*/ 311394 h 797705"/>
              <a:gd name="connsiteX205" fmla="*/ 56256 w 829568"/>
              <a:gd name="connsiteY205" fmla="*/ 310012 h 797705"/>
              <a:gd name="connsiteX206" fmla="*/ 44300 w 829568"/>
              <a:gd name="connsiteY206" fmla="*/ 302367 h 797705"/>
              <a:gd name="connsiteX207" fmla="*/ 42022 w 829568"/>
              <a:gd name="connsiteY207" fmla="*/ 300102 h 797705"/>
              <a:gd name="connsiteX208" fmla="*/ 44300 w 829568"/>
              <a:gd name="connsiteY208" fmla="*/ 291042 h 797705"/>
              <a:gd name="connsiteX209" fmla="*/ 78462 w 829568"/>
              <a:gd name="connsiteY209" fmla="*/ 259331 h 797705"/>
              <a:gd name="connsiteX210" fmla="*/ 92126 w 829568"/>
              <a:gd name="connsiteY210" fmla="*/ 232149 h 797705"/>
              <a:gd name="connsiteX211" fmla="*/ 114901 w 829568"/>
              <a:gd name="connsiteY211" fmla="*/ 211764 h 797705"/>
              <a:gd name="connsiteX212" fmla="*/ 108638 w 829568"/>
              <a:gd name="connsiteY212" fmla="*/ 204968 h 797705"/>
              <a:gd name="connsiteX213" fmla="*/ 92261 w 829568"/>
              <a:gd name="connsiteY213" fmla="*/ 198228 h 797705"/>
              <a:gd name="connsiteX214" fmla="*/ 91806 w 829568"/>
              <a:gd name="connsiteY214" fmla="*/ 198355 h 797705"/>
              <a:gd name="connsiteX215" fmla="*/ 84968 w 829568"/>
              <a:gd name="connsiteY215" fmla="*/ 193807 h 797705"/>
              <a:gd name="connsiteX216" fmla="*/ 94086 w 829568"/>
              <a:gd name="connsiteY216" fmla="*/ 155145 h 797705"/>
              <a:gd name="connsiteX217" fmla="*/ 135114 w 829568"/>
              <a:gd name="connsiteY217" fmla="*/ 127854 h 797705"/>
              <a:gd name="connsiteX218" fmla="*/ 160186 w 829568"/>
              <a:gd name="connsiteY218" fmla="*/ 134677 h 797705"/>
              <a:gd name="connsiteX219" fmla="*/ 160186 w 829568"/>
              <a:gd name="connsiteY219" fmla="*/ 109660 h 797705"/>
              <a:gd name="connsiteX220" fmla="*/ 187538 w 829568"/>
              <a:gd name="connsiteY220" fmla="*/ 82369 h 797705"/>
              <a:gd name="connsiteX221" fmla="*/ 187538 w 829568"/>
              <a:gd name="connsiteY221" fmla="*/ 48256 h 797705"/>
              <a:gd name="connsiteX222" fmla="*/ 190103 w 829568"/>
              <a:gd name="connsiteY222"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3669 w 829568"/>
              <a:gd name="connsiteY121" fmla="*/ 574870 h 797705"/>
              <a:gd name="connsiteX122" fmla="*/ 505946 w 829568"/>
              <a:gd name="connsiteY122" fmla="*/ 577143 h 797705"/>
              <a:gd name="connsiteX123" fmla="*/ 505946 w 829568"/>
              <a:gd name="connsiteY123" fmla="*/ 579415 h 797705"/>
              <a:gd name="connsiteX124" fmla="*/ 505946 w 829568"/>
              <a:gd name="connsiteY124" fmla="*/ 581688 h 797705"/>
              <a:gd name="connsiteX125" fmla="*/ 496839 w 829568"/>
              <a:gd name="connsiteY125" fmla="*/ 590779 h 797705"/>
              <a:gd name="connsiteX126" fmla="*/ 496839 w 829568"/>
              <a:gd name="connsiteY126" fmla="*/ 595324 h 797705"/>
              <a:gd name="connsiteX127" fmla="*/ 501392 w 829568"/>
              <a:gd name="connsiteY127" fmla="*/ 599870 h 797705"/>
              <a:gd name="connsiteX128" fmla="*/ 510500 w 829568"/>
              <a:gd name="connsiteY128" fmla="*/ 608960 h 797705"/>
              <a:gd name="connsiteX129" fmla="*/ 508223 w 829568"/>
              <a:gd name="connsiteY129" fmla="*/ 613506 h 797705"/>
              <a:gd name="connsiteX130" fmla="*/ 508223 w 829568"/>
              <a:gd name="connsiteY130" fmla="*/ 618051 h 797705"/>
              <a:gd name="connsiteX131" fmla="*/ 490008 w 829568"/>
              <a:gd name="connsiteY131" fmla="*/ 640778 h 797705"/>
              <a:gd name="connsiteX132" fmla="*/ 464962 w 829568"/>
              <a:gd name="connsiteY132" fmla="*/ 631687 h 797705"/>
              <a:gd name="connsiteX133" fmla="*/ 451300 w 829568"/>
              <a:gd name="connsiteY133" fmla="*/ 624869 h 797705"/>
              <a:gd name="connsiteX134" fmla="*/ 423977 w 829568"/>
              <a:gd name="connsiteY134" fmla="*/ 638506 h 797705"/>
              <a:gd name="connsiteX135" fmla="*/ 414870 w 829568"/>
              <a:gd name="connsiteY135" fmla="*/ 643051 h 797705"/>
              <a:gd name="connsiteX136" fmla="*/ 398931 w 829568"/>
              <a:gd name="connsiteY136" fmla="*/ 645324 h 797705"/>
              <a:gd name="connsiteX137" fmla="*/ 394378 w 829568"/>
              <a:gd name="connsiteY137" fmla="*/ 652142 h 797705"/>
              <a:gd name="connsiteX138" fmla="*/ 373885 w 829568"/>
              <a:gd name="connsiteY138" fmla="*/ 654415 h 797705"/>
              <a:gd name="connsiteX139" fmla="*/ 353393 w 829568"/>
              <a:gd name="connsiteY139" fmla="*/ 661233 h 797705"/>
              <a:gd name="connsiteX140" fmla="*/ 344285 w 829568"/>
              <a:gd name="connsiteY140" fmla="*/ 683960 h 797705"/>
              <a:gd name="connsiteX141" fmla="*/ 346559 w 829568"/>
              <a:gd name="connsiteY141" fmla="*/ 695305 h 797705"/>
              <a:gd name="connsiteX142" fmla="*/ 346890 w 829568"/>
              <a:gd name="connsiteY142" fmla="*/ 695371 h 797705"/>
              <a:gd name="connsiteX143" fmla="*/ 349169 w 829568"/>
              <a:gd name="connsiteY143" fmla="*/ 697639 h 797705"/>
              <a:gd name="connsiteX144" fmla="*/ 349169 w 829568"/>
              <a:gd name="connsiteY144" fmla="*/ 708981 h 797705"/>
              <a:gd name="connsiteX145" fmla="*/ 349169 w 829568"/>
              <a:gd name="connsiteY145" fmla="*/ 713518 h 797705"/>
              <a:gd name="connsiteX146" fmla="*/ 346890 w 829568"/>
              <a:gd name="connsiteY146" fmla="*/ 724861 h 797705"/>
              <a:gd name="connsiteX147" fmla="*/ 340053 w 829568"/>
              <a:gd name="connsiteY147" fmla="*/ 722592 h 797705"/>
              <a:gd name="connsiteX148" fmla="*/ 317264 w 829568"/>
              <a:gd name="connsiteY148" fmla="*/ 720324 h 797705"/>
              <a:gd name="connsiteX149" fmla="*/ 312706 w 829568"/>
              <a:gd name="connsiteY149" fmla="*/ 718055 h 797705"/>
              <a:gd name="connsiteX150" fmla="*/ 303590 w 829568"/>
              <a:gd name="connsiteY150" fmla="*/ 724861 h 797705"/>
              <a:gd name="connsiteX151" fmla="*/ 294474 w 829568"/>
              <a:gd name="connsiteY151" fmla="*/ 731666 h 797705"/>
              <a:gd name="connsiteX152" fmla="*/ 289916 w 829568"/>
              <a:gd name="connsiteY152" fmla="*/ 738471 h 797705"/>
              <a:gd name="connsiteX153" fmla="*/ 289916 w 829568"/>
              <a:gd name="connsiteY153" fmla="*/ 752082 h 797705"/>
              <a:gd name="connsiteX154" fmla="*/ 280800 w 829568"/>
              <a:gd name="connsiteY154" fmla="*/ 740740 h 797705"/>
              <a:gd name="connsiteX155" fmla="*/ 278521 w 829568"/>
              <a:gd name="connsiteY155" fmla="*/ 738471 h 797705"/>
              <a:gd name="connsiteX156" fmla="*/ 278521 w 829568"/>
              <a:gd name="connsiteY156" fmla="*/ 743008 h 797705"/>
              <a:gd name="connsiteX157" fmla="*/ 276242 w 829568"/>
              <a:gd name="connsiteY157" fmla="*/ 749814 h 797705"/>
              <a:gd name="connsiteX158" fmla="*/ 269405 w 829568"/>
              <a:gd name="connsiteY158" fmla="*/ 761156 h 797705"/>
              <a:gd name="connsiteX159" fmla="*/ 232942 w 829568"/>
              <a:gd name="connsiteY159" fmla="*/ 749814 h 797705"/>
              <a:gd name="connsiteX160" fmla="*/ 230663 w 829568"/>
              <a:gd name="connsiteY160" fmla="*/ 754351 h 797705"/>
              <a:gd name="connsiteX161" fmla="*/ 203316 w 829568"/>
              <a:gd name="connsiteY161" fmla="*/ 754351 h 797705"/>
              <a:gd name="connsiteX162" fmla="*/ 180526 w 829568"/>
              <a:gd name="connsiteY162" fmla="*/ 761156 h 797705"/>
              <a:gd name="connsiteX163" fmla="*/ 169131 w 829568"/>
              <a:gd name="connsiteY163" fmla="*/ 767961 h 797705"/>
              <a:gd name="connsiteX164" fmla="*/ 157736 w 829568"/>
              <a:gd name="connsiteY164" fmla="*/ 783841 h 797705"/>
              <a:gd name="connsiteX165" fmla="*/ 137226 w 829568"/>
              <a:gd name="connsiteY165" fmla="*/ 797451 h 797705"/>
              <a:gd name="connsiteX166" fmla="*/ 128110 w 829568"/>
              <a:gd name="connsiteY166" fmla="*/ 786109 h 797705"/>
              <a:gd name="connsiteX167" fmla="*/ 121273 w 829568"/>
              <a:gd name="connsiteY167" fmla="*/ 792914 h 797705"/>
              <a:gd name="connsiteX168" fmla="*/ 93925 w 829568"/>
              <a:gd name="connsiteY168" fmla="*/ 790646 h 797705"/>
              <a:gd name="connsiteX169" fmla="*/ 68857 w 829568"/>
              <a:gd name="connsiteY169" fmla="*/ 790646 h 797705"/>
              <a:gd name="connsiteX170" fmla="*/ 57462 w 829568"/>
              <a:gd name="connsiteY170" fmla="*/ 792914 h 797705"/>
              <a:gd name="connsiteX171" fmla="*/ 46067 w 829568"/>
              <a:gd name="connsiteY171" fmla="*/ 788377 h 797705"/>
              <a:gd name="connsiteX172" fmla="*/ 25556 w 829568"/>
              <a:gd name="connsiteY172" fmla="*/ 786109 h 797705"/>
              <a:gd name="connsiteX173" fmla="*/ 25556 w 829568"/>
              <a:gd name="connsiteY173" fmla="*/ 783841 h 797705"/>
              <a:gd name="connsiteX174" fmla="*/ 27835 w 829568"/>
              <a:gd name="connsiteY174" fmla="*/ 777035 h 797705"/>
              <a:gd name="connsiteX175" fmla="*/ 25556 w 829568"/>
              <a:gd name="connsiteY175" fmla="*/ 774767 h 797705"/>
              <a:gd name="connsiteX176" fmla="*/ 43788 w 829568"/>
              <a:gd name="connsiteY176" fmla="*/ 770230 h 797705"/>
              <a:gd name="connsiteX177" fmla="*/ 48346 w 829568"/>
              <a:gd name="connsiteY177" fmla="*/ 699908 h 797705"/>
              <a:gd name="connsiteX178" fmla="*/ 5046 w 829568"/>
              <a:gd name="connsiteY178" fmla="*/ 670418 h 797705"/>
              <a:gd name="connsiteX179" fmla="*/ 30114 w 829568"/>
              <a:gd name="connsiteY179" fmla="*/ 615975 h 797705"/>
              <a:gd name="connsiteX180" fmla="*/ 41509 w 829568"/>
              <a:gd name="connsiteY180" fmla="*/ 600095 h 797705"/>
              <a:gd name="connsiteX181" fmla="*/ 34672 w 829568"/>
              <a:gd name="connsiteY181" fmla="*/ 581948 h 797705"/>
              <a:gd name="connsiteX182" fmla="*/ 41509 w 829568"/>
              <a:gd name="connsiteY182" fmla="*/ 554726 h 797705"/>
              <a:gd name="connsiteX183" fmla="*/ 16441 w 829568"/>
              <a:gd name="connsiteY183" fmla="*/ 543384 h 797705"/>
              <a:gd name="connsiteX184" fmla="*/ 34672 w 829568"/>
              <a:gd name="connsiteY184" fmla="*/ 541115 h 797705"/>
              <a:gd name="connsiteX185" fmla="*/ 41498 w 829568"/>
              <a:gd name="connsiteY185" fmla="*/ 541115 h 797705"/>
              <a:gd name="connsiteX186" fmla="*/ 39341 w 829568"/>
              <a:gd name="connsiteY186" fmla="*/ 528176 h 797705"/>
              <a:gd name="connsiteX187" fmla="*/ 86966 w 829568"/>
              <a:gd name="connsiteY187" fmla="*/ 494839 h 797705"/>
              <a:gd name="connsiteX188" fmla="*/ 65409 w 829568"/>
              <a:gd name="connsiteY188" fmla="*/ 464300 h 797705"/>
              <a:gd name="connsiteX189" fmla="*/ 62429 w 829568"/>
              <a:gd name="connsiteY189" fmla="*/ 465726 h 797705"/>
              <a:gd name="connsiteX190" fmla="*/ 62429 w 829568"/>
              <a:gd name="connsiteY190" fmla="*/ 467991 h 797705"/>
              <a:gd name="connsiteX191" fmla="*/ 57874 w 829568"/>
              <a:gd name="connsiteY191" fmla="*/ 470256 h 797705"/>
              <a:gd name="connsiteX192" fmla="*/ 48763 w 829568"/>
              <a:gd name="connsiteY192" fmla="*/ 472522 h 797705"/>
              <a:gd name="connsiteX193" fmla="*/ 35096 w 829568"/>
              <a:gd name="connsiteY193" fmla="*/ 467991 h 797705"/>
              <a:gd name="connsiteX194" fmla="*/ 32818 w 829568"/>
              <a:gd name="connsiteY194" fmla="*/ 449871 h 797705"/>
              <a:gd name="connsiteX195" fmla="*/ 55596 w 829568"/>
              <a:gd name="connsiteY195" fmla="*/ 418160 h 797705"/>
              <a:gd name="connsiteX196" fmla="*/ 55596 w 829568"/>
              <a:gd name="connsiteY196" fmla="*/ 404569 h 797705"/>
              <a:gd name="connsiteX197" fmla="*/ 48763 w 829568"/>
              <a:gd name="connsiteY197" fmla="*/ 372858 h 797705"/>
              <a:gd name="connsiteX198" fmla="*/ 41929 w 829568"/>
              <a:gd name="connsiteY198" fmla="*/ 354737 h 797705"/>
              <a:gd name="connsiteX199" fmla="*/ 41929 w 829568"/>
              <a:gd name="connsiteY199" fmla="*/ 320761 h 797705"/>
              <a:gd name="connsiteX200" fmla="*/ 41929 w 829568"/>
              <a:gd name="connsiteY200" fmla="*/ 300375 h 797705"/>
              <a:gd name="connsiteX201" fmla="*/ 44207 w 829568"/>
              <a:gd name="connsiteY201" fmla="*/ 302640 h 797705"/>
              <a:gd name="connsiteX202" fmla="*/ 57934 w 829568"/>
              <a:gd name="connsiteY202" fmla="*/ 312196 h 797705"/>
              <a:gd name="connsiteX203" fmla="*/ 58242 w 829568"/>
              <a:gd name="connsiteY203" fmla="*/ 311394 h 797705"/>
              <a:gd name="connsiteX204" fmla="*/ 56256 w 829568"/>
              <a:gd name="connsiteY204" fmla="*/ 310012 h 797705"/>
              <a:gd name="connsiteX205" fmla="*/ 44300 w 829568"/>
              <a:gd name="connsiteY205" fmla="*/ 302367 h 797705"/>
              <a:gd name="connsiteX206" fmla="*/ 42022 w 829568"/>
              <a:gd name="connsiteY206" fmla="*/ 300102 h 797705"/>
              <a:gd name="connsiteX207" fmla="*/ 44300 w 829568"/>
              <a:gd name="connsiteY207" fmla="*/ 291042 h 797705"/>
              <a:gd name="connsiteX208" fmla="*/ 78462 w 829568"/>
              <a:gd name="connsiteY208" fmla="*/ 259331 h 797705"/>
              <a:gd name="connsiteX209" fmla="*/ 92126 w 829568"/>
              <a:gd name="connsiteY209" fmla="*/ 232149 h 797705"/>
              <a:gd name="connsiteX210" fmla="*/ 114901 w 829568"/>
              <a:gd name="connsiteY210" fmla="*/ 211764 h 797705"/>
              <a:gd name="connsiteX211" fmla="*/ 108638 w 829568"/>
              <a:gd name="connsiteY211" fmla="*/ 204968 h 797705"/>
              <a:gd name="connsiteX212" fmla="*/ 92261 w 829568"/>
              <a:gd name="connsiteY212" fmla="*/ 198228 h 797705"/>
              <a:gd name="connsiteX213" fmla="*/ 91806 w 829568"/>
              <a:gd name="connsiteY213" fmla="*/ 198355 h 797705"/>
              <a:gd name="connsiteX214" fmla="*/ 84968 w 829568"/>
              <a:gd name="connsiteY214" fmla="*/ 193807 h 797705"/>
              <a:gd name="connsiteX215" fmla="*/ 94086 w 829568"/>
              <a:gd name="connsiteY215" fmla="*/ 155145 h 797705"/>
              <a:gd name="connsiteX216" fmla="*/ 135114 w 829568"/>
              <a:gd name="connsiteY216" fmla="*/ 127854 h 797705"/>
              <a:gd name="connsiteX217" fmla="*/ 160186 w 829568"/>
              <a:gd name="connsiteY217" fmla="*/ 134677 h 797705"/>
              <a:gd name="connsiteX218" fmla="*/ 160186 w 829568"/>
              <a:gd name="connsiteY218" fmla="*/ 109660 h 797705"/>
              <a:gd name="connsiteX219" fmla="*/ 187538 w 829568"/>
              <a:gd name="connsiteY219" fmla="*/ 82369 h 797705"/>
              <a:gd name="connsiteX220" fmla="*/ 187538 w 829568"/>
              <a:gd name="connsiteY220" fmla="*/ 48256 h 797705"/>
              <a:gd name="connsiteX221" fmla="*/ 190103 w 829568"/>
              <a:gd name="connsiteY221" fmla="*/ 284 h 797705"/>
              <a:gd name="connsiteX0" fmla="*/ 508223 w 829568"/>
              <a:gd name="connsiteY0" fmla="*/ 568052 h 797705"/>
              <a:gd name="connsiteX1" fmla="*/ 505511 w 829568"/>
              <a:gd name="connsiteY1" fmla="*/ 565779 h 797705"/>
              <a:gd name="connsiteX2" fmla="*/ 508223 w 829568"/>
              <a:gd name="connsiteY2" fmla="*/ 565779 h 797705"/>
              <a:gd name="connsiteX3" fmla="*/ 508223 w 829568"/>
              <a:gd name="connsiteY3" fmla="*/ 568052 h 797705"/>
              <a:gd name="connsiteX4" fmla="*/ 561350 w 829568"/>
              <a:gd name="connsiteY4" fmla="*/ 243680 h 797705"/>
              <a:gd name="connsiteX5" fmla="*/ 563631 w 829568"/>
              <a:gd name="connsiteY5" fmla="*/ 245950 h 797705"/>
              <a:gd name="connsiteX6" fmla="*/ 563632 w 829568"/>
              <a:gd name="connsiteY6" fmla="*/ 245962 h 797705"/>
              <a:gd name="connsiteX7" fmla="*/ 561350 w 829568"/>
              <a:gd name="connsiteY7" fmla="*/ 243680 h 797705"/>
              <a:gd name="connsiteX8" fmla="*/ 190103 w 829568"/>
              <a:gd name="connsiteY8" fmla="*/ 284 h 797705"/>
              <a:gd name="connsiteX9" fmla="*/ 208052 w 829568"/>
              <a:gd name="connsiteY9" fmla="*/ 7319 h 797705"/>
              <a:gd name="connsiteX10" fmla="*/ 244522 w 829568"/>
              <a:gd name="connsiteY10" fmla="*/ 16416 h 797705"/>
              <a:gd name="connsiteX11" fmla="*/ 269594 w 829568"/>
              <a:gd name="connsiteY11" fmla="*/ 36884 h 797705"/>
              <a:gd name="connsiteX12" fmla="*/ 303784 w 829568"/>
              <a:gd name="connsiteY12" fmla="*/ 59627 h 797705"/>
              <a:gd name="connsiteX13" fmla="*/ 317460 w 829568"/>
              <a:gd name="connsiteY13" fmla="*/ 89192 h 797705"/>
              <a:gd name="connsiteX14" fmla="*/ 353930 w 829568"/>
              <a:gd name="connsiteY14" fmla="*/ 73272 h 797705"/>
              <a:gd name="connsiteX15" fmla="*/ 399516 w 829568"/>
              <a:gd name="connsiteY15" fmla="*/ 82369 h 797705"/>
              <a:gd name="connsiteX16" fmla="*/ 417751 w 829568"/>
              <a:gd name="connsiteY16" fmla="*/ 77821 h 797705"/>
              <a:gd name="connsiteX17" fmla="*/ 438265 w 829568"/>
              <a:gd name="connsiteY17" fmla="*/ 64175 h 797705"/>
              <a:gd name="connsiteX18" fmla="*/ 472455 w 829568"/>
              <a:gd name="connsiteY18" fmla="*/ 73272 h 797705"/>
              <a:gd name="connsiteX19" fmla="*/ 486131 w 829568"/>
              <a:gd name="connsiteY19" fmla="*/ 82369 h 797705"/>
              <a:gd name="connsiteX20" fmla="*/ 490690 w 829568"/>
              <a:gd name="connsiteY20" fmla="*/ 132402 h 797705"/>
              <a:gd name="connsiteX21" fmla="*/ 495248 w 829568"/>
              <a:gd name="connsiteY21" fmla="*/ 196081 h 797705"/>
              <a:gd name="connsiteX22" fmla="*/ 495248 w 829568"/>
              <a:gd name="connsiteY22" fmla="*/ 214275 h 797705"/>
              <a:gd name="connsiteX23" fmla="*/ 495067 w 829568"/>
              <a:gd name="connsiteY23" fmla="*/ 214233 h 797705"/>
              <a:gd name="connsiteX24" fmla="*/ 497146 w 829568"/>
              <a:gd name="connsiteY24" fmla="*/ 220449 h 797705"/>
              <a:gd name="connsiteX25" fmla="*/ 508530 w 829568"/>
              <a:gd name="connsiteY25" fmla="*/ 224986 h 797705"/>
              <a:gd name="connsiteX26" fmla="*/ 524467 w 829568"/>
              <a:gd name="connsiteY26" fmla="*/ 238598 h 797705"/>
              <a:gd name="connsiteX27" fmla="*/ 556340 w 829568"/>
              <a:gd name="connsiteY27" fmla="*/ 234060 h 797705"/>
              <a:gd name="connsiteX28" fmla="*/ 560894 w 829568"/>
              <a:gd name="connsiteY28" fmla="*/ 243135 h 797705"/>
              <a:gd name="connsiteX29" fmla="*/ 563170 w 829568"/>
              <a:gd name="connsiteY29" fmla="*/ 247672 h 797705"/>
              <a:gd name="connsiteX30" fmla="*/ 563684 w 829568"/>
              <a:gd name="connsiteY30" fmla="*/ 246583 h 797705"/>
              <a:gd name="connsiteX31" fmla="*/ 570440 w 829568"/>
              <a:gd name="connsiteY31" fmla="*/ 254988 h 797705"/>
              <a:gd name="connsiteX32" fmla="*/ 570445 w 829568"/>
              <a:gd name="connsiteY32" fmla="*/ 254942 h 797705"/>
              <a:gd name="connsiteX33" fmla="*/ 574113 w 829568"/>
              <a:gd name="connsiteY33" fmla="*/ 256872 h 797705"/>
              <a:gd name="connsiteX34" fmla="*/ 567290 w 829568"/>
              <a:gd name="connsiteY34" fmla="*/ 250109 h 797705"/>
              <a:gd name="connsiteX35" fmla="*/ 563684 w 829568"/>
              <a:gd name="connsiteY35" fmla="*/ 246583 h 797705"/>
              <a:gd name="connsiteX36" fmla="*/ 574458 w 829568"/>
              <a:gd name="connsiteY36" fmla="*/ 256788 h 797705"/>
              <a:gd name="connsiteX37" fmla="*/ 583230 w 829568"/>
              <a:gd name="connsiteY37" fmla="*/ 254659 h 797705"/>
              <a:gd name="connsiteX38" fmla="*/ 595448 w 829568"/>
              <a:gd name="connsiteY38" fmla="*/ 250406 h 797705"/>
              <a:gd name="connsiteX39" fmla="*/ 624997 w 829568"/>
              <a:gd name="connsiteY39" fmla="*/ 282159 h 797705"/>
              <a:gd name="connsiteX40" fmla="*/ 637214 w 829568"/>
              <a:gd name="connsiteY40" fmla="*/ 311928 h 797705"/>
              <a:gd name="connsiteX41" fmla="*/ 636731 w 829568"/>
              <a:gd name="connsiteY41" fmla="*/ 319061 h 797705"/>
              <a:gd name="connsiteX42" fmla="*/ 636185 w 829568"/>
              <a:gd name="connsiteY42" fmla="*/ 327131 h 797705"/>
              <a:gd name="connsiteX43" fmla="*/ 640908 w 829568"/>
              <a:gd name="connsiteY43" fmla="*/ 343397 h 797705"/>
              <a:gd name="connsiteX44" fmla="*/ 656819 w 829568"/>
              <a:gd name="connsiteY44" fmla="*/ 329788 h 797705"/>
              <a:gd name="connsiteX45" fmla="*/ 672730 w 829568"/>
              <a:gd name="connsiteY45" fmla="*/ 347933 h 797705"/>
              <a:gd name="connsiteX46" fmla="*/ 679549 w 829568"/>
              <a:gd name="connsiteY46" fmla="*/ 366077 h 797705"/>
              <a:gd name="connsiteX47" fmla="*/ 686368 w 829568"/>
              <a:gd name="connsiteY47" fmla="*/ 418243 h 797705"/>
              <a:gd name="connsiteX48" fmla="*/ 736375 w 829568"/>
              <a:gd name="connsiteY48" fmla="*/ 413707 h 797705"/>
              <a:gd name="connsiteX49" fmla="*/ 756832 w 829568"/>
              <a:gd name="connsiteY49" fmla="*/ 420511 h 797705"/>
              <a:gd name="connsiteX50" fmla="*/ 765924 w 829568"/>
              <a:gd name="connsiteY50" fmla="*/ 406903 h 797705"/>
              <a:gd name="connsiteX51" fmla="*/ 829568 w 829568"/>
              <a:gd name="connsiteY51" fmla="*/ 397830 h 797705"/>
              <a:gd name="connsiteX52" fmla="*/ 829568 w 829568"/>
              <a:gd name="connsiteY52" fmla="*/ 413707 h 797705"/>
              <a:gd name="connsiteX53" fmla="*/ 827295 w 829568"/>
              <a:gd name="connsiteY53" fmla="*/ 422779 h 797705"/>
              <a:gd name="connsiteX54" fmla="*/ 822749 w 829568"/>
              <a:gd name="connsiteY54" fmla="*/ 427315 h 797705"/>
              <a:gd name="connsiteX55" fmla="*/ 815930 w 829568"/>
              <a:gd name="connsiteY55" fmla="*/ 427315 h 797705"/>
              <a:gd name="connsiteX56" fmla="*/ 809111 w 829568"/>
              <a:gd name="connsiteY56" fmla="*/ 443192 h 797705"/>
              <a:gd name="connsiteX57" fmla="*/ 802292 w 829568"/>
              <a:gd name="connsiteY57" fmla="*/ 452264 h 797705"/>
              <a:gd name="connsiteX58" fmla="*/ 800019 w 829568"/>
              <a:gd name="connsiteY58" fmla="*/ 459068 h 797705"/>
              <a:gd name="connsiteX59" fmla="*/ 800019 w 829568"/>
              <a:gd name="connsiteY59" fmla="*/ 470408 h 797705"/>
              <a:gd name="connsiteX60" fmla="*/ 800019 w 829568"/>
              <a:gd name="connsiteY60" fmla="*/ 481749 h 797705"/>
              <a:gd name="connsiteX61" fmla="*/ 784108 w 829568"/>
              <a:gd name="connsiteY61" fmla="*/ 477212 h 797705"/>
              <a:gd name="connsiteX62" fmla="*/ 777289 w 829568"/>
              <a:gd name="connsiteY62" fmla="*/ 477212 h 797705"/>
              <a:gd name="connsiteX63" fmla="*/ 770470 w 829568"/>
              <a:gd name="connsiteY63" fmla="*/ 481749 h 797705"/>
              <a:gd name="connsiteX64" fmla="*/ 768197 w 829568"/>
              <a:gd name="connsiteY64" fmla="*/ 488553 h 797705"/>
              <a:gd name="connsiteX65" fmla="*/ 750013 w 829568"/>
              <a:gd name="connsiteY65" fmla="*/ 497625 h 797705"/>
              <a:gd name="connsiteX66" fmla="*/ 745467 w 829568"/>
              <a:gd name="connsiteY66" fmla="*/ 490821 h 797705"/>
              <a:gd name="connsiteX67" fmla="*/ 740921 w 829568"/>
              <a:gd name="connsiteY67" fmla="*/ 493089 h 797705"/>
              <a:gd name="connsiteX68" fmla="*/ 738648 w 829568"/>
              <a:gd name="connsiteY68" fmla="*/ 499893 h 797705"/>
              <a:gd name="connsiteX69" fmla="*/ 738648 w 829568"/>
              <a:gd name="connsiteY69" fmla="*/ 502161 h 797705"/>
              <a:gd name="connsiteX70" fmla="*/ 725010 w 829568"/>
              <a:gd name="connsiteY70" fmla="*/ 504429 h 797705"/>
              <a:gd name="connsiteX71" fmla="*/ 715918 w 829568"/>
              <a:gd name="connsiteY71" fmla="*/ 508965 h 797705"/>
              <a:gd name="connsiteX72" fmla="*/ 715918 w 829568"/>
              <a:gd name="connsiteY72" fmla="*/ 520306 h 797705"/>
              <a:gd name="connsiteX73" fmla="*/ 713645 w 829568"/>
              <a:gd name="connsiteY73" fmla="*/ 522574 h 797705"/>
              <a:gd name="connsiteX74" fmla="*/ 693188 w 829568"/>
              <a:gd name="connsiteY74" fmla="*/ 527110 h 797705"/>
              <a:gd name="connsiteX75" fmla="*/ 677276 w 829568"/>
              <a:gd name="connsiteY75" fmla="*/ 531646 h 797705"/>
              <a:gd name="connsiteX76" fmla="*/ 668184 w 829568"/>
              <a:gd name="connsiteY76" fmla="*/ 527110 h 797705"/>
              <a:gd name="connsiteX77" fmla="*/ 665911 w 829568"/>
              <a:gd name="connsiteY77" fmla="*/ 529378 h 797705"/>
              <a:gd name="connsiteX78" fmla="*/ 665911 w 829568"/>
              <a:gd name="connsiteY78" fmla="*/ 538450 h 797705"/>
              <a:gd name="connsiteX79" fmla="*/ 659092 w 829568"/>
              <a:gd name="connsiteY79" fmla="*/ 540718 h 797705"/>
              <a:gd name="connsiteX80" fmla="*/ 659092 w 829568"/>
              <a:gd name="connsiteY80" fmla="*/ 545254 h 797705"/>
              <a:gd name="connsiteX81" fmla="*/ 659092 w 829568"/>
              <a:gd name="connsiteY81" fmla="*/ 556595 h 797705"/>
              <a:gd name="connsiteX82" fmla="*/ 656819 w 829568"/>
              <a:gd name="connsiteY82" fmla="*/ 561131 h 797705"/>
              <a:gd name="connsiteX83" fmla="*/ 652273 w 829568"/>
              <a:gd name="connsiteY83" fmla="*/ 561131 h 797705"/>
              <a:gd name="connsiteX84" fmla="*/ 650000 w 829568"/>
              <a:gd name="connsiteY84" fmla="*/ 561131 h 797705"/>
              <a:gd name="connsiteX85" fmla="*/ 618178 w 829568"/>
              <a:gd name="connsiteY85" fmla="*/ 552058 h 797705"/>
              <a:gd name="connsiteX86" fmla="*/ 618178 w 829568"/>
              <a:gd name="connsiteY86" fmla="*/ 549790 h 797705"/>
              <a:gd name="connsiteX87" fmla="*/ 609086 w 829568"/>
              <a:gd name="connsiteY87" fmla="*/ 542986 h 797705"/>
              <a:gd name="connsiteX88" fmla="*/ 599994 w 829568"/>
              <a:gd name="connsiteY88" fmla="*/ 547522 h 797705"/>
              <a:gd name="connsiteX89" fmla="*/ 590902 w 829568"/>
              <a:gd name="connsiteY89" fmla="*/ 554327 h 797705"/>
              <a:gd name="connsiteX90" fmla="*/ 579537 w 829568"/>
              <a:gd name="connsiteY90" fmla="*/ 563399 h 797705"/>
              <a:gd name="connsiteX91" fmla="*/ 574991 w 829568"/>
              <a:gd name="connsiteY91" fmla="*/ 556595 h 797705"/>
              <a:gd name="connsiteX92" fmla="*/ 570445 w 829568"/>
              <a:gd name="connsiteY92" fmla="*/ 558863 h 797705"/>
              <a:gd name="connsiteX93" fmla="*/ 568172 w 829568"/>
              <a:gd name="connsiteY93" fmla="*/ 563399 h 797705"/>
              <a:gd name="connsiteX94" fmla="*/ 568172 w 829568"/>
              <a:gd name="connsiteY94" fmla="*/ 565667 h 797705"/>
              <a:gd name="connsiteX95" fmla="*/ 568172 w 829568"/>
              <a:gd name="connsiteY95" fmla="*/ 570203 h 797705"/>
              <a:gd name="connsiteX96" fmla="*/ 565899 w 829568"/>
              <a:gd name="connsiteY96" fmla="*/ 572471 h 797705"/>
              <a:gd name="connsiteX97" fmla="*/ 565899 w 829568"/>
              <a:gd name="connsiteY97" fmla="*/ 574739 h 797705"/>
              <a:gd name="connsiteX98" fmla="*/ 581810 w 829568"/>
              <a:gd name="connsiteY98" fmla="*/ 581543 h 797705"/>
              <a:gd name="connsiteX99" fmla="*/ 586356 w 829568"/>
              <a:gd name="connsiteY99" fmla="*/ 586079 h 797705"/>
              <a:gd name="connsiteX100" fmla="*/ 590902 w 829568"/>
              <a:gd name="connsiteY100" fmla="*/ 579275 h 797705"/>
              <a:gd name="connsiteX101" fmla="*/ 597721 w 829568"/>
              <a:gd name="connsiteY101" fmla="*/ 583811 h 797705"/>
              <a:gd name="connsiteX102" fmla="*/ 599994 w 829568"/>
              <a:gd name="connsiteY102" fmla="*/ 579275 h 797705"/>
              <a:gd name="connsiteX103" fmla="*/ 606813 w 829568"/>
              <a:gd name="connsiteY103" fmla="*/ 588347 h 797705"/>
              <a:gd name="connsiteX104" fmla="*/ 606813 w 829568"/>
              <a:gd name="connsiteY104" fmla="*/ 590616 h 797705"/>
              <a:gd name="connsiteX105" fmla="*/ 602267 w 829568"/>
              <a:gd name="connsiteY105" fmla="*/ 601956 h 797705"/>
              <a:gd name="connsiteX106" fmla="*/ 604540 w 829568"/>
              <a:gd name="connsiteY106" fmla="*/ 606492 h 797705"/>
              <a:gd name="connsiteX107" fmla="*/ 609086 w 829568"/>
              <a:gd name="connsiteY107" fmla="*/ 611028 h 797705"/>
              <a:gd name="connsiteX108" fmla="*/ 606813 w 829568"/>
              <a:gd name="connsiteY108" fmla="*/ 613296 h 797705"/>
              <a:gd name="connsiteX109" fmla="*/ 588629 w 829568"/>
              <a:gd name="connsiteY109" fmla="*/ 613296 h 797705"/>
              <a:gd name="connsiteX110" fmla="*/ 572718 w 829568"/>
              <a:gd name="connsiteY110" fmla="*/ 597420 h 797705"/>
              <a:gd name="connsiteX111" fmla="*/ 568172 w 829568"/>
              <a:gd name="connsiteY111" fmla="*/ 606492 h 797705"/>
              <a:gd name="connsiteX112" fmla="*/ 561353 w 829568"/>
              <a:gd name="connsiteY112" fmla="*/ 597420 h 797705"/>
              <a:gd name="connsiteX113" fmla="*/ 556807 w 829568"/>
              <a:gd name="connsiteY113" fmla="*/ 592884 h 797705"/>
              <a:gd name="connsiteX114" fmla="*/ 540896 w 829568"/>
              <a:gd name="connsiteY114" fmla="*/ 570203 h 797705"/>
              <a:gd name="connsiteX115" fmla="*/ 529530 w 829568"/>
              <a:gd name="connsiteY115" fmla="*/ 565667 h 797705"/>
              <a:gd name="connsiteX116" fmla="*/ 518165 w 829568"/>
              <a:gd name="connsiteY116" fmla="*/ 572471 h 797705"/>
              <a:gd name="connsiteX117" fmla="*/ 509073 w 829568"/>
              <a:gd name="connsiteY117" fmla="*/ 577007 h 797705"/>
              <a:gd name="connsiteX118" fmla="*/ 506800 w 829568"/>
              <a:gd name="connsiteY118" fmla="*/ 574739 h 797705"/>
              <a:gd name="connsiteX119" fmla="*/ 504527 w 829568"/>
              <a:gd name="connsiteY119" fmla="*/ 574739 h 797705"/>
              <a:gd name="connsiteX120" fmla="*/ 503669 w 829568"/>
              <a:gd name="connsiteY120" fmla="*/ 574870 h 797705"/>
              <a:gd name="connsiteX121" fmla="*/ 505946 w 829568"/>
              <a:gd name="connsiteY121" fmla="*/ 577143 h 797705"/>
              <a:gd name="connsiteX122" fmla="*/ 505946 w 829568"/>
              <a:gd name="connsiteY122" fmla="*/ 579415 h 797705"/>
              <a:gd name="connsiteX123" fmla="*/ 505946 w 829568"/>
              <a:gd name="connsiteY123" fmla="*/ 581688 h 797705"/>
              <a:gd name="connsiteX124" fmla="*/ 496839 w 829568"/>
              <a:gd name="connsiteY124" fmla="*/ 590779 h 797705"/>
              <a:gd name="connsiteX125" fmla="*/ 496839 w 829568"/>
              <a:gd name="connsiteY125" fmla="*/ 595324 h 797705"/>
              <a:gd name="connsiteX126" fmla="*/ 501392 w 829568"/>
              <a:gd name="connsiteY126" fmla="*/ 599870 h 797705"/>
              <a:gd name="connsiteX127" fmla="*/ 510500 w 829568"/>
              <a:gd name="connsiteY127" fmla="*/ 608960 h 797705"/>
              <a:gd name="connsiteX128" fmla="*/ 508223 w 829568"/>
              <a:gd name="connsiteY128" fmla="*/ 613506 h 797705"/>
              <a:gd name="connsiteX129" fmla="*/ 508223 w 829568"/>
              <a:gd name="connsiteY129" fmla="*/ 618051 h 797705"/>
              <a:gd name="connsiteX130" fmla="*/ 490008 w 829568"/>
              <a:gd name="connsiteY130" fmla="*/ 640778 h 797705"/>
              <a:gd name="connsiteX131" fmla="*/ 464962 w 829568"/>
              <a:gd name="connsiteY131" fmla="*/ 631687 h 797705"/>
              <a:gd name="connsiteX132" fmla="*/ 451300 w 829568"/>
              <a:gd name="connsiteY132" fmla="*/ 624869 h 797705"/>
              <a:gd name="connsiteX133" fmla="*/ 423977 w 829568"/>
              <a:gd name="connsiteY133" fmla="*/ 638506 h 797705"/>
              <a:gd name="connsiteX134" fmla="*/ 414870 w 829568"/>
              <a:gd name="connsiteY134" fmla="*/ 643051 h 797705"/>
              <a:gd name="connsiteX135" fmla="*/ 398931 w 829568"/>
              <a:gd name="connsiteY135" fmla="*/ 645324 h 797705"/>
              <a:gd name="connsiteX136" fmla="*/ 394378 w 829568"/>
              <a:gd name="connsiteY136" fmla="*/ 652142 h 797705"/>
              <a:gd name="connsiteX137" fmla="*/ 373885 w 829568"/>
              <a:gd name="connsiteY137" fmla="*/ 654415 h 797705"/>
              <a:gd name="connsiteX138" fmla="*/ 353393 w 829568"/>
              <a:gd name="connsiteY138" fmla="*/ 661233 h 797705"/>
              <a:gd name="connsiteX139" fmla="*/ 344285 w 829568"/>
              <a:gd name="connsiteY139" fmla="*/ 683960 h 797705"/>
              <a:gd name="connsiteX140" fmla="*/ 346559 w 829568"/>
              <a:gd name="connsiteY140" fmla="*/ 695305 h 797705"/>
              <a:gd name="connsiteX141" fmla="*/ 346890 w 829568"/>
              <a:gd name="connsiteY141" fmla="*/ 695371 h 797705"/>
              <a:gd name="connsiteX142" fmla="*/ 349169 w 829568"/>
              <a:gd name="connsiteY142" fmla="*/ 697639 h 797705"/>
              <a:gd name="connsiteX143" fmla="*/ 349169 w 829568"/>
              <a:gd name="connsiteY143" fmla="*/ 708981 h 797705"/>
              <a:gd name="connsiteX144" fmla="*/ 349169 w 829568"/>
              <a:gd name="connsiteY144" fmla="*/ 713518 h 797705"/>
              <a:gd name="connsiteX145" fmla="*/ 346890 w 829568"/>
              <a:gd name="connsiteY145" fmla="*/ 724861 h 797705"/>
              <a:gd name="connsiteX146" fmla="*/ 340053 w 829568"/>
              <a:gd name="connsiteY146" fmla="*/ 722592 h 797705"/>
              <a:gd name="connsiteX147" fmla="*/ 317264 w 829568"/>
              <a:gd name="connsiteY147" fmla="*/ 720324 h 797705"/>
              <a:gd name="connsiteX148" fmla="*/ 312706 w 829568"/>
              <a:gd name="connsiteY148" fmla="*/ 718055 h 797705"/>
              <a:gd name="connsiteX149" fmla="*/ 303590 w 829568"/>
              <a:gd name="connsiteY149" fmla="*/ 724861 h 797705"/>
              <a:gd name="connsiteX150" fmla="*/ 294474 w 829568"/>
              <a:gd name="connsiteY150" fmla="*/ 731666 h 797705"/>
              <a:gd name="connsiteX151" fmla="*/ 289916 w 829568"/>
              <a:gd name="connsiteY151" fmla="*/ 738471 h 797705"/>
              <a:gd name="connsiteX152" fmla="*/ 289916 w 829568"/>
              <a:gd name="connsiteY152" fmla="*/ 752082 h 797705"/>
              <a:gd name="connsiteX153" fmla="*/ 280800 w 829568"/>
              <a:gd name="connsiteY153" fmla="*/ 740740 h 797705"/>
              <a:gd name="connsiteX154" fmla="*/ 278521 w 829568"/>
              <a:gd name="connsiteY154" fmla="*/ 738471 h 797705"/>
              <a:gd name="connsiteX155" fmla="*/ 278521 w 829568"/>
              <a:gd name="connsiteY155" fmla="*/ 743008 h 797705"/>
              <a:gd name="connsiteX156" fmla="*/ 276242 w 829568"/>
              <a:gd name="connsiteY156" fmla="*/ 749814 h 797705"/>
              <a:gd name="connsiteX157" fmla="*/ 269405 w 829568"/>
              <a:gd name="connsiteY157" fmla="*/ 761156 h 797705"/>
              <a:gd name="connsiteX158" fmla="*/ 232942 w 829568"/>
              <a:gd name="connsiteY158" fmla="*/ 749814 h 797705"/>
              <a:gd name="connsiteX159" fmla="*/ 230663 w 829568"/>
              <a:gd name="connsiteY159" fmla="*/ 754351 h 797705"/>
              <a:gd name="connsiteX160" fmla="*/ 203316 w 829568"/>
              <a:gd name="connsiteY160" fmla="*/ 754351 h 797705"/>
              <a:gd name="connsiteX161" fmla="*/ 180526 w 829568"/>
              <a:gd name="connsiteY161" fmla="*/ 761156 h 797705"/>
              <a:gd name="connsiteX162" fmla="*/ 169131 w 829568"/>
              <a:gd name="connsiteY162" fmla="*/ 767961 h 797705"/>
              <a:gd name="connsiteX163" fmla="*/ 157736 w 829568"/>
              <a:gd name="connsiteY163" fmla="*/ 783841 h 797705"/>
              <a:gd name="connsiteX164" fmla="*/ 137226 w 829568"/>
              <a:gd name="connsiteY164" fmla="*/ 797451 h 797705"/>
              <a:gd name="connsiteX165" fmla="*/ 128110 w 829568"/>
              <a:gd name="connsiteY165" fmla="*/ 786109 h 797705"/>
              <a:gd name="connsiteX166" fmla="*/ 121273 w 829568"/>
              <a:gd name="connsiteY166" fmla="*/ 792914 h 797705"/>
              <a:gd name="connsiteX167" fmla="*/ 93925 w 829568"/>
              <a:gd name="connsiteY167" fmla="*/ 790646 h 797705"/>
              <a:gd name="connsiteX168" fmla="*/ 68857 w 829568"/>
              <a:gd name="connsiteY168" fmla="*/ 790646 h 797705"/>
              <a:gd name="connsiteX169" fmla="*/ 57462 w 829568"/>
              <a:gd name="connsiteY169" fmla="*/ 792914 h 797705"/>
              <a:gd name="connsiteX170" fmla="*/ 46067 w 829568"/>
              <a:gd name="connsiteY170" fmla="*/ 788377 h 797705"/>
              <a:gd name="connsiteX171" fmla="*/ 25556 w 829568"/>
              <a:gd name="connsiteY171" fmla="*/ 786109 h 797705"/>
              <a:gd name="connsiteX172" fmla="*/ 25556 w 829568"/>
              <a:gd name="connsiteY172" fmla="*/ 783841 h 797705"/>
              <a:gd name="connsiteX173" fmla="*/ 27835 w 829568"/>
              <a:gd name="connsiteY173" fmla="*/ 777035 h 797705"/>
              <a:gd name="connsiteX174" fmla="*/ 25556 w 829568"/>
              <a:gd name="connsiteY174" fmla="*/ 774767 h 797705"/>
              <a:gd name="connsiteX175" fmla="*/ 43788 w 829568"/>
              <a:gd name="connsiteY175" fmla="*/ 770230 h 797705"/>
              <a:gd name="connsiteX176" fmla="*/ 48346 w 829568"/>
              <a:gd name="connsiteY176" fmla="*/ 699908 h 797705"/>
              <a:gd name="connsiteX177" fmla="*/ 5046 w 829568"/>
              <a:gd name="connsiteY177" fmla="*/ 670418 h 797705"/>
              <a:gd name="connsiteX178" fmla="*/ 30114 w 829568"/>
              <a:gd name="connsiteY178" fmla="*/ 615975 h 797705"/>
              <a:gd name="connsiteX179" fmla="*/ 41509 w 829568"/>
              <a:gd name="connsiteY179" fmla="*/ 600095 h 797705"/>
              <a:gd name="connsiteX180" fmla="*/ 34672 w 829568"/>
              <a:gd name="connsiteY180" fmla="*/ 581948 h 797705"/>
              <a:gd name="connsiteX181" fmla="*/ 41509 w 829568"/>
              <a:gd name="connsiteY181" fmla="*/ 554726 h 797705"/>
              <a:gd name="connsiteX182" fmla="*/ 16441 w 829568"/>
              <a:gd name="connsiteY182" fmla="*/ 543384 h 797705"/>
              <a:gd name="connsiteX183" fmla="*/ 34672 w 829568"/>
              <a:gd name="connsiteY183" fmla="*/ 541115 h 797705"/>
              <a:gd name="connsiteX184" fmla="*/ 41498 w 829568"/>
              <a:gd name="connsiteY184" fmla="*/ 541115 h 797705"/>
              <a:gd name="connsiteX185" fmla="*/ 39341 w 829568"/>
              <a:gd name="connsiteY185" fmla="*/ 528176 h 797705"/>
              <a:gd name="connsiteX186" fmla="*/ 86966 w 829568"/>
              <a:gd name="connsiteY186" fmla="*/ 494839 h 797705"/>
              <a:gd name="connsiteX187" fmla="*/ 65409 w 829568"/>
              <a:gd name="connsiteY187" fmla="*/ 464300 h 797705"/>
              <a:gd name="connsiteX188" fmla="*/ 62429 w 829568"/>
              <a:gd name="connsiteY188" fmla="*/ 465726 h 797705"/>
              <a:gd name="connsiteX189" fmla="*/ 62429 w 829568"/>
              <a:gd name="connsiteY189" fmla="*/ 467991 h 797705"/>
              <a:gd name="connsiteX190" fmla="*/ 57874 w 829568"/>
              <a:gd name="connsiteY190" fmla="*/ 470256 h 797705"/>
              <a:gd name="connsiteX191" fmla="*/ 48763 w 829568"/>
              <a:gd name="connsiteY191" fmla="*/ 472522 h 797705"/>
              <a:gd name="connsiteX192" fmla="*/ 35096 w 829568"/>
              <a:gd name="connsiteY192" fmla="*/ 467991 h 797705"/>
              <a:gd name="connsiteX193" fmla="*/ 32818 w 829568"/>
              <a:gd name="connsiteY193" fmla="*/ 449871 h 797705"/>
              <a:gd name="connsiteX194" fmla="*/ 55596 w 829568"/>
              <a:gd name="connsiteY194" fmla="*/ 418160 h 797705"/>
              <a:gd name="connsiteX195" fmla="*/ 55596 w 829568"/>
              <a:gd name="connsiteY195" fmla="*/ 404569 h 797705"/>
              <a:gd name="connsiteX196" fmla="*/ 48763 w 829568"/>
              <a:gd name="connsiteY196" fmla="*/ 372858 h 797705"/>
              <a:gd name="connsiteX197" fmla="*/ 41929 w 829568"/>
              <a:gd name="connsiteY197" fmla="*/ 354737 h 797705"/>
              <a:gd name="connsiteX198" fmla="*/ 41929 w 829568"/>
              <a:gd name="connsiteY198" fmla="*/ 320761 h 797705"/>
              <a:gd name="connsiteX199" fmla="*/ 41929 w 829568"/>
              <a:gd name="connsiteY199" fmla="*/ 300375 h 797705"/>
              <a:gd name="connsiteX200" fmla="*/ 44207 w 829568"/>
              <a:gd name="connsiteY200" fmla="*/ 302640 h 797705"/>
              <a:gd name="connsiteX201" fmla="*/ 57934 w 829568"/>
              <a:gd name="connsiteY201" fmla="*/ 312196 h 797705"/>
              <a:gd name="connsiteX202" fmla="*/ 58242 w 829568"/>
              <a:gd name="connsiteY202" fmla="*/ 311394 h 797705"/>
              <a:gd name="connsiteX203" fmla="*/ 56256 w 829568"/>
              <a:gd name="connsiteY203" fmla="*/ 310012 h 797705"/>
              <a:gd name="connsiteX204" fmla="*/ 44300 w 829568"/>
              <a:gd name="connsiteY204" fmla="*/ 302367 h 797705"/>
              <a:gd name="connsiteX205" fmla="*/ 42022 w 829568"/>
              <a:gd name="connsiteY205" fmla="*/ 300102 h 797705"/>
              <a:gd name="connsiteX206" fmla="*/ 44300 w 829568"/>
              <a:gd name="connsiteY206" fmla="*/ 291042 h 797705"/>
              <a:gd name="connsiteX207" fmla="*/ 78462 w 829568"/>
              <a:gd name="connsiteY207" fmla="*/ 259331 h 797705"/>
              <a:gd name="connsiteX208" fmla="*/ 92126 w 829568"/>
              <a:gd name="connsiteY208" fmla="*/ 232149 h 797705"/>
              <a:gd name="connsiteX209" fmla="*/ 114901 w 829568"/>
              <a:gd name="connsiteY209" fmla="*/ 211764 h 797705"/>
              <a:gd name="connsiteX210" fmla="*/ 108638 w 829568"/>
              <a:gd name="connsiteY210" fmla="*/ 204968 h 797705"/>
              <a:gd name="connsiteX211" fmla="*/ 92261 w 829568"/>
              <a:gd name="connsiteY211" fmla="*/ 198228 h 797705"/>
              <a:gd name="connsiteX212" fmla="*/ 91806 w 829568"/>
              <a:gd name="connsiteY212" fmla="*/ 198355 h 797705"/>
              <a:gd name="connsiteX213" fmla="*/ 84968 w 829568"/>
              <a:gd name="connsiteY213" fmla="*/ 193807 h 797705"/>
              <a:gd name="connsiteX214" fmla="*/ 94086 w 829568"/>
              <a:gd name="connsiteY214" fmla="*/ 155145 h 797705"/>
              <a:gd name="connsiteX215" fmla="*/ 135114 w 829568"/>
              <a:gd name="connsiteY215" fmla="*/ 127854 h 797705"/>
              <a:gd name="connsiteX216" fmla="*/ 160186 w 829568"/>
              <a:gd name="connsiteY216" fmla="*/ 134677 h 797705"/>
              <a:gd name="connsiteX217" fmla="*/ 160186 w 829568"/>
              <a:gd name="connsiteY217" fmla="*/ 109660 h 797705"/>
              <a:gd name="connsiteX218" fmla="*/ 187538 w 829568"/>
              <a:gd name="connsiteY218" fmla="*/ 82369 h 797705"/>
              <a:gd name="connsiteX219" fmla="*/ 187538 w 829568"/>
              <a:gd name="connsiteY219" fmla="*/ 48256 h 797705"/>
              <a:gd name="connsiteX220" fmla="*/ 190103 w 829568"/>
              <a:gd name="connsiteY220" fmla="*/ 284 h 797705"/>
              <a:gd name="connsiteX0" fmla="*/ 508223 w 829568"/>
              <a:gd name="connsiteY0" fmla="*/ 565779 h 797705"/>
              <a:gd name="connsiteX1" fmla="*/ 505511 w 829568"/>
              <a:gd name="connsiteY1" fmla="*/ 565779 h 797705"/>
              <a:gd name="connsiteX2" fmla="*/ 508223 w 829568"/>
              <a:gd name="connsiteY2" fmla="*/ 565779 h 797705"/>
              <a:gd name="connsiteX3" fmla="*/ 561350 w 829568"/>
              <a:gd name="connsiteY3" fmla="*/ 243680 h 797705"/>
              <a:gd name="connsiteX4" fmla="*/ 563631 w 829568"/>
              <a:gd name="connsiteY4" fmla="*/ 245950 h 797705"/>
              <a:gd name="connsiteX5" fmla="*/ 563632 w 829568"/>
              <a:gd name="connsiteY5" fmla="*/ 245962 h 797705"/>
              <a:gd name="connsiteX6" fmla="*/ 561350 w 829568"/>
              <a:gd name="connsiteY6" fmla="*/ 243680 h 797705"/>
              <a:gd name="connsiteX7" fmla="*/ 190103 w 829568"/>
              <a:gd name="connsiteY7" fmla="*/ 284 h 797705"/>
              <a:gd name="connsiteX8" fmla="*/ 208052 w 829568"/>
              <a:gd name="connsiteY8" fmla="*/ 7319 h 797705"/>
              <a:gd name="connsiteX9" fmla="*/ 244522 w 829568"/>
              <a:gd name="connsiteY9" fmla="*/ 16416 h 797705"/>
              <a:gd name="connsiteX10" fmla="*/ 269594 w 829568"/>
              <a:gd name="connsiteY10" fmla="*/ 36884 h 797705"/>
              <a:gd name="connsiteX11" fmla="*/ 303784 w 829568"/>
              <a:gd name="connsiteY11" fmla="*/ 59627 h 797705"/>
              <a:gd name="connsiteX12" fmla="*/ 317460 w 829568"/>
              <a:gd name="connsiteY12" fmla="*/ 89192 h 797705"/>
              <a:gd name="connsiteX13" fmla="*/ 353930 w 829568"/>
              <a:gd name="connsiteY13" fmla="*/ 73272 h 797705"/>
              <a:gd name="connsiteX14" fmla="*/ 399516 w 829568"/>
              <a:gd name="connsiteY14" fmla="*/ 82369 h 797705"/>
              <a:gd name="connsiteX15" fmla="*/ 417751 w 829568"/>
              <a:gd name="connsiteY15" fmla="*/ 77821 h 797705"/>
              <a:gd name="connsiteX16" fmla="*/ 438265 w 829568"/>
              <a:gd name="connsiteY16" fmla="*/ 64175 h 797705"/>
              <a:gd name="connsiteX17" fmla="*/ 472455 w 829568"/>
              <a:gd name="connsiteY17" fmla="*/ 73272 h 797705"/>
              <a:gd name="connsiteX18" fmla="*/ 486131 w 829568"/>
              <a:gd name="connsiteY18" fmla="*/ 82369 h 797705"/>
              <a:gd name="connsiteX19" fmla="*/ 490690 w 829568"/>
              <a:gd name="connsiteY19" fmla="*/ 132402 h 797705"/>
              <a:gd name="connsiteX20" fmla="*/ 495248 w 829568"/>
              <a:gd name="connsiteY20" fmla="*/ 196081 h 797705"/>
              <a:gd name="connsiteX21" fmla="*/ 495248 w 829568"/>
              <a:gd name="connsiteY21" fmla="*/ 214275 h 797705"/>
              <a:gd name="connsiteX22" fmla="*/ 495067 w 829568"/>
              <a:gd name="connsiteY22" fmla="*/ 214233 h 797705"/>
              <a:gd name="connsiteX23" fmla="*/ 497146 w 829568"/>
              <a:gd name="connsiteY23" fmla="*/ 220449 h 797705"/>
              <a:gd name="connsiteX24" fmla="*/ 508530 w 829568"/>
              <a:gd name="connsiteY24" fmla="*/ 224986 h 797705"/>
              <a:gd name="connsiteX25" fmla="*/ 524467 w 829568"/>
              <a:gd name="connsiteY25" fmla="*/ 238598 h 797705"/>
              <a:gd name="connsiteX26" fmla="*/ 556340 w 829568"/>
              <a:gd name="connsiteY26" fmla="*/ 234060 h 797705"/>
              <a:gd name="connsiteX27" fmla="*/ 560894 w 829568"/>
              <a:gd name="connsiteY27" fmla="*/ 243135 h 797705"/>
              <a:gd name="connsiteX28" fmla="*/ 563170 w 829568"/>
              <a:gd name="connsiteY28" fmla="*/ 247672 h 797705"/>
              <a:gd name="connsiteX29" fmla="*/ 563684 w 829568"/>
              <a:gd name="connsiteY29" fmla="*/ 246583 h 797705"/>
              <a:gd name="connsiteX30" fmla="*/ 570440 w 829568"/>
              <a:gd name="connsiteY30" fmla="*/ 254988 h 797705"/>
              <a:gd name="connsiteX31" fmla="*/ 570445 w 829568"/>
              <a:gd name="connsiteY31" fmla="*/ 254942 h 797705"/>
              <a:gd name="connsiteX32" fmla="*/ 574113 w 829568"/>
              <a:gd name="connsiteY32" fmla="*/ 256872 h 797705"/>
              <a:gd name="connsiteX33" fmla="*/ 567290 w 829568"/>
              <a:gd name="connsiteY33" fmla="*/ 250109 h 797705"/>
              <a:gd name="connsiteX34" fmla="*/ 563684 w 829568"/>
              <a:gd name="connsiteY34" fmla="*/ 246583 h 797705"/>
              <a:gd name="connsiteX35" fmla="*/ 574458 w 829568"/>
              <a:gd name="connsiteY35" fmla="*/ 256788 h 797705"/>
              <a:gd name="connsiteX36" fmla="*/ 583230 w 829568"/>
              <a:gd name="connsiteY36" fmla="*/ 254659 h 797705"/>
              <a:gd name="connsiteX37" fmla="*/ 595448 w 829568"/>
              <a:gd name="connsiteY37" fmla="*/ 250406 h 797705"/>
              <a:gd name="connsiteX38" fmla="*/ 624997 w 829568"/>
              <a:gd name="connsiteY38" fmla="*/ 282159 h 797705"/>
              <a:gd name="connsiteX39" fmla="*/ 637214 w 829568"/>
              <a:gd name="connsiteY39" fmla="*/ 311928 h 797705"/>
              <a:gd name="connsiteX40" fmla="*/ 636731 w 829568"/>
              <a:gd name="connsiteY40" fmla="*/ 319061 h 797705"/>
              <a:gd name="connsiteX41" fmla="*/ 636185 w 829568"/>
              <a:gd name="connsiteY41" fmla="*/ 327131 h 797705"/>
              <a:gd name="connsiteX42" fmla="*/ 640908 w 829568"/>
              <a:gd name="connsiteY42" fmla="*/ 343397 h 797705"/>
              <a:gd name="connsiteX43" fmla="*/ 656819 w 829568"/>
              <a:gd name="connsiteY43" fmla="*/ 329788 h 797705"/>
              <a:gd name="connsiteX44" fmla="*/ 672730 w 829568"/>
              <a:gd name="connsiteY44" fmla="*/ 347933 h 797705"/>
              <a:gd name="connsiteX45" fmla="*/ 679549 w 829568"/>
              <a:gd name="connsiteY45" fmla="*/ 366077 h 797705"/>
              <a:gd name="connsiteX46" fmla="*/ 686368 w 829568"/>
              <a:gd name="connsiteY46" fmla="*/ 418243 h 797705"/>
              <a:gd name="connsiteX47" fmla="*/ 736375 w 829568"/>
              <a:gd name="connsiteY47" fmla="*/ 413707 h 797705"/>
              <a:gd name="connsiteX48" fmla="*/ 756832 w 829568"/>
              <a:gd name="connsiteY48" fmla="*/ 420511 h 797705"/>
              <a:gd name="connsiteX49" fmla="*/ 765924 w 829568"/>
              <a:gd name="connsiteY49" fmla="*/ 406903 h 797705"/>
              <a:gd name="connsiteX50" fmla="*/ 829568 w 829568"/>
              <a:gd name="connsiteY50" fmla="*/ 397830 h 797705"/>
              <a:gd name="connsiteX51" fmla="*/ 829568 w 829568"/>
              <a:gd name="connsiteY51" fmla="*/ 413707 h 797705"/>
              <a:gd name="connsiteX52" fmla="*/ 827295 w 829568"/>
              <a:gd name="connsiteY52" fmla="*/ 422779 h 797705"/>
              <a:gd name="connsiteX53" fmla="*/ 822749 w 829568"/>
              <a:gd name="connsiteY53" fmla="*/ 427315 h 797705"/>
              <a:gd name="connsiteX54" fmla="*/ 815930 w 829568"/>
              <a:gd name="connsiteY54" fmla="*/ 427315 h 797705"/>
              <a:gd name="connsiteX55" fmla="*/ 809111 w 829568"/>
              <a:gd name="connsiteY55" fmla="*/ 443192 h 797705"/>
              <a:gd name="connsiteX56" fmla="*/ 802292 w 829568"/>
              <a:gd name="connsiteY56" fmla="*/ 452264 h 797705"/>
              <a:gd name="connsiteX57" fmla="*/ 800019 w 829568"/>
              <a:gd name="connsiteY57" fmla="*/ 459068 h 797705"/>
              <a:gd name="connsiteX58" fmla="*/ 800019 w 829568"/>
              <a:gd name="connsiteY58" fmla="*/ 470408 h 797705"/>
              <a:gd name="connsiteX59" fmla="*/ 800019 w 829568"/>
              <a:gd name="connsiteY59" fmla="*/ 481749 h 797705"/>
              <a:gd name="connsiteX60" fmla="*/ 784108 w 829568"/>
              <a:gd name="connsiteY60" fmla="*/ 477212 h 797705"/>
              <a:gd name="connsiteX61" fmla="*/ 777289 w 829568"/>
              <a:gd name="connsiteY61" fmla="*/ 477212 h 797705"/>
              <a:gd name="connsiteX62" fmla="*/ 770470 w 829568"/>
              <a:gd name="connsiteY62" fmla="*/ 481749 h 797705"/>
              <a:gd name="connsiteX63" fmla="*/ 768197 w 829568"/>
              <a:gd name="connsiteY63" fmla="*/ 488553 h 797705"/>
              <a:gd name="connsiteX64" fmla="*/ 750013 w 829568"/>
              <a:gd name="connsiteY64" fmla="*/ 497625 h 797705"/>
              <a:gd name="connsiteX65" fmla="*/ 745467 w 829568"/>
              <a:gd name="connsiteY65" fmla="*/ 490821 h 797705"/>
              <a:gd name="connsiteX66" fmla="*/ 740921 w 829568"/>
              <a:gd name="connsiteY66" fmla="*/ 493089 h 797705"/>
              <a:gd name="connsiteX67" fmla="*/ 738648 w 829568"/>
              <a:gd name="connsiteY67" fmla="*/ 499893 h 797705"/>
              <a:gd name="connsiteX68" fmla="*/ 738648 w 829568"/>
              <a:gd name="connsiteY68" fmla="*/ 502161 h 797705"/>
              <a:gd name="connsiteX69" fmla="*/ 725010 w 829568"/>
              <a:gd name="connsiteY69" fmla="*/ 504429 h 797705"/>
              <a:gd name="connsiteX70" fmla="*/ 715918 w 829568"/>
              <a:gd name="connsiteY70" fmla="*/ 508965 h 797705"/>
              <a:gd name="connsiteX71" fmla="*/ 715918 w 829568"/>
              <a:gd name="connsiteY71" fmla="*/ 520306 h 797705"/>
              <a:gd name="connsiteX72" fmla="*/ 713645 w 829568"/>
              <a:gd name="connsiteY72" fmla="*/ 522574 h 797705"/>
              <a:gd name="connsiteX73" fmla="*/ 693188 w 829568"/>
              <a:gd name="connsiteY73" fmla="*/ 527110 h 797705"/>
              <a:gd name="connsiteX74" fmla="*/ 677276 w 829568"/>
              <a:gd name="connsiteY74" fmla="*/ 531646 h 797705"/>
              <a:gd name="connsiteX75" fmla="*/ 668184 w 829568"/>
              <a:gd name="connsiteY75" fmla="*/ 527110 h 797705"/>
              <a:gd name="connsiteX76" fmla="*/ 665911 w 829568"/>
              <a:gd name="connsiteY76" fmla="*/ 529378 h 797705"/>
              <a:gd name="connsiteX77" fmla="*/ 665911 w 829568"/>
              <a:gd name="connsiteY77" fmla="*/ 538450 h 797705"/>
              <a:gd name="connsiteX78" fmla="*/ 659092 w 829568"/>
              <a:gd name="connsiteY78" fmla="*/ 540718 h 797705"/>
              <a:gd name="connsiteX79" fmla="*/ 659092 w 829568"/>
              <a:gd name="connsiteY79" fmla="*/ 545254 h 797705"/>
              <a:gd name="connsiteX80" fmla="*/ 659092 w 829568"/>
              <a:gd name="connsiteY80" fmla="*/ 556595 h 797705"/>
              <a:gd name="connsiteX81" fmla="*/ 656819 w 829568"/>
              <a:gd name="connsiteY81" fmla="*/ 561131 h 797705"/>
              <a:gd name="connsiteX82" fmla="*/ 652273 w 829568"/>
              <a:gd name="connsiteY82" fmla="*/ 561131 h 797705"/>
              <a:gd name="connsiteX83" fmla="*/ 650000 w 829568"/>
              <a:gd name="connsiteY83" fmla="*/ 561131 h 797705"/>
              <a:gd name="connsiteX84" fmla="*/ 618178 w 829568"/>
              <a:gd name="connsiteY84" fmla="*/ 552058 h 797705"/>
              <a:gd name="connsiteX85" fmla="*/ 618178 w 829568"/>
              <a:gd name="connsiteY85" fmla="*/ 549790 h 797705"/>
              <a:gd name="connsiteX86" fmla="*/ 609086 w 829568"/>
              <a:gd name="connsiteY86" fmla="*/ 542986 h 797705"/>
              <a:gd name="connsiteX87" fmla="*/ 599994 w 829568"/>
              <a:gd name="connsiteY87" fmla="*/ 547522 h 797705"/>
              <a:gd name="connsiteX88" fmla="*/ 590902 w 829568"/>
              <a:gd name="connsiteY88" fmla="*/ 554327 h 797705"/>
              <a:gd name="connsiteX89" fmla="*/ 579537 w 829568"/>
              <a:gd name="connsiteY89" fmla="*/ 563399 h 797705"/>
              <a:gd name="connsiteX90" fmla="*/ 574991 w 829568"/>
              <a:gd name="connsiteY90" fmla="*/ 556595 h 797705"/>
              <a:gd name="connsiteX91" fmla="*/ 570445 w 829568"/>
              <a:gd name="connsiteY91" fmla="*/ 558863 h 797705"/>
              <a:gd name="connsiteX92" fmla="*/ 568172 w 829568"/>
              <a:gd name="connsiteY92" fmla="*/ 563399 h 797705"/>
              <a:gd name="connsiteX93" fmla="*/ 568172 w 829568"/>
              <a:gd name="connsiteY93" fmla="*/ 565667 h 797705"/>
              <a:gd name="connsiteX94" fmla="*/ 568172 w 829568"/>
              <a:gd name="connsiteY94" fmla="*/ 570203 h 797705"/>
              <a:gd name="connsiteX95" fmla="*/ 565899 w 829568"/>
              <a:gd name="connsiteY95" fmla="*/ 572471 h 797705"/>
              <a:gd name="connsiteX96" fmla="*/ 565899 w 829568"/>
              <a:gd name="connsiteY96" fmla="*/ 574739 h 797705"/>
              <a:gd name="connsiteX97" fmla="*/ 581810 w 829568"/>
              <a:gd name="connsiteY97" fmla="*/ 581543 h 797705"/>
              <a:gd name="connsiteX98" fmla="*/ 586356 w 829568"/>
              <a:gd name="connsiteY98" fmla="*/ 586079 h 797705"/>
              <a:gd name="connsiteX99" fmla="*/ 590902 w 829568"/>
              <a:gd name="connsiteY99" fmla="*/ 579275 h 797705"/>
              <a:gd name="connsiteX100" fmla="*/ 597721 w 829568"/>
              <a:gd name="connsiteY100" fmla="*/ 583811 h 797705"/>
              <a:gd name="connsiteX101" fmla="*/ 599994 w 829568"/>
              <a:gd name="connsiteY101" fmla="*/ 579275 h 797705"/>
              <a:gd name="connsiteX102" fmla="*/ 606813 w 829568"/>
              <a:gd name="connsiteY102" fmla="*/ 588347 h 797705"/>
              <a:gd name="connsiteX103" fmla="*/ 606813 w 829568"/>
              <a:gd name="connsiteY103" fmla="*/ 590616 h 797705"/>
              <a:gd name="connsiteX104" fmla="*/ 602267 w 829568"/>
              <a:gd name="connsiteY104" fmla="*/ 601956 h 797705"/>
              <a:gd name="connsiteX105" fmla="*/ 604540 w 829568"/>
              <a:gd name="connsiteY105" fmla="*/ 606492 h 797705"/>
              <a:gd name="connsiteX106" fmla="*/ 609086 w 829568"/>
              <a:gd name="connsiteY106" fmla="*/ 611028 h 797705"/>
              <a:gd name="connsiteX107" fmla="*/ 606813 w 829568"/>
              <a:gd name="connsiteY107" fmla="*/ 613296 h 797705"/>
              <a:gd name="connsiteX108" fmla="*/ 588629 w 829568"/>
              <a:gd name="connsiteY108" fmla="*/ 613296 h 797705"/>
              <a:gd name="connsiteX109" fmla="*/ 572718 w 829568"/>
              <a:gd name="connsiteY109" fmla="*/ 597420 h 797705"/>
              <a:gd name="connsiteX110" fmla="*/ 568172 w 829568"/>
              <a:gd name="connsiteY110" fmla="*/ 606492 h 797705"/>
              <a:gd name="connsiteX111" fmla="*/ 561353 w 829568"/>
              <a:gd name="connsiteY111" fmla="*/ 597420 h 797705"/>
              <a:gd name="connsiteX112" fmla="*/ 556807 w 829568"/>
              <a:gd name="connsiteY112" fmla="*/ 592884 h 797705"/>
              <a:gd name="connsiteX113" fmla="*/ 540896 w 829568"/>
              <a:gd name="connsiteY113" fmla="*/ 570203 h 797705"/>
              <a:gd name="connsiteX114" fmla="*/ 529530 w 829568"/>
              <a:gd name="connsiteY114" fmla="*/ 565667 h 797705"/>
              <a:gd name="connsiteX115" fmla="*/ 518165 w 829568"/>
              <a:gd name="connsiteY115" fmla="*/ 572471 h 797705"/>
              <a:gd name="connsiteX116" fmla="*/ 509073 w 829568"/>
              <a:gd name="connsiteY116" fmla="*/ 577007 h 797705"/>
              <a:gd name="connsiteX117" fmla="*/ 506800 w 829568"/>
              <a:gd name="connsiteY117" fmla="*/ 574739 h 797705"/>
              <a:gd name="connsiteX118" fmla="*/ 504527 w 829568"/>
              <a:gd name="connsiteY118" fmla="*/ 574739 h 797705"/>
              <a:gd name="connsiteX119" fmla="*/ 503669 w 829568"/>
              <a:gd name="connsiteY119" fmla="*/ 574870 h 797705"/>
              <a:gd name="connsiteX120" fmla="*/ 505946 w 829568"/>
              <a:gd name="connsiteY120" fmla="*/ 577143 h 797705"/>
              <a:gd name="connsiteX121" fmla="*/ 505946 w 829568"/>
              <a:gd name="connsiteY121" fmla="*/ 579415 h 797705"/>
              <a:gd name="connsiteX122" fmla="*/ 505946 w 829568"/>
              <a:gd name="connsiteY122" fmla="*/ 581688 h 797705"/>
              <a:gd name="connsiteX123" fmla="*/ 496839 w 829568"/>
              <a:gd name="connsiteY123" fmla="*/ 590779 h 797705"/>
              <a:gd name="connsiteX124" fmla="*/ 496839 w 829568"/>
              <a:gd name="connsiteY124" fmla="*/ 595324 h 797705"/>
              <a:gd name="connsiteX125" fmla="*/ 501392 w 829568"/>
              <a:gd name="connsiteY125" fmla="*/ 599870 h 797705"/>
              <a:gd name="connsiteX126" fmla="*/ 510500 w 829568"/>
              <a:gd name="connsiteY126" fmla="*/ 608960 h 797705"/>
              <a:gd name="connsiteX127" fmla="*/ 508223 w 829568"/>
              <a:gd name="connsiteY127" fmla="*/ 613506 h 797705"/>
              <a:gd name="connsiteX128" fmla="*/ 508223 w 829568"/>
              <a:gd name="connsiteY128" fmla="*/ 618051 h 797705"/>
              <a:gd name="connsiteX129" fmla="*/ 490008 w 829568"/>
              <a:gd name="connsiteY129" fmla="*/ 640778 h 797705"/>
              <a:gd name="connsiteX130" fmla="*/ 464962 w 829568"/>
              <a:gd name="connsiteY130" fmla="*/ 631687 h 797705"/>
              <a:gd name="connsiteX131" fmla="*/ 451300 w 829568"/>
              <a:gd name="connsiteY131" fmla="*/ 624869 h 797705"/>
              <a:gd name="connsiteX132" fmla="*/ 423977 w 829568"/>
              <a:gd name="connsiteY132" fmla="*/ 638506 h 797705"/>
              <a:gd name="connsiteX133" fmla="*/ 414870 w 829568"/>
              <a:gd name="connsiteY133" fmla="*/ 643051 h 797705"/>
              <a:gd name="connsiteX134" fmla="*/ 398931 w 829568"/>
              <a:gd name="connsiteY134" fmla="*/ 645324 h 797705"/>
              <a:gd name="connsiteX135" fmla="*/ 394378 w 829568"/>
              <a:gd name="connsiteY135" fmla="*/ 652142 h 797705"/>
              <a:gd name="connsiteX136" fmla="*/ 373885 w 829568"/>
              <a:gd name="connsiteY136" fmla="*/ 654415 h 797705"/>
              <a:gd name="connsiteX137" fmla="*/ 353393 w 829568"/>
              <a:gd name="connsiteY137" fmla="*/ 661233 h 797705"/>
              <a:gd name="connsiteX138" fmla="*/ 344285 w 829568"/>
              <a:gd name="connsiteY138" fmla="*/ 683960 h 797705"/>
              <a:gd name="connsiteX139" fmla="*/ 346559 w 829568"/>
              <a:gd name="connsiteY139" fmla="*/ 695305 h 797705"/>
              <a:gd name="connsiteX140" fmla="*/ 346890 w 829568"/>
              <a:gd name="connsiteY140" fmla="*/ 695371 h 797705"/>
              <a:gd name="connsiteX141" fmla="*/ 349169 w 829568"/>
              <a:gd name="connsiteY141" fmla="*/ 697639 h 797705"/>
              <a:gd name="connsiteX142" fmla="*/ 349169 w 829568"/>
              <a:gd name="connsiteY142" fmla="*/ 708981 h 797705"/>
              <a:gd name="connsiteX143" fmla="*/ 349169 w 829568"/>
              <a:gd name="connsiteY143" fmla="*/ 713518 h 797705"/>
              <a:gd name="connsiteX144" fmla="*/ 346890 w 829568"/>
              <a:gd name="connsiteY144" fmla="*/ 724861 h 797705"/>
              <a:gd name="connsiteX145" fmla="*/ 340053 w 829568"/>
              <a:gd name="connsiteY145" fmla="*/ 722592 h 797705"/>
              <a:gd name="connsiteX146" fmla="*/ 317264 w 829568"/>
              <a:gd name="connsiteY146" fmla="*/ 720324 h 797705"/>
              <a:gd name="connsiteX147" fmla="*/ 312706 w 829568"/>
              <a:gd name="connsiteY147" fmla="*/ 718055 h 797705"/>
              <a:gd name="connsiteX148" fmla="*/ 303590 w 829568"/>
              <a:gd name="connsiteY148" fmla="*/ 724861 h 797705"/>
              <a:gd name="connsiteX149" fmla="*/ 294474 w 829568"/>
              <a:gd name="connsiteY149" fmla="*/ 731666 h 797705"/>
              <a:gd name="connsiteX150" fmla="*/ 289916 w 829568"/>
              <a:gd name="connsiteY150" fmla="*/ 738471 h 797705"/>
              <a:gd name="connsiteX151" fmla="*/ 289916 w 829568"/>
              <a:gd name="connsiteY151" fmla="*/ 752082 h 797705"/>
              <a:gd name="connsiteX152" fmla="*/ 280800 w 829568"/>
              <a:gd name="connsiteY152" fmla="*/ 740740 h 797705"/>
              <a:gd name="connsiteX153" fmla="*/ 278521 w 829568"/>
              <a:gd name="connsiteY153" fmla="*/ 738471 h 797705"/>
              <a:gd name="connsiteX154" fmla="*/ 278521 w 829568"/>
              <a:gd name="connsiteY154" fmla="*/ 743008 h 797705"/>
              <a:gd name="connsiteX155" fmla="*/ 276242 w 829568"/>
              <a:gd name="connsiteY155" fmla="*/ 749814 h 797705"/>
              <a:gd name="connsiteX156" fmla="*/ 269405 w 829568"/>
              <a:gd name="connsiteY156" fmla="*/ 761156 h 797705"/>
              <a:gd name="connsiteX157" fmla="*/ 232942 w 829568"/>
              <a:gd name="connsiteY157" fmla="*/ 749814 h 797705"/>
              <a:gd name="connsiteX158" fmla="*/ 230663 w 829568"/>
              <a:gd name="connsiteY158" fmla="*/ 754351 h 797705"/>
              <a:gd name="connsiteX159" fmla="*/ 203316 w 829568"/>
              <a:gd name="connsiteY159" fmla="*/ 754351 h 797705"/>
              <a:gd name="connsiteX160" fmla="*/ 180526 w 829568"/>
              <a:gd name="connsiteY160" fmla="*/ 761156 h 797705"/>
              <a:gd name="connsiteX161" fmla="*/ 169131 w 829568"/>
              <a:gd name="connsiteY161" fmla="*/ 767961 h 797705"/>
              <a:gd name="connsiteX162" fmla="*/ 157736 w 829568"/>
              <a:gd name="connsiteY162" fmla="*/ 783841 h 797705"/>
              <a:gd name="connsiteX163" fmla="*/ 137226 w 829568"/>
              <a:gd name="connsiteY163" fmla="*/ 797451 h 797705"/>
              <a:gd name="connsiteX164" fmla="*/ 128110 w 829568"/>
              <a:gd name="connsiteY164" fmla="*/ 786109 h 797705"/>
              <a:gd name="connsiteX165" fmla="*/ 121273 w 829568"/>
              <a:gd name="connsiteY165" fmla="*/ 792914 h 797705"/>
              <a:gd name="connsiteX166" fmla="*/ 93925 w 829568"/>
              <a:gd name="connsiteY166" fmla="*/ 790646 h 797705"/>
              <a:gd name="connsiteX167" fmla="*/ 68857 w 829568"/>
              <a:gd name="connsiteY167" fmla="*/ 790646 h 797705"/>
              <a:gd name="connsiteX168" fmla="*/ 57462 w 829568"/>
              <a:gd name="connsiteY168" fmla="*/ 792914 h 797705"/>
              <a:gd name="connsiteX169" fmla="*/ 46067 w 829568"/>
              <a:gd name="connsiteY169" fmla="*/ 788377 h 797705"/>
              <a:gd name="connsiteX170" fmla="*/ 25556 w 829568"/>
              <a:gd name="connsiteY170" fmla="*/ 786109 h 797705"/>
              <a:gd name="connsiteX171" fmla="*/ 25556 w 829568"/>
              <a:gd name="connsiteY171" fmla="*/ 783841 h 797705"/>
              <a:gd name="connsiteX172" fmla="*/ 27835 w 829568"/>
              <a:gd name="connsiteY172" fmla="*/ 777035 h 797705"/>
              <a:gd name="connsiteX173" fmla="*/ 25556 w 829568"/>
              <a:gd name="connsiteY173" fmla="*/ 774767 h 797705"/>
              <a:gd name="connsiteX174" fmla="*/ 43788 w 829568"/>
              <a:gd name="connsiteY174" fmla="*/ 770230 h 797705"/>
              <a:gd name="connsiteX175" fmla="*/ 48346 w 829568"/>
              <a:gd name="connsiteY175" fmla="*/ 699908 h 797705"/>
              <a:gd name="connsiteX176" fmla="*/ 5046 w 829568"/>
              <a:gd name="connsiteY176" fmla="*/ 670418 h 797705"/>
              <a:gd name="connsiteX177" fmla="*/ 30114 w 829568"/>
              <a:gd name="connsiteY177" fmla="*/ 615975 h 797705"/>
              <a:gd name="connsiteX178" fmla="*/ 41509 w 829568"/>
              <a:gd name="connsiteY178" fmla="*/ 600095 h 797705"/>
              <a:gd name="connsiteX179" fmla="*/ 34672 w 829568"/>
              <a:gd name="connsiteY179" fmla="*/ 581948 h 797705"/>
              <a:gd name="connsiteX180" fmla="*/ 41509 w 829568"/>
              <a:gd name="connsiteY180" fmla="*/ 554726 h 797705"/>
              <a:gd name="connsiteX181" fmla="*/ 16441 w 829568"/>
              <a:gd name="connsiteY181" fmla="*/ 543384 h 797705"/>
              <a:gd name="connsiteX182" fmla="*/ 34672 w 829568"/>
              <a:gd name="connsiteY182" fmla="*/ 541115 h 797705"/>
              <a:gd name="connsiteX183" fmla="*/ 41498 w 829568"/>
              <a:gd name="connsiteY183" fmla="*/ 541115 h 797705"/>
              <a:gd name="connsiteX184" fmla="*/ 39341 w 829568"/>
              <a:gd name="connsiteY184" fmla="*/ 528176 h 797705"/>
              <a:gd name="connsiteX185" fmla="*/ 86966 w 829568"/>
              <a:gd name="connsiteY185" fmla="*/ 494839 h 797705"/>
              <a:gd name="connsiteX186" fmla="*/ 65409 w 829568"/>
              <a:gd name="connsiteY186" fmla="*/ 464300 h 797705"/>
              <a:gd name="connsiteX187" fmla="*/ 62429 w 829568"/>
              <a:gd name="connsiteY187" fmla="*/ 465726 h 797705"/>
              <a:gd name="connsiteX188" fmla="*/ 62429 w 829568"/>
              <a:gd name="connsiteY188" fmla="*/ 467991 h 797705"/>
              <a:gd name="connsiteX189" fmla="*/ 57874 w 829568"/>
              <a:gd name="connsiteY189" fmla="*/ 470256 h 797705"/>
              <a:gd name="connsiteX190" fmla="*/ 48763 w 829568"/>
              <a:gd name="connsiteY190" fmla="*/ 472522 h 797705"/>
              <a:gd name="connsiteX191" fmla="*/ 35096 w 829568"/>
              <a:gd name="connsiteY191" fmla="*/ 467991 h 797705"/>
              <a:gd name="connsiteX192" fmla="*/ 32818 w 829568"/>
              <a:gd name="connsiteY192" fmla="*/ 449871 h 797705"/>
              <a:gd name="connsiteX193" fmla="*/ 55596 w 829568"/>
              <a:gd name="connsiteY193" fmla="*/ 418160 h 797705"/>
              <a:gd name="connsiteX194" fmla="*/ 55596 w 829568"/>
              <a:gd name="connsiteY194" fmla="*/ 404569 h 797705"/>
              <a:gd name="connsiteX195" fmla="*/ 48763 w 829568"/>
              <a:gd name="connsiteY195" fmla="*/ 372858 h 797705"/>
              <a:gd name="connsiteX196" fmla="*/ 41929 w 829568"/>
              <a:gd name="connsiteY196" fmla="*/ 354737 h 797705"/>
              <a:gd name="connsiteX197" fmla="*/ 41929 w 829568"/>
              <a:gd name="connsiteY197" fmla="*/ 320761 h 797705"/>
              <a:gd name="connsiteX198" fmla="*/ 41929 w 829568"/>
              <a:gd name="connsiteY198" fmla="*/ 300375 h 797705"/>
              <a:gd name="connsiteX199" fmla="*/ 44207 w 829568"/>
              <a:gd name="connsiteY199" fmla="*/ 302640 h 797705"/>
              <a:gd name="connsiteX200" fmla="*/ 57934 w 829568"/>
              <a:gd name="connsiteY200" fmla="*/ 312196 h 797705"/>
              <a:gd name="connsiteX201" fmla="*/ 58242 w 829568"/>
              <a:gd name="connsiteY201" fmla="*/ 311394 h 797705"/>
              <a:gd name="connsiteX202" fmla="*/ 56256 w 829568"/>
              <a:gd name="connsiteY202" fmla="*/ 310012 h 797705"/>
              <a:gd name="connsiteX203" fmla="*/ 44300 w 829568"/>
              <a:gd name="connsiteY203" fmla="*/ 302367 h 797705"/>
              <a:gd name="connsiteX204" fmla="*/ 42022 w 829568"/>
              <a:gd name="connsiteY204" fmla="*/ 300102 h 797705"/>
              <a:gd name="connsiteX205" fmla="*/ 44300 w 829568"/>
              <a:gd name="connsiteY205" fmla="*/ 291042 h 797705"/>
              <a:gd name="connsiteX206" fmla="*/ 78462 w 829568"/>
              <a:gd name="connsiteY206" fmla="*/ 259331 h 797705"/>
              <a:gd name="connsiteX207" fmla="*/ 92126 w 829568"/>
              <a:gd name="connsiteY207" fmla="*/ 232149 h 797705"/>
              <a:gd name="connsiteX208" fmla="*/ 114901 w 829568"/>
              <a:gd name="connsiteY208" fmla="*/ 211764 h 797705"/>
              <a:gd name="connsiteX209" fmla="*/ 108638 w 829568"/>
              <a:gd name="connsiteY209" fmla="*/ 204968 h 797705"/>
              <a:gd name="connsiteX210" fmla="*/ 92261 w 829568"/>
              <a:gd name="connsiteY210" fmla="*/ 198228 h 797705"/>
              <a:gd name="connsiteX211" fmla="*/ 91806 w 829568"/>
              <a:gd name="connsiteY211" fmla="*/ 198355 h 797705"/>
              <a:gd name="connsiteX212" fmla="*/ 84968 w 829568"/>
              <a:gd name="connsiteY212" fmla="*/ 193807 h 797705"/>
              <a:gd name="connsiteX213" fmla="*/ 94086 w 829568"/>
              <a:gd name="connsiteY213" fmla="*/ 155145 h 797705"/>
              <a:gd name="connsiteX214" fmla="*/ 135114 w 829568"/>
              <a:gd name="connsiteY214" fmla="*/ 127854 h 797705"/>
              <a:gd name="connsiteX215" fmla="*/ 160186 w 829568"/>
              <a:gd name="connsiteY215" fmla="*/ 134677 h 797705"/>
              <a:gd name="connsiteX216" fmla="*/ 160186 w 829568"/>
              <a:gd name="connsiteY216" fmla="*/ 109660 h 797705"/>
              <a:gd name="connsiteX217" fmla="*/ 187538 w 829568"/>
              <a:gd name="connsiteY217" fmla="*/ 82369 h 797705"/>
              <a:gd name="connsiteX218" fmla="*/ 187538 w 829568"/>
              <a:gd name="connsiteY218" fmla="*/ 48256 h 797705"/>
              <a:gd name="connsiteX219" fmla="*/ 190103 w 829568"/>
              <a:gd name="connsiteY219"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3669 w 829568"/>
              <a:gd name="connsiteY116" fmla="*/ 574870 h 797705"/>
              <a:gd name="connsiteX117" fmla="*/ 505946 w 829568"/>
              <a:gd name="connsiteY117" fmla="*/ 577143 h 797705"/>
              <a:gd name="connsiteX118" fmla="*/ 505946 w 829568"/>
              <a:gd name="connsiteY118" fmla="*/ 579415 h 797705"/>
              <a:gd name="connsiteX119" fmla="*/ 505946 w 829568"/>
              <a:gd name="connsiteY119" fmla="*/ 581688 h 797705"/>
              <a:gd name="connsiteX120" fmla="*/ 496839 w 829568"/>
              <a:gd name="connsiteY120" fmla="*/ 590779 h 797705"/>
              <a:gd name="connsiteX121" fmla="*/ 496839 w 829568"/>
              <a:gd name="connsiteY121" fmla="*/ 595324 h 797705"/>
              <a:gd name="connsiteX122" fmla="*/ 501392 w 829568"/>
              <a:gd name="connsiteY122" fmla="*/ 599870 h 797705"/>
              <a:gd name="connsiteX123" fmla="*/ 510500 w 829568"/>
              <a:gd name="connsiteY123" fmla="*/ 608960 h 797705"/>
              <a:gd name="connsiteX124" fmla="*/ 508223 w 829568"/>
              <a:gd name="connsiteY124" fmla="*/ 613506 h 797705"/>
              <a:gd name="connsiteX125" fmla="*/ 508223 w 829568"/>
              <a:gd name="connsiteY125" fmla="*/ 618051 h 797705"/>
              <a:gd name="connsiteX126" fmla="*/ 490008 w 829568"/>
              <a:gd name="connsiteY126" fmla="*/ 640778 h 797705"/>
              <a:gd name="connsiteX127" fmla="*/ 464962 w 829568"/>
              <a:gd name="connsiteY127" fmla="*/ 631687 h 797705"/>
              <a:gd name="connsiteX128" fmla="*/ 451300 w 829568"/>
              <a:gd name="connsiteY128" fmla="*/ 624869 h 797705"/>
              <a:gd name="connsiteX129" fmla="*/ 423977 w 829568"/>
              <a:gd name="connsiteY129" fmla="*/ 638506 h 797705"/>
              <a:gd name="connsiteX130" fmla="*/ 414870 w 829568"/>
              <a:gd name="connsiteY130" fmla="*/ 643051 h 797705"/>
              <a:gd name="connsiteX131" fmla="*/ 398931 w 829568"/>
              <a:gd name="connsiteY131" fmla="*/ 645324 h 797705"/>
              <a:gd name="connsiteX132" fmla="*/ 394378 w 829568"/>
              <a:gd name="connsiteY132" fmla="*/ 652142 h 797705"/>
              <a:gd name="connsiteX133" fmla="*/ 373885 w 829568"/>
              <a:gd name="connsiteY133" fmla="*/ 654415 h 797705"/>
              <a:gd name="connsiteX134" fmla="*/ 353393 w 829568"/>
              <a:gd name="connsiteY134" fmla="*/ 661233 h 797705"/>
              <a:gd name="connsiteX135" fmla="*/ 344285 w 829568"/>
              <a:gd name="connsiteY135" fmla="*/ 683960 h 797705"/>
              <a:gd name="connsiteX136" fmla="*/ 346559 w 829568"/>
              <a:gd name="connsiteY136" fmla="*/ 695305 h 797705"/>
              <a:gd name="connsiteX137" fmla="*/ 346890 w 829568"/>
              <a:gd name="connsiteY137" fmla="*/ 695371 h 797705"/>
              <a:gd name="connsiteX138" fmla="*/ 349169 w 829568"/>
              <a:gd name="connsiteY138" fmla="*/ 697639 h 797705"/>
              <a:gd name="connsiteX139" fmla="*/ 349169 w 829568"/>
              <a:gd name="connsiteY139" fmla="*/ 708981 h 797705"/>
              <a:gd name="connsiteX140" fmla="*/ 349169 w 829568"/>
              <a:gd name="connsiteY140" fmla="*/ 713518 h 797705"/>
              <a:gd name="connsiteX141" fmla="*/ 346890 w 829568"/>
              <a:gd name="connsiteY141" fmla="*/ 724861 h 797705"/>
              <a:gd name="connsiteX142" fmla="*/ 340053 w 829568"/>
              <a:gd name="connsiteY142" fmla="*/ 722592 h 797705"/>
              <a:gd name="connsiteX143" fmla="*/ 317264 w 829568"/>
              <a:gd name="connsiteY143" fmla="*/ 720324 h 797705"/>
              <a:gd name="connsiteX144" fmla="*/ 312706 w 829568"/>
              <a:gd name="connsiteY144" fmla="*/ 718055 h 797705"/>
              <a:gd name="connsiteX145" fmla="*/ 303590 w 829568"/>
              <a:gd name="connsiteY145" fmla="*/ 724861 h 797705"/>
              <a:gd name="connsiteX146" fmla="*/ 294474 w 829568"/>
              <a:gd name="connsiteY146" fmla="*/ 731666 h 797705"/>
              <a:gd name="connsiteX147" fmla="*/ 289916 w 829568"/>
              <a:gd name="connsiteY147" fmla="*/ 738471 h 797705"/>
              <a:gd name="connsiteX148" fmla="*/ 289916 w 829568"/>
              <a:gd name="connsiteY148" fmla="*/ 752082 h 797705"/>
              <a:gd name="connsiteX149" fmla="*/ 280800 w 829568"/>
              <a:gd name="connsiteY149" fmla="*/ 740740 h 797705"/>
              <a:gd name="connsiteX150" fmla="*/ 278521 w 829568"/>
              <a:gd name="connsiteY150" fmla="*/ 738471 h 797705"/>
              <a:gd name="connsiteX151" fmla="*/ 278521 w 829568"/>
              <a:gd name="connsiteY151" fmla="*/ 743008 h 797705"/>
              <a:gd name="connsiteX152" fmla="*/ 276242 w 829568"/>
              <a:gd name="connsiteY152" fmla="*/ 749814 h 797705"/>
              <a:gd name="connsiteX153" fmla="*/ 269405 w 829568"/>
              <a:gd name="connsiteY153" fmla="*/ 761156 h 797705"/>
              <a:gd name="connsiteX154" fmla="*/ 232942 w 829568"/>
              <a:gd name="connsiteY154" fmla="*/ 749814 h 797705"/>
              <a:gd name="connsiteX155" fmla="*/ 230663 w 829568"/>
              <a:gd name="connsiteY155" fmla="*/ 754351 h 797705"/>
              <a:gd name="connsiteX156" fmla="*/ 203316 w 829568"/>
              <a:gd name="connsiteY156" fmla="*/ 754351 h 797705"/>
              <a:gd name="connsiteX157" fmla="*/ 180526 w 829568"/>
              <a:gd name="connsiteY157" fmla="*/ 761156 h 797705"/>
              <a:gd name="connsiteX158" fmla="*/ 169131 w 829568"/>
              <a:gd name="connsiteY158" fmla="*/ 767961 h 797705"/>
              <a:gd name="connsiteX159" fmla="*/ 157736 w 829568"/>
              <a:gd name="connsiteY159" fmla="*/ 783841 h 797705"/>
              <a:gd name="connsiteX160" fmla="*/ 137226 w 829568"/>
              <a:gd name="connsiteY160" fmla="*/ 797451 h 797705"/>
              <a:gd name="connsiteX161" fmla="*/ 128110 w 829568"/>
              <a:gd name="connsiteY161" fmla="*/ 786109 h 797705"/>
              <a:gd name="connsiteX162" fmla="*/ 121273 w 829568"/>
              <a:gd name="connsiteY162" fmla="*/ 792914 h 797705"/>
              <a:gd name="connsiteX163" fmla="*/ 93925 w 829568"/>
              <a:gd name="connsiteY163" fmla="*/ 790646 h 797705"/>
              <a:gd name="connsiteX164" fmla="*/ 68857 w 829568"/>
              <a:gd name="connsiteY164" fmla="*/ 790646 h 797705"/>
              <a:gd name="connsiteX165" fmla="*/ 57462 w 829568"/>
              <a:gd name="connsiteY165" fmla="*/ 792914 h 797705"/>
              <a:gd name="connsiteX166" fmla="*/ 46067 w 829568"/>
              <a:gd name="connsiteY166" fmla="*/ 788377 h 797705"/>
              <a:gd name="connsiteX167" fmla="*/ 25556 w 829568"/>
              <a:gd name="connsiteY167" fmla="*/ 786109 h 797705"/>
              <a:gd name="connsiteX168" fmla="*/ 25556 w 829568"/>
              <a:gd name="connsiteY168" fmla="*/ 783841 h 797705"/>
              <a:gd name="connsiteX169" fmla="*/ 27835 w 829568"/>
              <a:gd name="connsiteY169" fmla="*/ 777035 h 797705"/>
              <a:gd name="connsiteX170" fmla="*/ 25556 w 829568"/>
              <a:gd name="connsiteY170" fmla="*/ 774767 h 797705"/>
              <a:gd name="connsiteX171" fmla="*/ 43788 w 829568"/>
              <a:gd name="connsiteY171" fmla="*/ 770230 h 797705"/>
              <a:gd name="connsiteX172" fmla="*/ 48346 w 829568"/>
              <a:gd name="connsiteY172" fmla="*/ 699908 h 797705"/>
              <a:gd name="connsiteX173" fmla="*/ 5046 w 829568"/>
              <a:gd name="connsiteY173" fmla="*/ 670418 h 797705"/>
              <a:gd name="connsiteX174" fmla="*/ 30114 w 829568"/>
              <a:gd name="connsiteY174" fmla="*/ 615975 h 797705"/>
              <a:gd name="connsiteX175" fmla="*/ 41509 w 829568"/>
              <a:gd name="connsiteY175" fmla="*/ 600095 h 797705"/>
              <a:gd name="connsiteX176" fmla="*/ 34672 w 829568"/>
              <a:gd name="connsiteY176" fmla="*/ 581948 h 797705"/>
              <a:gd name="connsiteX177" fmla="*/ 41509 w 829568"/>
              <a:gd name="connsiteY177" fmla="*/ 554726 h 797705"/>
              <a:gd name="connsiteX178" fmla="*/ 16441 w 829568"/>
              <a:gd name="connsiteY178" fmla="*/ 543384 h 797705"/>
              <a:gd name="connsiteX179" fmla="*/ 34672 w 829568"/>
              <a:gd name="connsiteY179" fmla="*/ 541115 h 797705"/>
              <a:gd name="connsiteX180" fmla="*/ 41498 w 829568"/>
              <a:gd name="connsiteY180" fmla="*/ 541115 h 797705"/>
              <a:gd name="connsiteX181" fmla="*/ 39341 w 829568"/>
              <a:gd name="connsiteY181" fmla="*/ 528176 h 797705"/>
              <a:gd name="connsiteX182" fmla="*/ 86966 w 829568"/>
              <a:gd name="connsiteY182" fmla="*/ 494839 h 797705"/>
              <a:gd name="connsiteX183" fmla="*/ 65409 w 829568"/>
              <a:gd name="connsiteY183" fmla="*/ 464300 h 797705"/>
              <a:gd name="connsiteX184" fmla="*/ 62429 w 829568"/>
              <a:gd name="connsiteY184" fmla="*/ 465726 h 797705"/>
              <a:gd name="connsiteX185" fmla="*/ 62429 w 829568"/>
              <a:gd name="connsiteY185" fmla="*/ 467991 h 797705"/>
              <a:gd name="connsiteX186" fmla="*/ 57874 w 829568"/>
              <a:gd name="connsiteY186" fmla="*/ 470256 h 797705"/>
              <a:gd name="connsiteX187" fmla="*/ 48763 w 829568"/>
              <a:gd name="connsiteY187" fmla="*/ 472522 h 797705"/>
              <a:gd name="connsiteX188" fmla="*/ 35096 w 829568"/>
              <a:gd name="connsiteY188" fmla="*/ 467991 h 797705"/>
              <a:gd name="connsiteX189" fmla="*/ 32818 w 829568"/>
              <a:gd name="connsiteY189" fmla="*/ 449871 h 797705"/>
              <a:gd name="connsiteX190" fmla="*/ 55596 w 829568"/>
              <a:gd name="connsiteY190" fmla="*/ 418160 h 797705"/>
              <a:gd name="connsiteX191" fmla="*/ 55596 w 829568"/>
              <a:gd name="connsiteY191" fmla="*/ 404569 h 797705"/>
              <a:gd name="connsiteX192" fmla="*/ 48763 w 829568"/>
              <a:gd name="connsiteY192" fmla="*/ 372858 h 797705"/>
              <a:gd name="connsiteX193" fmla="*/ 41929 w 829568"/>
              <a:gd name="connsiteY193" fmla="*/ 354737 h 797705"/>
              <a:gd name="connsiteX194" fmla="*/ 41929 w 829568"/>
              <a:gd name="connsiteY194" fmla="*/ 320761 h 797705"/>
              <a:gd name="connsiteX195" fmla="*/ 41929 w 829568"/>
              <a:gd name="connsiteY195" fmla="*/ 300375 h 797705"/>
              <a:gd name="connsiteX196" fmla="*/ 44207 w 829568"/>
              <a:gd name="connsiteY196" fmla="*/ 302640 h 797705"/>
              <a:gd name="connsiteX197" fmla="*/ 57934 w 829568"/>
              <a:gd name="connsiteY197" fmla="*/ 312196 h 797705"/>
              <a:gd name="connsiteX198" fmla="*/ 58242 w 829568"/>
              <a:gd name="connsiteY198" fmla="*/ 311394 h 797705"/>
              <a:gd name="connsiteX199" fmla="*/ 56256 w 829568"/>
              <a:gd name="connsiteY199" fmla="*/ 310012 h 797705"/>
              <a:gd name="connsiteX200" fmla="*/ 44300 w 829568"/>
              <a:gd name="connsiteY200" fmla="*/ 302367 h 797705"/>
              <a:gd name="connsiteX201" fmla="*/ 42022 w 829568"/>
              <a:gd name="connsiteY201" fmla="*/ 300102 h 797705"/>
              <a:gd name="connsiteX202" fmla="*/ 44300 w 829568"/>
              <a:gd name="connsiteY202" fmla="*/ 291042 h 797705"/>
              <a:gd name="connsiteX203" fmla="*/ 78462 w 829568"/>
              <a:gd name="connsiteY203" fmla="*/ 259331 h 797705"/>
              <a:gd name="connsiteX204" fmla="*/ 92126 w 829568"/>
              <a:gd name="connsiteY204" fmla="*/ 232149 h 797705"/>
              <a:gd name="connsiteX205" fmla="*/ 114901 w 829568"/>
              <a:gd name="connsiteY205" fmla="*/ 211764 h 797705"/>
              <a:gd name="connsiteX206" fmla="*/ 108638 w 829568"/>
              <a:gd name="connsiteY206" fmla="*/ 204968 h 797705"/>
              <a:gd name="connsiteX207" fmla="*/ 92261 w 829568"/>
              <a:gd name="connsiteY207" fmla="*/ 198228 h 797705"/>
              <a:gd name="connsiteX208" fmla="*/ 91806 w 829568"/>
              <a:gd name="connsiteY208" fmla="*/ 198355 h 797705"/>
              <a:gd name="connsiteX209" fmla="*/ 84968 w 829568"/>
              <a:gd name="connsiteY209" fmla="*/ 193807 h 797705"/>
              <a:gd name="connsiteX210" fmla="*/ 94086 w 829568"/>
              <a:gd name="connsiteY210" fmla="*/ 155145 h 797705"/>
              <a:gd name="connsiteX211" fmla="*/ 135114 w 829568"/>
              <a:gd name="connsiteY211" fmla="*/ 127854 h 797705"/>
              <a:gd name="connsiteX212" fmla="*/ 160186 w 829568"/>
              <a:gd name="connsiteY212" fmla="*/ 134677 h 797705"/>
              <a:gd name="connsiteX213" fmla="*/ 160186 w 829568"/>
              <a:gd name="connsiteY213" fmla="*/ 109660 h 797705"/>
              <a:gd name="connsiteX214" fmla="*/ 187538 w 829568"/>
              <a:gd name="connsiteY214" fmla="*/ 82369 h 797705"/>
              <a:gd name="connsiteX215" fmla="*/ 187538 w 829568"/>
              <a:gd name="connsiteY215" fmla="*/ 48256 h 797705"/>
              <a:gd name="connsiteX216" fmla="*/ 190103 w 829568"/>
              <a:gd name="connsiteY216"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3669 w 829568"/>
              <a:gd name="connsiteY116" fmla="*/ 574870 h 797705"/>
              <a:gd name="connsiteX117" fmla="*/ 505946 w 829568"/>
              <a:gd name="connsiteY117" fmla="*/ 579415 h 797705"/>
              <a:gd name="connsiteX118" fmla="*/ 505946 w 829568"/>
              <a:gd name="connsiteY118" fmla="*/ 581688 h 797705"/>
              <a:gd name="connsiteX119" fmla="*/ 496839 w 829568"/>
              <a:gd name="connsiteY119" fmla="*/ 590779 h 797705"/>
              <a:gd name="connsiteX120" fmla="*/ 496839 w 829568"/>
              <a:gd name="connsiteY120" fmla="*/ 595324 h 797705"/>
              <a:gd name="connsiteX121" fmla="*/ 501392 w 829568"/>
              <a:gd name="connsiteY121" fmla="*/ 599870 h 797705"/>
              <a:gd name="connsiteX122" fmla="*/ 510500 w 829568"/>
              <a:gd name="connsiteY122" fmla="*/ 608960 h 797705"/>
              <a:gd name="connsiteX123" fmla="*/ 508223 w 829568"/>
              <a:gd name="connsiteY123" fmla="*/ 613506 h 797705"/>
              <a:gd name="connsiteX124" fmla="*/ 508223 w 829568"/>
              <a:gd name="connsiteY124" fmla="*/ 618051 h 797705"/>
              <a:gd name="connsiteX125" fmla="*/ 490008 w 829568"/>
              <a:gd name="connsiteY125" fmla="*/ 640778 h 797705"/>
              <a:gd name="connsiteX126" fmla="*/ 464962 w 829568"/>
              <a:gd name="connsiteY126" fmla="*/ 631687 h 797705"/>
              <a:gd name="connsiteX127" fmla="*/ 451300 w 829568"/>
              <a:gd name="connsiteY127" fmla="*/ 624869 h 797705"/>
              <a:gd name="connsiteX128" fmla="*/ 423977 w 829568"/>
              <a:gd name="connsiteY128" fmla="*/ 638506 h 797705"/>
              <a:gd name="connsiteX129" fmla="*/ 414870 w 829568"/>
              <a:gd name="connsiteY129" fmla="*/ 643051 h 797705"/>
              <a:gd name="connsiteX130" fmla="*/ 398931 w 829568"/>
              <a:gd name="connsiteY130" fmla="*/ 645324 h 797705"/>
              <a:gd name="connsiteX131" fmla="*/ 394378 w 829568"/>
              <a:gd name="connsiteY131" fmla="*/ 652142 h 797705"/>
              <a:gd name="connsiteX132" fmla="*/ 373885 w 829568"/>
              <a:gd name="connsiteY132" fmla="*/ 654415 h 797705"/>
              <a:gd name="connsiteX133" fmla="*/ 353393 w 829568"/>
              <a:gd name="connsiteY133" fmla="*/ 661233 h 797705"/>
              <a:gd name="connsiteX134" fmla="*/ 344285 w 829568"/>
              <a:gd name="connsiteY134" fmla="*/ 683960 h 797705"/>
              <a:gd name="connsiteX135" fmla="*/ 346559 w 829568"/>
              <a:gd name="connsiteY135" fmla="*/ 695305 h 797705"/>
              <a:gd name="connsiteX136" fmla="*/ 346890 w 829568"/>
              <a:gd name="connsiteY136" fmla="*/ 695371 h 797705"/>
              <a:gd name="connsiteX137" fmla="*/ 349169 w 829568"/>
              <a:gd name="connsiteY137" fmla="*/ 697639 h 797705"/>
              <a:gd name="connsiteX138" fmla="*/ 349169 w 829568"/>
              <a:gd name="connsiteY138" fmla="*/ 708981 h 797705"/>
              <a:gd name="connsiteX139" fmla="*/ 349169 w 829568"/>
              <a:gd name="connsiteY139" fmla="*/ 713518 h 797705"/>
              <a:gd name="connsiteX140" fmla="*/ 346890 w 829568"/>
              <a:gd name="connsiteY140" fmla="*/ 724861 h 797705"/>
              <a:gd name="connsiteX141" fmla="*/ 340053 w 829568"/>
              <a:gd name="connsiteY141" fmla="*/ 722592 h 797705"/>
              <a:gd name="connsiteX142" fmla="*/ 317264 w 829568"/>
              <a:gd name="connsiteY142" fmla="*/ 720324 h 797705"/>
              <a:gd name="connsiteX143" fmla="*/ 312706 w 829568"/>
              <a:gd name="connsiteY143" fmla="*/ 718055 h 797705"/>
              <a:gd name="connsiteX144" fmla="*/ 303590 w 829568"/>
              <a:gd name="connsiteY144" fmla="*/ 724861 h 797705"/>
              <a:gd name="connsiteX145" fmla="*/ 294474 w 829568"/>
              <a:gd name="connsiteY145" fmla="*/ 731666 h 797705"/>
              <a:gd name="connsiteX146" fmla="*/ 289916 w 829568"/>
              <a:gd name="connsiteY146" fmla="*/ 738471 h 797705"/>
              <a:gd name="connsiteX147" fmla="*/ 289916 w 829568"/>
              <a:gd name="connsiteY147" fmla="*/ 752082 h 797705"/>
              <a:gd name="connsiteX148" fmla="*/ 280800 w 829568"/>
              <a:gd name="connsiteY148" fmla="*/ 740740 h 797705"/>
              <a:gd name="connsiteX149" fmla="*/ 278521 w 829568"/>
              <a:gd name="connsiteY149" fmla="*/ 738471 h 797705"/>
              <a:gd name="connsiteX150" fmla="*/ 278521 w 829568"/>
              <a:gd name="connsiteY150" fmla="*/ 743008 h 797705"/>
              <a:gd name="connsiteX151" fmla="*/ 276242 w 829568"/>
              <a:gd name="connsiteY151" fmla="*/ 749814 h 797705"/>
              <a:gd name="connsiteX152" fmla="*/ 269405 w 829568"/>
              <a:gd name="connsiteY152" fmla="*/ 761156 h 797705"/>
              <a:gd name="connsiteX153" fmla="*/ 232942 w 829568"/>
              <a:gd name="connsiteY153" fmla="*/ 749814 h 797705"/>
              <a:gd name="connsiteX154" fmla="*/ 230663 w 829568"/>
              <a:gd name="connsiteY154" fmla="*/ 754351 h 797705"/>
              <a:gd name="connsiteX155" fmla="*/ 203316 w 829568"/>
              <a:gd name="connsiteY155" fmla="*/ 754351 h 797705"/>
              <a:gd name="connsiteX156" fmla="*/ 180526 w 829568"/>
              <a:gd name="connsiteY156" fmla="*/ 761156 h 797705"/>
              <a:gd name="connsiteX157" fmla="*/ 169131 w 829568"/>
              <a:gd name="connsiteY157" fmla="*/ 767961 h 797705"/>
              <a:gd name="connsiteX158" fmla="*/ 157736 w 829568"/>
              <a:gd name="connsiteY158" fmla="*/ 783841 h 797705"/>
              <a:gd name="connsiteX159" fmla="*/ 137226 w 829568"/>
              <a:gd name="connsiteY159" fmla="*/ 797451 h 797705"/>
              <a:gd name="connsiteX160" fmla="*/ 128110 w 829568"/>
              <a:gd name="connsiteY160" fmla="*/ 786109 h 797705"/>
              <a:gd name="connsiteX161" fmla="*/ 121273 w 829568"/>
              <a:gd name="connsiteY161" fmla="*/ 792914 h 797705"/>
              <a:gd name="connsiteX162" fmla="*/ 93925 w 829568"/>
              <a:gd name="connsiteY162" fmla="*/ 790646 h 797705"/>
              <a:gd name="connsiteX163" fmla="*/ 68857 w 829568"/>
              <a:gd name="connsiteY163" fmla="*/ 790646 h 797705"/>
              <a:gd name="connsiteX164" fmla="*/ 57462 w 829568"/>
              <a:gd name="connsiteY164" fmla="*/ 792914 h 797705"/>
              <a:gd name="connsiteX165" fmla="*/ 46067 w 829568"/>
              <a:gd name="connsiteY165" fmla="*/ 788377 h 797705"/>
              <a:gd name="connsiteX166" fmla="*/ 25556 w 829568"/>
              <a:gd name="connsiteY166" fmla="*/ 786109 h 797705"/>
              <a:gd name="connsiteX167" fmla="*/ 25556 w 829568"/>
              <a:gd name="connsiteY167" fmla="*/ 783841 h 797705"/>
              <a:gd name="connsiteX168" fmla="*/ 27835 w 829568"/>
              <a:gd name="connsiteY168" fmla="*/ 777035 h 797705"/>
              <a:gd name="connsiteX169" fmla="*/ 25556 w 829568"/>
              <a:gd name="connsiteY169" fmla="*/ 774767 h 797705"/>
              <a:gd name="connsiteX170" fmla="*/ 43788 w 829568"/>
              <a:gd name="connsiteY170" fmla="*/ 770230 h 797705"/>
              <a:gd name="connsiteX171" fmla="*/ 48346 w 829568"/>
              <a:gd name="connsiteY171" fmla="*/ 699908 h 797705"/>
              <a:gd name="connsiteX172" fmla="*/ 5046 w 829568"/>
              <a:gd name="connsiteY172" fmla="*/ 670418 h 797705"/>
              <a:gd name="connsiteX173" fmla="*/ 30114 w 829568"/>
              <a:gd name="connsiteY173" fmla="*/ 615975 h 797705"/>
              <a:gd name="connsiteX174" fmla="*/ 41509 w 829568"/>
              <a:gd name="connsiteY174" fmla="*/ 600095 h 797705"/>
              <a:gd name="connsiteX175" fmla="*/ 34672 w 829568"/>
              <a:gd name="connsiteY175" fmla="*/ 581948 h 797705"/>
              <a:gd name="connsiteX176" fmla="*/ 41509 w 829568"/>
              <a:gd name="connsiteY176" fmla="*/ 554726 h 797705"/>
              <a:gd name="connsiteX177" fmla="*/ 16441 w 829568"/>
              <a:gd name="connsiteY177" fmla="*/ 543384 h 797705"/>
              <a:gd name="connsiteX178" fmla="*/ 34672 w 829568"/>
              <a:gd name="connsiteY178" fmla="*/ 541115 h 797705"/>
              <a:gd name="connsiteX179" fmla="*/ 41498 w 829568"/>
              <a:gd name="connsiteY179" fmla="*/ 541115 h 797705"/>
              <a:gd name="connsiteX180" fmla="*/ 39341 w 829568"/>
              <a:gd name="connsiteY180" fmla="*/ 528176 h 797705"/>
              <a:gd name="connsiteX181" fmla="*/ 86966 w 829568"/>
              <a:gd name="connsiteY181" fmla="*/ 494839 h 797705"/>
              <a:gd name="connsiteX182" fmla="*/ 65409 w 829568"/>
              <a:gd name="connsiteY182" fmla="*/ 464300 h 797705"/>
              <a:gd name="connsiteX183" fmla="*/ 62429 w 829568"/>
              <a:gd name="connsiteY183" fmla="*/ 465726 h 797705"/>
              <a:gd name="connsiteX184" fmla="*/ 62429 w 829568"/>
              <a:gd name="connsiteY184" fmla="*/ 467991 h 797705"/>
              <a:gd name="connsiteX185" fmla="*/ 57874 w 829568"/>
              <a:gd name="connsiteY185" fmla="*/ 470256 h 797705"/>
              <a:gd name="connsiteX186" fmla="*/ 48763 w 829568"/>
              <a:gd name="connsiteY186" fmla="*/ 472522 h 797705"/>
              <a:gd name="connsiteX187" fmla="*/ 35096 w 829568"/>
              <a:gd name="connsiteY187" fmla="*/ 467991 h 797705"/>
              <a:gd name="connsiteX188" fmla="*/ 32818 w 829568"/>
              <a:gd name="connsiteY188" fmla="*/ 449871 h 797705"/>
              <a:gd name="connsiteX189" fmla="*/ 55596 w 829568"/>
              <a:gd name="connsiteY189" fmla="*/ 418160 h 797705"/>
              <a:gd name="connsiteX190" fmla="*/ 55596 w 829568"/>
              <a:gd name="connsiteY190" fmla="*/ 404569 h 797705"/>
              <a:gd name="connsiteX191" fmla="*/ 48763 w 829568"/>
              <a:gd name="connsiteY191" fmla="*/ 372858 h 797705"/>
              <a:gd name="connsiteX192" fmla="*/ 41929 w 829568"/>
              <a:gd name="connsiteY192" fmla="*/ 354737 h 797705"/>
              <a:gd name="connsiteX193" fmla="*/ 41929 w 829568"/>
              <a:gd name="connsiteY193" fmla="*/ 320761 h 797705"/>
              <a:gd name="connsiteX194" fmla="*/ 41929 w 829568"/>
              <a:gd name="connsiteY194" fmla="*/ 300375 h 797705"/>
              <a:gd name="connsiteX195" fmla="*/ 44207 w 829568"/>
              <a:gd name="connsiteY195" fmla="*/ 302640 h 797705"/>
              <a:gd name="connsiteX196" fmla="*/ 57934 w 829568"/>
              <a:gd name="connsiteY196" fmla="*/ 312196 h 797705"/>
              <a:gd name="connsiteX197" fmla="*/ 58242 w 829568"/>
              <a:gd name="connsiteY197" fmla="*/ 311394 h 797705"/>
              <a:gd name="connsiteX198" fmla="*/ 56256 w 829568"/>
              <a:gd name="connsiteY198" fmla="*/ 310012 h 797705"/>
              <a:gd name="connsiteX199" fmla="*/ 44300 w 829568"/>
              <a:gd name="connsiteY199" fmla="*/ 302367 h 797705"/>
              <a:gd name="connsiteX200" fmla="*/ 42022 w 829568"/>
              <a:gd name="connsiteY200" fmla="*/ 300102 h 797705"/>
              <a:gd name="connsiteX201" fmla="*/ 44300 w 829568"/>
              <a:gd name="connsiteY201" fmla="*/ 291042 h 797705"/>
              <a:gd name="connsiteX202" fmla="*/ 78462 w 829568"/>
              <a:gd name="connsiteY202" fmla="*/ 259331 h 797705"/>
              <a:gd name="connsiteX203" fmla="*/ 92126 w 829568"/>
              <a:gd name="connsiteY203" fmla="*/ 232149 h 797705"/>
              <a:gd name="connsiteX204" fmla="*/ 114901 w 829568"/>
              <a:gd name="connsiteY204" fmla="*/ 211764 h 797705"/>
              <a:gd name="connsiteX205" fmla="*/ 108638 w 829568"/>
              <a:gd name="connsiteY205" fmla="*/ 204968 h 797705"/>
              <a:gd name="connsiteX206" fmla="*/ 92261 w 829568"/>
              <a:gd name="connsiteY206" fmla="*/ 198228 h 797705"/>
              <a:gd name="connsiteX207" fmla="*/ 91806 w 829568"/>
              <a:gd name="connsiteY207" fmla="*/ 198355 h 797705"/>
              <a:gd name="connsiteX208" fmla="*/ 84968 w 829568"/>
              <a:gd name="connsiteY208" fmla="*/ 193807 h 797705"/>
              <a:gd name="connsiteX209" fmla="*/ 94086 w 829568"/>
              <a:gd name="connsiteY209" fmla="*/ 155145 h 797705"/>
              <a:gd name="connsiteX210" fmla="*/ 135114 w 829568"/>
              <a:gd name="connsiteY210" fmla="*/ 127854 h 797705"/>
              <a:gd name="connsiteX211" fmla="*/ 160186 w 829568"/>
              <a:gd name="connsiteY211" fmla="*/ 134677 h 797705"/>
              <a:gd name="connsiteX212" fmla="*/ 160186 w 829568"/>
              <a:gd name="connsiteY212" fmla="*/ 109660 h 797705"/>
              <a:gd name="connsiteX213" fmla="*/ 187538 w 829568"/>
              <a:gd name="connsiteY213" fmla="*/ 82369 h 797705"/>
              <a:gd name="connsiteX214" fmla="*/ 187538 w 829568"/>
              <a:gd name="connsiteY214" fmla="*/ 48256 h 797705"/>
              <a:gd name="connsiteX215" fmla="*/ 190103 w 829568"/>
              <a:gd name="connsiteY215"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5946 w 829568"/>
              <a:gd name="connsiteY116" fmla="*/ 579415 h 797705"/>
              <a:gd name="connsiteX117" fmla="*/ 505946 w 829568"/>
              <a:gd name="connsiteY117" fmla="*/ 581688 h 797705"/>
              <a:gd name="connsiteX118" fmla="*/ 496839 w 829568"/>
              <a:gd name="connsiteY118" fmla="*/ 590779 h 797705"/>
              <a:gd name="connsiteX119" fmla="*/ 496839 w 829568"/>
              <a:gd name="connsiteY119" fmla="*/ 595324 h 797705"/>
              <a:gd name="connsiteX120" fmla="*/ 501392 w 829568"/>
              <a:gd name="connsiteY120" fmla="*/ 599870 h 797705"/>
              <a:gd name="connsiteX121" fmla="*/ 510500 w 829568"/>
              <a:gd name="connsiteY121" fmla="*/ 608960 h 797705"/>
              <a:gd name="connsiteX122" fmla="*/ 508223 w 829568"/>
              <a:gd name="connsiteY122" fmla="*/ 613506 h 797705"/>
              <a:gd name="connsiteX123" fmla="*/ 508223 w 829568"/>
              <a:gd name="connsiteY123" fmla="*/ 618051 h 797705"/>
              <a:gd name="connsiteX124" fmla="*/ 490008 w 829568"/>
              <a:gd name="connsiteY124" fmla="*/ 640778 h 797705"/>
              <a:gd name="connsiteX125" fmla="*/ 464962 w 829568"/>
              <a:gd name="connsiteY125" fmla="*/ 631687 h 797705"/>
              <a:gd name="connsiteX126" fmla="*/ 451300 w 829568"/>
              <a:gd name="connsiteY126" fmla="*/ 624869 h 797705"/>
              <a:gd name="connsiteX127" fmla="*/ 423977 w 829568"/>
              <a:gd name="connsiteY127" fmla="*/ 638506 h 797705"/>
              <a:gd name="connsiteX128" fmla="*/ 414870 w 829568"/>
              <a:gd name="connsiteY128" fmla="*/ 643051 h 797705"/>
              <a:gd name="connsiteX129" fmla="*/ 398931 w 829568"/>
              <a:gd name="connsiteY129" fmla="*/ 645324 h 797705"/>
              <a:gd name="connsiteX130" fmla="*/ 394378 w 829568"/>
              <a:gd name="connsiteY130" fmla="*/ 652142 h 797705"/>
              <a:gd name="connsiteX131" fmla="*/ 373885 w 829568"/>
              <a:gd name="connsiteY131" fmla="*/ 654415 h 797705"/>
              <a:gd name="connsiteX132" fmla="*/ 353393 w 829568"/>
              <a:gd name="connsiteY132" fmla="*/ 661233 h 797705"/>
              <a:gd name="connsiteX133" fmla="*/ 344285 w 829568"/>
              <a:gd name="connsiteY133" fmla="*/ 683960 h 797705"/>
              <a:gd name="connsiteX134" fmla="*/ 346559 w 829568"/>
              <a:gd name="connsiteY134" fmla="*/ 695305 h 797705"/>
              <a:gd name="connsiteX135" fmla="*/ 346890 w 829568"/>
              <a:gd name="connsiteY135" fmla="*/ 695371 h 797705"/>
              <a:gd name="connsiteX136" fmla="*/ 349169 w 829568"/>
              <a:gd name="connsiteY136" fmla="*/ 697639 h 797705"/>
              <a:gd name="connsiteX137" fmla="*/ 349169 w 829568"/>
              <a:gd name="connsiteY137" fmla="*/ 708981 h 797705"/>
              <a:gd name="connsiteX138" fmla="*/ 349169 w 829568"/>
              <a:gd name="connsiteY138" fmla="*/ 713518 h 797705"/>
              <a:gd name="connsiteX139" fmla="*/ 346890 w 829568"/>
              <a:gd name="connsiteY139" fmla="*/ 724861 h 797705"/>
              <a:gd name="connsiteX140" fmla="*/ 340053 w 829568"/>
              <a:gd name="connsiteY140" fmla="*/ 722592 h 797705"/>
              <a:gd name="connsiteX141" fmla="*/ 317264 w 829568"/>
              <a:gd name="connsiteY141" fmla="*/ 720324 h 797705"/>
              <a:gd name="connsiteX142" fmla="*/ 312706 w 829568"/>
              <a:gd name="connsiteY142" fmla="*/ 718055 h 797705"/>
              <a:gd name="connsiteX143" fmla="*/ 303590 w 829568"/>
              <a:gd name="connsiteY143" fmla="*/ 724861 h 797705"/>
              <a:gd name="connsiteX144" fmla="*/ 294474 w 829568"/>
              <a:gd name="connsiteY144" fmla="*/ 731666 h 797705"/>
              <a:gd name="connsiteX145" fmla="*/ 289916 w 829568"/>
              <a:gd name="connsiteY145" fmla="*/ 738471 h 797705"/>
              <a:gd name="connsiteX146" fmla="*/ 289916 w 829568"/>
              <a:gd name="connsiteY146" fmla="*/ 752082 h 797705"/>
              <a:gd name="connsiteX147" fmla="*/ 280800 w 829568"/>
              <a:gd name="connsiteY147" fmla="*/ 740740 h 797705"/>
              <a:gd name="connsiteX148" fmla="*/ 278521 w 829568"/>
              <a:gd name="connsiteY148" fmla="*/ 738471 h 797705"/>
              <a:gd name="connsiteX149" fmla="*/ 278521 w 829568"/>
              <a:gd name="connsiteY149" fmla="*/ 743008 h 797705"/>
              <a:gd name="connsiteX150" fmla="*/ 276242 w 829568"/>
              <a:gd name="connsiteY150" fmla="*/ 749814 h 797705"/>
              <a:gd name="connsiteX151" fmla="*/ 269405 w 829568"/>
              <a:gd name="connsiteY151" fmla="*/ 761156 h 797705"/>
              <a:gd name="connsiteX152" fmla="*/ 232942 w 829568"/>
              <a:gd name="connsiteY152" fmla="*/ 749814 h 797705"/>
              <a:gd name="connsiteX153" fmla="*/ 230663 w 829568"/>
              <a:gd name="connsiteY153" fmla="*/ 754351 h 797705"/>
              <a:gd name="connsiteX154" fmla="*/ 203316 w 829568"/>
              <a:gd name="connsiteY154" fmla="*/ 754351 h 797705"/>
              <a:gd name="connsiteX155" fmla="*/ 180526 w 829568"/>
              <a:gd name="connsiteY155" fmla="*/ 761156 h 797705"/>
              <a:gd name="connsiteX156" fmla="*/ 169131 w 829568"/>
              <a:gd name="connsiteY156" fmla="*/ 767961 h 797705"/>
              <a:gd name="connsiteX157" fmla="*/ 157736 w 829568"/>
              <a:gd name="connsiteY157" fmla="*/ 783841 h 797705"/>
              <a:gd name="connsiteX158" fmla="*/ 137226 w 829568"/>
              <a:gd name="connsiteY158" fmla="*/ 797451 h 797705"/>
              <a:gd name="connsiteX159" fmla="*/ 128110 w 829568"/>
              <a:gd name="connsiteY159" fmla="*/ 786109 h 797705"/>
              <a:gd name="connsiteX160" fmla="*/ 121273 w 829568"/>
              <a:gd name="connsiteY160" fmla="*/ 792914 h 797705"/>
              <a:gd name="connsiteX161" fmla="*/ 93925 w 829568"/>
              <a:gd name="connsiteY161" fmla="*/ 790646 h 797705"/>
              <a:gd name="connsiteX162" fmla="*/ 68857 w 829568"/>
              <a:gd name="connsiteY162" fmla="*/ 790646 h 797705"/>
              <a:gd name="connsiteX163" fmla="*/ 57462 w 829568"/>
              <a:gd name="connsiteY163" fmla="*/ 792914 h 797705"/>
              <a:gd name="connsiteX164" fmla="*/ 46067 w 829568"/>
              <a:gd name="connsiteY164" fmla="*/ 788377 h 797705"/>
              <a:gd name="connsiteX165" fmla="*/ 25556 w 829568"/>
              <a:gd name="connsiteY165" fmla="*/ 786109 h 797705"/>
              <a:gd name="connsiteX166" fmla="*/ 25556 w 829568"/>
              <a:gd name="connsiteY166" fmla="*/ 783841 h 797705"/>
              <a:gd name="connsiteX167" fmla="*/ 27835 w 829568"/>
              <a:gd name="connsiteY167" fmla="*/ 777035 h 797705"/>
              <a:gd name="connsiteX168" fmla="*/ 25556 w 829568"/>
              <a:gd name="connsiteY168" fmla="*/ 774767 h 797705"/>
              <a:gd name="connsiteX169" fmla="*/ 43788 w 829568"/>
              <a:gd name="connsiteY169" fmla="*/ 770230 h 797705"/>
              <a:gd name="connsiteX170" fmla="*/ 48346 w 829568"/>
              <a:gd name="connsiteY170" fmla="*/ 699908 h 797705"/>
              <a:gd name="connsiteX171" fmla="*/ 5046 w 829568"/>
              <a:gd name="connsiteY171" fmla="*/ 670418 h 797705"/>
              <a:gd name="connsiteX172" fmla="*/ 30114 w 829568"/>
              <a:gd name="connsiteY172" fmla="*/ 615975 h 797705"/>
              <a:gd name="connsiteX173" fmla="*/ 41509 w 829568"/>
              <a:gd name="connsiteY173" fmla="*/ 600095 h 797705"/>
              <a:gd name="connsiteX174" fmla="*/ 34672 w 829568"/>
              <a:gd name="connsiteY174" fmla="*/ 581948 h 797705"/>
              <a:gd name="connsiteX175" fmla="*/ 41509 w 829568"/>
              <a:gd name="connsiteY175" fmla="*/ 554726 h 797705"/>
              <a:gd name="connsiteX176" fmla="*/ 16441 w 829568"/>
              <a:gd name="connsiteY176" fmla="*/ 543384 h 797705"/>
              <a:gd name="connsiteX177" fmla="*/ 34672 w 829568"/>
              <a:gd name="connsiteY177" fmla="*/ 541115 h 797705"/>
              <a:gd name="connsiteX178" fmla="*/ 41498 w 829568"/>
              <a:gd name="connsiteY178" fmla="*/ 541115 h 797705"/>
              <a:gd name="connsiteX179" fmla="*/ 39341 w 829568"/>
              <a:gd name="connsiteY179" fmla="*/ 528176 h 797705"/>
              <a:gd name="connsiteX180" fmla="*/ 86966 w 829568"/>
              <a:gd name="connsiteY180" fmla="*/ 494839 h 797705"/>
              <a:gd name="connsiteX181" fmla="*/ 65409 w 829568"/>
              <a:gd name="connsiteY181" fmla="*/ 464300 h 797705"/>
              <a:gd name="connsiteX182" fmla="*/ 62429 w 829568"/>
              <a:gd name="connsiteY182" fmla="*/ 465726 h 797705"/>
              <a:gd name="connsiteX183" fmla="*/ 62429 w 829568"/>
              <a:gd name="connsiteY183" fmla="*/ 467991 h 797705"/>
              <a:gd name="connsiteX184" fmla="*/ 57874 w 829568"/>
              <a:gd name="connsiteY184" fmla="*/ 470256 h 797705"/>
              <a:gd name="connsiteX185" fmla="*/ 48763 w 829568"/>
              <a:gd name="connsiteY185" fmla="*/ 472522 h 797705"/>
              <a:gd name="connsiteX186" fmla="*/ 35096 w 829568"/>
              <a:gd name="connsiteY186" fmla="*/ 467991 h 797705"/>
              <a:gd name="connsiteX187" fmla="*/ 32818 w 829568"/>
              <a:gd name="connsiteY187" fmla="*/ 449871 h 797705"/>
              <a:gd name="connsiteX188" fmla="*/ 55596 w 829568"/>
              <a:gd name="connsiteY188" fmla="*/ 418160 h 797705"/>
              <a:gd name="connsiteX189" fmla="*/ 55596 w 829568"/>
              <a:gd name="connsiteY189" fmla="*/ 404569 h 797705"/>
              <a:gd name="connsiteX190" fmla="*/ 48763 w 829568"/>
              <a:gd name="connsiteY190" fmla="*/ 372858 h 797705"/>
              <a:gd name="connsiteX191" fmla="*/ 41929 w 829568"/>
              <a:gd name="connsiteY191" fmla="*/ 354737 h 797705"/>
              <a:gd name="connsiteX192" fmla="*/ 41929 w 829568"/>
              <a:gd name="connsiteY192" fmla="*/ 320761 h 797705"/>
              <a:gd name="connsiteX193" fmla="*/ 41929 w 829568"/>
              <a:gd name="connsiteY193" fmla="*/ 300375 h 797705"/>
              <a:gd name="connsiteX194" fmla="*/ 44207 w 829568"/>
              <a:gd name="connsiteY194" fmla="*/ 302640 h 797705"/>
              <a:gd name="connsiteX195" fmla="*/ 57934 w 829568"/>
              <a:gd name="connsiteY195" fmla="*/ 312196 h 797705"/>
              <a:gd name="connsiteX196" fmla="*/ 58242 w 829568"/>
              <a:gd name="connsiteY196" fmla="*/ 311394 h 797705"/>
              <a:gd name="connsiteX197" fmla="*/ 56256 w 829568"/>
              <a:gd name="connsiteY197" fmla="*/ 310012 h 797705"/>
              <a:gd name="connsiteX198" fmla="*/ 44300 w 829568"/>
              <a:gd name="connsiteY198" fmla="*/ 302367 h 797705"/>
              <a:gd name="connsiteX199" fmla="*/ 42022 w 829568"/>
              <a:gd name="connsiteY199" fmla="*/ 300102 h 797705"/>
              <a:gd name="connsiteX200" fmla="*/ 44300 w 829568"/>
              <a:gd name="connsiteY200" fmla="*/ 291042 h 797705"/>
              <a:gd name="connsiteX201" fmla="*/ 78462 w 829568"/>
              <a:gd name="connsiteY201" fmla="*/ 259331 h 797705"/>
              <a:gd name="connsiteX202" fmla="*/ 92126 w 829568"/>
              <a:gd name="connsiteY202" fmla="*/ 232149 h 797705"/>
              <a:gd name="connsiteX203" fmla="*/ 114901 w 829568"/>
              <a:gd name="connsiteY203" fmla="*/ 211764 h 797705"/>
              <a:gd name="connsiteX204" fmla="*/ 108638 w 829568"/>
              <a:gd name="connsiteY204" fmla="*/ 204968 h 797705"/>
              <a:gd name="connsiteX205" fmla="*/ 92261 w 829568"/>
              <a:gd name="connsiteY205" fmla="*/ 198228 h 797705"/>
              <a:gd name="connsiteX206" fmla="*/ 91806 w 829568"/>
              <a:gd name="connsiteY206" fmla="*/ 198355 h 797705"/>
              <a:gd name="connsiteX207" fmla="*/ 84968 w 829568"/>
              <a:gd name="connsiteY207" fmla="*/ 193807 h 797705"/>
              <a:gd name="connsiteX208" fmla="*/ 94086 w 829568"/>
              <a:gd name="connsiteY208" fmla="*/ 155145 h 797705"/>
              <a:gd name="connsiteX209" fmla="*/ 135114 w 829568"/>
              <a:gd name="connsiteY209" fmla="*/ 127854 h 797705"/>
              <a:gd name="connsiteX210" fmla="*/ 160186 w 829568"/>
              <a:gd name="connsiteY210" fmla="*/ 134677 h 797705"/>
              <a:gd name="connsiteX211" fmla="*/ 160186 w 829568"/>
              <a:gd name="connsiteY211" fmla="*/ 109660 h 797705"/>
              <a:gd name="connsiteX212" fmla="*/ 187538 w 829568"/>
              <a:gd name="connsiteY212" fmla="*/ 82369 h 797705"/>
              <a:gd name="connsiteX213" fmla="*/ 187538 w 829568"/>
              <a:gd name="connsiteY213" fmla="*/ 48256 h 797705"/>
              <a:gd name="connsiteX214" fmla="*/ 190103 w 829568"/>
              <a:gd name="connsiteY214"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5946 w 829568"/>
              <a:gd name="connsiteY115" fmla="*/ 579415 h 797705"/>
              <a:gd name="connsiteX116" fmla="*/ 505946 w 829568"/>
              <a:gd name="connsiteY116" fmla="*/ 581688 h 797705"/>
              <a:gd name="connsiteX117" fmla="*/ 496839 w 829568"/>
              <a:gd name="connsiteY117" fmla="*/ 590779 h 797705"/>
              <a:gd name="connsiteX118" fmla="*/ 496839 w 829568"/>
              <a:gd name="connsiteY118" fmla="*/ 595324 h 797705"/>
              <a:gd name="connsiteX119" fmla="*/ 501392 w 829568"/>
              <a:gd name="connsiteY119" fmla="*/ 599870 h 797705"/>
              <a:gd name="connsiteX120" fmla="*/ 510500 w 829568"/>
              <a:gd name="connsiteY120" fmla="*/ 608960 h 797705"/>
              <a:gd name="connsiteX121" fmla="*/ 508223 w 829568"/>
              <a:gd name="connsiteY121" fmla="*/ 613506 h 797705"/>
              <a:gd name="connsiteX122" fmla="*/ 508223 w 829568"/>
              <a:gd name="connsiteY122" fmla="*/ 618051 h 797705"/>
              <a:gd name="connsiteX123" fmla="*/ 490008 w 829568"/>
              <a:gd name="connsiteY123" fmla="*/ 640778 h 797705"/>
              <a:gd name="connsiteX124" fmla="*/ 464962 w 829568"/>
              <a:gd name="connsiteY124" fmla="*/ 631687 h 797705"/>
              <a:gd name="connsiteX125" fmla="*/ 451300 w 829568"/>
              <a:gd name="connsiteY125" fmla="*/ 624869 h 797705"/>
              <a:gd name="connsiteX126" fmla="*/ 423977 w 829568"/>
              <a:gd name="connsiteY126" fmla="*/ 638506 h 797705"/>
              <a:gd name="connsiteX127" fmla="*/ 414870 w 829568"/>
              <a:gd name="connsiteY127" fmla="*/ 643051 h 797705"/>
              <a:gd name="connsiteX128" fmla="*/ 398931 w 829568"/>
              <a:gd name="connsiteY128" fmla="*/ 645324 h 797705"/>
              <a:gd name="connsiteX129" fmla="*/ 394378 w 829568"/>
              <a:gd name="connsiteY129" fmla="*/ 652142 h 797705"/>
              <a:gd name="connsiteX130" fmla="*/ 373885 w 829568"/>
              <a:gd name="connsiteY130" fmla="*/ 654415 h 797705"/>
              <a:gd name="connsiteX131" fmla="*/ 353393 w 829568"/>
              <a:gd name="connsiteY131" fmla="*/ 661233 h 797705"/>
              <a:gd name="connsiteX132" fmla="*/ 344285 w 829568"/>
              <a:gd name="connsiteY132" fmla="*/ 683960 h 797705"/>
              <a:gd name="connsiteX133" fmla="*/ 346559 w 829568"/>
              <a:gd name="connsiteY133" fmla="*/ 695305 h 797705"/>
              <a:gd name="connsiteX134" fmla="*/ 346890 w 829568"/>
              <a:gd name="connsiteY134" fmla="*/ 695371 h 797705"/>
              <a:gd name="connsiteX135" fmla="*/ 349169 w 829568"/>
              <a:gd name="connsiteY135" fmla="*/ 697639 h 797705"/>
              <a:gd name="connsiteX136" fmla="*/ 349169 w 829568"/>
              <a:gd name="connsiteY136" fmla="*/ 708981 h 797705"/>
              <a:gd name="connsiteX137" fmla="*/ 349169 w 829568"/>
              <a:gd name="connsiteY137" fmla="*/ 713518 h 797705"/>
              <a:gd name="connsiteX138" fmla="*/ 346890 w 829568"/>
              <a:gd name="connsiteY138" fmla="*/ 724861 h 797705"/>
              <a:gd name="connsiteX139" fmla="*/ 340053 w 829568"/>
              <a:gd name="connsiteY139" fmla="*/ 722592 h 797705"/>
              <a:gd name="connsiteX140" fmla="*/ 317264 w 829568"/>
              <a:gd name="connsiteY140" fmla="*/ 720324 h 797705"/>
              <a:gd name="connsiteX141" fmla="*/ 312706 w 829568"/>
              <a:gd name="connsiteY141" fmla="*/ 718055 h 797705"/>
              <a:gd name="connsiteX142" fmla="*/ 303590 w 829568"/>
              <a:gd name="connsiteY142" fmla="*/ 724861 h 797705"/>
              <a:gd name="connsiteX143" fmla="*/ 294474 w 829568"/>
              <a:gd name="connsiteY143" fmla="*/ 731666 h 797705"/>
              <a:gd name="connsiteX144" fmla="*/ 289916 w 829568"/>
              <a:gd name="connsiteY144" fmla="*/ 738471 h 797705"/>
              <a:gd name="connsiteX145" fmla="*/ 289916 w 829568"/>
              <a:gd name="connsiteY145" fmla="*/ 752082 h 797705"/>
              <a:gd name="connsiteX146" fmla="*/ 280800 w 829568"/>
              <a:gd name="connsiteY146" fmla="*/ 740740 h 797705"/>
              <a:gd name="connsiteX147" fmla="*/ 278521 w 829568"/>
              <a:gd name="connsiteY147" fmla="*/ 738471 h 797705"/>
              <a:gd name="connsiteX148" fmla="*/ 278521 w 829568"/>
              <a:gd name="connsiteY148" fmla="*/ 743008 h 797705"/>
              <a:gd name="connsiteX149" fmla="*/ 276242 w 829568"/>
              <a:gd name="connsiteY149" fmla="*/ 749814 h 797705"/>
              <a:gd name="connsiteX150" fmla="*/ 269405 w 829568"/>
              <a:gd name="connsiteY150" fmla="*/ 761156 h 797705"/>
              <a:gd name="connsiteX151" fmla="*/ 232942 w 829568"/>
              <a:gd name="connsiteY151" fmla="*/ 749814 h 797705"/>
              <a:gd name="connsiteX152" fmla="*/ 230663 w 829568"/>
              <a:gd name="connsiteY152" fmla="*/ 754351 h 797705"/>
              <a:gd name="connsiteX153" fmla="*/ 203316 w 829568"/>
              <a:gd name="connsiteY153" fmla="*/ 754351 h 797705"/>
              <a:gd name="connsiteX154" fmla="*/ 180526 w 829568"/>
              <a:gd name="connsiteY154" fmla="*/ 761156 h 797705"/>
              <a:gd name="connsiteX155" fmla="*/ 169131 w 829568"/>
              <a:gd name="connsiteY155" fmla="*/ 767961 h 797705"/>
              <a:gd name="connsiteX156" fmla="*/ 157736 w 829568"/>
              <a:gd name="connsiteY156" fmla="*/ 783841 h 797705"/>
              <a:gd name="connsiteX157" fmla="*/ 137226 w 829568"/>
              <a:gd name="connsiteY157" fmla="*/ 797451 h 797705"/>
              <a:gd name="connsiteX158" fmla="*/ 128110 w 829568"/>
              <a:gd name="connsiteY158" fmla="*/ 786109 h 797705"/>
              <a:gd name="connsiteX159" fmla="*/ 121273 w 829568"/>
              <a:gd name="connsiteY159" fmla="*/ 792914 h 797705"/>
              <a:gd name="connsiteX160" fmla="*/ 93925 w 829568"/>
              <a:gd name="connsiteY160" fmla="*/ 790646 h 797705"/>
              <a:gd name="connsiteX161" fmla="*/ 68857 w 829568"/>
              <a:gd name="connsiteY161" fmla="*/ 790646 h 797705"/>
              <a:gd name="connsiteX162" fmla="*/ 57462 w 829568"/>
              <a:gd name="connsiteY162" fmla="*/ 792914 h 797705"/>
              <a:gd name="connsiteX163" fmla="*/ 46067 w 829568"/>
              <a:gd name="connsiteY163" fmla="*/ 788377 h 797705"/>
              <a:gd name="connsiteX164" fmla="*/ 25556 w 829568"/>
              <a:gd name="connsiteY164" fmla="*/ 786109 h 797705"/>
              <a:gd name="connsiteX165" fmla="*/ 25556 w 829568"/>
              <a:gd name="connsiteY165" fmla="*/ 783841 h 797705"/>
              <a:gd name="connsiteX166" fmla="*/ 27835 w 829568"/>
              <a:gd name="connsiteY166" fmla="*/ 777035 h 797705"/>
              <a:gd name="connsiteX167" fmla="*/ 25556 w 829568"/>
              <a:gd name="connsiteY167" fmla="*/ 774767 h 797705"/>
              <a:gd name="connsiteX168" fmla="*/ 43788 w 829568"/>
              <a:gd name="connsiteY168" fmla="*/ 770230 h 797705"/>
              <a:gd name="connsiteX169" fmla="*/ 48346 w 829568"/>
              <a:gd name="connsiteY169" fmla="*/ 699908 h 797705"/>
              <a:gd name="connsiteX170" fmla="*/ 5046 w 829568"/>
              <a:gd name="connsiteY170" fmla="*/ 670418 h 797705"/>
              <a:gd name="connsiteX171" fmla="*/ 30114 w 829568"/>
              <a:gd name="connsiteY171" fmla="*/ 615975 h 797705"/>
              <a:gd name="connsiteX172" fmla="*/ 41509 w 829568"/>
              <a:gd name="connsiteY172" fmla="*/ 600095 h 797705"/>
              <a:gd name="connsiteX173" fmla="*/ 34672 w 829568"/>
              <a:gd name="connsiteY173" fmla="*/ 581948 h 797705"/>
              <a:gd name="connsiteX174" fmla="*/ 41509 w 829568"/>
              <a:gd name="connsiteY174" fmla="*/ 554726 h 797705"/>
              <a:gd name="connsiteX175" fmla="*/ 16441 w 829568"/>
              <a:gd name="connsiteY175" fmla="*/ 543384 h 797705"/>
              <a:gd name="connsiteX176" fmla="*/ 34672 w 829568"/>
              <a:gd name="connsiteY176" fmla="*/ 541115 h 797705"/>
              <a:gd name="connsiteX177" fmla="*/ 41498 w 829568"/>
              <a:gd name="connsiteY177" fmla="*/ 541115 h 797705"/>
              <a:gd name="connsiteX178" fmla="*/ 39341 w 829568"/>
              <a:gd name="connsiteY178" fmla="*/ 528176 h 797705"/>
              <a:gd name="connsiteX179" fmla="*/ 86966 w 829568"/>
              <a:gd name="connsiteY179" fmla="*/ 494839 h 797705"/>
              <a:gd name="connsiteX180" fmla="*/ 65409 w 829568"/>
              <a:gd name="connsiteY180" fmla="*/ 464300 h 797705"/>
              <a:gd name="connsiteX181" fmla="*/ 62429 w 829568"/>
              <a:gd name="connsiteY181" fmla="*/ 465726 h 797705"/>
              <a:gd name="connsiteX182" fmla="*/ 62429 w 829568"/>
              <a:gd name="connsiteY182" fmla="*/ 467991 h 797705"/>
              <a:gd name="connsiteX183" fmla="*/ 57874 w 829568"/>
              <a:gd name="connsiteY183" fmla="*/ 470256 h 797705"/>
              <a:gd name="connsiteX184" fmla="*/ 48763 w 829568"/>
              <a:gd name="connsiteY184" fmla="*/ 472522 h 797705"/>
              <a:gd name="connsiteX185" fmla="*/ 35096 w 829568"/>
              <a:gd name="connsiteY185" fmla="*/ 467991 h 797705"/>
              <a:gd name="connsiteX186" fmla="*/ 32818 w 829568"/>
              <a:gd name="connsiteY186" fmla="*/ 449871 h 797705"/>
              <a:gd name="connsiteX187" fmla="*/ 55596 w 829568"/>
              <a:gd name="connsiteY187" fmla="*/ 418160 h 797705"/>
              <a:gd name="connsiteX188" fmla="*/ 55596 w 829568"/>
              <a:gd name="connsiteY188" fmla="*/ 404569 h 797705"/>
              <a:gd name="connsiteX189" fmla="*/ 48763 w 829568"/>
              <a:gd name="connsiteY189" fmla="*/ 372858 h 797705"/>
              <a:gd name="connsiteX190" fmla="*/ 41929 w 829568"/>
              <a:gd name="connsiteY190" fmla="*/ 354737 h 797705"/>
              <a:gd name="connsiteX191" fmla="*/ 41929 w 829568"/>
              <a:gd name="connsiteY191" fmla="*/ 320761 h 797705"/>
              <a:gd name="connsiteX192" fmla="*/ 41929 w 829568"/>
              <a:gd name="connsiteY192" fmla="*/ 300375 h 797705"/>
              <a:gd name="connsiteX193" fmla="*/ 44207 w 829568"/>
              <a:gd name="connsiteY193" fmla="*/ 302640 h 797705"/>
              <a:gd name="connsiteX194" fmla="*/ 57934 w 829568"/>
              <a:gd name="connsiteY194" fmla="*/ 312196 h 797705"/>
              <a:gd name="connsiteX195" fmla="*/ 58242 w 829568"/>
              <a:gd name="connsiteY195" fmla="*/ 311394 h 797705"/>
              <a:gd name="connsiteX196" fmla="*/ 56256 w 829568"/>
              <a:gd name="connsiteY196" fmla="*/ 310012 h 797705"/>
              <a:gd name="connsiteX197" fmla="*/ 44300 w 829568"/>
              <a:gd name="connsiteY197" fmla="*/ 302367 h 797705"/>
              <a:gd name="connsiteX198" fmla="*/ 42022 w 829568"/>
              <a:gd name="connsiteY198" fmla="*/ 300102 h 797705"/>
              <a:gd name="connsiteX199" fmla="*/ 44300 w 829568"/>
              <a:gd name="connsiteY199" fmla="*/ 291042 h 797705"/>
              <a:gd name="connsiteX200" fmla="*/ 78462 w 829568"/>
              <a:gd name="connsiteY200" fmla="*/ 259331 h 797705"/>
              <a:gd name="connsiteX201" fmla="*/ 92126 w 829568"/>
              <a:gd name="connsiteY201" fmla="*/ 232149 h 797705"/>
              <a:gd name="connsiteX202" fmla="*/ 114901 w 829568"/>
              <a:gd name="connsiteY202" fmla="*/ 211764 h 797705"/>
              <a:gd name="connsiteX203" fmla="*/ 108638 w 829568"/>
              <a:gd name="connsiteY203" fmla="*/ 204968 h 797705"/>
              <a:gd name="connsiteX204" fmla="*/ 92261 w 829568"/>
              <a:gd name="connsiteY204" fmla="*/ 198228 h 797705"/>
              <a:gd name="connsiteX205" fmla="*/ 91806 w 829568"/>
              <a:gd name="connsiteY205" fmla="*/ 198355 h 797705"/>
              <a:gd name="connsiteX206" fmla="*/ 84968 w 829568"/>
              <a:gd name="connsiteY206" fmla="*/ 193807 h 797705"/>
              <a:gd name="connsiteX207" fmla="*/ 94086 w 829568"/>
              <a:gd name="connsiteY207" fmla="*/ 155145 h 797705"/>
              <a:gd name="connsiteX208" fmla="*/ 135114 w 829568"/>
              <a:gd name="connsiteY208" fmla="*/ 127854 h 797705"/>
              <a:gd name="connsiteX209" fmla="*/ 160186 w 829568"/>
              <a:gd name="connsiteY209" fmla="*/ 134677 h 797705"/>
              <a:gd name="connsiteX210" fmla="*/ 160186 w 829568"/>
              <a:gd name="connsiteY210" fmla="*/ 109660 h 797705"/>
              <a:gd name="connsiteX211" fmla="*/ 187538 w 829568"/>
              <a:gd name="connsiteY211" fmla="*/ 82369 h 797705"/>
              <a:gd name="connsiteX212" fmla="*/ 187538 w 829568"/>
              <a:gd name="connsiteY212" fmla="*/ 48256 h 797705"/>
              <a:gd name="connsiteX213" fmla="*/ 190103 w 829568"/>
              <a:gd name="connsiteY213"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5946 w 829568"/>
              <a:gd name="connsiteY114" fmla="*/ 579415 h 797705"/>
              <a:gd name="connsiteX115" fmla="*/ 505946 w 829568"/>
              <a:gd name="connsiteY115" fmla="*/ 581688 h 797705"/>
              <a:gd name="connsiteX116" fmla="*/ 496839 w 829568"/>
              <a:gd name="connsiteY116" fmla="*/ 590779 h 797705"/>
              <a:gd name="connsiteX117" fmla="*/ 496839 w 829568"/>
              <a:gd name="connsiteY117" fmla="*/ 595324 h 797705"/>
              <a:gd name="connsiteX118" fmla="*/ 501392 w 829568"/>
              <a:gd name="connsiteY118" fmla="*/ 599870 h 797705"/>
              <a:gd name="connsiteX119" fmla="*/ 510500 w 829568"/>
              <a:gd name="connsiteY119" fmla="*/ 608960 h 797705"/>
              <a:gd name="connsiteX120" fmla="*/ 508223 w 829568"/>
              <a:gd name="connsiteY120" fmla="*/ 613506 h 797705"/>
              <a:gd name="connsiteX121" fmla="*/ 508223 w 829568"/>
              <a:gd name="connsiteY121" fmla="*/ 618051 h 797705"/>
              <a:gd name="connsiteX122" fmla="*/ 490008 w 829568"/>
              <a:gd name="connsiteY122" fmla="*/ 640778 h 797705"/>
              <a:gd name="connsiteX123" fmla="*/ 464962 w 829568"/>
              <a:gd name="connsiteY123" fmla="*/ 631687 h 797705"/>
              <a:gd name="connsiteX124" fmla="*/ 451300 w 829568"/>
              <a:gd name="connsiteY124" fmla="*/ 624869 h 797705"/>
              <a:gd name="connsiteX125" fmla="*/ 423977 w 829568"/>
              <a:gd name="connsiteY125" fmla="*/ 638506 h 797705"/>
              <a:gd name="connsiteX126" fmla="*/ 414870 w 829568"/>
              <a:gd name="connsiteY126" fmla="*/ 643051 h 797705"/>
              <a:gd name="connsiteX127" fmla="*/ 398931 w 829568"/>
              <a:gd name="connsiteY127" fmla="*/ 645324 h 797705"/>
              <a:gd name="connsiteX128" fmla="*/ 394378 w 829568"/>
              <a:gd name="connsiteY128" fmla="*/ 652142 h 797705"/>
              <a:gd name="connsiteX129" fmla="*/ 373885 w 829568"/>
              <a:gd name="connsiteY129" fmla="*/ 654415 h 797705"/>
              <a:gd name="connsiteX130" fmla="*/ 353393 w 829568"/>
              <a:gd name="connsiteY130" fmla="*/ 661233 h 797705"/>
              <a:gd name="connsiteX131" fmla="*/ 344285 w 829568"/>
              <a:gd name="connsiteY131" fmla="*/ 683960 h 797705"/>
              <a:gd name="connsiteX132" fmla="*/ 346559 w 829568"/>
              <a:gd name="connsiteY132" fmla="*/ 695305 h 797705"/>
              <a:gd name="connsiteX133" fmla="*/ 346890 w 829568"/>
              <a:gd name="connsiteY133" fmla="*/ 695371 h 797705"/>
              <a:gd name="connsiteX134" fmla="*/ 349169 w 829568"/>
              <a:gd name="connsiteY134" fmla="*/ 697639 h 797705"/>
              <a:gd name="connsiteX135" fmla="*/ 349169 w 829568"/>
              <a:gd name="connsiteY135" fmla="*/ 708981 h 797705"/>
              <a:gd name="connsiteX136" fmla="*/ 349169 w 829568"/>
              <a:gd name="connsiteY136" fmla="*/ 713518 h 797705"/>
              <a:gd name="connsiteX137" fmla="*/ 346890 w 829568"/>
              <a:gd name="connsiteY137" fmla="*/ 724861 h 797705"/>
              <a:gd name="connsiteX138" fmla="*/ 340053 w 829568"/>
              <a:gd name="connsiteY138" fmla="*/ 722592 h 797705"/>
              <a:gd name="connsiteX139" fmla="*/ 317264 w 829568"/>
              <a:gd name="connsiteY139" fmla="*/ 720324 h 797705"/>
              <a:gd name="connsiteX140" fmla="*/ 312706 w 829568"/>
              <a:gd name="connsiteY140" fmla="*/ 718055 h 797705"/>
              <a:gd name="connsiteX141" fmla="*/ 303590 w 829568"/>
              <a:gd name="connsiteY141" fmla="*/ 724861 h 797705"/>
              <a:gd name="connsiteX142" fmla="*/ 294474 w 829568"/>
              <a:gd name="connsiteY142" fmla="*/ 731666 h 797705"/>
              <a:gd name="connsiteX143" fmla="*/ 289916 w 829568"/>
              <a:gd name="connsiteY143" fmla="*/ 738471 h 797705"/>
              <a:gd name="connsiteX144" fmla="*/ 289916 w 829568"/>
              <a:gd name="connsiteY144" fmla="*/ 752082 h 797705"/>
              <a:gd name="connsiteX145" fmla="*/ 280800 w 829568"/>
              <a:gd name="connsiteY145" fmla="*/ 740740 h 797705"/>
              <a:gd name="connsiteX146" fmla="*/ 278521 w 829568"/>
              <a:gd name="connsiteY146" fmla="*/ 738471 h 797705"/>
              <a:gd name="connsiteX147" fmla="*/ 278521 w 829568"/>
              <a:gd name="connsiteY147" fmla="*/ 743008 h 797705"/>
              <a:gd name="connsiteX148" fmla="*/ 276242 w 829568"/>
              <a:gd name="connsiteY148" fmla="*/ 749814 h 797705"/>
              <a:gd name="connsiteX149" fmla="*/ 269405 w 829568"/>
              <a:gd name="connsiteY149" fmla="*/ 761156 h 797705"/>
              <a:gd name="connsiteX150" fmla="*/ 232942 w 829568"/>
              <a:gd name="connsiteY150" fmla="*/ 749814 h 797705"/>
              <a:gd name="connsiteX151" fmla="*/ 230663 w 829568"/>
              <a:gd name="connsiteY151" fmla="*/ 754351 h 797705"/>
              <a:gd name="connsiteX152" fmla="*/ 203316 w 829568"/>
              <a:gd name="connsiteY152" fmla="*/ 754351 h 797705"/>
              <a:gd name="connsiteX153" fmla="*/ 180526 w 829568"/>
              <a:gd name="connsiteY153" fmla="*/ 761156 h 797705"/>
              <a:gd name="connsiteX154" fmla="*/ 169131 w 829568"/>
              <a:gd name="connsiteY154" fmla="*/ 767961 h 797705"/>
              <a:gd name="connsiteX155" fmla="*/ 157736 w 829568"/>
              <a:gd name="connsiteY155" fmla="*/ 783841 h 797705"/>
              <a:gd name="connsiteX156" fmla="*/ 137226 w 829568"/>
              <a:gd name="connsiteY156" fmla="*/ 797451 h 797705"/>
              <a:gd name="connsiteX157" fmla="*/ 128110 w 829568"/>
              <a:gd name="connsiteY157" fmla="*/ 786109 h 797705"/>
              <a:gd name="connsiteX158" fmla="*/ 121273 w 829568"/>
              <a:gd name="connsiteY158" fmla="*/ 792914 h 797705"/>
              <a:gd name="connsiteX159" fmla="*/ 93925 w 829568"/>
              <a:gd name="connsiteY159" fmla="*/ 790646 h 797705"/>
              <a:gd name="connsiteX160" fmla="*/ 68857 w 829568"/>
              <a:gd name="connsiteY160" fmla="*/ 790646 h 797705"/>
              <a:gd name="connsiteX161" fmla="*/ 57462 w 829568"/>
              <a:gd name="connsiteY161" fmla="*/ 792914 h 797705"/>
              <a:gd name="connsiteX162" fmla="*/ 46067 w 829568"/>
              <a:gd name="connsiteY162" fmla="*/ 788377 h 797705"/>
              <a:gd name="connsiteX163" fmla="*/ 25556 w 829568"/>
              <a:gd name="connsiteY163" fmla="*/ 786109 h 797705"/>
              <a:gd name="connsiteX164" fmla="*/ 25556 w 829568"/>
              <a:gd name="connsiteY164" fmla="*/ 783841 h 797705"/>
              <a:gd name="connsiteX165" fmla="*/ 27835 w 829568"/>
              <a:gd name="connsiteY165" fmla="*/ 777035 h 797705"/>
              <a:gd name="connsiteX166" fmla="*/ 25556 w 829568"/>
              <a:gd name="connsiteY166" fmla="*/ 774767 h 797705"/>
              <a:gd name="connsiteX167" fmla="*/ 43788 w 829568"/>
              <a:gd name="connsiteY167" fmla="*/ 770230 h 797705"/>
              <a:gd name="connsiteX168" fmla="*/ 48346 w 829568"/>
              <a:gd name="connsiteY168" fmla="*/ 699908 h 797705"/>
              <a:gd name="connsiteX169" fmla="*/ 5046 w 829568"/>
              <a:gd name="connsiteY169" fmla="*/ 670418 h 797705"/>
              <a:gd name="connsiteX170" fmla="*/ 30114 w 829568"/>
              <a:gd name="connsiteY170" fmla="*/ 615975 h 797705"/>
              <a:gd name="connsiteX171" fmla="*/ 41509 w 829568"/>
              <a:gd name="connsiteY171" fmla="*/ 600095 h 797705"/>
              <a:gd name="connsiteX172" fmla="*/ 34672 w 829568"/>
              <a:gd name="connsiteY172" fmla="*/ 581948 h 797705"/>
              <a:gd name="connsiteX173" fmla="*/ 41509 w 829568"/>
              <a:gd name="connsiteY173" fmla="*/ 554726 h 797705"/>
              <a:gd name="connsiteX174" fmla="*/ 16441 w 829568"/>
              <a:gd name="connsiteY174" fmla="*/ 543384 h 797705"/>
              <a:gd name="connsiteX175" fmla="*/ 34672 w 829568"/>
              <a:gd name="connsiteY175" fmla="*/ 541115 h 797705"/>
              <a:gd name="connsiteX176" fmla="*/ 41498 w 829568"/>
              <a:gd name="connsiteY176" fmla="*/ 541115 h 797705"/>
              <a:gd name="connsiteX177" fmla="*/ 39341 w 829568"/>
              <a:gd name="connsiteY177" fmla="*/ 528176 h 797705"/>
              <a:gd name="connsiteX178" fmla="*/ 86966 w 829568"/>
              <a:gd name="connsiteY178" fmla="*/ 494839 h 797705"/>
              <a:gd name="connsiteX179" fmla="*/ 65409 w 829568"/>
              <a:gd name="connsiteY179" fmla="*/ 464300 h 797705"/>
              <a:gd name="connsiteX180" fmla="*/ 62429 w 829568"/>
              <a:gd name="connsiteY180" fmla="*/ 465726 h 797705"/>
              <a:gd name="connsiteX181" fmla="*/ 62429 w 829568"/>
              <a:gd name="connsiteY181" fmla="*/ 467991 h 797705"/>
              <a:gd name="connsiteX182" fmla="*/ 57874 w 829568"/>
              <a:gd name="connsiteY182" fmla="*/ 470256 h 797705"/>
              <a:gd name="connsiteX183" fmla="*/ 48763 w 829568"/>
              <a:gd name="connsiteY183" fmla="*/ 472522 h 797705"/>
              <a:gd name="connsiteX184" fmla="*/ 35096 w 829568"/>
              <a:gd name="connsiteY184" fmla="*/ 467991 h 797705"/>
              <a:gd name="connsiteX185" fmla="*/ 32818 w 829568"/>
              <a:gd name="connsiteY185" fmla="*/ 449871 h 797705"/>
              <a:gd name="connsiteX186" fmla="*/ 55596 w 829568"/>
              <a:gd name="connsiteY186" fmla="*/ 418160 h 797705"/>
              <a:gd name="connsiteX187" fmla="*/ 55596 w 829568"/>
              <a:gd name="connsiteY187" fmla="*/ 404569 h 797705"/>
              <a:gd name="connsiteX188" fmla="*/ 48763 w 829568"/>
              <a:gd name="connsiteY188" fmla="*/ 372858 h 797705"/>
              <a:gd name="connsiteX189" fmla="*/ 41929 w 829568"/>
              <a:gd name="connsiteY189" fmla="*/ 354737 h 797705"/>
              <a:gd name="connsiteX190" fmla="*/ 41929 w 829568"/>
              <a:gd name="connsiteY190" fmla="*/ 320761 h 797705"/>
              <a:gd name="connsiteX191" fmla="*/ 41929 w 829568"/>
              <a:gd name="connsiteY191" fmla="*/ 300375 h 797705"/>
              <a:gd name="connsiteX192" fmla="*/ 44207 w 829568"/>
              <a:gd name="connsiteY192" fmla="*/ 302640 h 797705"/>
              <a:gd name="connsiteX193" fmla="*/ 57934 w 829568"/>
              <a:gd name="connsiteY193" fmla="*/ 312196 h 797705"/>
              <a:gd name="connsiteX194" fmla="*/ 58242 w 829568"/>
              <a:gd name="connsiteY194" fmla="*/ 311394 h 797705"/>
              <a:gd name="connsiteX195" fmla="*/ 56256 w 829568"/>
              <a:gd name="connsiteY195" fmla="*/ 310012 h 797705"/>
              <a:gd name="connsiteX196" fmla="*/ 44300 w 829568"/>
              <a:gd name="connsiteY196" fmla="*/ 302367 h 797705"/>
              <a:gd name="connsiteX197" fmla="*/ 42022 w 829568"/>
              <a:gd name="connsiteY197" fmla="*/ 300102 h 797705"/>
              <a:gd name="connsiteX198" fmla="*/ 44300 w 829568"/>
              <a:gd name="connsiteY198" fmla="*/ 291042 h 797705"/>
              <a:gd name="connsiteX199" fmla="*/ 78462 w 829568"/>
              <a:gd name="connsiteY199" fmla="*/ 259331 h 797705"/>
              <a:gd name="connsiteX200" fmla="*/ 92126 w 829568"/>
              <a:gd name="connsiteY200" fmla="*/ 232149 h 797705"/>
              <a:gd name="connsiteX201" fmla="*/ 114901 w 829568"/>
              <a:gd name="connsiteY201" fmla="*/ 211764 h 797705"/>
              <a:gd name="connsiteX202" fmla="*/ 108638 w 829568"/>
              <a:gd name="connsiteY202" fmla="*/ 204968 h 797705"/>
              <a:gd name="connsiteX203" fmla="*/ 92261 w 829568"/>
              <a:gd name="connsiteY203" fmla="*/ 198228 h 797705"/>
              <a:gd name="connsiteX204" fmla="*/ 91806 w 829568"/>
              <a:gd name="connsiteY204" fmla="*/ 198355 h 797705"/>
              <a:gd name="connsiteX205" fmla="*/ 84968 w 829568"/>
              <a:gd name="connsiteY205" fmla="*/ 193807 h 797705"/>
              <a:gd name="connsiteX206" fmla="*/ 94086 w 829568"/>
              <a:gd name="connsiteY206" fmla="*/ 155145 h 797705"/>
              <a:gd name="connsiteX207" fmla="*/ 135114 w 829568"/>
              <a:gd name="connsiteY207" fmla="*/ 127854 h 797705"/>
              <a:gd name="connsiteX208" fmla="*/ 160186 w 829568"/>
              <a:gd name="connsiteY208" fmla="*/ 134677 h 797705"/>
              <a:gd name="connsiteX209" fmla="*/ 160186 w 829568"/>
              <a:gd name="connsiteY209" fmla="*/ 109660 h 797705"/>
              <a:gd name="connsiteX210" fmla="*/ 187538 w 829568"/>
              <a:gd name="connsiteY210" fmla="*/ 82369 h 797705"/>
              <a:gd name="connsiteX211" fmla="*/ 187538 w 829568"/>
              <a:gd name="connsiteY211" fmla="*/ 48256 h 797705"/>
              <a:gd name="connsiteX212" fmla="*/ 190103 w 829568"/>
              <a:gd name="connsiteY212"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63684 w 829568"/>
              <a:gd name="connsiteY25" fmla="*/ 246583 h 797705"/>
              <a:gd name="connsiteX26" fmla="*/ 570440 w 829568"/>
              <a:gd name="connsiteY26" fmla="*/ 254988 h 797705"/>
              <a:gd name="connsiteX27" fmla="*/ 570445 w 829568"/>
              <a:gd name="connsiteY27" fmla="*/ 254942 h 797705"/>
              <a:gd name="connsiteX28" fmla="*/ 574113 w 829568"/>
              <a:gd name="connsiteY28" fmla="*/ 256872 h 797705"/>
              <a:gd name="connsiteX29" fmla="*/ 567290 w 829568"/>
              <a:gd name="connsiteY29" fmla="*/ 250109 h 797705"/>
              <a:gd name="connsiteX30" fmla="*/ 563684 w 829568"/>
              <a:gd name="connsiteY30" fmla="*/ 246583 h 797705"/>
              <a:gd name="connsiteX31" fmla="*/ 574458 w 829568"/>
              <a:gd name="connsiteY31" fmla="*/ 256788 h 797705"/>
              <a:gd name="connsiteX32" fmla="*/ 583230 w 829568"/>
              <a:gd name="connsiteY32" fmla="*/ 254659 h 797705"/>
              <a:gd name="connsiteX33" fmla="*/ 595448 w 829568"/>
              <a:gd name="connsiteY33" fmla="*/ 250406 h 797705"/>
              <a:gd name="connsiteX34" fmla="*/ 624997 w 829568"/>
              <a:gd name="connsiteY34" fmla="*/ 282159 h 797705"/>
              <a:gd name="connsiteX35" fmla="*/ 637214 w 829568"/>
              <a:gd name="connsiteY35" fmla="*/ 311928 h 797705"/>
              <a:gd name="connsiteX36" fmla="*/ 636731 w 829568"/>
              <a:gd name="connsiteY36" fmla="*/ 319061 h 797705"/>
              <a:gd name="connsiteX37" fmla="*/ 636185 w 829568"/>
              <a:gd name="connsiteY37" fmla="*/ 327131 h 797705"/>
              <a:gd name="connsiteX38" fmla="*/ 640908 w 829568"/>
              <a:gd name="connsiteY38" fmla="*/ 343397 h 797705"/>
              <a:gd name="connsiteX39" fmla="*/ 656819 w 829568"/>
              <a:gd name="connsiteY39" fmla="*/ 329788 h 797705"/>
              <a:gd name="connsiteX40" fmla="*/ 672730 w 829568"/>
              <a:gd name="connsiteY40" fmla="*/ 347933 h 797705"/>
              <a:gd name="connsiteX41" fmla="*/ 679549 w 829568"/>
              <a:gd name="connsiteY41" fmla="*/ 366077 h 797705"/>
              <a:gd name="connsiteX42" fmla="*/ 686368 w 829568"/>
              <a:gd name="connsiteY42" fmla="*/ 418243 h 797705"/>
              <a:gd name="connsiteX43" fmla="*/ 736375 w 829568"/>
              <a:gd name="connsiteY43" fmla="*/ 413707 h 797705"/>
              <a:gd name="connsiteX44" fmla="*/ 756832 w 829568"/>
              <a:gd name="connsiteY44" fmla="*/ 420511 h 797705"/>
              <a:gd name="connsiteX45" fmla="*/ 765924 w 829568"/>
              <a:gd name="connsiteY45" fmla="*/ 406903 h 797705"/>
              <a:gd name="connsiteX46" fmla="*/ 829568 w 829568"/>
              <a:gd name="connsiteY46" fmla="*/ 397830 h 797705"/>
              <a:gd name="connsiteX47" fmla="*/ 829568 w 829568"/>
              <a:gd name="connsiteY47" fmla="*/ 413707 h 797705"/>
              <a:gd name="connsiteX48" fmla="*/ 827295 w 829568"/>
              <a:gd name="connsiteY48" fmla="*/ 422779 h 797705"/>
              <a:gd name="connsiteX49" fmla="*/ 822749 w 829568"/>
              <a:gd name="connsiteY49" fmla="*/ 427315 h 797705"/>
              <a:gd name="connsiteX50" fmla="*/ 815930 w 829568"/>
              <a:gd name="connsiteY50" fmla="*/ 427315 h 797705"/>
              <a:gd name="connsiteX51" fmla="*/ 809111 w 829568"/>
              <a:gd name="connsiteY51" fmla="*/ 443192 h 797705"/>
              <a:gd name="connsiteX52" fmla="*/ 802292 w 829568"/>
              <a:gd name="connsiteY52" fmla="*/ 452264 h 797705"/>
              <a:gd name="connsiteX53" fmla="*/ 800019 w 829568"/>
              <a:gd name="connsiteY53" fmla="*/ 459068 h 797705"/>
              <a:gd name="connsiteX54" fmla="*/ 800019 w 829568"/>
              <a:gd name="connsiteY54" fmla="*/ 470408 h 797705"/>
              <a:gd name="connsiteX55" fmla="*/ 800019 w 829568"/>
              <a:gd name="connsiteY55" fmla="*/ 481749 h 797705"/>
              <a:gd name="connsiteX56" fmla="*/ 784108 w 829568"/>
              <a:gd name="connsiteY56" fmla="*/ 477212 h 797705"/>
              <a:gd name="connsiteX57" fmla="*/ 777289 w 829568"/>
              <a:gd name="connsiteY57" fmla="*/ 477212 h 797705"/>
              <a:gd name="connsiteX58" fmla="*/ 770470 w 829568"/>
              <a:gd name="connsiteY58" fmla="*/ 481749 h 797705"/>
              <a:gd name="connsiteX59" fmla="*/ 768197 w 829568"/>
              <a:gd name="connsiteY59" fmla="*/ 488553 h 797705"/>
              <a:gd name="connsiteX60" fmla="*/ 750013 w 829568"/>
              <a:gd name="connsiteY60" fmla="*/ 497625 h 797705"/>
              <a:gd name="connsiteX61" fmla="*/ 745467 w 829568"/>
              <a:gd name="connsiteY61" fmla="*/ 490821 h 797705"/>
              <a:gd name="connsiteX62" fmla="*/ 740921 w 829568"/>
              <a:gd name="connsiteY62" fmla="*/ 493089 h 797705"/>
              <a:gd name="connsiteX63" fmla="*/ 738648 w 829568"/>
              <a:gd name="connsiteY63" fmla="*/ 499893 h 797705"/>
              <a:gd name="connsiteX64" fmla="*/ 738648 w 829568"/>
              <a:gd name="connsiteY64" fmla="*/ 502161 h 797705"/>
              <a:gd name="connsiteX65" fmla="*/ 725010 w 829568"/>
              <a:gd name="connsiteY65" fmla="*/ 504429 h 797705"/>
              <a:gd name="connsiteX66" fmla="*/ 715918 w 829568"/>
              <a:gd name="connsiteY66" fmla="*/ 508965 h 797705"/>
              <a:gd name="connsiteX67" fmla="*/ 715918 w 829568"/>
              <a:gd name="connsiteY67" fmla="*/ 520306 h 797705"/>
              <a:gd name="connsiteX68" fmla="*/ 713645 w 829568"/>
              <a:gd name="connsiteY68" fmla="*/ 522574 h 797705"/>
              <a:gd name="connsiteX69" fmla="*/ 693188 w 829568"/>
              <a:gd name="connsiteY69" fmla="*/ 527110 h 797705"/>
              <a:gd name="connsiteX70" fmla="*/ 677276 w 829568"/>
              <a:gd name="connsiteY70" fmla="*/ 531646 h 797705"/>
              <a:gd name="connsiteX71" fmla="*/ 668184 w 829568"/>
              <a:gd name="connsiteY71" fmla="*/ 527110 h 797705"/>
              <a:gd name="connsiteX72" fmla="*/ 665911 w 829568"/>
              <a:gd name="connsiteY72" fmla="*/ 529378 h 797705"/>
              <a:gd name="connsiteX73" fmla="*/ 665911 w 829568"/>
              <a:gd name="connsiteY73" fmla="*/ 538450 h 797705"/>
              <a:gd name="connsiteX74" fmla="*/ 659092 w 829568"/>
              <a:gd name="connsiteY74" fmla="*/ 540718 h 797705"/>
              <a:gd name="connsiteX75" fmla="*/ 659092 w 829568"/>
              <a:gd name="connsiteY75" fmla="*/ 545254 h 797705"/>
              <a:gd name="connsiteX76" fmla="*/ 659092 w 829568"/>
              <a:gd name="connsiteY76" fmla="*/ 556595 h 797705"/>
              <a:gd name="connsiteX77" fmla="*/ 656819 w 829568"/>
              <a:gd name="connsiteY77" fmla="*/ 561131 h 797705"/>
              <a:gd name="connsiteX78" fmla="*/ 652273 w 829568"/>
              <a:gd name="connsiteY78" fmla="*/ 561131 h 797705"/>
              <a:gd name="connsiteX79" fmla="*/ 650000 w 829568"/>
              <a:gd name="connsiteY79" fmla="*/ 561131 h 797705"/>
              <a:gd name="connsiteX80" fmla="*/ 618178 w 829568"/>
              <a:gd name="connsiteY80" fmla="*/ 552058 h 797705"/>
              <a:gd name="connsiteX81" fmla="*/ 618178 w 829568"/>
              <a:gd name="connsiteY81" fmla="*/ 549790 h 797705"/>
              <a:gd name="connsiteX82" fmla="*/ 609086 w 829568"/>
              <a:gd name="connsiteY82" fmla="*/ 542986 h 797705"/>
              <a:gd name="connsiteX83" fmla="*/ 599994 w 829568"/>
              <a:gd name="connsiteY83" fmla="*/ 547522 h 797705"/>
              <a:gd name="connsiteX84" fmla="*/ 590902 w 829568"/>
              <a:gd name="connsiteY84" fmla="*/ 554327 h 797705"/>
              <a:gd name="connsiteX85" fmla="*/ 579537 w 829568"/>
              <a:gd name="connsiteY85" fmla="*/ 563399 h 797705"/>
              <a:gd name="connsiteX86" fmla="*/ 574991 w 829568"/>
              <a:gd name="connsiteY86" fmla="*/ 556595 h 797705"/>
              <a:gd name="connsiteX87" fmla="*/ 570445 w 829568"/>
              <a:gd name="connsiteY87" fmla="*/ 558863 h 797705"/>
              <a:gd name="connsiteX88" fmla="*/ 568172 w 829568"/>
              <a:gd name="connsiteY88" fmla="*/ 563399 h 797705"/>
              <a:gd name="connsiteX89" fmla="*/ 568172 w 829568"/>
              <a:gd name="connsiteY89" fmla="*/ 565667 h 797705"/>
              <a:gd name="connsiteX90" fmla="*/ 568172 w 829568"/>
              <a:gd name="connsiteY90" fmla="*/ 570203 h 797705"/>
              <a:gd name="connsiteX91" fmla="*/ 565899 w 829568"/>
              <a:gd name="connsiteY91" fmla="*/ 572471 h 797705"/>
              <a:gd name="connsiteX92" fmla="*/ 565899 w 829568"/>
              <a:gd name="connsiteY92" fmla="*/ 574739 h 797705"/>
              <a:gd name="connsiteX93" fmla="*/ 581810 w 829568"/>
              <a:gd name="connsiteY93" fmla="*/ 581543 h 797705"/>
              <a:gd name="connsiteX94" fmla="*/ 586356 w 829568"/>
              <a:gd name="connsiteY94" fmla="*/ 586079 h 797705"/>
              <a:gd name="connsiteX95" fmla="*/ 590902 w 829568"/>
              <a:gd name="connsiteY95" fmla="*/ 579275 h 797705"/>
              <a:gd name="connsiteX96" fmla="*/ 597721 w 829568"/>
              <a:gd name="connsiteY96" fmla="*/ 583811 h 797705"/>
              <a:gd name="connsiteX97" fmla="*/ 599994 w 829568"/>
              <a:gd name="connsiteY97" fmla="*/ 579275 h 797705"/>
              <a:gd name="connsiteX98" fmla="*/ 606813 w 829568"/>
              <a:gd name="connsiteY98" fmla="*/ 588347 h 797705"/>
              <a:gd name="connsiteX99" fmla="*/ 606813 w 829568"/>
              <a:gd name="connsiteY99" fmla="*/ 590616 h 797705"/>
              <a:gd name="connsiteX100" fmla="*/ 602267 w 829568"/>
              <a:gd name="connsiteY100" fmla="*/ 601956 h 797705"/>
              <a:gd name="connsiteX101" fmla="*/ 604540 w 829568"/>
              <a:gd name="connsiteY101" fmla="*/ 606492 h 797705"/>
              <a:gd name="connsiteX102" fmla="*/ 609086 w 829568"/>
              <a:gd name="connsiteY102" fmla="*/ 611028 h 797705"/>
              <a:gd name="connsiteX103" fmla="*/ 606813 w 829568"/>
              <a:gd name="connsiteY103" fmla="*/ 613296 h 797705"/>
              <a:gd name="connsiteX104" fmla="*/ 588629 w 829568"/>
              <a:gd name="connsiteY104" fmla="*/ 613296 h 797705"/>
              <a:gd name="connsiteX105" fmla="*/ 572718 w 829568"/>
              <a:gd name="connsiteY105" fmla="*/ 597420 h 797705"/>
              <a:gd name="connsiteX106" fmla="*/ 568172 w 829568"/>
              <a:gd name="connsiteY106" fmla="*/ 606492 h 797705"/>
              <a:gd name="connsiteX107" fmla="*/ 561353 w 829568"/>
              <a:gd name="connsiteY107" fmla="*/ 597420 h 797705"/>
              <a:gd name="connsiteX108" fmla="*/ 556807 w 829568"/>
              <a:gd name="connsiteY108" fmla="*/ 592884 h 797705"/>
              <a:gd name="connsiteX109" fmla="*/ 540896 w 829568"/>
              <a:gd name="connsiteY109" fmla="*/ 570203 h 797705"/>
              <a:gd name="connsiteX110" fmla="*/ 529530 w 829568"/>
              <a:gd name="connsiteY110" fmla="*/ 565667 h 797705"/>
              <a:gd name="connsiteX111" fmla="*/ 518165 w 829568"/>
              <a:gd name="connsiteY111" fmla="*/ 572471 h 797705"/>
              <a:gd name="connsiteX112" fmla="*/ 509073 w 829568"/>
              <a:gd name="connsiteY112" fmla="*/ 577007 h 797705"/>
              <a:gd name="connsiteX113" fmla="*/ 505946 w 829568"/>
              <a:gd name="connsiteY113" fmla="*/ 579415 h 797705"/>
              <a:gd name="connsiteX114" fmla="*/ 505946 w 829568"/>
              <a:gd name="connsiteY114" fmla="*/ 581688 h 797705"/>
              <a:gd name="connsiteX115" fmla="*/ 496839 w 829568"/>
              <a:gd name="connsiteY115" fmla="*/ 590779 h 797705"/>
              <a:gd name="connsiteX116" fmla="*/ 496839 w 829568"/>
              <a:gd name="connsiteY116" fmla="*/ 595324 h 797705"/>
              <a:gd name="connsiteX117" fmla="*/ 501392 w 829568"/>
              <a:gd name="connsiteY117" fmla="*/ 599870 h 797705"/>
              <a:gd name="connsiteX118" fmla="*/ 510500 w 829568"/>
              <a:gd name="connsiteY118" fmla="*/ 608960 h 797705"/>
              <a:gd name="connsiteX119" fmla="*/ 508223 w 829568"/>
              <a:gd name="connsiteY119" fmla="*/ 613506 h 797705"/>
              <a:gd name="connsiteX120" fmla="*/ 508223 w 829568"/>
              <a:gd name="connsiteY120" fmla="*/ 618051 h 797705"/>
              <a:gd name="connsiteX121" fmla="*/ 490008 w 829568"/>
              <a:gd name="connsiteY121" fmla="*/ 640778 h 797705"/>
              <a:gd name="connsiteX122" fmla="*/ 464962 w 829568"/>
              <a:gd name="connsiteY122" fmla="*/ 631687 h 797705"/>
              <a:gd name="connsiteX123" fmla="*/ 451300 w 829568"/>
              <a:gd name="connsiteY123" fmla="*/ 624869 h 797705"/>
              <a:gd name="connsiteX124" fmla="*/ 423977 w 829568"/>
              <a:gd name="connsiteY124" fmla="*/ 638506 h 797705"/>
              <a:gd name="connsiteX125" fmla="*/ 414870 w 829568"/>
              <a:gd name="connsiteY125" fmla="*/ 643051 h 797705"/>
              <a:gd name="connsiteX126" fmla="*/ 398931 w 829568"/>
              <a:gd name="connsiteY126" fmla="*/ 645324 h 797705"/>
              <a:gd name="connsiteX127" fmla="*/ 394378 w 829568"/>
              <a:gd name="connsiteY127" fmla="*/ 652142 h 797705"/>
              <a:gd name="connsiteX128" fmla="*/ 373885 w 829568"/>
              <a:gd name="connsiteY128" fmla="*/ 654415 h 797705"/>
              <a:gd name="connsiteX129" fmla="*/ 353393 w 829568"/>
              <a:gd name="connsiteY129" fmla="*/ 661233 h 797705"/>
              <a:gd name="connsiteX130" fmla="*/ 344285 w 829568"/>
              <a:gd name="connsiteY130" fmla="*/ 683960 h 797705"/>
              <a:gd name="connsiteX131" fmla="*/ 346559 w 829568"/>
              <a:gd name="connsiteY131" fmla="*/ 695305 h 797705"/>
              <a:gd name="connsiteX132" fmla="*/ 346890 w 829568"/>
              <a:gd name="connsiteY132" fmla="*/ 695371 h 797705"/>
              <a:gd name="connsiteX133" fmla="*/ 349169 w 829568"/>
              <a:gd name="connsiteY133" fmla="*/ 697639 h 797705"/>
              <a:gd name="connsiteX134" fmla="*/ 349169 w 829568"/>
              <a:gd name="connsiteY134" fmla="*/ 708981 h 797705"/>
              <a:gd name="connsiteX135" fmla="*/ 349169 w 829568"/>
              <a:gd name="connsiteY135" fmla="*/ 713518 h 797705"/>
              <a:gd name="connsiteX136" fmla="*/ 346890 w 829568"/>
              <a:gd name="connsiteY136" fmla="*/ 724861 h 797705"/>
              <a:gd name="connsiteX137" fmla="*/ 340053 w 829568"/>
              <a:gd name="connsiteY137" fmla="*/ 722592 h 797705"/>
              <a:gd name="connsiteX138" fmla="*/ 317264 w 829568"/>
              <a:gd name="connsiteY138" fmla="*/ 720324 h 797705"/>
              <a:gd name="connsiteX139" fmla="*/ 312706 w 829568"/>
              <a:gd name="connsiteY139" fmla="*/ 718055 h 797705"/>
              <a:gd name="connsiteX140" fmla="*/ 303590 w 829568"/>
              <a:gd name="connsiteY140" fmla="*/ 724861 h 797705"/>
              <a:gd name="connsiteX141" fmla="*/ 294474 w 829568"/>
              <a:gd name="connsiteY141" fmla="*/ 731666 h 797705"/>
              <a:gd name="connsiteX142" fmla="*/ 289916 w 829568"/>
              <a:gd name="connsiteY142" fmla="*/ 738471 h 797705"/>
              <a:gd name="connsiteX143" fmla="*/ 289916 w 829568"/>
              <a:gd name="connsiteY143" fmla="*/ 752082 h 797705"/>
              <a:gd name="connsiteX144" fmla="*/ 280800 w 829568"/>
              <a:gd name="connsiteY144" fmla="*/ 740740 h 797705"/>
              <a:gd name="connsiteX145" fmla="*/ 278521 w 829568"/>
              <a:gd name="connsiteY145" fmla="*/ 738471 h 797705"/>
              <a:gd name="connsiteX146" fmla="*/ 278521 w 829568"/>
              <a:gd name="connsiteY146" fmla="*/ 743008 h 797705"/>
              <a:gd name="connsiteX147" fmla="*/ 276242 w 829568"/>
              <a:gd name="connsiteY147" fmla="*/ 749814 h 797705"/>
              <a:gd name="connsiteX148" fmla="*/ 269405 w 829568"/>
              <a:gd name="connsiteY148" fmla="*/ 761156 h 797705"/>
              <a:gd name="connsiteX149" fmla="*/ 232942 w 829568"/>
              <a:gd name="connsiteY149" fmla="*/ 749814 h 797705"/>
              <a:gd name="connsiteX150" fmla="*/ 230663 w 829568"/>
              <a:gd name="connsiteY150" fmla="*/ 754351 h 797705"/>
              <a:gd name="connsiteX151" fmla="*/ 203316 w 829568"/>
              <a:gd name="connsiteY151" fmla="*/ 754351 h 797705"/>
              <a:gd name="connsiteX152" fmla="*/ 180526 w 829568"/>
              <a:gd name="connsiteY152" fmla="*/ 761156 h 797705"/>
              <a:gd name="connsiteX153" fmla="*/ 169131 w 829568"/>
              <a:gd name="connsiteY153" fmla="*/ 767961 h 797705"/>
              <a:gd name="connsiteX154" fmla="*/ 157736 w 829568"/>
              <a:gd name="connsiteY154" fmla="*/ 783841 h 797705"/>
              <a:gd name="connsiteX155" fmla="*/ 137226 w 829568"/>
              <a:gd name="connsiteY155" fmla="*/ 797451 h 797705"/>
              <a:gd name="connsiteX156" fmla="*/ 128110 w 829568"/>
              <a:gd name="connsiteY156" fmla="*/ 786109 h 797705"/>
              <a:gd name="connsiteX157" fmla="*/ 121273 w 829568"/>
              <a:gd name="connsiteY157" fmla="*/ 792914 h 797705"/>
              <a:gd name="connsiteX158" fmla="*/ 93925 w 829568"/>
              <a:gd name="connsiteY158" fmla="*/ 790646 h 797705"/>
              <a:gd name="connsiteX159" fmla="*/ 68857 w 829568"/>
              <a:gd name="connsiteY159" fmla="*/ 790646 h 797705"/>
              <a:gd name="connsiteX160" fmla="*/ 57462 w 829568"/>
              <a:gd name="connsiteY160" fmla="*/ 792914 h 797705"/>
              <a:gd name="connsiteX161" fmla="*/ 46067 w 829568"/>
              <a:gd name="connsiteY161" fmla="*/ 788377 h 797705"/>
              <a:gd name="connsiteX162" fmla="*/ 25556 w 829568"/>
              <a:gd name="connsiteY162" fmla="*/ 786109 h 797705"/>
              <a:gd name="connsiteX163" fmla="*/ 25556 w 829568"/>
              <a:gd name="connsiteY163" fmla="*/ 783841 h 797705"/>
              <a:gd name="connsiteX164" fmla="*/ 27835 w 829568"/>
              <a:gd name="connsiteY164" fmla="*/ 777035 h 797705"/>
              <a:gd name="connsiteX165" fmla="*/ 25556 w 829568"/>
              <a:gd name="connsiteY165" fmla="*/ 774767 h 797705"/>
              <a:gd name="connsiteX166" fmla="*/ 43788 w 829568"/>
              <a:gd name="connsiteY166" fmla="*/ 770230 h 797705"/>
              <a:gd name="connsiteX167" fmla="*/ 48346 w 829568"/>
              <a:gd name="connsiteY167" fmla="*/ 699908 h 797705"/>
              <a:gd name="connsiteX168" fmla="*/ 5046 w 829568"/>
              <a:gd name="connsiteY168" fmla="*/ 670418 h 797705"/>
              <a:gd name="connsiteX169" fmla="*/ 30114 w 829568"/>
              <a:gd name="connsiteY169" fmla="*/ 615975 h 797705"/>
              <a:gd name="connsiteX170" fmla="*/ 41509 w 829568"/>
              <a:gd name="connsiteY170" fmla="*/ 600095 h 797705"/>
              <a:gd name="connsiteX171" fmla="*/ 34672 w 829568"/>
              <a:gd name="connsiteY171" fmla="*/ 581948 h 797705"/>
              <a:gd name="connsiteX172" fmla="*/ 41509 w 829568"/>
              <a:gd name="connsiteY172" fmla="*/ 554726 h 797705"/>
              <a:gd name="connsiteX173" fmla="*/ 16441 w 829568"/>
              <a:gd name="connsiteY173" fmla="*/ 543384 h 797705"/>
              <a:gd name="connsiteX174" fmla="*/ 34672 w 829568"/>
              <a:gd name="connsiteY174" fmla="*/ 541115 h 797705"/>
              <a:gd name="connsiteX175" fmla="*/ 41498 w 829568"/>
              <a:gd name="connsiteY175" fmla="*/ 541115 h 797705"/>
              <a:gd name="connsiteX176" fmla="*/ 39341 w 829568"/>
              <a:gd name="connsiteY176" fmla="*/ 528176 h 797705"/>
              <a:gd name="connsiteX177" fmla="*/ 86966 w 829568"/>
              <a:gd name="connsiteY177" fmla="*/ 494839 h 797705"/>
              <a:gd name="connsiteX178" fmla="*/ 65409 w 829568"/>
              <a:gd name="connsiteY178" fmla="*/ 464300 h 797705"/>
              <a:gd name="connsiteX179" fmla="*/ 62429 w 829568"/>
              <a:gd name="connsiteY179" fmla="*/ 465726 h 797705"/>
              <a:gd name="connsiteX180" fmla="*/ 62429 w 829568"/>
              <a:gd name="connsiteY180" fmla="*/ 467991 h 797705"/>
              <a:gd name="connsiteX181" fmla="*/ 57874 w 829568"/>
              <a:gd name="connsiteY181" fmla="*/ 470256 h 797705"/>
              <a:gd name="connsiteX182" fmla="*/ 48763 w 829568"/>
              <a:gd name="connsiteY182" fmla="*/ 472522 h 797705"/>
              <a:gd name="connsiteX183" fmla="*/ 35096 w 829568"/>
              <a:gd name="connsiteY183" fmla="*/ 467991 h 797705"/>
              <a:gd name="connsiteX184" fmla="*/ 32818 w 829568"/>
              <a:gd name="connsiteY184" fmla="*/ 449871 h 797705"/>
              <a:gd name="connsiteX185" fmla="*/ 55596 w 829568"/>
              <a:gd name="connsiteY185" fmla="*/ 418160 h 797705"/>
              <a:gd name="connsiteX186" fmla="*/ 55596 w 829568"/>
              <a:gd name="connsiteY186" fmla="*/ 404569 h 797705"/>
              <a:gd name="connsiteX187" fmla="*/ 48763 w 829568"/>
              <a:gd name="connsiteY187" fmla="*/ 372858 h 797705"/>
              <a:gd name="connsiteX188" fmla="*/ 41929 w 829568"/>
              <a:gd name="connsiteY188" fmla="*/ 354737 h 797705"/>
              <a:gd name="connsiteX189" fmla="*/ 41929 w 829568"/>
              <a:gd name="connsiteY189" fmla="*/ 320761 h 797705"/>
              <a:gd name="connsiteX190" fmla="*/ 41929 w 829568"/>
              <a:gd name="connsiteY190" fmla="*/ 300375 h 797705"/>
              <a:gd name="connsiteX191" fmla="*/ 44207 w 829568"/>
              <a:gd name="connsiteY191" fmla="*/ 302640 h 797705"/>
              <a:gd name="connsiteX192" fmla="*/ 57934 w 829568"/>
              <a:gd name="connsiteY192" fmla="*/ 312196 h 797705"/>
              <a:gd name="connsiteX193" fmla="*/ 58242 w 829568"/>
              <a:gd name="connsiteY193" fmla="*/ 311394 h 797705"/>
              <a:gd name="connsiteX194" fmla="*/ 56256 w 829568"/>
              <a:gd name="connsiteY194" fmla="*/ 310012 h 797705"/>
              <a:gd name="connsiteX195" fmla="*/ 44300 w 829568"/>
              <a:gd name="connsiteY195" fmla="*/ 302367 h 797705"/>
              <a:gd name="connsiteX196" fmla="*/ 42022 w 829568"/>
              <a:gd name="connsiteY196" fmla="*/ 300102 h 797705"/>
              <a:gd name="connsiteX197" fmla="*/ 44300 w 829568"/>
              <a:gd name="connsiteY197" fmla="*/ 291042 h 797705"/>
              <a:gd name="connsiteX198" fmla="*/ 78462 w 829568"/>
              <a:gd name="connsiteY198" fmla="*/ 259331 h 797705"/>
              <a:gd name="connsiteX199" fmla="*/ 92126 w 829568"/>
              <a:gd name="connsiteY199" fmla="*/ 232149 h 797705"/>
              <a:gd name="connsiteX200" fmla="*/ 114901 w 829568"/>
              <a:gd name="connsiteY200" fmla="*/ 211764 h 797705"/>
              <a:gd name="connsiteX201" fmla="*/ 108638 w 829568"/>
              <a:gd name="connsiteY201" fmla="*/ 204968 h 797705"/>
              <a:gd name="connsiteX202" fmla="*/ 92261 w 829568"/>
              <a:gd name="connsiteY202" fmla="*/ 198228 h 797705"/>
              <a:gd name="connsiteX203" fmla="*/ 91806 w 829568"/>
              <a:gd name="connsiteY203" fmla="*/ 198355 h 797705"/>
              <a:gd name="connsiteX204" fmla="*/ 84968 w 829568"/>
              <a:gd name="connsiteY204" fmla="*/ 193807 h 797705"/>
              <a:gd name="connsiteX205" fmla="*/ 94086 w 829568"/>
              <a:gd name="connsiteY205" fmla="*/ 155145 h 797705"/>
              <a:gd name="connsiteX206" fmla="*/ 135114 w 829568"/>
              <a:gd name="connsiteY206" fmla="*/ 127854 h 797705"/>
              <a:gd name="connsiteX207" fmla="*/ 160186 w 829568"/>
              <a:gd name="connsiteY207" fmla="*/ 134677 h 797705"/>
              <a:gd name="connsiteX208" fmla="*/ 160186 w 829568"/>
              <a:gd name="connsiteY208" fmla="*/ 109660 h 797705"/>
              <a:gd name="connsiteX209" fmla="*/ 187538 w 829568"/>
              <a:gd name="connsiteY209" fmla="*/ 82369 h 797705"/>
              <a:gd name="connsiteX210" fmla="*/ 187538 w 829568"/>
              <a:gd name="connsiteY210" fmla="*/ 48256 h 797705"/>
              <a:gd name="connsiteX211" fmla="*/ 190103 w 829568"/>
              <a:gd name="connsiteY211"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63684 w 829568"/>
              <a:gd name="connsiteY25" fmla="*/ 246583 h 797705"/>
              <a:gd name="connsiteX26" fmla="*/ 570440 w 829568"/>
              <a:gd name="connsiteY26" fmla="*/ 254988 h 797705"/>
              <a:gd name="connsiteX27" fmla="*/ 570445 w 829568"/>
              <a:gd name="connsiteY27" fmla="*/ 254942 h 797705"/>
              <a:gd name="connsiteX28" fmla="*/ 574113 w 829568"/>
              <a:gd name="connsiteY28" fmla="*/ 256872 h 797705"/>
              <a:gd name="connsiteX29" fmla="*/ 567290 w 829568"/>
              <a:gd name="connsiteY29" fmla="*/ 250109 h 797705"/>
              <a:gd name="connsiteX30" fmla="*/ 574458 w 829568"/>
              <a:gd name="connsiteY30" fmla="*/ 256788 h 797705"/>
              <a:gd name="connsiteX31" fmla="*/ 583230 w 829568"/>
              <a:gd name="connsiteY31" fmla="*/ 254659 h 797705"/>
              <a:gd name="connsiteX32" fmla="*/ 595448 w 829568"/>
              <a:gd name="connsiteY32" fmla="*/ 250406 h 797705"/>
              <a:gd name="connsiteX33" fmla="*/ 624997 w 829568"/>
              <a:gd name="connsiteY33" fmla="*/ 282159 h 797705"/>
              <a:gd name="connsiteX34" fmla="*/ 637214 w 829568"/>
              <a:gd name="connsiteY34" fmla="*/ 311928 h 797705"/>
              <a:gd name="connsiteX35" fmla="*/ 636731 w 829568"/>
              <a:gd name="connsiteY35" fmla="*/ 319061 h 797705"/>
              <a:gd name="connsiteX36" fmla="*/ 636185 w 829568"/>
              <a:gd name="connsiteY36" fmla="*/ 327131 h 797705"/>
              <a:gd name="connsiteX37" fmla="*/ 640908 w 829568"/>
              <a:gd name="connsiteY37" fmla="*/ 343397 h 797705"/>
              <a:gd name="connsiteX38" fmla="*/ 656819 w 829568"/>
              <a:gd name="connsiteY38" fmla="*/ 329788 h 797705"/>
              <a:gd name="connsiteX39" fmla="*/ 672730 w 829568"/>
              <a:gd name="connsiteY39" fmla="*/ 347933 h 797705"/>
              <a:gd name="connsiteX40" fmla="*/ 679549 w 829568"/>
              <a:gd name="connsiteY40" fmla="*/ 366077 h 797705"/>
              <a:gd name="connsiteX41" fmla="*/ 686368 w 829568"/>
              <a:gd name="connsiteY41" fmla="*/ 418243 h 797705"/>
              <a:gd name="connsiteX42" fmla="*/ 736375 w 829568"/>
              <a:gd name="connsiteY42" fmla="*/ 413707 h 797705"/>
              <a:gd name="connsiteX43" fmla="*/ 756832 w 829568"/>
              <a:gd name="connsiteY43" fmla="*/ 420511 h 797705"/>
              <a:gd name="connsiteX44" fmla="*/ 765924 w 829568"/>
              <a:gd name="connsiteY44" fmla="*/ 406903 h 797705"/>
              <a:gd name="connsiteX45" fmla="*/ 829568 w 829568"/>
              <a:gd name="connsiteY45" fmla="*/ 397830 h 797705"/>
              <a:gd name="connsiteX46" fmla="*/ 829568 w 829568"/>
              <a:gd name="connsiteY46" fmla="*/ 413707 h 797705"/>
              <a:gd name="connsiteX47" fmla="*/ 827295 w 829568"/>
              <a:gd name="connsiteY47" fmla="*/ 422779 h 797705"/>
              <a:gd name="connsiteX48" fmla="*/ 822749 w 829568"/>
              <a:gd name="connsiteY48" fmla="*/ 427315 h 797705"/>
              <a:gd name="connsiteX49" fmla="*/ 815930 w 829568"/>
              <a:gd name="connsiteY49" fmla="*/ 427315 h 797705"/>
              <a:gd name="connsiteX50" fmla="*/ 809111 w 829568"/>
              <a:gd name="connsiteY50" fmla="*/ 443192 h 797705"/>
              <a:gd name="connsiteX51" fmla="*/ 802292 w 829568"/>
              <a:gd name="connsiteY51" fmla="*/ 452264 h 797705"/>
              <a:gd name="connsiteX52" fmla="*/ 800019 w 829568"/>
              <a:gd name="connsiteY52" fmla="*/ 459068 h 797705"/>
              <a:gd name="connsiteX53" fmla="*/ 800019 w 829568"/>
              <a:gd name="connsiteY53" fmla="*/ 470408 h 797705"/>
              <a:gd name="connsiteX54" fmla="*/ 800019 w 829568"/>
              <a:gd name="connsiteY54" fmla="*/ 481749 h 797705"/>
              <a:gd name="connsiteX55" fmla="*/ 784108 w 829568"/>
              <a:gd name="connsiteY55" fmla="*/ 477212 h 797705"/>
              <a:gd name="connsiteX56" fmla="*/ 777289 w 829568"/>
              <a:gd name="connsiteY56" fmla="*/ 477212 h 797705"/>
              <a:gd name="connsiteX57" fmla="*/ 770470 w 829568"/>
              <a:gd name="connsiteY57" fmla="*/ 481749 h 797705"/>
              <a:gd name="connsiteX58" fmla="*/ 768197 w 829568"/>
              <a:gd name="connsiteY58" fmla="*/ 488553 h 797705"/>
              <a:gd name="connsiteX59" fmla="*/ 750013 w 829568"/>
              <a:gd name="connsiteY59" fmla="*/ 497625 h 797705"/>
              <a:gd name="connsiteX60" fmla="*/ 745467 w 829568"/>
              <a:gd name="connsiteY60" fmla="*/ 490821 h 797705"/>
              <a:gd name="connsiteX61" fmla="*/ 740921 w 829568"/>
              <a:gd name="connsiteY61" fmla="*/ 493089 h 797705"/>
              <a:gd name="connsiteX62" fmla="*/ 738648 w 829568"/>
              <a:gd name="connsiteY62" fmla="*/ 499893 h 797705"/>
              <a:gd name="connsiteX63" fmla="*/ 738648 w 829568"/>
              <a:gd name="connsiteY63" fmla="*/ 502161 h 797705"/>
              <a:gd name="connsiteX64" fmla="*/ 725010 w 829568"/>
              <a:gd name="connsiteY64" fmla="*/ 504429 h 797705"/>
              <a:gd name="connsiteX65" fmla="*/ 715918 w 829568"/>
              <a:gd name="connsiteY65" fmla="*/ 508965 h 797705"/>
              <a:gd name="connsiteX66" fmla="*/ 715918 w 829568"/>
              <a:gd name="connsiteY66" fmla="*/ 520306 h 797705"/>
              <a:gd name="connsiteX67" fmla="*/ 713645 w 829568"/>
              <a:gd name="connsiteY67" fmla="*/ 522574 h 797705"/>
              <a:gd name="connsiteX68" fmla="*/ 693188 w 829568"/>
              <a:gd name="connsiteY68" fmla="*/ 527110 h 797705"/>
              <a:gd name="connsiteX69" fmla="*/ 677276 w 829568"/>
              <a:gd name="connsiteY69" fmla="*/ 531646 h 797705"/>
              <a:gd name="connsiteX70" fmla="*/ 668184 w 829568"/>
              <a:gd name="connsiteY70" fmla="*/ 527110 h 797705"/>
              <a:gd name="connsiteX71" fmla="*/ 665911 w 829568"/>
              <a:gd name="connsiteY71" fmla="*/ 529378 h 797705"/>
              <a:gd name="connsiteX72" fmla="*/ 665911 w 829568"/>
              <a:gd name="connsiteY72" fmla="*/ 538450 h 797705"/>
              <a:gd name="connsiteX73" fmla="*/ 659092 w 829568"/>
              <a:gd name="connsiteY73" fmla="*/ 540718 h 797705"/>
              <a:gd name="connsiteX74" fmla="*/ 659092 w 829568"/>
              <a:gd name="connsiteY74" fmla="*/ 545254 h 797705"/>
              <a:gd name="connsiteX75" fmla="*/ 659092 w 829568"/>
              <a:gd name="connsiteY75" fmla="*/ 556595 h 797705"/>
              <a:gd name="connsiteX76" fmla="*/ 656819 w 829568"/>
              <a:gd name="connsiteY76" fmla="*/ 561131 h 797705"/>
              <a:gd name="connsiteX77" fmla="*/ 652273 w 829568"/>
              <a:gd name="connsiteY77" fmla="*/ 561131 h 797705"/>
              <a:gd name="connsiteX78" fmla="*/ 650000 w 829568"/>
              <a:gd name="connsiteY78" fmla="*/ 561131 h 797705"/>
              <a:gd name="connsiteX79" fmla="*/ 618178 w 829568"/>
              <a:gd name="connsiteY79" fmla="*/ 552058 h 797705"/>
              <a:gd name="connsiteX80" fmla="*/ 618178 w 829568"/>
              <a:gd name="connsiteY80" fmla="*/ 549790 h 797705"/>
              <a:gd name="connsiteX81" fmla="*/ 609086 w 829568"/>
              <a:gd name="connsiteY81" fmla="*/ 542986 h 797705"/>
              <a:gd name="connsiteX82" fmla="*/ 599994 w 829568"/>
              <a:gd name="connsiteY82" fmla="*/ 547522 h 797705"/>
              <a:gd name="connsiteX83" fmla="*/ 590902 w 829568"/>
              <a:gd name="connsiteY83" fmla="*/ 554327 h 797705"/>
              <a:gd name="connsiteX84" fmla="*/ 579537 w 829568"/>
              <a:gd name="connsiteY84" fmla="*/ 563399 h 797705"/>
              <a:gd name="connsiteX85" fmla="*/ 574991 w 829568"/>
              <a:gd name="connsiteY85" fmla="*/ 556595 h 797705"/>
              <a:gd name="connsiteX86" fmla="*/ 570445 w 829568"/>
              <a:gd name="connsiteY86" fmla="*/ 558863 h 797705"/>
              <a:gd name="connsiteX87" fmla="*/ 568172 w 829568"/>
              <a:gd name="connsiteY87" fmla="*/ 563399 h 797705"/>
              <a:gd name="connsiteX88" fmla="*/ 568172 w 829568"/>
              <a:gd name="connsiteY88" fmla="*/ 565667 h 797705"/>
              <a:gd name="connsiteX89" fmla="*/ 568172 w 829568"/>
              <a:gd name="connsiteY89" fmla="*/ 570203 h 797705"/>
              <a:gd name="connsiteX90" fmla="*/ 565899 w 829568"/>
              <a:gd name="connsiteY90" fmla="*/ 572471 h 797705"/>
              <a:gd name="connsiteX91" fmla="*/ 565899 w 829568"/>
              <a:gd name="connsiteY91" fmla="*/ 574739 h 797705"/>
              <a:gd name="connsiteX92" fmla="*/ 581810 w 829568"/>
              <a:gd name="connsiteY92" fmla="*/ 581543 h 797705"/>
              <a:gd name="connsiteX93" fmla="*/ 586356 w 829568"/>
              <a:gd name="connsiteY93" fmla="*/ 586079 h 797705"/>
              <a:gd name="connsiteX94" fmla="*/ 590902 w 829568"/>
              <a:gd name="connsiteY94" fmla="*/ 579275 h 797705"/>
              <a:gd name="connsiteX95" fmla="*/ 597721 w 829568"/>
              <a:gd name="connsiteY95" fmla="*/ 583811 h 797705"/>
              <a:gd name="connsiteX96" fmla="*/ 599994 w 829568"/>
              <a:gd name="connsiteY96" fmla="*/ 579275 h 797705"/>
              <a:gd name="connsiteX97" fmla="*/ 606813 w 829568"/>
              <a:gd name="connsiteY97" fmla="*/ 588347 h 797705"/>
              <a:gd name="connsiteX98" fmla="*/ 606813 w 829568"/>
              <a:gd name="connsiteY98" fmla="*/ 590616 h 797705"/>
              <a:gd name="connsiteX99" fmla="*/ 602267 w 829568"/>
              <a:gd name="connsiteY99" fmla="*/ 601956 h 797705"/>
              <a:gd name="connsiteX100" fmla="*/ 604540 w 829568"/>
              <a:gd name="connsiteY100" fmla="*/ 606492 h 797705"/>
              <a:gd name="connsiteX101" fmla="*/ 609086 w 829568"/>
              <a:gd name="connsiteY101" fmla="*/ 611028 h 797705"/>
              <a:gd name="connsiteX102" fmla="*/ 606813 w 829568"/>
              <a:gd name="connsiteY102" fmla="*/ 613296 h 797705"/>
              <a:gd name="connsiteX103" fmla="*/ 588629 w 829568"/>
              <a:gd name="connsiteY103" fmla="*/ 613296 h 797705"/>
              <a:gd name="connsiteX104" fmla="*/ 572718 w 829568"/>
              <a:gd name="connsiteY104" fmla="*/ 597420 h 797705"/>
              <a:gd name="connsiteX105" fmla="*/ 568172 w 829568"/>
              <a:gd name="connsiteY105" fmla="*/ 606492 h 797705"/>
              <a:gd name="connsiteX106" fmla="*/ 561353 w 829568"/>
              <a:gd name="connsiteY106" fmla="*/ 597420 h 797705"/>
              <a:gd name="connsiteX107" fmla="*/ 556807 w 829568"/>
              <a:gd name="connsiteY107" fmla="*/ 592884 h 797705"/>
              <a:gd name="connsiteX108" fmla="*/ 540896 w 829568"/>
              <a:gd name="connsiteY108" fmla="*/ 570203 h 797705"/>
              <a:gd name="connsiteX109" fmla="*/ 529530 w 829568"/>
              <a:gd name="connsiteY109" fmla="*/ 565667 h 797705"/>
              <a:gd name="connsiteX110" fmla="*/ 518165 w 829568"/>
              <a:gd name="connsiteY110" fmla="*/ 572471 h 797705"/>
              <a:gd name="connsiteX111" fmla="*/ 509073 w 829568"/>
              <a:gd name="connsiteY111" fmla="*/ 577007 h 797705"/>
              <a:gd name="connsiteX112" fmla="*/ 505946 w 829568"/>
              <a:gd name="connsiteY112" fmla="*/ 579415 h 797705"/>
              <a:gd name="connsiteX113" fmla="*/ 505946 w 829568"/>
              <a:gd name="connsiteY113" fmla="*/ 581688 h 797705"/>
              <a:gd name="connsiteX114" fmla="*/ 496839 w 829568"/>
              <a:gd name="connsiteY114" fmla="*/ 590779 h 797705"/>
              <a:gd name="connsiteX115" fmla="*/ 496839 w 829568"/>
              <a:gd name="connsiteY115" fmla="*/ 595324 h 797705"/>
              <a:gd name="connsiteX116" fmla="*/ 501392 w 829568"/>
              <a:gd name="connsiteY116" fmla="*/ 599870 h 797705"/>
              <a:gd name="connsiteX117" fmla="*/ 510500 w 829568"/>
              <a:gd name="connsiteY117" fmla="*/ 608960 h 797705"/>
              <a:gd name="connsiteX118" fmla="*/ 508223 w 829568"/>
              <a:gd name="connsiteY118" fmla="*/ 613506 h 797705"/>
              <a:gd name="connsiteX119" fmla="*/ 508223 w 829568"/>
              <a:gd name="connsiteY119" fmla="*/ 618051 h 797705"/>
              <a:gd name="connsiteX120" fmla="*/ 490008 w 829568"/>
              <a:gd name="connsiteY120" fmla="*/ 640778 h 797705"/>
              <a:gd name="connsiteX121" fmla="*/ 464962 w 829568"/>
              <a:gd name="connsiteY121" fmla="*/ 631687 h 797705"/>
              <a:gd name="connsiteX122" fmla="*/ 451300 w 829568"/>
              <a:gd name="connsiteY122" fmla="*/ 624869 h 797705"/>
              <a:gd name="connsiteX123" fmla="*/ 423977 w 829568"/>
              <a:gd name="connsiteY123" fmla="*/ 638506 h 797705"/>
              <a:gd name="connsiteX124" fmla="*/ 414870 w 829568"/>
              <a:gd name="connsiteY124" fmla="*/ 643051 h 797705"/>
              <a:gd name="connsiteX125" fmla="*/ 398931 w 829568"/>
              <a:gd name="connsiteY125" fmla="*/ 645324 h 797705"/>
              <a:gd name="connsiteX126" fmla="*/ 394378 w 829568"/>
              <a:gd name="connsiteY126" fmla="*/ 652142 h 797705"/>
              <a:gd name="connsiteX127" fmla="*/ 373885 w 829568"/>
              <a:gd name="connsiteY127" fmla="*/ 654415 h 797705"/>
              <a:gd name="connsiteX128" fmla="*/ 353393 w 829568"/>
              <a:gd name="connsiteY128" fmla="*/ 661233 h 797705"/>
              <a:gd name="connsiteX129" fmla="*/ 344285 w 829568"/>
              <a:gd name="connsiteY129" fmla="*/ 683960 h 797705"/>
              <a:gd name="connsiteX130" fmla="*/ 346559 w 829568"/>
              <a:gd name="connsiteY130" fmla="*/ 695305 h 797705"/>
              <a:gd name="connsiteX131" fmla="*/ 346890 w 829568"/>
              <a:gd name="connsiteY131" fmla="*/ 695371 h 797705"/>
              <a:gd name="connsiteX132" fmla="*/ 349169 w 829568"/>
              <a:gd name="connsiteY132" fmla="*/ 697639 h 797705"/>
              <a:gd name="connsiteX133" fmla="*/ 349169 w 829568"/>
              <a:gd name="connsiteY133" fmla="*/ 708981 h 797705"/>
              <a:gd name="connsiteX134" fmla="*/ 349169 w 829568"/>
              <a:gd name="connsiteY134" fmla="*/ 713518 h 797705"/>
              <a:gd name="connsiteX135" fmla="*/ 346890 w 829568"/>
              <a:gd name="connsiteY135" fmla="*/ 724861 h 797705"/>
              <a:gd name="connsiteX136" fmla="*/ 340053 w 829568"/>
              <a:gd name="connsiteY136" fmla="*/ 722592 h 797705"/>
              <a:gd name="connsiteX137" fmla="*/ 317264 w 829568"/>
              <a:gd name="connsiteY137" fmla="*/ 720324 h 797705"/>
              <a:gd name="connsiteX138" fmla="*/ 312706 w 829568"/>
              <a:gd name="connsiteY138" fmla="*/ 718055 h 797705"/>
              <a:gd name="connsiteX139" fmla="*/ 303590 w 829568"/>
              <a:gd name="connsiteY139" fmla="*/ 724861 h 797705"/>
              <a:gd name="connsiteX140" fmla="*/ 294474 w 829568"/>
              <a:gd name="connsiteY140" fmla="*/ 731666 h 797705"/>
              <a:gd name="connsiteX141" fmla="*/ 289916 w 829568"/>
              <a:gd name="connsiteY141" fmla="*/ 738471 h 797705"/>
              <a:gd name="connsiteX142" fmla="*/ 289916 w 829568"/>
              <a:gd name="connsiteY142" fmla="*/ 752082 h 797705"/>
              <a:gd name="connsiteX143" fmla="*/ 280800 w 829568"/>
              <a:gd name="connsiteY143" fmla="*/ 740740 h 797705"/>
              <a:gd name="connsiteX144" fmla="*/ 278521 w 829568"/>
              <a:gd name="connsiteY144" fmla="*/ 738471 h 797705"/>
              <a:gd name="connsiteX145" fmla="*/ 278521 w 829568"/>
              <a:gd name="connsiteY145" fmla="*/ 743008 h 797705"/>
              <a:gd name="connsiteX146" fmla="*/ 276242 w 829568"/>
              <a:gd name="connsiteY146" fmla="*/ 749814 h 797705"/>
              <a:gd name="connsiteX147" fmla="*/ 269405 w 829568"/>
              <a:gd name="connsiteY147" fmla="*/ 761156 h 797705"/>
              <a:gd name="connsiteX148" fmla="*/ 232942 w 829568"/>
              <a:gd name="connsiteY148" fmla="*/ 749814 h 797705"/>
              <a:gd name="connsiteX149" fmla="*/ 230663 w 829568"/>
              <a:gd name="connsiteY149" fmla="*/ 754351 h 797705"/>
              <a:gd name="connsiteX150" fmla="*/ 203316 w 829568"/>
              <a:gd name="connsiteY150" fmla="*/ 754351 h 797705"/>
              <a:gd name="connsiteX151" fmla="*/ 180526 w 829568"/>
              <a:gd name="connsiteY151" fmla="*/ 761156 h 797705"/>
              <a:gd name="connsiteX152" fmla="*/ 169131 w 829568"/>
              <a:gd name="connsiteY152" fmla="*/ 767961 h 797705"/>
              <a:gd name="connsiteX153" fmla="*/ 157736 w 829568"/>
              <a:gd name="connsiteY153" fmla="*/ 783841 h 797705"/>
              <a:gd name="connsiteX154" fmla="*/ 137226 w 829568"/>
              <a:gd name="connsiteY154" fmla="*/ 797451 h 797705"/>
              <a:gd name="connsiteX155" fmla="*/ 128110 w 829568"/>
              <a:gd name="connsiteY155" fmla="*/ 786109 h 797705"/>
              <a:gd name="connsiteX156" fmla="*/ 121273 w 829568"/>
              <a:gd name="connsiteY156" fmla="*/ 792914 h 797705"/>
              <a:gd name="connsiteX157" fmla="*/ 93925 w 829568"/>
              <a:gd name="connsiteY157" fmla="*/ 790646 h 797705"/>
              <a:gd name="connsiteX158" fmla="*/ 68857 w 829568"/>
              <a:gd name="connsiteY158" fmla="*/ 790646 h 797705"/>
              <a:gd name="connsiteX159" fmla="*/ 57462 w 829568"/>
              <a:gd name="connsiteY159" fmla="*/ 792914 h 797705"/>
              <a:gd name="connsiteX160" fmla="*/ 46067 w 829568"/>
              <a:gd name="connsiteY160" fmla="*/ 788377 h 797705"/>
              <a:gd name="connsiteX161" fmla="*/ 25556 w 829568"/>
              <a:gd name="connsiteY161" fmla="*/ 786109 h 797705"/>
              <a:gd name="connsiteX162" fmla="*/ 25556 w 829568"/>
              <a:gd name="connsiteY162" fmla="*/ 783841 h 797705"/>
              <a:gd name="connsiteX163" fmla="*/ 27835 w 829568"/>
              <a:gd name="connsiteY163" fmla="*/ 777035 h 797705"/>
              <a:gd name="connsiteX164" fmla="*/ 25556 w 829568"/>
              <a:gd name="connsiteY164" fmla="*/ 774767 h 797705"/>
              <a:gd name="connsiteX165" fmla="*/ 43788 w 829568"/>
              <a:gd name="connsiteY165" fmla="*/ 770230 h 797705"/>
              <a:gd name="connsiteX166" fmla="*/ 48346 w 829568"/>
              <a:gd name="connsiteY166" fmla="*/ 699908 h 797705"/>
              <a:gd name="connsiteX167" fmla="*/ 5046 w 829568"/>
              <a:gd name="connsiteY167" fmla="*/ 670418 h 797705"/>
              <a:gd name="connsiteX168" fmla="*/ 30114 w 829568"/>
              <a:gd name="connsiteY168" fmla="*/ 615975 h 797705"/>
              <a:gd name="connsiteX169" fmla="*/ 41509 w 829568"/>
              <a:gd name="connsiteY169" fmla="*/ 600095 h 797705"/>
              <a:gd name="connsiteX170" fmla="*/ 34672 w 829568"/>
              <a:gd name="connsiteY170" fmla="*/ 581948 h 797705"/>
              <a:gd name="connsiteX171" fmla="*/ 41509 w 829568"/>
              <a:gd name="connsiteY171" fmla="*/ 554726 h 797705"/>
              <a:gd name="connsiteX172" fmla="*/ 16441 w 829568"/>
              <a:gd name="connsiteY172" fmla="*/ 543384 h 797705"/>
              <a:gd name="connsiteX173" fmla="*/ 34672 w 829568"/>
              <a:gd name="connsiteY173" fmla="*/ 541115 h 797705"/>
              <a:gd name="connsiteX174" fmla="*/ 41498 w 829568"/>
              <a:gd name="connsiteY174" fmla="*/ 541115 h 797705"/>
              <a:gd name="connsiteX175" fmla="*/ 39341 w 829568"/>
              <a:gd name="connsiteY175" fmla="*/ 528176 h 797705"/>
              <a:gd name="connsiteX176" fmla="*/ 86966 w 829568"/>
              <a:gd name="connsiteY176" fmla="*/ 494839 h 797705"/>
              <a:gd name="connsiteX177" fmla="*/ 65409 w 829568"/>
              <a:gd name="connsiteY177" fmla="*/ 464300 h 797705"/>
              <a:gd name="connsiteX178" fmla="*/ 62429 w 829568"/>
              <a:gd name="connsiteY178" fmla="*/ 465726 h 797705"/>
              <a:gd name="connsiteX179" fmla="*/ 62429 w 829568"/>
              <a:gd name="connsiteY179" fmla="*/ 467991 h 797705"/>
              <a:gd name="connsiteX180" fmla="*/ 57874 w 829568"/>
              <a:gd name="connsiteY180" fmla="*/ 470256 h 797705"/>
              <a:gd name="connsiteX181" fmla="*/ 48763 w 829568"/>
              <a:gd name="connsiteY181" fmla="*/ 472522 h 797705"/>
              <a:gd name="connsiteX182" fmla="*/ 35096 w 829568"/>
              <a:gd name="connsiteY182" fmla="*/ 467991 h 797705"/>
              <a:gd name="connsiteX183" fmla="*/ 32818 w 829568"/>
              <a:gd name="connsiteY183" fmla="*/ 449871 h 797705"/>
              <a:gd name="connsiteX184" fmla="*/ 55596 w 829568"/>
              <a:gd name="connsiteY184" fmla="*/ 418160 h 797705"/>
              <a:gd name="connsiteX185" fmla="*/ 55596 w 829568"/>
              <a:gd name="connsiteY185" fmla="*/ 404569 h 797705"/>
              <a:gd name="connsiteX186" fmla="*/ 48763 w 829568"/>
              <a:gd name="connsiteY186" fmla="*/ 372858 h 797705"/>
              <a:gd name="connsiteX187" fmla="*/ 41929 w 829568"/>
              <a:gd name="connsiteY187" fmla="*/ 354737 h 797705"/>
              <a:gd name="connsiteX188" fmla="*/ 41929 w 829568"/>
              <a:gd name="connsiteY188" fmla="*/ 320761 h 797705"/>
              <a:gd name="connsiteX189" fmla="*/ 41929 w 829568"/>
              <a:gd name="connsiteY189" fmla="*/ 300375 h 797705"/>
              <a:gd name="connsiteX190" fmla="*/ 44207 w 829568"/>
              <a:gd name="connsiteY190" fmla="*/ 302640 h 797705"/>
              <a:gd name="connsiteX191" fmla="*/ 57934 w 829568"/>
              <a:gd name="connsiteY191" fmla="*/ 312196 h 797705"/>
              <a:gd name="connsiteX192" fmla="*/ 58242 w 829568"/>
              <a:gd name="connsiteY192" fmla="*/ 311394 h 797705"/>
              <a:gd name="connsiteX193" fmla="*/ 56256 w 829568"/>
              <a:gd name="connsiteY193" fmla="*/ 310012 h 797705"/>
              <a:gd name="connsiteX194" fmla="*/ 44300 w 829568"/>
              <a:gd name="connsiteY194" fmla="*/ 302367 h 797705"/>
              <a:gd name="connsiteX195" fmla="*/ 42022 w 829568"/>
              <a:gd name="connsiteY195" fmla="*/ 300102 h 797705"/>
              <a:gd name="connsiteX196" fmla="*/ 44300 w 829568"/>
              <a:gd name="connsiteY196" fmla="*/ 291042 h 797705"/>
              <a:gd name="connsiteX197" fmla="*/ 78462 w 829568"/>
              <a:gd name="connsiteY197" fmla="*/ 259331 h 797705"/>
              <a:gd name="connsiteX198" fmla="*/ 92126 w 829568"/>
              <a:gd name="connsiteY198" fmla="*/ 232149 h 797705"/>
              <a:gd name="connsiteX199" fmla="*/ 114901 w 829568"/>
              <a:gd name="connsiteY199" fmla="*/ 211764 h 797705"/>
              <a:gd name="connsiteX200" fmla="*/ 108638 w 829568"/>
              <a:gd name="connsiteY200" fmla="*/ 204968 h 797705"/>
              <a:gd name="connsiteX201" fmla="*/ 92261 w 829568"/>
              <a:gd name="connsiteY201" fmla="*/ 198228 h 797705"/>
              <a:gd name="connsiteX202" fmla="*/ 91806 w 829568"/>
              <a:gd name="connsiteY202" fmla="*/ 198355 h 797705"/>
              <a:gd name="connsiteX203" fmla="*/ 84968 w 829568"/>
              <a:gd name="connsiteY203" fmla="*/ 193807 h 797705"/>
              <a:gd name="connsiteX204" fmla="*/ 94086 w 829568"/>
              <a:gd name="connsiteY204" fmla="*/ 155145 h 797705"/>
              <a:gd name="connsiteX205" fmla="*/ 135114 w 829568"/>
              <a:gd name="connsiteY205" fmla="*/ 127854 h 797705"/>
              <a:gd name="connsiteX206" fmla="*/ 160186 w 829568"/>
              <a:gd name="connsiteY206" fmla="*/ 134677 h 797705"/>
              <a:gd name="connsiteX207" fmla="*/ 160186 w 829568"/>
              <a:gd name="connsiteY207" fmla="*/ 109660 h 797705"/>
              <a:gd name="connsiteX208" fmla="*/ 187538 w 829568"/>
              <a:gd name="connsiteY208" fmla="*/ 82369 h 797705"/>
              <a:gd name="connsiteX209" fmla="*/ 187538 w 829568"/>
              <a:gd name="connsiteY209" fmla="*/ 48256 h 797705"/>
              <a:gd name="connsiteX210" fmla="*/ 190103 w 829568"/>
              <a:gd name="connsiteY210"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70440 w 829568"/>
              <a:gd name="connsiteY25" fmla="*/ 254988 h 797705"/>
              <a:gd name="connsiteX26" fmla="*/ 570445 w 829568"/>
              <a:gd name="connsiteY26" fmla="*/ 254942 h 797705"/>
              <a:gd name="connsiteX27" fmla="*/ 574113 w 829568"/>
              <a:gd name="connsiteY27" fmla="*/ 256872 h 797705"/>
              <a:gd name="connsiteX28" fmla="*/ 567290 w 829568"/>
              <a:gd name="connsiteY28" fmla="*/ 250109 h 797705"/>
              <a:gd name="connsiteX29" fmla="*/ 574458 w 829568"/>
              <a:gd name="connsiteY29" fmla="*/ 256788 h 797705"/>
              <a:gd name="connsiteX30" fmla="*/ 583230 w 829568"/>
              <a:gd name="connsiteY30" fmla="*/ 254659 h 797705"/>
              <a:gd name="connsiteX31" fmla="*/ 595448 w 829568"/>
              <a:gd name="connsiteY31" fmla="*/ 250406 h 797705"/>
              <a:gd name="connsiteX32" fmla="*/ 624997 w 829568"/>
              <a:gd name="connsiteY32" fmla="*/ 282159 h 797705"/>
              <a:gd name="connsiteX33" fmla="*/ 637214 w 829568"/>
              <a:gd name="connsiteY33" fmla="*/ 311928 h 797705"/>
              <a:gd name="connsiteX34" fmla="*/ 636731 w 829568"/>
              <a:gd name="connsiteY34" fmla="*/ 319061 h 797705"/>
              <a:gd name="connsiteX35" fmla="*/ 636185 w 829568"/>
              <a:gd name="connsiteY35" fmla="*/ 327131 h 797705"/>
              <a:gd name="connsiteX36" fmla="*/ 640908 w 829568"/>
              <a:gd name="connsiteY36" fmla="*/ 343397 h 797705"/>
              <a:gd name="connsiteX37" fmla="*/ 656819 w 829568"/>
              <a:gd name="connsiteY37" fmla="*/ 329788 h 797705"/>
              <a:gd name="connsiteX38" fmla="*/ 672730 w 829568"/>
              <a:gd name="connsiteY38" fmla="*/ 347933 h 797705"/>
              <a:gd name="connsiteX39" fmla="*/ 679549 w 829568"/>
              <a:gd name="connsiteY39" fmla="*/ 366077 h 797705"/>
              <a:gd name="connsiteX40" fmla="*/ 686368 w 829568"/>
              <a:gd name="connsiteY40" fmla="*/ 418243 h 797705"/>
              <a:gd name="connsiteX41" fmla="*/ 736375 w 829568"/>
              <a:gd name="connsiteY41" fmla="*/ 413707 h 797705"/>
              <a:gd name="connsiteX42" fmla="*/ 756832 w 829568"/>
              <a:gd name="connsiteY42" fmla="*/ 420511 h 797705"/>
              <a:gd name="connsiteX43" fmla="*/ 765924 w 829568"/>
              <a:gd name="connsiteY43" fmla="*/ 406903 h 797705"/>
              <a:gd name="connsiteX44" fmla="*/ 829568 w 829568"/>
              <a:gd name="connsiteY44" fmla="*/ 397830 h 797705"/>
              <a:gd name="connsiteX45" fmla="*/ 829568 w 829568"/>
              <a:gd name="connsiteY45" fmla="*/ 413707 h 797705"/>
              <a:gd name="connsiteX46" fmla="*/ 827295 w 829568"/>
              <a:gd name="connsiteY46" fmla="*/ 422779 h 797705"/>
              <a:gd name="connsiteX47" fmla="*/ 822749 w 829568"/>
              <a:gd name="connsiteY47" fmla="*/ 427315 h 797705"/>
              <a:gd name="connsiteX48" fmla="*/ 815930 w 829568"/>
              <a:gd name="connsiteY48" fmla="*/ 427315 h 797705"/>
              <a:gd name="connsiteX49" fmla="*/ 809111 w 829568"/>
              <a:gd name="connsiteY49" fmla="*/ 443192 h 797705"/>
              <a:gd name="connsiteX50" fmla="*/ 802292 w 829568"/>
              <a:gd name="connsiteY50" fmla="*/ 452264 h 797705"/>
              <a:gd name="connsiteX51" fmla="*/ 800019 w 829568"/>
              <a:gd name="connsiteY51" fmla="*/ 459068 h 797705"/>
              <a:gd name="connsiteX52" fmla="*/ 800019 w 829568"/>
              <a:gd name="connsiteY52" fmla="*/ 470408 h 797705"/>
              <a:gd name="connsiteX53" fmla="*/ 800019 w 829568"/>
              <a:gd name="connsiteY53" fmla="*/ 481749 h 797705"/>
              <a:gd name="connsiteX54" fmla="*/ 784108 w 829568"/>
              <a:gd name="connsiteY54" fmla="*/ 477212 h 797705"/>
              <a:gd name="connsiteX55" fmla="*/ 777289 w 829568"/>
              <a:gd name="connsiteY55" fmla="*/ 477212 h 797705"/>
              <a:gd name="connsiteX56" fmla="*/ 770470 w 829568"/>
              <a:gd name="connsiteY56" fmla="*/ 481749 h 797705"/>
              <a:gd name="connsiteX57" fmla="*/ 768197 w 829568"/>
              <a:gd name="connsiteY57" fmla="*/ 488553 h 797705"/>
              <a:gd name="connsiteX58" fmla="*/ 750013 w 829568"/>
              <a:gd name="connsiteY58" fmla="*/ 497625 h 797705"/>
              <a:gd name="connsiteX59" fmla="*/ 745467 w 829568"/>
              <a:gd name="connsiteY59" fmla="*/ 490821 h 797705"/>
              <a:gd name="connsiteX60" fmla="*/ 740921 w 829568"/>
              <a:gd name="connsiteY60" fmla="*/ 493089 h 797705"/>
              <a:gd name="connsiteX61" fmla="*/ 738648 w 829568"/>
              <a:gd name="connsiteY61" fmla="*/ 499893 h 797705"/>
              <a:gd name="connsiteX62" fmla="*/ 738648 w 829568"/>
              <a:gd name="connsiteY62" fmla="*/ 502161 h 797705"/>
              <a:gd name="connsiteX63" fmla="*/ 725010 w 829568"/>
              <a:gd name="connsiteY63" fmla="*/ 504429 h 797705"/>
              <a:gd name="connsiteX64" fmla="*/ 715918 w 829568"/>
              <a:gd name="connsiteY64" fmla="*/ 508965 h 797705"/>
              <a:gd name="connsiteX65" fmla="*/ 715918 w 829568"/>
              <a:gd name="connsiteY65" fmla="*/ 520306 h 797705"/>
              <a:gd name="connsiteX66" fmla="*/ 713645 w 829568"/>
              <a:gd name="connsiteY66" fmla="*/ 522574 h 797705"/>
              <a:gd name="connsiteX67" fmla="*/ 693188 w 829568"/>
              <a:gd name="connsiteY67" fmla="*/ 527110 h 797705"/>
              <a:gd name="connsiteX68" fmla="*/ 677276 w 829568"/>
              <a:gd name="connsiteY68" fmla="*/ 531646 h 797705"/>
              <a:gd name="connsiteX69" fmla="*/ 668184 w 829568"/>
              <a:gd name="connsiteY69" fmla="*/ 527110 h 797705"/>
              <a:gd name="connsiteX70" fmla="*/ 665911 w 829568"/>
              <a:gd name="connsiteY70" fmla="*/ 529378 h 797705"/>
              <a:gd name="connsiteX71" fmla="*/ 665911 w 829568"/>
              <a:gd name="connsiteY71" fmla="*/ 538450 h 797705"/>
              <a:gd name="connsiteX72" fmla="*/ 659092 w 829568"/>
              <a:gd name="connsiteY72" fmla="*/ 540718 h 797705"/>
              <a:gd name="connsiteX73" fmla="*/ 659092 w 829568"/>
              <a:gd name="connsiteY73" fmla="*/ 545254 h 797705"/>
              <a:gd name="connsiteX74" fmla="*/ 659092 w 829568"/>
              <a:gd name="connsiteY74" fmla="*/ 556595 h 797705"/>
              <a:gd name="connsiteX75" fmla="*/ 656819 w 829568"/>
              <a:gd name="connsiteY75" fmla="*/ 561131 h 797705"/>
              <a:gd name="connsiteX76" fmla="*/ 652273 w 829568"/>
              <a:gd name="connsiteY76" fmla="*/ 561131 h 797705"/>
              <a:gd name="connsiteX77" fmla="*/ 650000 w 829568"/>
              <a:gd name="connsiteY77" fmla="*/ 561131 h 797705"/>
              <a:gd name="connsiteX78" fmla="*/ 618178 w 829568"/>
              <a:gd name="connsiteY78" fmla="*/ 552058 h 797705"/>
              <a:gd name="connsiteX79" fmla="*/ 618178 w 829568"/>
              <a:gd name="connsiteY79" fmla="*/ 549790 h 797705"/>
              <a:gd name="connsiteX80" fmla="*/ 609086 w 829568"/>
              <a:gd name="connsiteY80" fmla="*/ 542986 h 797705"/>
              <a:gd name="connsiteX81" fmla="*/ 599994 w 829568"/>
              <a:gd name="connsiteY81" fmla="*/ 547522 h 797705"/>
              <a:gd name="connsiteX82" fmla="*/ 590902 w 829568"/>
              <a:gd name="connsiteY82" fmla="*/ 554327 h 797705"/>
              <a:gd name="connsiteX83" fmla="*/ 579537 w 829568"/>
              <a:gd name="connsiteY83" fmla="*/ 563399 h 797705"/>
              <a:gd name="connsiteX84" fmla="*/ 574991 w 829568"/>
              <a:gd name="connsiteY84" fmla="*/ 556595 h 797705"/>
              <a:gd name="connsiteX85" fmla="*/ 570445 w 829568"/>
              <a:gd name="connsiteY85" fmla="*/ 558863 h 797705"/>
              <a:gd name="connsiteX86" fmla="*/ 568172 w 829568"/>
              <a:gd name="connsiteY86" fmla="*/ 563399 h 797705"/>
              <a:gd name="connsiteX87" fmla="*/ 568172 w 829568"/>
              <a:gd name="connsiteY87" fmla="*/ 565667 h 797705"/>
              <a:gd name="connsiteX88" fmla="*/ 568172 w 829568"/>
              <a:gd name="connsiteY88" fmla="*/ 570203 h 797705"/>
              <a:gd name="connsiteX89" fmla="*/ 565899 w 829568"/>
              <a:gd name="connsiteY89" fmla="*/ 572471 h 797705"/>
              <a:gd name="connsiteX90" fmla="*/ 565899 w 829568"/>
              <a:gd name="connsiteY90" fmla="*/ 574739 h 797705"/>
              <a:gd name="connsiteX91" fmla="*/ 581810 w 829568"/>
              <a:gd name="connsiteY91" fmla="*/ 581543 h 797705"/>
              <a:gd name="connsiteX92" fmla="*/ 586356 w 829568"/>
              <a:gd name="connsiteY92" fmla="*/ 586079 h 797705"/>
              <a:gd name="connsiteX93" fmla="*/ 590902 w 829568"/>
              <a:gd name="connsiteY93" fmla="*/ 579275 h 797705"/>
              <a:gd name="connsiteX94" fmla="*/ 597721 w 829568"/>
              <a:gd name="connsiteY94" fmla="*/ 583811 h 797705"/>
              <a:gd name="connsiteX95" fmla="*/ 599994 w 829568"/>
              <a:gd name="connsiteY95" fmla="*/ 579275 h 797705"/>
              <a:gd name="connsiteX96" fmla="*/ 606813 w 829568"/>
              <a:gd name="connsiteY96" fmla="*/ 588347 h 797705"/>
              <a:gd name="connsiteX97" fmla="*/ 606813 w 829568"/>
              <a:gd name="connsiteY97" fmla="*/ 590616 h 797705"/>
              <a:gd name="connsiteX98" fmla="*/ 602267 w 829568"/>
              <a:gd name="connsiteY98" fmla="*/ 601956 h 797705"/>
              <a:gd name="connsiteX99" fmla="*/ 604540 w 829568"/>
              <a:gd name="connsiteY99" fmla="*/ 606492 h 797705"/>
              <a:gd name="connsiteX100" fmla="*/ 609086 w 829568"/>
              <a:gd name="connsiteY100" fmla="*/ 611028 h 797705"/>
              <a:gd name="connsiteX101" fmla="*/ 606813 w 829568"/>
              <a:gd name="connsiteY101" fmla="*/ 613296 h 797705"/>
              <a:gd name="connsiteX102" fmla="*/ 588629 w 829568"/>
              <a:gd name="connsiteY102" fmla="*/ 613296 h 797705"/>
              <a:gd name="connsiteX103" fmla="*/ 572718 w 829568"/>
              <a:gd name="connsiteY103" fmla="*/ 597420 h 797705"/>
              <a:gd name="connsiteX104" fmla="*/ 568172 w 829568"/>
              <a:gd name="connsiteY104" fmla="*/ 606492 h 797705"/>
              <a:gd name="connsiteX105" fmla="*/ 561353 w 829568"/>
              <a:gd name="connsiteY105" fmla="*/ 597420 h 797705"/>
              <a:gd name="connsiteX106" fmla="*/ 556807 w 829568"/>
              <a:gd name="connsiteY106" fmla="*/ 592884 h 797705"/>
              <a:gd name="connsiteX107" fmla="*/ 540896 w 829568"/>
              <a:gd name="connsiteY107" fmla="*/ 570203 h 797705"/>
              <a:gd name="connsiteX108" fmla="*/ 529530 w 829568"/>
              <a:gd name="connsiteY108" fmla="*/ 565667 h 797705"/>
              <a:gd name="connsiteX109" fmla="*/ 518165 w 829568"/>
              <a:gd name="connsiteY109" fmla="*/ 572471 h 797705"/>
              <a:gd name="connsiteX110" fmla="*/ 509073 w 829568"/>
              <a:gd name="connsiteY110" fmla="*/ 577007 h 797705"/>
              <a:gd name="connsiteX111" fmla="*/ 505946 w 829568"/>
              <a:gd name="connsiteY111" fmla="*/ 579415 h 797705"/>
              <a:gd name="connsiteX112" fmla="*/ 505946 w 829568"/>
              <a:gd name="connsiteY112" fmla="*/ 581688 h 797705"/>
              <a:gd name="connsiteX113" fmla="*/ 496839 w 829568"/>
              <a:gd name="connsiteY113" fmla="*/ 590779 h 797705"/>
              <a:gd name="connsiteX114" fmla="*/ 496839 w 829568"/>
              <a:gd name="connsiteY114" fmla="*/ 595324 h 797705"/>
              <a:gd name="connsiteX115" fmla="*/ 501392 w 829568"/>
              <a:gd name="connsiteY115" fmla="*/ 599870 h 797705"/>
              <a:gd name="connsiteX116" fmla="*/ 510500 w 829568"/>
              <a:gd name="connsiteY116" fmla="*/ 608960 h 797705"/>
              <a:gd name="connsiteX117" fmla="*/ 508223 w 829568"/>
              <a:gd name="connsiteY117" fmla="*/ 613506 h 797705"/>
              <a:gd name="connsiteX118" fmla="*/ 508223 w 829568"/>
              <a:gd name="connsiteY118" fmla="*/ 618051 h 797705"/>
              <a:gd name="connsiteX119" fmla="*/ 490008 w 829568"/>
              <a:gd name="connsiteY119" fmla="*/ 640778 h 797705"/>
              <a:gd name="connsiteX120" fmla="*/ 464962 w 829568"/>
              <a:gd name="connsiteY120" fmla="*/ 631687 h 797705"/>
              <a:gd name="connsiteX121" fmla="*/ 451300 w 829568"/>
              <a:gd name="connsiteY121" fmla="*/ 624869 h 797705"/>
              <a:gd name="connsiteX122" fmla="*/ 423977 w 829568"/>
              <a:gd name="connsiteY122" fmla="*/ 638506 h 797705"/>
              <a:gd name="connsiteX123" fmla="*/ 414870 w 829568"/>
              <a:gd name="connsiteY123" fmla="*/ 643051 h 797705"/>
              <a:gd name="connsiteX124" fmla="*/ 398931 w 829568"/>
              <a:gd name="connsiteY124" fmla="*/ 645324 h 797705"/>
              <a:gd name="connsiteX125" fmla="*/ 394378 w 829568"/>
              <a:gd name="connsiteY125" fmla="*/ 652142 h 797705"/>
              <a:gd name="connsiteX126" fmla="*/ 373885 w 829568"/>
              <a:gd name="connsiteY126" fmla="*/ 654415 h 797705"/>
              <a:gd name="connsiteX127" fmla="*/ 353393 w 829568"/>
              <a:gd name="connsiteY127" fmla="*/ 661233 h 797705"/>
              <a:gd name="connsiteX128" fmla="*/ 344285 w 829568"/>
              <a:gd name="connsiteY128" fmla="*/ 683960 h 797705"/>
              <a:gd name="connsiteX129" fmla="*/ 346559 w 829568"/>
              <a:gd name="connsiteY129" fmla="*/ 695305 h 797705"/>
              <a:gd name="connsiteX130" fmla="*/ 346890 w 829568"/>
              <a:gd name="connsiteY130" fmla="*/ 695371 h 797705"/>
              <a:gd name="connsiteX131" fmla="*/ 349169 w 829568"/>
              <a:gd name="connsiteY131" fmla="*/ 697639 h 797705"/>
              <a:gd name="connsiteX132" fmla="*/ 349169 w 829568"/>
              <a:gd name="connsiteY132" fmla="*/ 708981 h 797705"/>
              <a:gd name="connsiteX133" fmla="*/ 349169 w 829568"/>
              <a:gd name="connsiteY133" fmla="*/ 713518 h 797705"/>
              <a:gd name="connsiteX134" fmla="*/ 346890 w 829568"/>
              <a:gd name="connsiteY134" fmla="*/ 724861 h 797705"/>
              <a:gd name="connsiteX135" fmla="*/ 340053 w 829568"/>
              <a:gd name="connsiteY135" fmla="*/ 722592 h 797705"/>
              <a:gd name="connsiteX136" fmla="*/ 317264 w 829568"/>
              <a:gd name="connsiteY136" fmla="*/ 720324 h 797705"/>
              <a:gd name="connsiteX137" fmla="*/ 312706 w 829568"/>
              <a:gd name="connsiteY137" fmla="*/ 718055 h 797705"/>
              <a:gd name="connsiteX138" fmla="*/ 303590 w 829568"/>
              <a:gd name="connsiteY138" fmla="*/ 724861 h 797705"/>
              <a:gd name="connsiteX139" fmla="*/ 294474 w 829568"/>
              <a:gd name="connsiteY139" fmla="*/ 731666 h 797705"/>
              <a:gd name="connsiteX140" fmla="*/ 289916 w 829568"/>
              <a:gd name="connsiteY140" fmla="*/ 738471 h 797705"/>
              <a:gd name="connsiteX141" fmla="*/ 289916 w 829568"/>
              <a:gd name="connsiteY141" fmla="*/ 752082 h 797705"/>
              <a:gd name="connsiteX142" fmla="*/ 280800 w 829568"/>
              <a:gd name="connsiteY142" fmla="*/ 740740 h 797705"/>
              <a:gd name="connsiteX143" fmla="*/ 278521 w 829568"/>
              <a:gd name="connsiteY143" fmla="*/ 738471 h 797705"/>
              <a:gd name="connsiteX144" fmla="*/ 278521 w 829568"/>
              <a:gd name="connsiteY144" fmla="*/ 743008 h 797705"/>
              <a:gd name="connsiteX145" fmla="*/ 276242 w 829568"/>
              <a:gd name="connsiteY145" fmla="*/ 749814 h 797705"/>
              <a:gd name="connsiteX146" fmla="*/ 269405 w 829568"/>
              <a:gd name="connsiteY146" fmla="*/ 761156 h 797705"/>
              <a:gd name="connsiteX147" fmla="*/ 232942 w 829568"/>
              <a:gd name="connsiteY147" fmla="*/ 749814 h 797705"/>
              <a:gd name="connsiteX148" fmla="*/ 230663 w 829568"/>
              <a:gd name="connsiteY148" fmla="*/ 754351 h 797705"/>
              <a:gd name="connsiteX149" fmla="*/ 203316 w 829568"/>
              <a:gd name="connsiteY149" fmla="*/ 754351 h 797705"/>
              <a:gd name="connsiteX150" fmla="*/ 180526 w 829568"/>
              <a:gd name="connsiteY150" fmla="*/ 761156 h 797705"/>
              <a:gd name="connsiteX151" fmla="*/ 169131 w 829568"/>
              <a:gd name="connsiteY151" fmla="*/ 767961 h 797705"/>
              <a:gd name="connsiteX152" fmla="*/ 157736 w 829568"/>
              <a:gd name="connsiteY152" fmla="*/ 783841 h 797705"/>
              <a:gd name="connsiteX153" fmla="*/ 137226 w 829568"/>
              <a:gd name="connsiteY153" fmla="*/ 797451 h 797705"/>
              <a:gd name="connsiteX154" fmla="*/ 128110 w 829568"/>
              <a:gd name="connsiteY154" fmla="*/ 786109 h 797705"/>
              <a:gd name="connsiteX155" fmla="*/ 121273 w 829568"/>
              <a:gd name="connsiteY155" fmla="*/ 792914 h 797705"/>
              <a:gd name="connsiteX156" fmla="*/ 93925 w 829568"/>
              <a:gd name="connsiteY156" fmla="*/ 790646 h 797705"/>
              <a:gd name="connsiteX157" fmla="*/ 68857 w 829568"/>
              <a:gd name="connsiteY157" fmla="*/ 790646 h 797705"/>
              <a:gd name="connsiteX158" fmla="*/ 57462 w 829568"/>
              <a:gd name="connsiteY158" fmla="*/ 792914 h 797705"/>
              <a:gd name="connsiteX159" fmla="*/ 46067 w 829568"/>
              <a:gd name="connsiteY159" fmla="*/ 788377 h 797705"/>
              <a:gd name="connsiteX160" fmla="*/ 25556 w 829568"/>
              <a:gd name="connsiteY160" fmla="*/ 786109 h 797705"/>
              <a:gd name="connsiteX161" fmla="*/ 25556 w 829568"/>
              <a:gd name="connsiteY161" fmla="*/ 783841 h 797705"/>
              <a:gd name="connsiteX162" fmla="*/ 27835 w 829568"/>
              <a:gd name="connsiteY162" fmla="*/ 777035 h 797705"/>
              <a:gd name="connsiteX163" fmla="*/ 25556 w 829568"/>
              <a:gd name="connsiteY163" fmla="*/ 774767 h 797705"/>
              <a:gd name="connsiteX164" fmla="*/ 43788 w 829568"/>
              <a:gd name="connsiteY164" fmla="*/ 770230 h 797705"/>
              <a:gd name="connsiteX165" fmla="*/ 48346 w 829568"/>
              <a:gd name="connsiteY165" fmla="*/ 699908 h 797705"/>
              <a:gd name="connsiteX166" fmla="*/ 5046 w 829568"/>
              <a:gd name="connsiteY166" fmla="*/ 670418 h 797705"/>
              <a:gd name="connsiteX167" fmla="*/ 30114 w 829568"/>
              <a:gd name="connsiteY167" fmla="*/ 615975 h 797705"/>
              <a:gd name="connsiteX168" fmla="*/ 41509 w 829568"/>
              <a:gd name="connsiteY168" fmla="*/ 600095 h 797705"/>
              <a:gd name="connsiteX169" fmla="*/ 34672 w 829568"/>
              <a:gd name="connsiteY169" fmla="*/ 581948 h 797705"/>
              <a:gd name="connsiteX170" fmla="*/ 41509 w 829568"/>
              <a:gd name="connsiteY170" fmla="*/ 554726 h 797705"/>
              <a:gd name="connsiteX171" fmla="*/ 16441 w 829568"/>
              <a:gd name="connsiteY171" fmla="*/ 543384 h 797705"/>
              <a:gd name="connsiteX172" fmla="*/ 34672 w 829568"/>
              <a:gd name="connsiteY172" fmla="*/ 541115 h 797705"/>
              <a:gd name="connsiteX173" fmla="*/ 41498 w 829568"/>
              <a:gd name="connsiteY173" fmla="*/ 541115 h 797705"/>
              <a:gd name="connsiteX174" fmla="*/ 39341 w 829568"/>
              <a:gd name="connsiteY174" fmla="*/ 528176 h 797705"/>
              <a:gd name="connsiteX175" fmla="*/ 86966 w 829568"/>
              <a:gd name="connsiteY175" fmla="*/ 494839 h 797705"/>
              <a:gd name="connsiteX176" fmla="*/ 65409 w 829568"/>
              <a:gd name="connsiteY176" fmla="*/ 464300 h 797705"/>
              <a:gd name="connsiteX177" fmla="*/ 62429 w 829568"/>
              <a:gd name="connsiteY177" fmla="*/ 465726 h 797705"/>
              <a:gd name="connsiteX178" fmla="*/ 62429 w 829568"/>
              <a:gd name="connsiteY178" fmla="*/ 467991 h 797705"/>
              <a:gd name="connsiteX179" fmla="*/ 57874 w 829568"/>
              <a:gd name="connsiteY179" fmla="*/ 470256 h 797705"/>
              <a:gd name="connsiteX180" fmla="*/ 48763 w 829568"/>
              <a:gd name="connsiteY180" fmla="*/ 472522 h 797705"/>
              <a:gd name="connsiteX181" fmla="*/ 35096 w 829568"/>
              <a:gd name="connsiteY181" fmla="*/ 467991 h 797705"/>
              <a:gd name="connsiteX182" fmla="*/ 32818 w 829568"/>
              <a:gd name="connsiteY182" fmla="*/ 449871 h 797705"/>
              <a:gd name="connsiteX183" fmla="*/ 55596 w 829568"/>
              <a:gd name="connsiteY183" fmla="*/ 418160 h 797705"/>
              <a:gd name="connsiteX184" fmla="*/ 55596 w 829568"/>
              <a:gd name="connsiteY184" fmla="*/ 404569 h 797705"/>
              <a:gd name="connsiteX185" fmla="*/ 48763 w 829568"/>
              <a:gd name="connsiteY185" fmla="*/ 372858 h 797705"/>
              <a:gd name="connsiteX186" fmla="*/ 41929 w 829568"/>
              <a:gd name="connsiteY186" fmla="*/ 354737 h 797705"/>
              <a:gd name="connsiteX187" fmla="*/ 41929 w 829568"/>
              <a:gd name="connsiteY187" fmla="*/ 320761 h 797705"/>
              <a:gd name="connsiteX188" fmla="*/ 41929 w 829568"/>
              <a:gd name="connsiteY188" fmla="*/ 300375 h 797705"/>
              <a:gd name="connsiteX189" fmla="*/ 44207 w 829568"/>
              <a:gd name="connsiteY189" fmla="*/ 302640 h 797705"/>
              <a:gd name="connsiteX190" fmla="*/ 57934 w 829568"/>
              <a:gd name="connsiteY190" fmla="*/ 312196 h 797705"/>
              <a:gd name="connsiteX191" fmla="*/ 58242 w 829568"/>
              <a:gd name="connsiteY191" fmla="*/ 311394 h 797705"/>
              <a:gd name="connsiteX192" fmla="*/ 56256 w 829568"/>
              <a:gd name="connsiteY192" fmla="*/ 310012 h 797705"/>
              <a:gd name="connsiteX193" fmla="*/ 44300 w 829568"/>
              <a:gd name="connsiteY193" fmla="*/ 302367 h 797705"/>
              <a:gd name="connsiteX194" fmla="*/ 42022 w 829568"/>
              <a:gd name="connsiteY194" fmla="*/ 300102 h 797705"/>
              <a:gd name="connsiteX195" fmla="*/ 44300 w 829568"/>
              <a:gd name="connsiteY195" fmla="*/ 291042 h 797705"/>
              <a:gd name="connsiteX196" fmla="*/ 78462 w 829568"/>
              <a:gd name="connsiteY196" fmla="*/ 259331 h 797705"/>
              <a:gd name="connsiteX197" fmla="*/ 92126 w 829568"/>
              <a:gd name="connsiteY197" fmla="*/ 232149 h 797705"/>
              <a:gd name="connsiteX198" fmla="*/ 114901 w 829568"/>
              <a:gd name="connsiteY198" fmla="*/ 211764 h 797705"/>
              <a:gd name="connsiteX199" fmla="*/ 108638 w 829568"/>
              <a:gd name="connsiteY199" fmla="*/ 204968 h 797705"/>
              <a:gd name="connsiteX200" fmla="*/ 92261 w 829568"/>
              <a:gd name="connsiteY200" fmla="*/ 198228 h 797705"/>
              <a:gd name="connsiteX201" fmla="*/ 91806 w 829568"/>
              <a:gd name="connsiteY201" fmla="*/ 198355 h 797705"/>
              <a:gd name="connsiteX202" fmla="*/ 84968 w 829568"/>
              <a:gd name="connsiteY202" fmla="*/ 193807 h 797705"/>
              <a:gd name="connsiteX203" fmla="*/ 94086 w 829568"/>
              <a:gd name="connsiteY203" fmla="*/ 155145 h 797705"/>
              <a:gd name="connsiteX204" fmla="*/ 135114 w 829568"/>
              <a:gd name="connsiteY204" fmla="*/ 127854 h 797705"/>
              <a:gd name="connsiteX205" fmla="*/ 160186 w 829568"/>
              <a:gd name="connsiteY205" fmla="*/ 134677 h 797705"/>
              <a:gd name="connsiteX206" fmla="*/ 160186 w 829568"/>
              <a:gd name="connsiteY206" fmla="*/ 109660 h 797705"/>
              <a:gd name="connsiteX207" fmla="*/ 187538 w 829568"/>
              <a:gd name="connsiteY207" fmla="*/ 82369 h 797705"/>
              <a:gd name="connsiteX208" fmla="*/ 187538 w 829568"/>
              <a:gd name="connsiteY208" fmla="*/ 48256 h 797705"/>
              <a:gd name="connsiteX209" fmla="*/ 190103 w 829568"/>
              <a:gd name="connsiteY209"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63170 w 829568"/>
              <a:gd name="connsiteY23" fmla="*/ 247672 h 797705"/>
              <a:gd name="connsiteX24" fmla="*/ 570440 w 829568"/>
              <a:gd name="connsiteY24" fmla="*/ 254988 h 797705"/>
              <a:gd name="connsiteX25" fmla="*/ 570445 w 829568"/>
              <a:gd name="connsiteY25" fmla="*/ 254942 h 797705"/>
              <a:gd name="connsiteX26" fmla="*/ 574113 w 829568"/>
              <a:gd name="connsiteY26" fmla="*/ 256872 h 797705"/>
              <a:gd name="connsiteX27" fmla="*/ 567290 w 829568"/>
              <a:gd name="connsiteY27" fmla="*/ 250109 h 797705"/>
              <a:gd name="connsiteX28" fmla="*/ 574458 w 829568"/>
              <a:gd name="connsiteY28" fmla="*/ 256788 h 797705"/>
              <a:gd name="connsiteX29" fmla="*/ 583230 w 829568"/>
              <a:gd name="connsiteY29" fmla="*/ 254659 h 797705"/>
              <a:gd name="connsiteX30" fmla="*/ 595448 w 829568"/>
              <a:gd name="connsiteY30" fmla="*/ 250406 h 797705"/>
              <a:gd name="connsiteX31" fmla="*/ 624997 w 829568"/>
              <a:gd name="connsiteY31" fmla="*/ 282159 h 797705"/>
              <a:gd name="connsiteX32" fmla="*/ 637214 w 829568"/>
              <a:gd name="connsiteY32" fmla="*/ 311928 h 797705"/>
              <a:gd name="connsiteX33" fmla="*/ 636731 w 829568"/>
              <a:gd name="connsiteY33" fmla="*/ 319061 h 797705"/>
              <a:gd name="connsiteX34" fmla="*/ 636185 w 829568"/>
              <a:gd name="connsiteY34" fmla="*/ 327131 h 797705"/>
              <a:gd name="connsiteX35" fmla="*/ 640908 w 829568"/>
              <a:gd name="connsiteY35" fmla="*/ 343397 h 797705"/>
              <a:gd name="connsiteX36" fmla="*/ 656819 w 829568"/>
              <a:gd name="connsiteY36" fmla="*/ 329788 h 797705"/>
              <a:gd name="connsiteX37" fmla="*/ 672730 w 829568"/>
              <a:gd name="connsiteY37" fmla="*/ 347933 h 797705"/>
              <a:gd name="connsiteX38" fmla="*/ 679549 w 829568"/>
              <a:gd name="connsiteY38" fmla="*/ 366077 h 797705"/>
              <a:gd name="connsiteX39" fmla="*/ 686368 w 829568"/>
              <a:gd name="connsiteY39" fmla="*/ 418243 h 797705"/>
              <a:gd name="connsiteX40" fmla="*/ 736375 w 829568"/>
              <a:gd name="connsiteY40" fmla="*/ 413707 h 797705"/>
              <a:gd name="connsiteX41" fmla="*/ 756832 w 829568"/>
              <a:gd name="connsiteY41" fmla="*/ 420511 h 797705"/>
              <a:gd name="connsiteX42" fmla="*/ 765924 w 829568"/>
              <a:gd name="connsiteY42" fmla="*/ 406903 h 797705"/>
              <a:gd name="connsiteX43" fmla="*/ 829568 w 829568"/>
              <a:gd name="connsiteY43" fmla="*/ 397830 h 797705"/>
              <a:gd name="connsiteX44" fmla="*/ 829568 w 829568"/>
              <a:gd name="connsiteY44" fmla="*/ 413707 h 797705"/>
              <a:gd name="connsiteX45" fmla="*/ 827295 w 829568"/>
              <a:gd name="connsiteY45" fmla="*/ 422779 h 797705"/>
              <a:gd name="connsiteX46" fmla="*/ 822749 w 829568"/>
              <a:gd name="connsiteY46" fmla="*/ 427315 h 797705"/>
              <a:gd name="connsiteX47" fmla="*/ 815930 w 829568"/>
              <a:gd name="connsiteY47" fmla="*/ 427315 h 797705"/>
              <a:gd name="connsiteX48" fmla="*/ 809111 w 829568"/>
              <a:gd name="connsiteY48" fmla="*/ 443192 h 797705"/>
              <a:gd name="connsiteX49" fmla="*/ 802292 w 829568"/>
              <a:gd name="connsiteY49" fmla="*/ 452264 h 797705"/>
              <a:gd name="connsiteX50" fmla="*/ 800019 w 829568"/>
              <a:gd name="connsiteY50" fmla="*/ 459068 h 797705"/>
              <a:gd name="connsiteX51" fmla="*/ 800019 w 829568"/>
              <a:gd name="connsiteY51" fmla="*/ 470408 h 797705"/>
              <a:gd name="connsiteX52" fmla="*/ 800019 w 829568"/>
              <a:gd name="connsiteY52" fmla="*/ 481749 h 797705"/>
              <a:gd name="connsiteX53" fmla="*/ 784108 w 829568"/>
              <a:gd name="connsiteY53" fmla="*/ 477212 h 797705"/>
              <a:gd name="connsiteX54" fmla="*/ 777289 w 829568"/>
              <a:gd name="connsiteY54" fmla="*/ 477212 h 797705"/>
              <a:gd name="connsiteX55" fmla="*/ 770470 w 829568"/>
              <a:gd name="connsiteY55" fmla="*/ 481749 h 797705"/>
              <a:gd name="connsiteX56" fmla="*/ 768197 w 829568"/>
              <a:gd name="connsiteY56" fmla="*/ 488553 h 797705"/>
              <a:gd name="connsiteX57" fmla="*/ 750013 w 829568"/>
              <a:gd name="connsiteY57" fmla="*/ 497625 h 797705"/>
              <a:gd name="connsiteX58" fmla="*/ 745467 w 829568"/>
              <a:gd name="connsiteY58" fmla="*/ 490821 h 797705"/>
              <a:gd name="connsiteX59" fmla="*/ 740921 w 829568"/>
              <a:gd name="connsiteY59" fmla="*/ 493089 h 797705"/>
              <a:gd name="connsiteX60" fmla="*/ 738648 w 829568"/>
              <a:gd name="connsiteY60" fmla="*/ 499893 h 797705"/>
              <a:gd name="connsiteX61" fmla="*/ 738648 w 829568"/>
              <a:gd name="connsiteY61" fmla="*/ 502161 h 797705"/>
              <a:gd name="connsiteX62" fmla="*/ 725010 w 829568"/>
              <a:gd name="connsiteY62" fmla="*/ 504429 h 797705"/>
              <a:gd name="connsiteX63" fmla="*/ 715918 w 829568"/>
              <a:gd name="connsiteY63" fmla="*/ 508965 h 797705"/>
              <a:gd name="connsiteX64" fmla="*/ 715918 w 829568"/>
              <a:gd name="connsiteY64" fmla="*/ 520306 h 797705"/>
              <a:gd name="connsiteX65" fmla="*/ 713645 w 829568"/>
              <a:gd name="connsiteY65" fmla="*/ 522574 h 797705"/>
              <a:gd name="connsiteX66" fmla="*/ 693188 w 829568"/>
              <a:gd name="connsiteY66" fmla="*/ 527110 h 797705"/>
              <a:gd name="connsiteX67" fmla="*/ 677276 w 829568"/>
              <a:gd name="connsiteY67" fmla="*/ 531646 h 797705"/>
              <a:gd name="connsiteX68" fmla="*/ 668184 w 829568"/>
              <a:gd name="connsiteY68" fmla="*/ 527110 h 797705"/>
              <a:gd name="connsiteX69" fmla="*/ 665911 w 829568"/>
              <a:gd name="connsiteY69" fmla="*/ 529378 h 797705"/>
              <a:gd name="connsiteX70" fmla="*/ 665911 w 829568"/>
              <a:gd name="connsiteY70" fmla="*/ 538450 h 797705"/>
              <a:gd name="connsiteX71" fmla="*/ 659092 w 829568"/>
              <a:gd name="connsiteY71" fmla="*/ 540718 h 797705"/>
              <a:gd name="connsiteX72" fmla="*/ 659092 w 829568"/>
              <a:gd name="connsiteY72" fmla="*/ 545254 h 797705"/>
              <a:gd name="connsiteX73" fmla="*/ 659092 w 829568"/>
              <a:gd name="connsiteY73" fmla="*/ 556595 h 797705"/>
              <a:gd name="connsiteX74" fmla="*/ 656819 w 829568"/>
              <a:gd name="connsiteY74" fmla="*/ 561131 h 797705"/>
              <a:gd name="connsiteX75" fmla="*/ 652273 w 829568"/>
              <a:gd name="connsiteY75" fmla="*/ 561131 h 797705"/>
              <a:gd name="connsiteX76" fmla="*/ 650000 w 829568"/>
              <a:gd name="connsiteY76" fmla="*/ 561131 h 797705"/>
              <a:gd name="connsiteX77" fmla="*/ 618178 w 829568"/>
              <a:gd name="connsiteY77" fmla="*/ 552058 h 797705"/>
              <a:gd name="connsiteX78" fmla="*/ 618178 w 829568"/>
              <a:gd name="connsiteY78" fmla="*/ 549790 h 797705"/>
              <a:gd name="connsiteX79" fmla="*/ 609086 w 829568"/>
              <a:gd name="connsiteY79" fmla="*/ 542986 h 797705"/>
              <a:gd name="connsiteX80" fmla="*/ 599994 w 829568"/>
              <a:gd name="connsiteY80" fmla="*/ 547522 h 797705"/>
              <a:gd name="connsiteX81" fmla="*/ 590902 w 829568"/>
              <a:gd name="connsiteY81" fmla="*/ 554327 h 797705"/>
              <a:gd name="connsiteX82" fmla="*/ 579537 w 829568"/>
              <a:gd name="connsiteY82" fmla="*/ 563399 h 797705"/>
              <a:gd name="connsiteX83" fmla="*/ 574991 w 829568"/>
              <a:gd name="connsiteY83" fmla="*/ 556595 h 797705"/>
              <a:gd name="connsiteX84" fmla="*/ 570445 w 829568"/>
              <a:gd name="connsiteY84" fmla="*/ 558863 h 797705"/>
              <a:gd name="connsiteX85" fmla="*/ 568172 w 829568"/>
              <a:gd name="connsiteY85" fmla="*/ 563399 h 797705"/>
              <a:gd name="connsiteX86" fmla="*/ 568172 w 829568"/>
              <a:gd name="connsiteY86" fmla="*/ 565667 h 797705"/>
              <a:gd name="connsiteX87" fmla="*/ 568172 w 829568"/>
              <a:gd name="connsiteY87" fmla="*/ 570203 h 797705"/>
              <a:gd name="connsiteX88" fmla="*/ 565899 w 829568"/>
              <a:gd name="connsiteY88" fmla="*/ 572471 h 797705"/>
              <a:gd name="connsiteX89" fmla="*/ 565899 w 829568"/>
              <a:gd name="connsiteY89" fmla="*/ 574739 h 797705"/>
              <a:gd name="connsiteX90" fmla="*/ 581810 w 829568"/>
              <a:gd name="connsiteY90" fmla="*/ 581543 h 797705"/>
              <a:gd name="connsiteX91" fmla="*/ 586356 w 829568"/>
              <a:gd name="connsiteY91" fmla="*/ 586079 h 797705"/>
              <a:gd name="connsiteX92" fmla="*/ 590902 w 829568"/>
              <a:gd name="connsiteY92" fmla="*/ 579275 h 797705"/>
              <a:gd name="connsiteX93" fmla="*/ 597721 w 829568"/>
              <a:gd name="connsiteY93" fmla="*/ 583811 h 797705"/>
              <a:gd name="connsiteX94" fmla="*/ 599994 w 829568"/>
              <a:gd name="connsiteY94" fmla="*/ 579275 h 797705"/>
              <a:gd name="connsiteX95" fmla="*/ 606813 w 829568"/>
              <a:gd name="connsiteY95" fmla="*/ 588347 h 797705"/>
              <a:gd name="connsiteX96" fmla="*/ 606813 w 829568"/>
              <a:gd name="connsiteY96" fmla="*/ 590616 h 797705"/>
              <a:gd name="connsiteX97" fmla="*/ 602267 w 829568"/>
              <a:gd name="connsiteY97" fmla="*/ 601956 h 797705"/>
              <a:gd name="connsiteX98" fmla="*/ 604540 w 829568"/>
              <a:gd name="connsiteY98" fmla="*/ 606492 h 797705"/>
              <a:gd name="connsiteX99" fmla="*/ 609086 w 829568"/>
              <a:gd name="connsiteY99" fmla="*/ 611028 h 797705"/>
              <a:gd name="connsiteX100" fmla="*/ 606813 w 829568"/>
              <a:gd name="connsiteY100" fmla="*/ 613296 h 797705"/>
              <a:gd name="connsiteX101" fmla="*/ 588629 w 829568"/>
              <a:gd name="connsiteY101" fmla="*/ 613296 h 797705"/>
              <a:gd name="connsiteX102" fmla="*/ 572718 w 829568"/>
              <a:gd name="connsiteY102" fmla="*/ 597420 h 797705"/>
              <a:gd name="connsiteX103" fmla="*/ 568172 w 829568"/>
              <a:gd name="connsiteY103" fmla="*/ 606492 h 797705"/>
              <a:gd name="connsiteX104" fmla="*/ 561353 w 829568"/>
              <a:gd name="connsiteY104" fmla="*/ 597420 h 797705"/>
              <a:gd name="connsiteX105" fmla="*/ 556807 w 829568"/>
              <a:gd name="connsiteY105" fmla="*/ 592884 h 797705"/>
              <a:gd name="connsiteX106" fmla="*/ 540896 w 829568"/>
              <a:gd name="connsiteY106" fmla="*/ 570203 h 797705"/>
              <a:gd name="connsiteX107" fmla="*/ 529530 w 829568"/>
              <a:gd name="connsiteY107" fmla="*/ 565667 h 797705"/>
              <a:gd name="connsiteX108" fmla="*/ 518165 w 829568"/>
              <a:gd name="connsiteY108" fmla="*/ 572471 h 797705"/>
              <a:gd name="connsiteX109" fmla="*/ 509073 w 829568"/>
              <a:gd name="connsiteY109" fmla="*/ 577007 h 797705"/>
              <a:gd name="connsiteX110" fmla="*/ 505946 w 829568"/>
              <a:gd name="connsiteY110" fmla="*/ 579415 h 797705"/>
              <a:gd name="connsiteX111" fmla="*/ 505946 w 829568"/>
              <a:gd name="connsiteY111" fmla="*/ 581688 h 797705"/>
              <a:gd name="connsiteX112" fmla="*/ 496839 w 829568"/>
              <a:gd name="connsiteY112" fmla="*/ 590779 h 797705"/>
              <a:gd name="connsiteX113" fmla="*/ 496839 w 829568"/>
              <a:gd name="connsiteY113" fmla="*/ 595324 h 797705"/>
              <a:gd name="connsiteX114" fmla="*/ 501392 w 829568"/>
              <a:gd name="connsiteY114" fmla="*/ 599870 h 797705"/>
              <a:gd name="connsiteX115" fmla="*/ 510500 w 829568"/>
              <a:gd name="connsiteY115" fmla="*/ 608960 h 797705"/>
              <a:gd name="connsiteX116" fmla="*/ 508223 w 829568"/>
              <a:gd name="connsiteY116" fmla="*/ 613506 h 797705"/>
              <a:gd name="connsiteX117" fmla="*/ 508223 w 829568"/>
              <a:gd name="connsiteY117" fmla="*/ 618051 h 797705"/>
              <a:gd name="connsiteX118" fmla="*/ 490008 w 829568"/>
              <a:gd name="connsiteY118" fmla="*/ 640778 h 797705"/>
              <a:gd name="connsiteX119" fmla="*/ 464962 w 829568"/>
              <a:gd name="connsiteY119" fmla="*/ 631687 h 797705"/>
              <a:gd name="connsiteX120" fmla="*/ 451300 w 829568"/>
              <a:gd name="connsiteY120" fmla="*/ 624869 h 797705"/>
              <a:gd name="connsiteX121" fmla="*/ 423977 w 829568"/>
              <a:gd name="connsiteY121" fmla="*/ 638506 h 797705"/>
              <a:gd name="connsiteX122" fmla="*/ 414870 w 829568"/>
              <a:gd name="connsiteY122" fmla="*/ 643051 h 797705"/>
              <a:gd name="connsiteX123" fmla="*/ 398931 w 829568"/>
              <a:gd name="connsiteY123" fmla="*/ 645324 h 797705"/>
              <a:gd name="connsiteX124" fmla="*/ 394378 w 829568"/>
              <a:gd name="connsiteY124" fmla="*/ 652142 h 797705"/>
              <a:gd name="connsiteX125" fmla="*/ 373885 w 829568"/>
              <a:gd name="connsiteY125" fmla="*/ 654415 h 797705"/>
              <a:gd name="connsiteX126" fmla="*/ 353393 w 829568"/>
              <a:gd name="connsiteY126" fmla="*/ 661233 h 797705"/>
              <a:gd name="connsiteX127" fmla="*/ 344285 w 829568"/>
              <a:gd name="connsiteY127" fmla="*/ 683960 h 797705"/>
              <a:gd name="connsiteX128" fmla="*/ 346559 w 829568"/>
              <a:gd name="connsiteY128" fmla="*/ 695305 h 797705"/>
              <a:gd name="connsiteX129" fmla="*/ 346890 w 829568"/>
              <a:gd name="connsiteY129" fmla="*/ 695371 h 797705"/>
              <a:gd name="connsiteX130" fmla="*/ 349169 w 829568"/>
              <a:gd name="connsiteY130" fmla="*/ 697639 h 797705"/>
              <a:gd name="connsiteX131" fmla="*/ 349169 w 829568"/>
              <a:gd name="connsiteY131" fmla="*/ 708981 h 797705"/>
              <a:gd name="connsiteX132" fmla="*/ 349169 w 829568"/>
              <a:gd name="connsiteY132" fmla="*/ 713518 h 797705"/>
              <a:gd name="connsiteX133" fmla="*/ 346890 w 829568"/>
              <a:gd name="connsiteY133" fmla="*/ 724861 h 797705"/>
              <a:gd name="connsiteX134" fmla="*/ 340053 w 829568"/>
              <a:gd name="connsiteY134" fmla="*/ 722592 h 797705"/>
              <a:gd name="connsiteX135" fmla="*/ 317264 w 829568"/>
              <a:gd name="connsiteY135" fmla="*/ 720324 h 797705"/>
              <a:gd name="connsiteX136" fmla="*/ 312706 w 829568"/>
              <a:gd name="connsiteY136" fmla="*/ 718055 h 797705"/>
              <a:gd name="connsiteX137" fmla="*/ 303590 w 829568"/>
              <a:gd name="connsiteY137" fmla="*/ 724861 h 797705"/>
              <a:gd name="connsiteX138" fmla="*/ 294474 w 829568"/>
              <a:gd name="connsiteY138" fmla="*/ 731666 h 797705"/>
              <a:gd name="connsiteX139" fmla="*/ 289916 w 829568"/>
              <a:gd name="connsiteY139" fmla="*/ 738471 h 797705"/>
              <a:gd name="connsiteX140" fmla="*/ 289916 w 829568"/>
              <a:gd name="connsiteY140" fmla="*/ 752082 h 797705"/>
              <a:gd name="connsiteX141" fmla="*/ 280800 w 829568"/>
              <a:gd name="connsiteY141" fmla="*/ 740740 h 797705"/>
              <a:gd name="connsiteX142" fmla="*/ 278521 w 829568"/>
              <a:gd name="connsiteY142" fmla="*/ 738471 h 797705"/>
              <a:gd name="connsiteX143" fmla="*/ 278521 w 829568"/>
              <a:gd name="connsiteY143" fmla="*/ 743008 h 797705"/>
              <a:gd name="connsiteX144" fmla="*/ 276242 w 829568"/>
              <a:gd name="connsiteY144" fmla="*/ 749814 h 797705"/>
              <a:gd name="connsiteX145" fmla="*/ 269405 w 829568"/>
              <a:gd name="connsiteY145" fmla="*/ 761156 h 797705"/>
              <a:gd name="connsiteX146" fmla="*/ 232942 w 829568"/>
              <a:gd name="connsiteY146" fmla="*/ 749814 h 797705"/>
              <a:gd name="connsiteX147" fmla="*/ 230663 w 829568"/>
              <a:gd name="connsiteY147" fmla="*/ 754351 h 797705"/>
              <a:gd name="connsiteX148" fmla="*/ 203316 w 829568"/>
              <a:gd name="connsiteY148" fmla="*/ 754351 h 797705"/>
              <a:gd name="connsiteX149" fmla="*/ 180526 w 829568"/>
              <a:gd name="connsiteY149" fmla="*/ 761156 h 797705"/>
              <a:gd name="connsiteX150" fmla="*/ 169131 w 829568"/>
              <a:gd name="connsiteY150" fmla="*/ 767961 h 797705"/>
              <a:gd name="connsiteX151" fmla="*/ 157736 w 829568"/>
              <a:gd name="connsiteY151" fmla="*/ 783841 h 797705"/>
              <a:gd name="connsiteX152" fmla="*/ 137226 w 829568"/>
              <a:gd name="connsiteY152" fmla="*/ 797451 h 797705"/>
              <a:gd name="connsiteX153" fmla="*/ 128110 w 829568"/>
              <a:gd name="connsiteY153" fmla="*/ 786109 h 797705"/>
              <a:gd name="connsiteX154" fmla="*/ 121273 w 829568"/>
              <a:gd name="connsiteY154" fmla="*/ 792914 h 797705"/>
              <a:gd name="connsiteX155" fmla="*/ 93925 w 829568"/>
              <a:gd name="connsiteY155" fmla="*/ 790646 h 797705"/>
              <a:gd name="connsiteX156" fmla="*/ 68857 w 829568"/>
              <a:gd name="connsiteY156" fmla="*/ 790646 h 797705"/>
              <a:gd name="connsiteX157" fmla="*/ 57462 w 829568"/>
              <a:gd name="connsiteY157" fmla="*/ 792914 h 797705"/>
              <a:gd name="connsiteX158" fmla="*/ 46067 w 829568"/>
              <a:gd name="connsiteY158" fmla="*/ 788377 h 797705"/>
              <a:gd name="connsiteX159" fmla="*/ 25556 w 829568"/>
              <a:gd name="connsiteY159" fmla="*/ 786109 h 797705"/>
              <a:gd name="connsiteX160" fmla="*/ 25556 w 829568"/>
              <a:gd name="connsiteY160" fmla="*/ 783841 h 797705"/>
              <a:gd name="connsiteX161" fmla="*/ 27835 w 829568"/>
              <a:gd name="connsiteY161" fmla="*/ 777035 h 797705"/>
              <a:gd name="connsiteX162" fmla="*/ 25556 w 829568"/>
              <a:gd name="connsiteY162" fmla="*/ 774767 h 797705"/>
              <a:gd name="connsiteX163" fmla="*/ 43788 w 829568"/>
              <a:gd name="connsiteY163" fmla="*/ 770230 h 797705"/>
              <a:gd name="connsiteX164" fmla="*/ 48346 w 829568"/>
              <a:gd name="connsiteY164" fmla="*/ 699908 h 797705"/>
              <a:gd name="connsiteX165" fmla="*/ 5046 w 829568"/>
              <a:gd name="connsiteY165" fmla="*/ 670418 h 797705"/>
              <a:gd name="connsiteX166" fmla="*/ 30114 w 829568"/>
              <a:gd name="connsiteY166" fmla="*/ 615975 h 797705"/>
              <a:gd name="connsiteX167" fmla="*/ 41509 w 829568"/>
              <a:gd name="connsiteY167" fmla="*/ 600095 h 797705"/>
              <a:gd name="connsiteX168" fmla="*/ 34672 w 829568"/>
              <a:gd name="connsiteY168" fmla="*/ 581948 h 797705"/>
              <a:gd name="connsiteX169" fmla="*/ 41509 w 829568"/>
              <a:gd name="connsiteY169" fmla="*/ 554726 h 797705"/>
              <a:gd name="connsiteX170" fmla="*/ 16441 w 829568"/>
              <a:gd name="connsiteY170" fmla="*/ 543384 h 797705"/>
              <a:gd name="connsiteX171" fmla="*/ 34672 w 829568"/>
              <a:gd name="connsiteY171" fmla="*/ 541115 h 797705"/>
              <a:gd name="connsiteX172" fmla="*/ 41498 w 829568"/>
              <a:gd name="connsiteY172" fmla="*/ 541115 h 797705"/>
              <a:gd name="connsiteX173" fmla="*/ 39341 w 829568"/>
              <a:gd name="connsiteY173" fmla="*/ 528176 h 797705"/>
              <a:gd name="connsiteX174" fmla="*/ 86966 w 829568"/>
              <a:gd name="connsiteY174" fmla="*/ 494839 h 797705"/>
              <a:gd name="connsiteX175" fmla="*/ 65409 w 829568"/>
              <a:gd name="connsiteY175" fmla="*/ 464300 h 797705"/>
              <a:gd name="connsiteX176" fmla="*/ 62429 w 829568"/>
              <a:gd name="connsiteY176" fmla="*/ 465726 h 797705"/>
              <a:gd name="connsiteX177" fmla="*/ 62429 w 829568"/>
              <a:gd name="connsiteY177" fmla="*/ 467991 h 797705"/>
              <a:gd name="connsiteX178" fmla="*/ 57874 w 829568"/>
              <a:gd name="connsiteY178" fmla="*/ 470256 h 797705"/>
              <a:gd name="connsiteX179" fmla="*/ 48763 w 829568"/>
              <a:gd name="connsiteY179" fmla="*/ 472522 h 797705"/>
              <a:gd name="connsiteX180" fmla="*/ 35096 w 829568"/>
              <a:gd name="connsiteY180" fmla="*/ 467991 h 797705"/>
              <a:gd name="connsiteX181" fmla="*/ 32818 w 829568"/>
              <a:gd name="connsiteY181" fmla="*/ 449871 h 797705"/>
              <a:gd name="connsiteX182" fmla="*/ 55596 w 829568"/>
              <a:gd name="connsiteY182" fmla="*/ 418160 h 797705"/>
              <a:gd name="connsiteX183" fmla="*/ 55596 w 829568"/>
              <a:gd name="connsiteY183" fmla="*/ 404569 h 797705"/>
              <a:gd name="connsiteX184" fmla="*/ 48763 w 829568"/>
              <a:gd name="connsiteY184" fmla="*/ 372858 h 797705"/>
              <a:gd name="connsiteX185" fmla="*/ 41929 w 829568"/>
              <a:gd name="connsiteY185" fmla="*/ 354737 h 797705"/>
              <a:gd name="connsiteX186" fmla="*/ 41929 w 829568"/>
              <a:gd name="connsiteY186" fmla="*/ 320761 h 797705"/>
              <a:gd name="connsiteX187" fmla="*/ 41929 w 829568"/>
              <a:gd name="connsiteY187" fmla="*/ 300375 h 797705"/>
              <a:gd name="connsiteX188" fmla="*/ 44207 w 829568"/>
              <a:gd name="connsiteY188" fmla="*/ 302640 h 797705"/>
              <a:gd name="connsiteX189" fmla="*/ 57934 w 829568"/>
              <a:gd name="connsiteY189" fmla="*/ 312196 h 797705"/>
              <a:gd name="connsiteX190" fmla="*/ 58242 w 829568"/>
              <a:gd name="connsiteY190" fmla="*/ 311394 h 797705"/>
              <a:gd name="connsiteX191" fmla="*/ 56256 w 829568"/>
              <a:gd name="connsiteY191" fmla="*/ 310012 h 797705"/>
              <a:gd name="connsiteX192" fmla="*/ 44300 w 829568"/>
              <a:gd name="connsiteY192" fmla="*/ 302367 h 797705"/>
              <a:gd name="connsiteX193" fmla="*/ 42022 w 829568"/>
              <a:gd name="connsiteY193" fmla="*/ 300102 h 797705"/>
              <a:gd name="connsiteX194" fmla="*/ 44300 w 829568"/>
              <a:gd name="connsiteY194" fmla="*/ 291042 h 797705"/>
              <a:gd name="connsiteX195" fmla="*/ 78462 w 829568"/>
              <a:gd name="connsiteY195" fmla="*/ 259331 h 797705"/>
              <a:gd name="connsiteX196" fmla="*/ 92126 w 829568"/>
              <a:gd name="connsiteY196" fmla="*/ 232149 h 797705"/>
              <a:gd name="connsiteX197" fmla="*/ 114901 w 829568"/>
              <a:gd name="connsiteY197" fmla="*/ 211764 h 797705"/>
              <a:gd name="connsiteX198" fmla="*/ 108638 w 829568"/>
              <a:gd name="connsiteY198" fmla="*/ 204968 h 797705"/>
              <a:gd name="connsiteX199" fmla="*/ 92261 w 829568"/>
              <a:gd name="connsiteY199" fmla="*/ 198228 h 797705"/>
              <a:gd name="connsiteX200" fmla="*/ 91806 w 829568"/>
              <a:gd name="connsiteY200" fmla="*/ 198355 h 797705"/>
              <a:gd name="connsiteX201" fmla="*/ 84968 w 829568"/>
              <a:gd name="connsiteY201" fmla="*/ 193807 h 797705"/>
              <a:gd name="connsiteX202" fmla="*/ 94086 w 829568"/>
              <a:gd name="connsiteY202" fmla="*/ 155145 h 797705"/>
              <a:gd name="connsiteX203" fmla="*/ 135114 w 829568"/>
              <a:gd name="connsiteY203" fmla="*/ 127854 h 797705"/>
              <a:gd name="connsiteX204" fmla="*/ 160186 w 829568"/>
              <a:gd name="connsiteY204" fmla="*/ 134677 h 797705"/>
              <a:gd name="connsiteX205" fmla="*/ 160186 w 829568"/>
              <a:gd name="connsiteY205" fmla="*/ 109660 h 797705"/>
              <a:gd name="connsiteX206" fmla="*/ 187538 w 829568"/>
              <a:gd name="connsiteY206" fmla="*/ 82369 h 797705"/>
              <a:gd name="connsiteX207" fmla="*/ 187538 w 829568"/>
              <a:gd name="connsiteY207" fmla="*/ 48256 h 797705"/>
              <a:gd name="connsiteX208" fmla="*/ 190103 w 829568"/>
              <a:gd name="connsiteY208"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63170 w 829568"/>
              <a:gd name="connsiteY23" fmla="*/ 247672 h 797705"/>
              <a:gd name="connsiteX24" fmla="*/ 570440 w 829568"/>
              <a:gd name="connsiteY24" fmla="*/ 254988 h 797705"/>
              <a:gd name="connsiteX25" fmla="*/ 570445 w 829568"/>
              <a:gd name="connsiteY25" fmla="*/ 254942 h 797705"/>
              <a:gd name="connsiteX26" fmla="*/ 574113 w 829568"/>
              <a:gd name="connsiteY26" fmla="*/ 256872 h 797705"/>
              <a:gd name="connsiteX27" fmla="*/ 574458 w 829568"/>
              <a:gd name="connsiteY27" fmla="*/ 256788 h 797705"/>
              <a:gd name="connsiteX28" fmla="*/ 583230 w 829568"/>
              <a:gd name="connsiteY28" fmla="*/ 254659 h 797705"/>
              <a:gd name="connsiteX29" fmla="*/ 595448 w 829568"/>
              <a:gd name="connsiteY29" fmla="*/ 250406 h 797705"/>
              <a:gd name="connsiteX30" fmla="*/ 624997 w 829568"/>
              <a:gd name="connsiteY30" fmla="*/ 282159 h 797705"/>
              <a:gd name="connsiteX31" fmla="*/ 637214 w 829568"/>
              <a:gd name="connsiteY31" fmla="*/ 311928 h 797705"/>
              <a:gd name="connsiteX32" fmla="*/ 636731 w 829568"/>
              <a:gd name="connsiteY32" fmla="*/ 319061 h 797705"/>
              <a:gd name="connsiteX33" fmla="*/ 636185 w 829568"/>
              <a:gd name="connsiteY33" fmla="*/ 327131 h 797705"/>
              <a:gd name="connsiteX34" fmla="*/ 640908 w 829568"/>
              <a:gd name="connsiteY34" fmla="*/ 343397 h 797705"/>
              <a:gd name="connsiteX35" fmla="*/ 656819 w 829568"/>
              <a:gd name="connsiteY35" fmla="*/ 329788 h 797705"/>
              <a:gd name="connsiteX36" fmla="*/ 672730 w 829568"/>
              <a:gd name="connsiteY36" fmla="*/ 347933 h 797705"/>
              <a:gd name="connsiteX37" fmla="*/ 679549 w 829568"/>
              <a:gd name="connsiteY37" fmla="*/ 366077 h 797705"/>
              <a:gd name="connsiteX38" fmla="*/ 686368 w 829568"/>
              <a:gd name="connsiteY38" fmla="*/ 418243 h 797705"/>
              <a:gd name="connsiteX39" fmla="*/ 736375 w 829568"/>
              <a:gd name="connsiteY39" fmla="*/ 413707 h 797705"/>
              <a:gd name="connsiteX40" fmla="*/ 756832 w 829568"/>
              <a:gd name="connsiteY40" fmla="*/ 420511 h 797705"/>
              <a:gd name="connsiteX41" fmla="*/ 765924 w 829568"/>
              <a:gd name="connsiteY41" fmla="*/ 406903 h 797705"/>
              <a:gd name="connsiteX42" fmla="*/ 829568 w 829568"/>
              <a:gd name="connsiteY42" fmla="*/ 397830 h 797705"/>
              <a:gd name="connsiteX43" fmla="*/ 829568 w 829568"/>
              <a:gd name="connsiteY43" fmla="*/ 413707 h 797705"/>
              <a:gd name="connsiteX44" fmla="*/ 827295 w 829568"/>
              <a:gd name="connsiteY44" fmla="*/ 422779 h 797705"/>
              <a:gd name="connsiteX45" fmla="*/ 822749 w 829568"/>
              <a:gd name="connsiteY45" fmla="*/ 427315 h 797705"/>
              <a:gd name="connsiteX46" fmla="*/ 815930 w 829568"/>
              <a:gd name="connsiteY46" fmla="*/ 427315 h 797705"/>
              <a:gd name="connsiteX47" fmla="*/ 809111 w 829568"/>
              <a:gd name="connsiteY47" fmla="*/ 443192 h 797705"/>
              <a:gd name="connsiteX48" fmla="*/ 802292 w 829568"/>
              <a:gd name="connsiteY48" fmla="*/ 452264 h 797705"/>
              <a:gd name="connsiteX49" fmla="*/ 800019 w 829568"/>
              <a:gd name="connsiteY49" fmla="*/ 459068 h 797705"/>
              <a:gd name="connsiteX50" fmla="*/ 800019 w 829568"/>
              <a:gd name="connsiteY50" fmla="*/ 470408 h 797705"/>
              <a:gd name="connsiteX51" fmla="*/ 800019 w 829568"/>
              <a:gd name="connsiteY51" fmla="*/ 481749 h 797705"/>
              <a:gd name="connsiteX52" fmla="*/ 784108 w 829568"/>
              <a:gd name="connsiteY52" fmla="*/ 477212 h 797705"/>
              <a:gd name="connsiteX53" fmla="*/ 777289 w 829568"/>
              <a:gd name="connsiteY53" fmla="*/ 477212 h 797705"/>
              <a:gd name="connsiteX54" fmla="*/ 770470 w 829568"/>
              <a:gd name="connsiteY54" fmla="*/ 481749 h 797705"/>
              <a:gd name="connsiteX55" fmla="*/ 768197 w 829568"/>
              <a:gd name="connsiteY55" fmla="*/ 488553 h 797705"/>
              <a:gd name="connsiteX56" fmla="*/ 750013 w 829568"/>
              <a:gd name="connsiteY56" fmla="*/ 497625 h 797705"/>
              <a:gd name="connsiteX57" fmla="*/ 745467 w 829568"/>
              <a:gd name="connsiteY57" fmla="*/ 490821 h 797705"/>
              <a:gd name="connsiteX58" fmla="*/ 740921 w 829568"/>
              <a:gd name="connsiteY58" fmla="*/ 493089 h 797705"/>
              <a:gd name="connsiteX59" fmla="*/ 738648 w 829568"/>
              <a:gd name="connsiteY59" fmla="*/ 499893 h 797705"/>
              <a:gd name="connsiteX60" fmla="*/ 738648 w 829568"/>
              <a:gd name="connsiteY60" fmla="*/ 502161 h 797705"/>
              <a:gd name="connsiteX61" fmla="*/ 725010 w 829568"/>
              <a:gd name="connsiteY61" fmla="*/ 504429 h 797705"/>
              <a:gd name="connsiteX62" fmla="*/ 715918 w 829568"/>
              <a:gd name="connsiteY62" fmla="*/ 508965 h 797705"/>
              <a:gd name="connsiteX63" fmla="*/ 715918 w 829568"/>
              <a:gd name="connsiteY63" fmla="*/ 520306 h 797705"/>
              <a:gd name="connsiteX64" fmla="*/ 713645 w 829568"/>
              <a:gd name="connsiteY64" fmla="*/ 522574 h 797705"/>
              <a:gd name="connsiteX65" fmla="*/ 693188 w 829568"/>
              <a:gd name="connsiteY65" fmla="*/ 527110 h 797705"/>
              <a:gd name="connsiteX66" fmla="*/ 677276 w 829568"/>
              <a:gd name="connsiteY66" fmla="*/ 531646 h 797705"/>
              <a:gd name="connsiteX67" fmla="*/ 668184 w 829568"/>
              <a:gd name="connsiteY67" fmla="*/ 527110 h 797705"/>
              <a:gd name="connsiteX68" fmla="*/ 665911 w 829568"/>
              <a:gd name="connsiteY68" fmla="*/ 529378 h 797705"/>
              <a:gd name="connsiteX69" fmla="*/ 665911 w 829568"/>
              <a:gd name="connsiteY69" fmla="*/ 538450 h 797705"/>
              <a:gd name="connsiteX70" fmla="*/ 659092 w 829568"/>
              <a:gd name="connsiteY70" fmla="*/ 540718 h 797705"/>
              <a:gd name="connsiteX71" fmla="*/ 659092 w 829568"/>
              <a:gd name="connsiteY71" fmla="*/ 545254 h 797705"/>
              <a:gd name="connsiteX72" fmla="*/ 659092 w 829568"/>
              <a:gd name="connsiteY72" fmla="*/ 556595 h 797705"/>
              <a:gd name="connsiteX73" fmla="*/ 656819 w 829568"/>
              <a:gd name="connsiteY73" fmla="*/ 561131 h 797705"/>
              <a:gd name="connsiteX74" fmla="*/ 652273 w 829568"/>
              <a:gd name="connsiteY74" fmla="*/ 561131 h 797705"/>
              <a:gd name="connsiteX75" fmla="*/ 650000 w 829568"/>
              <a:gd name="connsiteY75" fmla="*/ 561131 h 797705"/>
              <a:gd name="connsiteX76" fmla="*/ 618178 w 829568"/>
              <a:gd name="connsiteY76" fmla="*/ 552058 h 797705"/>
              <a:gd name="connsiteX77" fmla="*/ 618178 w 829568"/>
              <a:gd name="connsiteY77" fmla="*/ 549790 h 797705"/>
              <a:gd name="connsiteX78" fmla="*/ 609086 w 829568"/>
              <a:gd name="connsiteY78" fmla="*/ 542986 h 797705"/>
              <a:gd name="connsiteX79" fmla="*/ 599994 w 829568"/>
              <a:gd name="connsiteY79" fmla="*/ 547522 h 797705"/>
              <a:gd name="connsiteX80" fmla="*/ 590902 w 829568"/>
              <a:gd name="connsiteY80" fmla="*/ 554327 h 797705"/>
              <a:gd name="connsiteX81" fmla="*/ 579537 w 829568"/>
              <a:gd name="connsiteY81" fmla="*/ 563399 h 797705"/>
              <a:gd name="connsiteX82" fmla="*/ 574991 w 829568"/>
              <a:gd name="connsiteY82" fmla="*/ 556595 h 797705"/>
              <a:gd name="connsiteX83" fmla="*/ 570445 w 829568"/>
              <a:gd name="connsiteY83" fmla="*/ 558863 h 797705"/>
              <a:gd name="connsiteX84" fmla="*/ 568172 w 829568"/>
              <a:gd name="connsiteY84" fmla="*/ 563399 h 797705"/>
              <a:gd name="connsiteX85" fmla="*/ 568172 w 829568"/>
              <a:gd name="connsiteY85" fmla="*/ 565667 h 797705"/>
              <a:gd name="connsiteX86" fmla="*/ 568172 w 829568"/>
              <a:gd name="connsiteY86" fmla="*/ 570203 h 797705"/>
              <a:gd name="connsiteX87" fmla="*/ 565899 w 829568"/>
              <a:gd name="connsiteY87" fmla="*/ 572471 h 797705"/>
              <a:gd name="connsiteX88" fmla="*/ 565899 w 829568"/>
              <a:gd name="connsiteY88" fmla="*/ 574739 h 797705"/>
              <a:gd name="connsiteX89" fmla="*/ 581810 w 829568"/>
              <a:gd name="connsiteY89" fmla="*/ 581543 h 797705"/>
              <a:gd name="connsiteX90" fmla="*/ 586356 w 829568"/>
              <a:gd name="connsiteY90" fmla="*/ 586079 h 797705"/>
              <a:gd name="connsiteX91" fmla="*/ 590902 w 829568"/>
              <a:gd name="connsiteY91" fmla="*/ 579275 h 797705"/>
              <a:gd name="connsiteX92" fmla="*/ 597721 w 829568"/>
              <a:gd name="connsiteY92" fmla="*/ 583811 h 797705"/>
              <a:gd name="connsiteX93" fmla="*/ 599994 w 829568"/>
              <a:gd name="connsiteY93" fmla="*/ 579275 h 797705"/>
              <a:gd name="connsiteX94" fmla="*/ 606813 w 829568"/>
              <a:gd name="connsiteY94" fmla="*/ 588347 h 797705"/>
              <a:gd name="connsiteX95" fmla="*/ 606813 w 829568"/>
              <a:gd name="connsiteY95" fmla="*/ 590616 h 797705"/>
              <a:gd name="connsiteX96" fmla="*/ 602267 w 829568"/>
              <a:gd name="connsiteY96" fmla="*/ 601956 h 797705"/>
              <a:gd name="connsiteX97" fmla="*/ 604540 w 829568"/>
              <a:gd name="connsiteY97" fmla="*/ 606492 h 797705"/>
              <a:gd name="connsiteX98" fmla="*/ 609086 w 829568"/>
              <a:gd name="connsiteY98" fmla="*/ 611028 h 797705"/>
              <a:gd name="connsiteX99" fmla="*/ 606813 w 829568"/>
              <a:gd name="connsiteY99" fmla="*/ 613296 h 797705"/>
              <a:gd name="connsiteX100" fmla="*/ 588629 w 829568"/>
              <a:gd name="connsiteY100" fmla="*/ 613296 h 797705"/>
              <a:gd name="connsiteX101" fmla="*/ 572718 w 829568"/>
              <a:gd name="connsiteY101" fmla="*/ 597420 h 797705"/>
              <a:gd name="connsiteX102" fmla="*/ 568172 w 829568"/>
              <a:gd name="connsiteY102" fmla="*/ 606492 h 797705"/>
              <a:gd name="connsiteX103" fmla="*/ 561353 w 829568"/>
              <a:gd name="connsiteY103" fmla="*/ 597420 h 797705"/>
              <a:gd name="connsiteX104" fmla="*/ 556807 w 829568"/>
              <a:gd name="connsiteY104" fmla="*/ 592884 h 797705"/>
              <a:gd name="connsiteX105" fmla="*/ 540896 w 829568"/>
              <a:gd name="connsiteY105" fmla="*/ 570203 h 797705"/>
              <a:gd name="connsiteX106" fmla="*/ 529530 w 829568"/>
              <a:gd name="connsiteY106" fmla="*/ 565667 h 797705"/>
              <a:gd name="connsiteX107" fmla="*/ 518165 w 829568"/>
              <a:gd name="connsiteY107" fmla="*/ 572471 h 797705"/>
              <a:gd name="connsiteX108" fmla="*/ 509073 w 829568"/>
              <a:gd name="connsiteY108" fmla="*/ 577007 h 797705"/>
              <a:gd name="connsiteX109" fmla="*/ 505946 w 829568"/>
              <a:gd name="connsiteY109" fmla="*/ 579415 h 797705"/>
              <a:gd name="connsiteX110" fmla="*/ 505946 w 829568"/>
              <a:gd name="connsiteY110" fmla="*/ 581688 h 797705"/>
              <a:gd name="connsiteX111" fmla="*/ 496839 w 829568"/>
              <a:gd name="connsiteY111" fmla="*/ 590779 h 797705"/>
              <a:gd name="connsiteX112" fmla="*/ 496839 w 829568"/>
              <a:gd name="connsiteY112" fmla="*/ 595324 h 797705"/>
              <a:gd name="connsiteX113" fmla="*/ 501392 w 829568"/>
              <a:gd name="connsiteY113" fmla="*/ 599870 h 797705"/>
              <a:gd name="connsiteX114" fmla="*/ 510500 w 829568"/>
              <a:gd name="connsiteY114" fmla="*/ 608960 h 797705"/>
              <a:gd name="connsiteX115" fmla="*/ 508223 w 829568"/>
              <a:gd name="connsiteY115" fmla="*/ 613506 h 797705"/>
              <a:gd name="connsiteX116" fmla="*/ 508223 w 829568"/>
              <a:gd name="connsiteY116" fmla="*/ 618051 h 797705"/>
              <a:gd name="connsiteX117" fmla="*/ 490008 w 829568"/>
              <a:gd name="connsiteY117" fmla="*/ 640778 h 797705"/>
              <a:gd name="connsiteX118" fmla="*/ 464962 w 829568"/>
              <a:gd name="connsiteY118" fmla="*/ 631687 h 797705"/>
              <a:gd name="connsiteX119" fmla="*/ 451300 w 829568"/>
              <a:gd name="connsiteY119" fmla="*/ 624869 h 797705"/>
              <a:gd name="connsiteX120" fmla="*/ 423977 w 829568"/>
              <a:gd name="connsiteY120" fmla="*/ 638506 h 797705"/>
              <a:gd name="connsiteX121" fmla="*/ 414870 w 829568"/>
              <a:gd name="connsiteY121" fmla="*/ 643051 h 797705"/>
              <a:gd name="connsiteX122" fmla="*/ 398931 w 829568"/>
              <a:gd name="connsiteY122" fmla="*/ 645324 h 797705"/>
              <a:gd name="connsiteX123" fmla="*/ 394378 w 829568"/>
              <a:gd name="connsiteY123" fmla="*/ 652142 h 797705"/>
              <a:gd name="connsiteX124" fmla="*/ 373885 w 829568"/>
              <a:gd name="connsiteY124" fmla="*/ 654415 h 797705"/>
              <a:gd name="connsiteX125" fmla="*/ 353393 w 829568"/>
              <a:gd name="connsiteY125" fmla="*/ 661233 h 797705"/>
              <a:gd name="connsiteX126" fmla="*/ 344285 w 829568"/>
              <a:gd name="connsiteY126" fmla="*/ 683960 h 797705"/>
              <a:gd name="connsiteX127" fmla="*/ 346559 w 829568"/>
              <a:gd name="connsiteY127" fmla="*/ 695305 h 797705"/>
              <a:gd name="connsiteX128" fmla="*/ 346890 w 829568"/>
              <a:gd name="connsiteY128" fmla="*/ 695371 h 797705"/>
              <a:gd name="connsiteX129" fmla="*/ 349169 w 829568"/>
              <a:gd name="connsiteY129" fmla="*/ 697639 h 797705"/>
              <a:gd name="connsiteX130" fmla="*/ 349169 w 829568"/>
              <a:gd name="connsiteY130" fmla="*/ 708981 h 797705"/>
              <a:gd name="connsiteX131" fmla="*/ 349169 w 829568"/>
              <a:gd name="connsiteY131" fmla="*/ 713518 h 797705"/>
              <a:gd name="connsiteX132" fmla="*/ 346890 w 829568"/>
              <a:gd name="connsiteY132" fmla="*/ 724861 h 797705"/>
              <a:gd name="connsiteX133" fmla="*/ 340053 w 829568"/>
              <a:gd name="connsiteY133" fmla="*/ 722592 h 797705"/>
              <a:gd name="connsiteX134" fmla="*/ 317264 w 829568"/>
              <a:gd name="connsiteY134" fmla="*/ 720324 h 797705"/>
              <a:gd name="connsiteX135" fmla="*/ 312706 w 829568"/>
              <a:gd name="connsiteY135" fmla="*/ 718055 h 797705"/>
              <a:gd name="connsiteX136" fmla="*/ 303590 w 829568"/>
              <a:gd name="connsiteY136" fmla="*/ 724861 h 797705"/>
              <a:gd name="connsiteX137" fmla="*/ 294474 w 829568"/>
              <a:gd name="connsiteY137" fmla="*/ 731666 h 797705"/>
              <a:gd name="connsiteX138" fmla="*/ 289916 w 829568"/>
              <a:gd name="connsiteY138" fmla="*/ 738471 h 797705"/>
              <a:gd name="connsiteX139" fmla="*/ 289916 w 829568"/>
              <a:gd name="connsiteY139" fmla="*/ 752082 h 797705"/>
              <a:gd name="connsiteX140" fmla="*/ 280800 w 829568"/>
              <a:gd name="connsiteY140" fmla="*/ 740740 h 797705"/>
              <a:gd name="connsiteX141" fmla="*/ 278521 w 829568"/>
              <a:gd name="connsiteY141" fmla="*/ 738471 h 797705"/>
              <a:gd name="connsiteX142" fmla="*/ 278521 w 829568"/>
              <a:gd name="connsiteY142" fmla="*/ 743008 h 797705"/>
              <a:gd name="connsiteX143" fmla="*/ 276242 w 829568"/>
              <a:gd name="connsiteY143" fmla="*/ 749814 h 797705"/>
              <a:gd name="connsiteX144" fmla="*/ 269405 w 829568"/>
              <a:gd name="connsiteY144" fmla="*/ 761156 h 797705"/>
              <a:gd name="connsiteX145" fmla="*/ 232942 w 829568"/>
              <a:gd name="connsiteY145" fmla="*/ 749814 h 797705"/>
              <a:gd name="connsiteX146" fmla="*/ 230663 w 829568"/>
              <a:gd name="connsiteY146" fmla="*/ 754351 h 797705"/>
              <a:gd name="connsiteX147" fmla="*/ 203316 w 829568"/>
              <a:gd name="connsiteY147" fmla="*/ 754351 h 797705"/>
              <a:gd name="connsiteX148" fmla="*/ 180526 w 829568"/>
              <a:gd name="connsiteY148" fmla="*/ 761156 h 797705"/>
              <a:gd name="connsiteX149" fmla="*/ 169131 w 829568"/>
              <a:gd name="connsiteY149" fmla="*/ 767961 h 797705"/>
              <a:gd name="connsiteX150" fmla="*/ 157736 w 829568"/>
              <a:gd name="connsiteY150" fmla="*/ 783841 h 797705"/>
              <a:gd name="connsiteX151" fmla="*/ 137226 w 829568"/>
              <a:gd name="connsiteY151" fmla="*/ 797451 h 797705"/>
              <a:gd name="connsiteX152" fmla="*/ 128110 w 829568"/>
              <a:gd name="connsiteY152" fmla="*/ 786109 h 797705"/>
              <a:gd name="connsiteX153" fmla="*/ 121273 w 829568"/>
              <a:gd name="connsiteY153" fmla="*/ 792914 h 797705"/>
              <a:gd name="connsiteX154" fmla="*/ 93925 w 829568"/>
              <a:gd name="connsiteY154" fmla="*/ 790646 h 797705"/>
              <a:gd name="connsiteX155" fmla="*/ 68857 w 829568"/>
              <a:gd name="connsiteY155" fmla="*/ 790646 h 797705"/>
              <a:gd name="connsiteX156" fmla="*/ 57462 w 829568"/>
              <a:gd name="connsiteY156" fmla="*/ 792914 h 797705"/>
              <a:gd name="connsiteX157" fmla="*/ 46067 w 829568"/>
              <a:gd name="connsiteY157" fmla="*/ 788377 h 797705"/>
              <a:gd name="connsiteX158" fmla="*/ 25556 w 829568"/>
              <a:gd name="connsiteY158" fmla="*/ 786109 h 797705"/>
              <a:gd name="connsiteX159" fmla="*/ 25556 w 829568"/>
              <a:gd name="connsiteY159" fmla="*/ 783841 h 797705"/>
              <a:gd name="connsiteX160" fmla="*/ 27835 w 829568"/>
              <a:gd name="connsiteY160" fmla="*/ 777035 h 797705"/>
              <a:gd name="connsiteX161" fmla="*/ 25556 w 829568"/>
              <a:gd name="connsiteY161" fmla="*/ 774767 h 797705"/>
              <a:gd name="connsiteX162" fmla="*/ 43788 w 829568"/>
              <a:gd name="connsiteY162" fmla="*/ 770230 h 797705"/>
              <a:gd name="connsiteX163" fmla="*/ 48346 w 829568"/>
              <a:gd name="connsiteY163" fmla="*/ 699908 h 797705"/>
              <a:gd name="connsiteX164" fmla="*/ 5046 w 829568"/>
              <a:gd name="connsiteY164" fmla="*/ 670418 h 797705"/>
              <a:gd name="connsiteX165" fmla="*/ 30114 w 829568"/>
              <a:gd name="connsiteY165" fmla="*/ 615975 h 797705"/>
              <a:gd name="connsiteX166" fmla="*/ 41509 w 829568"/>
              <a:gd name="connsiteY166" fmla="*/ 600095 h 797705"/>
              <a:gd name="connsiteX167" fmla="*/ 34672 w 829568"/>
              <a:gd name="connsiteY167" fmla="*/ 581948 h 797705"/>
              <a:gd name="connsiteX168" fmla="*/ 41509 w 829568"/>
              <a:gd name="connsiteY168" fmla="*/ 554726 h 797705"/>
              <a:gd name="connsiteX169" fmla="*/ 16441 w 829568"/>
              <a:gd name="connsiteY169" fmla="*/ 543384 h 797705"/>
              <a:gd name="connsiteX170" fmla="*/ 34672 w 829568"/>
              <a:gd name="connsiteY170" fmla="*/ 541115 h 797705"/>
              <a:gd name="connsiteX171" fmla="*/ 41498 w 829568"/>
              <a:gd name="connsiteY171" fmla="*/ 541115 h 797705"/>
              <a:gd name="connsiteX172" fmla="*/ 39341 w 829568"/>
              <a:gd name="connsiteY172" fmla="*/ 528176 h 797705"/>
              <a:gd name="connsiteX173" fmla="*/ 86966 w 829568"/>
              <a:gd name="connsiteY173" fmla="*/ 494839 h 797705"/>
              <a:gd name="connsiteX174" fmla="*/ 65409 w 829568"/>
              <a:gd name="connsiteY174" fmla="*/ 464300 h 797705"/>
              <a:gd name="connsiteX175" fmla="*/ 62429 w 829568"/>
              <a:gd name="connsiteY175" fmla="*/ 465726 h 797705"/>
              <a:gd name="connsiteX176" fmla="*/ 62429 w 829568"/>
              <a:gd name="connsiteY176" fmla="*/ 467991 h 797705"/>
              <a:gd name="connsiteX177" fmla="*/ 57874 w 829568"/>
              <a:gd name="connsiteY177" fmla="*/ 470256 h 797705"/>
              <a:gd name="connsiteX178" fmla="*/ 48763 w 829568"/>
              <a:gd name="connsiteY178" fmla="*/ 472522 h 797705"/>
              <a:gd name="connsiteX179" fmla="*/ 35096 w 829568"/>
              <a:gd name="connsiteY179" fmla="*/ 467991 h 797705"/>
              <a:gd name="connsiteX180" fmla="*/ 32818 w 829568"/>
              <a:gd name="connsiteY180" fmla="*/ 449871 h 797705"/>
              <a:gd name="connsiteX181" fmla="*/ 55596 w 829568"/>
              <a:gd name="connsiteY181" fmla="*/ 418160 h 797705"/>
              <a:gd name="connsiteX182" fmla="*/ 55596 w 829568"/>
              <a:gd name="connsiteY182" fmla="*/ 404569 h 797705"/>
              <a:gd name="connsiteX183" fmla="*/ 48763 w 829568"/>
              <a:gd name="connsiteY183" fmla="*/ 372858 h 797705"/>
              <a:gd name="connsiteX184" fmla="*/ 41929 w 829568"/>
              <a:gd name="connsiteY184" fmla="*/ 354737 h 797705"/>
              <a:gd name="connsiteX185" fmla="*/ 41929 w 829568"/>
              <a:gd name="connsiteY185" fmla="*/ 320761 h 797705"/>
              <a:gd name="connsiteX186" fmla="*/ 41929 w 829568"/>
              <a:gd name="connsiteY186" fmla="*/ 300375 h 797705"/>
              <a:gd name="connsiteX187" fmla="*/ 44207 w 829568"/>
              <a:gd name="connsiteY187" fmla="*/ 302640 h 797705"/>
              <a:gd name="connsiteX188" fmla="*/ 57934 w 829568"/>
              <a:gd name="connsiteY188" fmla="*/ 312196 h 797705"/>
              <a:gd name="connsiteX189" fmla="*/ 58242 w 829568"/>
              <a:gd name="connsiteY189" fmla="*/ 311394 h 797705"/>
              <a:gd name="connsiteX190" fmla="*/ 56256 w 829568"/>
              <a:gd name="connsiteY190" fmla="*/ 310012 h 797705"/>
              <a:gd name="connsiteX191" fmla="*/ 44300 w 829568"/>
              <a:gd name="connsiteY191" fmla="*/ 302367 h 797705"/>
              <a:gd name="connsiteX192" fmla="*/ 42022 w 829568"/>
              <a:gd name="connsiteY192" fmla="*/ 300102 h 797705"/>
              <a:gd name="connsiteX193" fmla="*/ 44300 w 829568"/>
              <a:gd name="connsiteY193" fmla="*/ 291042 h 797705"/>
              <a:gd name="connsiteX194" fmla="*/ 78462 w 829568"/>
              <a:gd name="connsiteY194" fmla="*/ 259331 h 797705"/>
              <a:gd name="connsiteX195" fmla="*/ 92126 w 829568"/>
              <a:gd name="connsiteY195" fmla="*/ 232149 h 797705"/>
              <a:gd name="connsiteX196" fmla="*/ 114901 w 829568"/>
              <a:gd name="connsiteY196" fmla="*/ 211764 h 797705"/>
              <a:gd name="connsiteX197" fmla="*/ 108638 w 829568"/>
              <a:gd name="connsiteY197" fmla="*/ 204968 h 797705"/>
              <a:gd name="connsiteX198" fmla="*/ 92261 w 829568"/>
              <a:gd name="connsiteY198" fmla="*/ 198228 h 797705"/>
              <a:gd name="connsiteX199" fmla="*/ 91806 w 829568"/>
              <a:gd name="connsiteY199" fmla="*/ 198355 h 797705"/>
              <a:gd name="connsiteX200" fmla="*/ 84968 w 829568"/>
              <a:gd name="connsiteY200" fmla="*/ 193807 h 797705"/>
              <a:gd name="connsiteX201" fmla="*/ 94086 w 829568"/>
              <a:gd name="connsiteY201" fmla="*/ 155145 h 797705"/>
              <a:gd name="connsiteX202" fmla="*/ 135114 w 829568"/>
              <a:gd name="connsiteY202" fmla="*/ 127854 h 797705"/>
              <a:gd name="connsiteX203" fmla="*/ 160186 w 829568"/>
              <a:gd name="connsiteY203" fmla="*/ 134677 h 797705"/>
              <a:gd name="connsiteX204" fmla="*/ 160186 w 829568"/>
              <a:gd name="connsiteY204" fmla="*/ 109660 h 797705"/>
              <a:gd name="connsiteX205" fmla="*/ 187538 w 829568"/>
              <a:gd name="connsiteY205" fmla="*/ 82369 h 797705"/>
              <a:gd name="connsiteX206" fmla="*/ 187538 w 829568"/>
              <a:gd name="connsiteY206" fmla="*/ 48256 h 797705"/>
              <a:gd name="connsiteX207" fmla="*/ 190103 w 829568"/>
              <a:gd name="connsiteY207"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70440 w 829568"/>
              <a:gd name="connsiteY23" fmla="*/ 254988 h 797705"/>
              <a:gd name="connsiteX24" fmla="*/ 570445 w 829568"/>
              <a:gd name="connsiteY24" fmla="*/ 254942 h 797705"/>
              <a:gd name="connsiteX25" fmla="*/ 574113 w 829568"/>
              <a:gd name="connsiteY25" fmla="*/ 256872 h 797705"/>
              <a:gd name="connsiteX26" fmla="*/ 574458 w 829568"/>
              <a:gd name="connsiteY26" fmla="*/ 256788 h 797705"/>
              <a:gd name="connsiteX27" fmla="*/ 583230 w 829568"/>
              <a:gd name="connsiteY27" fmla="*/ 254659 h 797705"/>
              <a:gd name="connsiteX28" fmla="*/ 595448 w 829568"/>
              <a:gd name="connsiteY28" fmla="*/ 250406 h 797705"/>
              <a:gd name="connsiteX29" fmla="*/ 624997 w 829568"/>
              <a:gd name="connsiteY29" fmla="*/ 282159 h 797705"/>
              <a:gd name="connsiteX30" fmla="*/ 637214 w 829568"/>
              <a:gd name="connsiteY30" fmla="*/ 311928 h 797705"/>
              <a:gd name="connsiteX31" fmla="*/ 636731 w 829568"/>
              <a:gd name="connsiteY31" fmla="*/ 319061 h 797705"/>
              <a:gd name="connsiteX32" fmla="*/ 636185 w 829568"/>
              <a:gd name="connsiteY32" fmla="*/ 327131 h 797705"/>
              <a:gd name="connsiteX33" fmla="*/ 640908 w 829568"/>
              <a:gd name="connsiteY33" fmla="*/ 343397 h 797705"/>
              <a:gd name="connsiteX34" fmla="*/ 656819 w 829568"/>
              <a:gd name="connsiteY34" fmla="*/ 329788 h 797705"/>
              <a:gd name="connsiteX35" fmla="*/ 672730 w 829568"/>
              <a:gd name="connsiteY35" fmla="*/ 347933 h 797705"/>
              <a:gd name="connsiteX36" fmla="*/ 679549 w 829568"/>
              <a:gd name="connsiteY36" fmla="*/ 366077 h 797705"/>
              <a:gd name="connsiteX37" fmla="*/ 686368 w 829568"/>
              <a:gd name="connsiteY37" fmla="*/ 418243 h 797705"/>
              <a:gd name="connsiteX38" fmla="*/ 736375 w 829568"/>
              <a:gd name="connsiteY38" fmla="*/ 413707 h 797705"/>
              <a:gd name="connsiteX39" fmla="*/ 756832 w 829568"/>
              <a:gd name="connsiteY39" fmla="*/ 420511 h 797705"/>
              <a:gd name="connsiteX40" fmla="*/ 765924 w 829568"/>
              <a:gd name="connsiteY40" fmla="*/ 406903 h 797705"/>
              <a:gd name="connsiteX41" fmla="*/ 829568 w 829568"/>
              <a:gd name="connsiteY41" fmla="*/ 397830 h 797705"/>
              <a:gd name="connsiteX42" fmla="*/ 829568 w 829568"/>
              <a:gd name="connsiteY42" fmla="*/ 413707 h 797705"/>
              <a:gd name="connsiteX43" fmla="*/ 827295 w 829568"/>
              <a:gd name="connsiteY43" fmla="*/ 422779 h 797705"/>
              <a:gd name="connsiteX44" fmla="*/ 822749 w 829568"/>
              <a:gd name="connsiteY44" fmla="*/ 427315 h 797705"/>
              <a:gd name="connsiteX45" fmla="*/ 815930 w 829568"/>
              <a:gd name="connsiteY45" fmla="*/ 427315 h 797705"/>
              <a:gd name="connsiteX46" fmla="*/ 809111 w 829568"/>
              <a:gd name="connsiteY46" fmla="*/ 443192 h 797705"/>
              <a:gd name="connsiteX47" fmla="*/ 802292 w 829568"/>
              <a:gd name="connsiteY47" fmla="*/ 452264 h 797705"/>
              <a:gd name="connsiteX48" fmla="*/ 800019 w 829568"/>
              <a:gd name="connsiteY48" fmla="*/ 459068 h 797705"/>
              <a:gd name="connsiteX49" fmla="*/ 800019 w 829568"/>
              <a:gd name="connsiteY49" fmla="*/ 470408 h 797705"/>
              <a:gd name="connsiteX50" fmla="*/ 800019 w 829568"/>
              <a:gd name="connsiteY50" fmla="*/ 481749 h 797705"/>
              <a:gd name="connsiteX51" fmla="*/ 784108 w 829568"/>
              <a:gd name="connsiteY51" fmla="*/ 477212 h 797705"/>
              <a:gd name="connsiteX52" fmla="*/ 777289 w 829568"/>
              <a:gd name="connsiteY52" fmla="*/ 477212 h 797705"/>
              <a:gd name="connsiteX53" fmla="*/ 770470 w 829568"/>
              <a:gd name="connsiteY53" fmla="*/ 481749 h 797705"/>
              <a:gd name="connsiteX54" fmla="*/ 768197 w 829568"/>
              <a:gd name="connsiteY54" fmla="*/ 488553 h 797705"/>
              <a:gd name="connsiteX55" fmla="*/ 750013 w 829568"/>
              <a:gd name="connsiteY55" fmla="*/ 497625 h 797705"/>
              <a:gd name="connsiteX56" fmla="*/ 745467 w 829568"/>
              <a:gd name="connsiteY56" fmla="*/ 490821 h 797705"/>
              <a:gd name="connsiteX57" fmla="*/ 740921 w 829568"/>
              <a:gd name="connsiteY57" fmla="*/ 493089 h 797705"/>
              <a:gd name="connsiteX58" fmla="*/ 738648 w 829568"/>
              <a:gd name="connsiteY58" fmla="*/ 499893 h 797705"/>
              <a:gd name="connsiteX59" fmla="*/ 738648 w 829568"/>
              <a:gd name="connsiteY59" fmla="*/ 502161 h 797705"/>
              <a:gd name="connsiteX60" fmla="*/ 725010 w 829568"/>
              <a:gd name="connsiteY60" fmla="*/ 504429 h 797705"/>
              <a:gd name="connsiteX61" fmla="*/ 715918 w 829568"/>
              <a:gd name="connsiteY61" fmla="*/ 508965 h 797705"/>
              <a:gd name="connsiteX62" fmla="*/ 715918 w 829568"/>
              <a:gd name="connsiteY62" fmla="*/ 520306 h 797705"/>
              <a:gd name="connsiteX63" fmla="*/ 713645 w 829568"/>
              <a:gd name="connsiteY63" fmla="*/ 522574 h 797705"/>
              <a:gd name="connsiteX64" fmla="*/ 693188 w 829568"/>
              <a:gd name="connsiteY64" fmla="*/ 527110 h 797705"/>
              <a:gd name="connsiteX65" fmla="*/ 677276 w 829568"/>
              <a:gd name="connsiteY65" fmla="*/ 531646 h 797705"/>
              <a:gd name="connsiteX66" fmla="*/ 668184 w 829568"/>
              <a:gd name="connsiteY66" fmla="*/ 527110 h 797705"/>
              <a:gd name="connsiteX67" fmla="*/ 665911 w 829568"/>
              <a:gd name="connsiteY67" fmla="*/ 529378 h 797705"/>
              <a:gd name="connsiteX68" fmla="*/ 665911 w 829568"/>
              <a:gd name="connsiteY68" fmla="*/ 538450 h 797705"/>
              <a:gd name="connsiteX69" fmla="*/ 659092 w 829568"/>
              <a:gd name="connsiteY69" fmla="*/ 540718 h 797705"/>
              <a:gd name="connsiteX70" fmla="*/ 659092 w 829568"/>
              <a:gd name="connsiteY70" fmla="*/ 545254 h 797705"/>
              <a:gd name="connsiteX71" fmla="*/ 659092 w 829568"/>
              <a:gd name="connsiteY71" fmla="*/ 556595 h 797705"/>
              <a:gd name="connsiteX72" fmla="*/ 656819 w 829568"/>
              <a:gd name="connsiteY72" fmla="*/ 561131 h 797705"/>
              <a:gd name="connsiteX73" fmla="*/ 652273 w 829568"/>
              <a:gd name="connsiteY73" fmla="*/ 561131 h 797705"/>
              <a:gd name="connsiteX74" fmla="*/ 650000 w 829568"/>
              <a:gd name="connsiteY74" fmla="*/ 561131 h 797705"/>
              <a:gd name="connsiteX75" fmla="*/ 618178 w 829568"/>
              <a:gd name="connsiteY75" fmla="*/ 552058 h 797705"/>
              <a:gd name="connsiteX76" fmla="*/ 618178 w 829568"/>
              <a:gd name="connsiteY76" fmla="*/ 549790 h 797705"/>
              <a:gd name="connsiteX77" fmla="*/ 609086 w 829568"/>
              <a:gd name="connsiteY77" fmla="*/ 542986 h 797705"/>
              <a:gd name="connsiteX78" fmla="*/ 599994 w 829568"/>
              <a:gd name="connsiteY78" fmla="*/ 547522 h 797705"/>
              <a:gd name="connsiteX79" fmla="*/ 590902 w 829568"/>
              <a:gd name="connsiteY79" fmla="*/ 554327 h 797705"/>
              <a:gd name="connsiteX80" fmla="*/ 579537 w 829568"/>
              <a:gd name="connsiteY80" fmla="*/ 563399 h 797705"/>
              <a:gd name="connsiteX81" fmla="*/ 574991 w 829568"/>
              <a:gd name="connsiteY81" fmla="*/ 556595 h 797705"/>
              <a:gd name="connsiteX82" fmla="*/ 570445 w 829568"/>
              <a:gd name="connsiteY82" fmla="*/ 558863 h 797705"/>
              <a:gd name="connsiteX83" fmla="*/ 568172 w 829568"/>
              <a:gd name="connsiteY83" fmla="*/ 563399 h 797705"/>
              <a:gd name="connsiteX84" fmla="*/ 568172 w 829568"/>
              <a:gd name="connsiteY84" fmla="*/ 565667 h 797705"/>
              <a:gd name="connsiteX85" fmla="*/ 568172 w 829568"/>
              <a:gd name="connsiteY85" fmla="*/ 570203 h 797705"/>
              <a:gd name="connsiteX86" fmla="*/ 565899 w 829568"/>
              <a:gd name="connsiteY86" fmla="*/ 572471 h 797705"/>
              <a:gd name="connsiteX87" fmla="*/ 565899 w 829568"/>
              <a:gd name="connsiteY87" fmla="*/ 574739 h 797705"/>
              <a:gd name="connsiteX88" fmla="*/ 581810 w 829568"/>
              <a:gd name="connsiteY88" fmla="*/ 581543 h 797705"/>
              <a:gd name="connsiteX89" fmla="*/ 586356 w 829568"/>
              <a:gd name="connsiteY89" fmla="*/ 586079 h 797705"/>
              <a:gd name="connsiteX90" fmla="*/ 590902 w 829568"/>
              <a:gd name="connsiteY90" fmla="*/ 579275 h 797705"/>
              <a:gd name="connsiteX91" fmla="*/ 597721 w 829568"/>
              <a:gd name="connsiteY91" fmla="*/ 583811 h 797705"/>
              <a:gd name="connsiteX92" fmla="*/ 599994 w 829568"/>
              <a:gd name="connsiteY92" fmla="*/ 579275 h 797705"/>
              <a:gd name="connsiteX93" fmla="*/ 606813 w 829568"/>
              <a:gd name="connsiteY93" fmla="*/ 588347 h 797705"/>
              <a:gd name="connsiteX94" fmla="*/ 606813 w 829568"/>
              <a:gd name="connsiteY94" fmla="*/ 590616 h 797705"/>
              <a:gd name="connsiteX95" fmla="*/ 602267 w 829568"/>
              <a:gd name="connsiteY95" fmla="*/ 601956 h 797705"/>
              <a:gd name="connsiteX96" fmla="*/ 604540 w 829568"/>
              <a:gd name="connsiteY96" fmla="*/ 606492 h 797705"/>
              <a:gd name="connsiteX97" fmla="*/ 609086 w 829568"/>
              <a:gd name="connsiteY97" fmla="*/ 611028 h 797705"/>
              <a:gd name="connsiteX98" fmla="*/ 606813 w 829568"/>
              <a:gd name="connsiteY98" fmla="*/ 613296 h 797705"/>
              <a:gd name="connsiteX99" fmla="*/ 588629 w 829568"/>
              <a:gd name="connsiteY99" fmla="*/ 613296 h 797705"/>
              <a:gd name="connsiteX100" fmla="*/ 572718 w 829568"/>
              <a:gd name="connsiteY100" fmla="*/ 597420 h 797705"/>
              <a:gd name="connsiteX101" fmla="*/ 568172 w 829568"/>
              <a:gd name="connsiteY101" fmla="*/ 606492 h 797705"/>
              <a:gd name="connsiteX102" fmla="*/ 561353 w 829568"/>
              <a:gd name="connsiteY102" fmla="*/ 597420 h 797705"/>
              <a:gd name="connsiteX103" fmla="*/ 556807 w 829568"/>
              <a:gd name="connsiteY103" fmla="*/ 592884 h 797705"/>
              <a:gd name="connsiteX104" fmla="*/ 540896 w 829568"/>
              <a:gd name="connsiteY104" fmla="*/ 570203 h 797705"/>
              <a:gd name="connsiteX105" fmla="*/ 529530 w 829568"/>
              <a:gd name="connsiteY105" fmla="*/ 565667 h 797705"/>
              <a:gd name="connsiteX106" fmla="*/ 518165 w 829568"/>
              <a:gd name="connsiteY106" fmla="*/ 572471 h 797705"/>
              <a:gd name="connsiteX107" fmla="*/ 509073 w 829568"/>
              <a:gd name="connsiteY107" fmla="*/ 577007 h 797705"/>
              <a:gd name="connsiteX108" fmla="*/ 505946 w 829568"/>
              <a:gd name="connsiteY108" fmla="*/ 579415 h 797705"/>
              <a:gd name="connsiteX109" fmla="*/ 505946 w 829568"/>
              <a:gd name="connsiteY109" fmla="*/ 581688 h 797705"/>
              <a:gd name="connsiteX110" fmla="*/ 496839 w 829568"/>
              <a:gd name="connsiteY110" fmla="*/ 590779 h 797705"/>
              <a:gd name="connsiteX111" fmla="*/ 496839 w 829568"/>
              <a:gd name="connsiteY111" fmla="*/ 595324 h 797705"/>
              <a:gd name="connsiteX112" fmla="*/ 501392 w 829568"/>
              <a:gd name="connsiteY112" fmla="*/ 599870 h 797705"/>
              <a:gd name="connsiteX113" fmla="*/ 510500 w 829568"/>
              <a:gd name="connsiteY113" fmla="*/ 608960 h 797705"/>
              <a:gd name="connsiteX114" fmla="*/ 508223 w 829568"/>
              <a:gd name="connsiteY114" fmla="*/ 613506 h 797705"/>
              <a:gd name="connsiteX115" fmla="*/ 508223 w 829568"/>
              <a:gd name="connsiteY115" fmla="*/ 618051 h 797705"/>
              <a:gd name="connsiteX116" fmla="*/ 490008 w 829568"/>
              <a:gd name="connsiteY116" fmla="*/ 640778 h 797705"/>
              <a:gd name="connsiteX117" fmla="*/ 464962 w 829568"/>
              <a:gd name="connsiteY117" fmla="*/ 631687 h 797705"/>
              <a:gd name="connsiteX118" fmla="*/ 451300 w 829568"/>
              <a:gd name="connsiteY118" fmla="*/ 624869 h 797705"/>
              <a:gd name="connsiteX119" fmla="*/ 423977 w 829568"/>
              <a:gd name="connsiteY119" fmla="*/ 638506 h 797705"/>
              <a:gd name="connsiteX120" fmla="*/ 414870 w 829568"/>
              <a:gd name="connsiteY120" fmla="*/ 643051 h 797705"/>
              <a:gd name="connsiteX121" fmla="*/ 398931 w 829568"/>
              <a:gd name="connsiteY121" fmla="*/ 645324 h 797705"/>
              <a:gd name="connsiteX122" fmla="*/ 394378 w 829568"/>
              <a:gd name="connsiteY122" fmla="*/ 652142 h 797705"/>
              <a:gd name="connsiteX123" fmla="*/ 373885 w 829568"/>
              <a:gd name="connsiteY123" fmla="*/ 654415 h 797705"/>
              <a:gd name="connsiteX124" fmla="*/ 353393 w 829568"/>
              <a:gd name="connsiteY124" fmla="*/ 661233 h 797705"/>
              <a:gd name="connsiteX125" fmla="*/ 344285 w 829568"/>
              <a:gd name="connsiteY125" fmla="*/ 683960 h 797705"/>
              <a:gd name="connsiteX126" fmla="*/ 346559 w 829568"/>
              <a:gd name="connsiteY126" fmla="*/ 695305 h 797705"/>
              <a:gd name="connsiteX127" fmla="*/ 346890 w 829568"/>
              <a:gd name="connsiteY127" fmla="*/ 695371 h 797705"/>
              <a:gd name="connsiteX128" fmla="*/ 349169 w 829568"/>
              <a:gd name="connsiteY128" fmla="*/ 697639 h 797705"/>
              <a:gd name="connsiteX129" fmla="*/ 349169 w 829568"/>
              <a:gd name="connsiteY129" fmla="*/ 708981 h 797705"/>
              <a:gd name="connsiteX130" fmla="*/ 349169 w 829568"/>
              <a:gd name="connsiteY130" fmla="*/ 713518 h 797705"/>
              <a:gd name="connsiteX131" fmla="*/ 346890 w 829568"/>
              <a:gd name="connsiteY131" fmla="*/ 724861 h 797705"/>
              <a:gd name="connsiteX132" fmla="*/ 340053 w 829568"/>
              <a:gd name="connsiteY132" fmla="*/ 722592 h 797705"/>
              <a:gd name="connsiteX133" fmla="*/ 317264 w 829568"/>
              <a:gd name="connsiteY133" fmla="*/ 720324 h 797705"/>
              <a:gd name="connsiteX134" fmla="*/ 312706 w 829568"/>
              <a:gd name="connsiteY134" fmla="*/ 718055 h 797705"/>
              <a:gd name="connsiteX135" fmla="*/ 303590 w 829568"/>
              <a:gd name="connsiteY135" fmla="*/ 724861 h 797705"/>
              <a:gd name="connsiteX136" fmla="*/ 294474 w 829568"/>
              <a:gd name="connsiteY136" fmla="*/ 731666 h 797705"/>
              <a:gd name="connsiteX137" fmla="*/ 289916 w 829568"/>
              <a:gd name="connsiteY137" fmla="*/ 738471 h 797705"/>
              <a:gd name="connsiteX138" fmla="*/ 289916 w 829568"/>
              <a:gd name="connsiteY138" fmla="*/ 752082 h 797705"/>
              <a:gd name="connsiteX139" fmla="*/ 280800 w 829568"/>
              <a:gd name="connsiteY139" fmla="*/ 740740 h 797705"/>
              <a:gd name="connsiteX140" fmla="*/ 278521 w 829568"/>
              <a:gd name="connsiteY140" fmla="*/ 738471 h 797705"/>
              <a:gd name="connsiteX141" fmla="*/ 278521 w 829568"/>
              <a:gd name="connsiteY141" fmla="*/ 743008 h 797705"/>
              <a:gd name="connsiteX142" fmla="*/ 276242 w 829568"/>
              <a:gd name="connsiteY142" fmla="*/ 749814 h 797705"/>
              <a:gd name="connsiteX143" fmla="*/ 269405 w 829568"/>
              <a:gd name="connsiteY143" fmla="*/ 761156 h 797705"/>
              <a:gd name="connsiteX144" fmla="*/ 232942 w 829568"/>
              <a:gd name="connsiteY144" fmla="*/ 749814 h 797705"/>
              <a:gd name="connsiteX145" fmla="*/ 230663 w 829568"/>
              <a:gd name="connsiteY145" fmla="*/ 754351 h 797705"/>
              <a:gd name="connsiteX146" fmla="*/ 203316 w 829568"/>
              <a:gd name="connsiteY146" fmla="*/ 754351 h 797705"/>
              <a:gd name="connsiteX147" fmla="*/ 180526 w 829568"/>
              <a:gd name="connsiteY147" fmla="*/ 761156 h 797705"/>
              <a:gd name="connsiteX148" fmla="*/ 169131 w 829568"/>
              <a:gd name="connsiteY148" fmla="*/ 767961 h 797705"/>
              <a:gd name="connsiteX149" fmla="*/ 157736 w 829568"/>
              <a:gd name="connsiteY149" fmla="*/ 783841 h 797705"/>
              <a:gd name="connsiteX150" fmla="*/ 137226 w 829568"/>
              <a:gd name="connsiteY150" fmla="*/ 797451 h 797705"/>
              <a:gd name="connsiteX151" fmla="*/ 128110 w 829568"/>
              <a:gd name="connsiteY151" fmla="*/ 786109 h 797705"/>
              <a:gd name="connsiteX152" fmla="*/ 121273 w 829568"/>
              <a:gd name="connsiteY152" fmla="*/ 792914 h 797705"/>
              <a:gd name="connsiteX153" fmla="*/ 93925 w 829568"/>
              <a:gd name="connsiteY153" fmla="*/ 790646 h 797705"/>
              <a:gd name="connsiteX154" fmla="*/ 68857 w 829568"/>
              <a:gd name="connsiteY154" fmla="*/ 790646 h 797705"/>
              <a:gd name="connsiteX155" fmla="*/ 57462 w 829568"/>
              <a:gd name="connsiteY155" fmla="*/ 792914 h 797705"/>
              <a:gd name="connsiteX156" fmla="*/ 46067 w 829568"/>
              <a:gd name="connsiteY156" fmla="*/ 788377 h 797705"/>
              <a:gd name="connsiteX157" fmla="*/ 25556 w 829568"/>
              <a:gd name="connsiteY157" fmla="*/ 786109 h 797705"/>
              <a:gd name="connsiteX158" fmla="*/ 25556 w 829568"/>
              <a:gd name="connsiteY158" fmla="*/ 783841 h 797705"/>
              <a:gd name="connsiteX159" fmla="*/ 27835 w 829568"/>
              <a:gd name="connsiteY159" fmla="*/ 777035 h 797705"/>
              <a:gd name="connsiteX160" fmla="*/ 25556 w 829568"/>
              <a:gd name="connsiteY160" fmla="*/ 774767 h 797705"/>
              <a:gd name="connsiteX161" fmla="*/ 43788 w 829568"/>
              <a:gd name="connsiteY161" fmla="*/ 770230 h 797705"/>
              <a:gd name="connsiteX162" fmla="*/ 48346 w 829568"/>
              <a:gd name="connsiteY162" fmla="*/ 699908 h 797705"/>
              <a:gd name="connsiteX163" fmla="*/ 5046 w 829568"/>
              <a:gd name="connsiteY163" fmla="*/ 670418 h 797705"/>
              <a:gd name="connsiteX164" fmla="*/ 30114 w 829568"/>
              <a:gd name="connsiteY164" fmla="*/ 615975 h 797705"/>
              <a:gd name="connsiteX165" fmla="*/ 41509 w 829568"/>
              <a:gd name="connsiteY165" fmla="*/ 600095 h 797705"/>
              <a:gd name="connsiteX166" fmla="*/ 34672 w 829568"/>
              <a:gd name="connsiteY166" fmla="*/ 581948 h 797705"/>
              <a:gd name="connsiteX167" fmla="*/ 41509 w 829568"/>
              <a:gd name="connsiteY167" fmla="*/ 554726 h 797705"/>
              <a:gd name="connsiteX168" fmla="*/ 16441 w 829568"/>
              <a:gd name="connsiteY168" fmla="*/ 543384 h 797705"/>
              <a:gd name="connsiteX169" fmla="*/ 34672 w 829568"/>
              <a:gd name="connsiteY169" fmla="*/ 541115 h 797705"/>
              <a:gd name="connsiteX170" fmla="*/ 41498 w 829568"/>
              <a:gd name="connsiteY170" fmla="*/ 541115 h 797705"/>
              <a:gd name="connsiteX171" fmla="*/ 39341 w 829568"/>
              <a:gd name="connsiteY171" fmla="*/ 528176 h 797705"/>
              <a:gd name="connsiteX172" fmla="*/ 86966 w 829568"/>
              <a:gd name="connsiteY172" fmla="*/ 494839 h 797705"/>
              <a:gd name="connsiteX173" fmla="*/ 65409 w 829568"/>
              <a:gd name="connsiteY173" fmla="*/ 464300 h 797705"/>
              <a:gd name="connsiteX174" fmla="*/ 62429 w 829568"/>
              <a:gd name="connsiteY174" fmla="*/ 465726 h 797705"/>
              <a:gd name="connsiteX175" fmla="*/ 62429 w 829568"/>
              <a:gd name="connsiteY175" fmla="*/ 467991 h 797705"/>
              <a:gd name="connsiteX176" fmla="*/ 57874 w 829568"/>
              <a:gd name="connsiteY176" fmla="*/ 470256 h 797705"/>
              <a:gd name="connsiteX177" fmla="*/ 48763 w 829568"/>
              <a:gd name="connsiteY177" fmla="*/ 472522 h 797705"/>
              <a:gd name="connsiteX178" fmla="*/ 35096 w 829568"/>
              <a:gd name="connsiteY178" fmla="*/ 467991 h 797705"/>
              <a:gd name="connsiteX179" fmla="*/ 32818 w 829568"/>
              <a:gd name="connsiteY179" fmla="*/ 449871 h 797705"/>
              <a:gd name="connsiteX180" fmla="*/ 55596 w 829568"/>
              <a:gd name="connsiteY180" fmla="*/ 418160 h 797705"/>
              <a:gd name="connsiteX181" fmla="*/ 55596 w 829568"/>
              <a:gd name="connsiteY181" fmla="*/ 404569 h 797705"/>
              <a:gd name="connsiteX182" fmla="*/ 48763 w 829568"/>
              <a:gd name="connsiteY182" fmla="*/ 372858 h 797705"/>
              <a:gd name="connsiteX183" fmla="*/ 41929 w 829568"/>
              <a:gd name="connsiteY183" fmla="*/ 354737 h 797705"/>
              <a:gd name="connsiteX184" fmla="*/ 41929 w 829568"/>
              <a:gd name="connsiteY184" fmla="*/ 320761 h 797705"/>
              <a:gd name="connsiteX185" fmla="*/ 41929 w 829568"/>
              <a:gd name="connsiteY185" fmla="*/ 300375 h 797705"/>
              <a:gd name="connsiteX186" fmla="*/ 44207 w 829568"/>
              <a:gd name="connsiteY186" fmla="*/ 302640 h 797705"/>
              <a:gd name="connsiteX187" fmla="*/ 57934 w 829568"/>
              <a:gd name="connsiteY187" fmla="*/ 312196 h 797705"/>
              <a:gd name="connsiteX188" fmla="*/ 58242 w 829568"/>
              <a:gd name="connsiteY188" fmla="*/ 311394 h 797705"/>
              <a:gd name="connsiteX189" fmla="*/ 56256 w 829568"/>
              <a:gd name="connsiteY189" fmla="*/ 310012 h 797705"/>
              <a:gd name="connsiteX190" fmla="*/ 44300 w 829568"/>
              <a:gd name="connsiteY190" fmla="*/ 302367 h 797705"/>
              <a:gd name="connsiteX191" fmla="*/ 42022 w 829568"/>
              <a:gd name="connsiteY191" fmla="*/ 300102 h 797705"/>
              <a:gd name="connsiteX192" fmla="*/ 44300 w 829568"/>
              <a:gd name="connsiteY192" fmla="*/ 291042 h 797705"/>
              <a:gd name="connsiteX193" fmla="*/ 78462 w 829568"/>
              <a:gd name="connsiteY193" fmla="*/ 259331 h 797705"/>
              <a:gd name="connsiteX194" fmla="*/ 92126 w 829568"/>
              <a:gd name="connsiteY194" fmla="*/ 232149 h 797705"/>
              <a:gd name="connsiteX195" fmla="*/ 114901 w 829568"/>
              <a:gd name="connsiteY195" fmla="*/ 211764 h 797705"/>
              <a:gd name="connsiteX196" fmla="*/ 108638 w 829568"/>
              <a:gd name="connsiteY196" fmla="*/ 204968 h 797705"/>
              <a:gd name="connsiteX197" fmla="*/ 92261 w 829568"/>
              <a:gd name="connsiteY197" fmla="*/ 198228 h 797705"/>
              <a:gd name="connsiteX198" fmla="*/ 91806 w 829568"/>
              <a:gd name="connsiteY198" fmla="*/ 198355 h 797705"/>
              <a:gd name="connsiteX199" fmla="*/ 84968 w 829568"/>
              <a:gd name="connsiteY199" fmla="*/ 193807 h 797705"/>
              <a:gd name="connsiteX200" fmla="*/ 94086 w 829568"/>
              <a:gd name="connsiteY200" fmla="*/ 155145 h 797705"/>
              <a:gd name="connsiteX201" fmla="*/ 135114 w 829568"/>
              <a:gd name="connsiteY201" fmla="*/ 127854 h 797705"/>
              <a:gd name="connsiteX202" fmla="*/ 160186 w 829568"/>
              <a:gd name="connsiteY202" fmla="*/ 134677 h 797705"/>
              <a:gd name="connsiteX203" fmla="*/ 160186 w 829568"/>
              <a:gd name="connsiteY203" fmla="*/ 109660 h 797705"/>
              <a:gd name="connsiteX204" fmla="*/ 187538 w 829568"/>
              <a:gd name="connsiteY204" fmla="*/ 82369 h 797705"/>
              <a:gd name="connsiteX205" fmla="*/ 187538 w 829568"/>
              <a:gd name="connsiteY205" fmla="*/ 48256 h 797705"/>
              <a:gd name="connsiteX206" fmla="*/ 190103 w 829568"/>
              <a:gd name="connsiteY206"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58242 w 829568"/>
              <a:gd name="connsiteY185" fmla="*/ 311394 h 797705"/>
              <a:gd name="connsiteX186" fmla="*/ 56256 w 829568"/>
              <a:gd name="connsiteY186" fmla="*/ 310012 h 797705"/>
              <a:gd name="connsiteX187" fmla="*/ 44300 w 829568"/>
              <a:gd name="connsiteY187" fmla="*/ 302367 h 797705"/>
              <a:gd name="connsiteX188" fmla="*/ 42022 w 829568"/>
              <a:gd name="connsiteY188" fmla="*/ 300102 h 797705"/>
              <a:gd name="connsiteX189" fmla="*/ 44300 w 829568"/>
              <a:gd name="connsiteY189" fmla="*/ 291042 h 797705"/>
              <a:gd name="connsiteX190" fmla="*/ 78462 w 829568"/>
              <a:gd name="connsiteY190" fmla="*/ 259331 h 797705"/>
              <a:gd name="connsiteX191" fmla="*/ 92126 w 829568"/>
              <a:gd name="connsiteY191" fmla="*/ 232149 h 797705"/>
              <a:gd name="connsiteX192" fmla="*/ 114901 w 829568"/>
              <a:gd name="connsiteY192" fmla="*/ 211764 h 797705"/>
              <a:gd name="connsiteX193" fmla="*/ 108638 w 829568"/>
              <a:gd name="connsiteY193" fmla="*/ 204968 h 797705"/>
              <a:gd name="connsiteX194" fmla="*/ 92261 w 829568"/>
              <a:gd name="connsiteY194" fmla="*/ 198228 h 797705"/>
              <a:gd name="connsiteX195" fmla="*/ 91806 w 829568"/>
              <a:gd name="connsiteY195" fmla="*/ 198355 h 797705"/>
              <a:gd name="connsiteX196" fmla="*/ 84968 w 829568"/>
              <a:gd name="connsiteY196" fmla="*/ 193807 h 797705"/>
              <a:gd name="connsiteX197" fmla="*/ 94086 w 829568"/>
              <a:gd name="connsiteY197" fmla="*/ 155145 h 797705"/>
              <a:gd name="connsiteX198" fmla="*/ 135114 w 829568"/>
              <a:gd name="connsiteY198" fmla="*/ 127854 h 797705"/>
              <a:gd name="connsiteX199" fmla="*/ 160186 w 829568"/>
              <a:gd name="connsiteY199" fmla="*/ 134677 h 797705"/>
              <a:gd name="connsiteX200" fmla="*/ 160186 w 829568"/>
              <a:gd name="connsiteY200" fmla="*/ 109660 h 797705"/>
              <a:gd name="connsiteX201" fmla="*/ 187538 w 829568"/>
              <a:gd name="connsiteY201" fmla="*/ 82369 h 797705"/>
              <a:gd name="connsiteX202" fmla="*/ 187538 w 829568"/>
              <a:gd name="connsiteY202" fmla="*/ 48256 h 797705"/>
              <a:gd name="connsiteX203" fmla="*/ 190103 w 829568"/>
              <a:gd name="connsiteY203"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58242 w 829568"/>
              <a:gd name="connsiteY185" fmla="*/ 311394 h 797705"/>
              <a:gd name="connsiteX186" fmla="*/ 44300 w 829568"/>
              <a:gd name="connsiteY186" fmla="*/ 302367 h 797705"/>
              <a:gd name="connsiteX187" fmla="*/ 42022 w 829568"/>
              <a:gd name="connsiteY187" fmla="*/ 300102 h 797705"/>
              <a:gd name="connsiteX188" fmla="*/ 44300 w 829568"/>
              <a:gd name="connsiteY188" fmla="*/ 291042 h 797705"/>
              <a:gd name="connsiteX189" fmla="*/ 78462 w 829568"/>
              <a:gd name="connsiteY189" fmla="*/ 259331 h 797705"/>
              <a:gd name="connsiteX190" fmla="*/ 92126 w 829568"/>
              <a:gd name="connsiteY190" fmla="*/ 232149 h 797705"/>
              <a:gd name="connsiteX191" fmla="*/ 114901 w 829568"/>
              <a:gd name="connsiteY191" fmla="*/ 211764 h 797705"/>
              <a:gd name="connsiteX192" fmla="*/ 108638 w 829568"/>
              <a:gd name="connsiteY192" fmla="*/ 204968 h 797705"/>
              <a:gd name="connsiteX193" fmla="*/ 92261 w 829568"/>
              <a:gd name="connsiteY193" fmla="*/ 198228 h 797705"/>
              <a:gd name="connsiteX194" fmla="*/ 91806 w 829568"/>
              <a:gd name="connsiteY194" fmla="*/ 198355 h 797705"/>
              <a:gd name="connsiteX195" fmla="*/ 84968 w 829568"/>
              <a:gd name="connsiteY195" fmla="*/ 193807 h 797705"/>
              <a:gd name="connsiteX196" fmla="*/ 94086 w 829568"/>
              <a:gd name="connsiteY196" fmla="*/ 155145 h 797705"/>
              <a:gd name="connsiteX197" fmla="*/ 135114 w 829568"/>
              <a:gd name="connsiteY197" fmla="*/ 127854 h 797705"/>
              <a:gd name="connsiteX198" fmla="*/ 160186 w 829568"/>
              <a:gd name="connsiteY198" fmla="*/ 134677 h 797705"/>
              <a:gd name="connsiteX199" fmla="*/ 160186 w 829568"/>
              <a:gd name="connsiteY199" fmla="*/ 109660 h 797705"/>
              <a:gd name="connsiteX200" fmla="*/ 187538 w 829568"/>
              <a:gd name="connsiteY200" fmla="*/ 82369 h 797705"/>
              <a:gd name="connsiteX201" fmla="*/ 187538 w 829568"/>
              <a:gd name="connsiteY201" fmla="*/ 48256 h 797705"/>
              <a:gd name="connsiteX202" fmla="*/ 190103 w 829568"/>
              <a:gd name="connsiteY20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44300 w 829568"/>
              <a:gd name="connsiteY185" fmla="*/ 302367 h 797705"/>
              <a:gd name="connsiteX186" fmla="*/ 42022 w 829568"/>
              <a:gd name="connsiteY186" fmla="*/ 300102 h 797705"/>
              <a:gd name="connsiteX187" fmla="*/ 44300 w 829568"/>
              <a:gd name="connsiteY187" fmla="*/ 291042 h 797705"/>
              <a:gd name="connsiteX188" fmla="*/ 78462 w 829568"/>
              <a:gd name="connsiteY188" fmla="*/ 259331 h 797705"/>
              <a:gd name="connsiteX189" fmla="*/ 92126 w 829568"/>
              <a:gd name="connsiteY189" fmla="*/ 232149 h 797705"/>
              <a:gd name="connsiteX190" fmla="*/ 114901 w 829568"/>
              <a:gd name="connsiteY190" fmla="*/ 211764 h 797705"/>
              <a:gd name="connsiteX191" fmla="*/ 108638 w 829568"/>
              <a:gd name="connsiteY191" fmla="*/ 204968 h 797705"/>
              <a:gd name="connsiteX192" fmla="*/ 92261 w 829568"/>
              <a:gd name="connsiteY192" fmla="*/ 198228 h 797705"/>
              <a:gd name="connsiteX193" fmla="*/ 91806 w 829568"/>
              <a:gd name="connsiteY193" fmla="*/ 198355 h 797705"/>
              <a:gd name="connsiteX194" fmla="*/ 84968 w 829568"/>
              <a:gd name="connsiteY194" fmla="*/ 193807 h 797705"/>
              <a:gd name="connsiteX195" fmla="*/ 94086 w 829568"/>
              <a:gd name="connsiteY195" fmla="*/ 155145 h 797705"/>
              <a:gd name="connsiteX196" fmla="*/ 135114 w 829568"/>
              <a:gd name="connsiteY196" fmla="*/ 127854 h 797705"/>
              <a:gd name="connsiteX197" fmla="*/ 160186 w 829568"/>
              <a:gd name="connsiteY197" fmla="*/ 134677 h 797705"/>
              <a:gd name="connsiteX198" fmla="*/ 160186 w 829568"/>
              <a:gd name="connsiteY198" fmla="*/ 109660 h 797705"/>
              <a:gd name="connsiteX199" fmla="*/ 187538 w 829568"/>
              <a:gd name="connsiteY199" fmla="*/ 82369 h 797705"/>
              <a:gd name="connsiteX200" fmla="*/ 187538 w 829568"/>
              <a:gd name="connsiteY200" fmla="*/ 48256 h 797705"/>
              <a:gd name="connsiteX201" fmla="*/ 190103 w 829568"/>
              <a:gd name="connsiteY201"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302367 h 797705"/>
              <a:gd name="connsiteX185" fmla="*/ 42022 w 829568"/>
              <a:gd name="connsiteY185" fmla="*/ 300102 h 797705"/>
              <a:gd name="connsiteX186" fmla="*/ 44300 w 829568"/>
              <a:gd name="connsiteY186" fmla="*/ 291042 h 797705"/>
              <a:gd name="connsiteX187" fmla="*/ 78462 w 829568"/>
              <a:gd name="connsiteY187" fmla="*/ 259331 h 797705"/>
              <a:gd name="connsiteX188" fmla="*/ 92126 w 829568"/>
              <a:gd name="connsiteY188" fmla="*/ 232149 h 797705"/>
              <a:gd name="connsiteX189" fmla="*/ 114901 w 829568"/>
              <a:gd name="connsiteY189" fmla="*/ 211764 h 797705"/>
              <a:gd name="connsiteX190" fmla="*/ 108638 w 829568"/>
              <a:gd name="connsiteY190" fmla="*/ 204968 h 797705"/>
              <a:gd name="connsiteX191" fmla="*/ 92261 w 829568"/>
              <a:gd name="connsiteY191" fmla="*/ 198228 h 797705"/>
              <a:gd name="connsiteX192" fmla="*/ 91806 w 829568"/>
              <a:gd name="connsiteY192" fmla="*/ 198355 h 797705"/>
              <a:gd name="connsiteX193" fmla="*/ 84968 w 829568"/>
              <a:gd name="connsiteY193" fmla="*/ 193807 h 797705"/>
              <a:gd name="connsiteX194" fmla="*/ 94086 w 829568"/>
              <a:gd name="connsiteY194" fmla="*/ 155145 h 797705"/>
              <a:gd name="connsiteX195" fmla="*/ 135114 w 829568"/>
              <a:gd name="connsiteY195" fmla="*/ 127854 h 797705"/>
              <a:gd name="connsiteX196" fmla="*/ 160186 w 829568"/>
              <a:gd name="connsiteY196" fmla="*/ 134677 h 797705"/>
              <a:gd name="connsiteX197" fmla="*/ 160186 w 829568"/>
              <a:gd name="connsiteY197" fmla="*/ 109660 h 797705"/>
              <a:gd name="connsiteX198" fmla="*/ 187538 w 829568"/>
              <a:gd name="connsiteY198" fmla="*/ 82369 h 797705"/>
              <a:gd name="connsiteX199" fmla="*/ 187538 w 829568"/>
              <a:gd name="connsiteY199" fmla="*/ 48256 h 797705"/>
              <a:gd name="connsiteX200" fmla="*/ 190103 w 829568"/>
              <a:gd name="connsiteY200"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302367 h 797705"/>
              <a:gd name="connsiteX185" fmla="*/ 44300 w 829568"/>
              <a:gd name="connsiteY185" fmla="*/ 291042 h 797705"/>
              <a:gd name="connsiteX186" fmla="*/ 78462 w 829568"/>
              <a:gd name="connsiteY186" fmla="*/ 259331 h 797705"/>
              <a:gd name="connsiteX187" fmla="*/ 92126 w 829568"/>
              <a:gd name="connsiteY187" fmla="*/ 232149 h 797705"/>
              <a:gd name="connsiteX188" fmla="*/ 114901 w 829568"/>
              <a:gd name="connsiteY188" fmla="*/ 211764 h 797705"/>
              <a:gd name="connsiteX189" fmla="*/ 108638 w 829568"/>
              <a:gd name="connsiteY189" fmla="*/ 204968 h 797705"/>
              <a:gd name="connsiteX190" fmla="*/ 92261 w 829568"/>
              <a:gd name="connsiteY190" fmla="*/ 198228 h 797705"/>
              <a:gd name="connsiteX191" fmla="*/ 91806 w 829568"/>
              <a:gd name="connsiteY191" fmla="*/ 198355 h 797705"/>
              <a:gd name="connsiteX192" fmla="*/ 84968 w 829568"/>
              <a:gd name="connsiteY192" fmla="*/ 193807 h 797705"/>
              <a:gd name="connsiteX193" fmla="*/ 94086 w 829568"/>
              <a:gd name="connsiteY193" fmla="*/ 155145 h 797705"/>
              <a:gd name="connsiteX194" fmla="*/ 135114 w 829568"/>
              <a:gd name="connsiteY194" fmla="*/ 127854 h 797705"/>
              <a:gd name="connsiteX195" fmla="*/ 160186 w 829568"/>
              <a:gd name="connsiteY195" fmla="*/ 134677 h 797705"/>
              <a:gd name="connsiteX196" fmla="*/ 160186 w 829568"/>
              <a:gd name="connsiteY196" fmla="*/ 109660 h 797705"/>
              <a:gd name="connsiteX197" fmla="*/ 187538 w 829568"/>
              <a:gd name="connsiteY197" fmla="*/ 82369 h 797705"/>
              <a:gd name="connsiteX198" fmla="*/ 187538 w 829568"/>
              <a:gd name="connsiteY198" fmla="*/ 48256 h 797705"/>
              <a:gd name="connsiteX199" fmla="*/ 190103 w 829568"/>
              <a:gd name="connsiteY199"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291042 h 797705"/>
              <a:gd name="connsiteX185" fmla="*/ 78462 w 829568"/>
              <a:gd name="connsiteY185" fmla="*/ 259331 h 797705"/>
              <a:gd name="connsiteX186" fmla="*/ 92126 w 829568"/>
              <a:gd name="connsiteY186" fmla="*/ 232149 h 797705"/>
              <a:gd name="connsiteX187" fmla="*/ 114901 w 829568"/>
              <a:gd name="connsiteY187" fmla="*/ 211764 h 797705"/>
              <a:gd name="connsiteX188" fmla="*/ 108638 w 829568"/>
              <a:gd name="connsiteY188" fmla="*/ 204968 h 797705"/>
              <a:gd name="connsiteX189" fmla="*/ 92261 w 829568"/>
              <a:gd name="connsiteY189" fmla="*/ 198228 h 797705"/>
              <a:gd name="connsiteX190" fmla="*/ 91806 w 829568"/>
              <a:gd name="connsiteY190" fmla="*/ 198355 h 797705"/>
              <a:gd name="connsiteX191" fmla="*/ 84968 w 829568"/>
              <a:gd name="connsiteY191" fmla="*/ 193807 h 797705"/>
              <a:gd name="connsiteX192" fmla="*/ 94086 w 829568"/>
              <a:gd name="connsiteY192" fmla="*/ 155145 h 797705"/>
              <a:gd name="connsiteX193" fmla="*/ 135114 w 829568"/>
              <a:gd name="connsiteY193" fmla="*/ 127854 h 797705"/>
              <a:gd name="connsiteX194" fmla="*/ 160186 w 829568"/>
              <a:gd name="connsiteY194" fmla="*/ 134677 h 797705"/>
              <a:gd name="connsiteX195" fmla="*/ 160186 w 829568"/>
              <a:gd name="connsiteY195" fmla="*/ 109660 h 797705"/>
              <a:gd name="connsiteX196" fmla="*/ 187538 w 829568"/>
              <a:gd name="connsiteY196" fmla="*/ 82369 h 797705"/>
              <a:gd name="connsiteX197" fmla="*/ 187538 w 829568"/>
              <a:gd name="connsiteY197" fmla="*/ 48256 h 797705"/>
              <a:gd name="connsiteX198" fmla="*/ 190103 w 829568"/>
              <a:gd name="connsiteY198"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300 w 829568"/>
              <a:gd name="connsiteY183" fmla="*/ 291042 h 797705"/>
              <a:gd name="connsiteX184" fmla="*/ 78462 w 829568"/>
              <a:gd name="connsiteY184" fmla="*/ 259331 h 797705"/>
              <a:gd name="connsiteX185" fmla="*/ 92126 w 829568"/>
              <a:gd name="connsiteY185" fmla="*/ 232149 h 797705"/>
              <a:gd name="connsiteX186" fmla="*/ 114901 w 829568"/>
              <a:gd name="connsiteY186" fmla="*/ 211764 h 797705"/>
              <a:gd name="connsiteX187" fmla="*/ 108638 w 829568"/>
              <a:gd name="connsiteY187" fmla="*/ 204968 h 797705"/>
              <a:gd name="connsiteX188" fmla="*/ 92261 w 829568"/>
              <a:gd name="connsiteY188" fmla="*/ 198228 h 797705"/>
              <a:gd name="connsiteX189" fmla="*/ 91806 w 829568"/>
              <a:gd name="connsiteY189" fmla="*/ 198355 h 797705"/>
              <a:gd name="connsiteX190" fmla="*/ 84968 w 829568"/>
              <a:gd name="connsiteY190" fmla="*/ 193807 h 797705"/>
              <a:gd name="connsiteX191" fmla="*/ 94086 w 829568"/>
              <a:gd name="connsiteY191" fmla="*/ 155145 h 797705"/>
              <a:gd name="connsiteX192" fmla="*/ 135114 w 829568"/>
              <a:gd name="connsiteY192" fmla="*/ 127854 h 797705"/>
              <a:gd name="connsiteX193" fmla="*/ 160186 w 829568"/>
              <a:gd name="connsiteY193" fmla="*/ 134677 h 797705"/>
              <a:gd name="connsiteX194" fmla="*/ 160186 w 829568"/>
              <a:gd name="connsiteY194" fmla="*/ 109660 h 797705"/>
              <a:gd name="connsiteX195" fmla="*/ 187538 w 829568"/>
              <a:gd name="connsiteY195" fmla="*/ 82369 h 797705"/>
              <a:gd name="connsiteX196" fmla="*/ 187538 w 829568"/>
              <a:gd name="connsiteY196" fmla="*/ 48256 h 797705"/>
              <a:gd name="connsiteX197" fmla="*/ 190103 w 829568"/>
              <a:gd name="connsiteY197"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27835 w 829568"/>
              <a:gd name="connsiteY155" fmla="*/ 777035 h 797705"/>
              <a:gd name="connsiteX156" fmla="*/ 25556 w 829568"/>
              <a:gd name="connsiteY156" fmla="*/ 774767 h 797705"/>
              <a:gd name="connsiteX157" fmla="*/ 43788 w 829568"/>
              <a:gd name="connsiteY157" fmla="*/ 770230 h 797705"/>
              <a:gd name="connsiteX158" fmla="*/ 48346 w 829568"/>
              <a:gd name="connsiteY158" fmla="*/ 699908 h 797705"/>
              <a:gd name="connsiteX159" fmla="*/ 5046 w 829568"/>
              <a:gd name="connsiteY159" fmla="*/ 670418 h 797705"/>
              <a:gd name="connsiteX160" fmla="*/ 30114 w 829568"/>
              <a:gd name="connsiteY160" fmla="*/ 615975 h 797705"/>
              <a:gd name="connsiteX161" fmla="*/ 41509 w 829568"/>
              <a:gd name="connsiteY161" fmla="*/ 600095 h 797705"/>
              <a:gd name="connsiteX162" fmla="*/ 34672 w 829568"/>
              <a:gd name="connsiteY162" fmla="*/ 581948 h 797705"/>
              <a:gd name="connsiteX163" fmla="*/ 41509 w 829568"/>
              <a:gd name="connsiteY163" fmla="*/ 554726 h 797705"/>
              <a:gd name="connsiteX164" fmla="*/ 16441 w 829568"/>
              <a:gd name="connsiteY164" fmla="*/ 543384 h 797705"/>
              <a:gd name="connsiteX165" fmla="*/ 34672 w 829568"/>
              <a:gd name="connsiteY165" fmla="*/ 541115 h 797705"/>
              <a:gd name="connsiteX166" fmla="*/ 41498 w 829568"/>
              <a:gd name="connsiteY166" fmla="*/ 541115 h 797705"/>
              <a:gd name="connsiteX167" fmla="*/ 39341 w 829568"/>
              <a:gd name="connsiteY167" fmla="*/ 528176 h 797705"/>
              <a:gd name="connsiteX168" fmla="*/ 86966 w 829568"/>
              <a:gd name="connsiteY168" fmla="*/ 494839 h 797705"/>
              <a:gd name="connsiteX169" fmla="*/ 65409 w 829568"/>
              <a:gd name="connsiteY169" fmla="*/ 464300 h 797705"/>
              <a:gd name="connsiteX170" fmla="*/ 62429 w 829568"/>
              <a:gd name="connsiteY170" fmla="*/ 465726 h 797705"/>
              <a:gd name="connsiteX171" fmla="*/ 62429 w 829568"/>
              <a:gd name="connsiteY171" fmla="*/ 467991 h 797705"/>
              <a:gd name="connsiteX172" fmla="*/ 57874 w 829568"/>
              <a:gd name="connsiteY172" fmla="*/ 470256 h 797705"/>
              <a:gd name="connsiteX173" fmla="*/ 48763 w 829568"/>
              <a:gd name="connsiteY173" fmla="*/ 472522 h 797705"/>
              <a:gd name="connsiteX174" fmla="*/ 35096 w 829568"/>
              <a:gd name="connsiteY174" fmla="*/ 467991 h 797705"/>
              <a:gd name="connsiteX175" fmla="*/ 32818 w 829568"/>
              <a:gd name="connsiteY175" fmla="*/ 449871 h 797705"/>
              <a:gd name="connsiteX176" fmla="*/ 55596 w 829568"/>
              <a:gd name="connsiteY176" fmla="*/ 418160 h 797705"/>
              <a:gd name="connsiteX177" fmla="*/ 55596 w 829568"/>
              <a:gd name="connsiteY177" fmla="*/ 404569 h 797705"/>
              <a:gd name="connsiteX178" fmla="*/ 48763 w 829568"/>
              <a:gd name="connsiteY178" fmla="*/ 372858 h 797705"/>
              <a:gd name="connsiteX179" fmla="*/ 41929 w 829568"/>
              <a:gd name="connsiteY179" fmla="*/ 354737 h 797705"/>
              <a:gd name="connsiteX180" fmla="*/ 41929 w 829568"/>
              <a:gd name="connsiteY180" fmla="*/ 320761 h 797705"/>
              <a:gd name="connsiteX181" fmla="*/ 41929 w 829568"/>
              <a:gd name="connsiteY181" fmla="*/ 300375 h 797705"/>
              <a:gd name="connsiteX182" fmla="*/ 44300 w 829568"/>
              <a:gd name="connsiteY182" fmla="*/ 291042 h 797705"/>
              <a:gd name="connsiteX183" fmla="*/ 78462 w 829568"/>
              <a:gd name="connsiteY183" fmla="*/ 259331 h 797705"/>
              <a:gd name="connsiteX184" fmla="*/ 92126 w 829568"/>
              <a:gd name="connsiteY184" fmla="*/ 232149 h 797705"/>
              <a:gd name="connsiteX185" fmla="*/ 114901 w 829568"/>
              <a:gd name="connsiteY185" fmla="*/ 211764 h 797705"/>
              <a:gd name="connsiteX186" fmla="*/ 108638 w 829568"/>
              <a:gd name="connsiteY186" fmla="*/ 204968 h 797705"/>
              <a:gd name="connsiteX187" fmla="*/ 92261 w 829568"/>
              <a:gd name="connsiteY187" fmla="*/ 198228 h 797705"/>
              <a:gd name="connsiteX188" fmla="*/ 91806 w 829568"/>
              <a:gd name="connsiteY188" fmla="*/ 198355 h 797705"/>
              <a:gd name="connsiteX189" fmla="*/ 84968 w 829568"/>
              <a:gd name="connsiteY189" fmla="*/ 193807 h 797705"/>
              <a:gd name="connsiteX190" fmla="*/ 94086 w 829568"/>
              <a:gd name="connsiteY190" fmla="*/ 155145 h 797705"/>
              <a:gd name="connsiteX191" fmla="*/ 135114 w 829568"/>
              <a:gd name="connsiteY191" fmla="*/ 127854 h 797705"/>
              <a:gd name="connsiteX192" fmla="*/ 160186 w 829568"/>
              <a:gd name="connsiteY192" fmla="*/ 134677 h 797705"/>
              <a:gd name="connsiteX193" fmla="*/ 160186 w 829568"/>
              <a:gd name="connsiteY193" fmla="*/ 109660 h 797705"/>
              <a:gd name="connsiteX194" fmla="*/ 187538 w 829568"/>
              <a:gd name="connsiteY194" fmla="*/ 82369 h 797705"/>
              <a:gd name="connsiteX195" fmla="*/ 187538 w 829568"/>
              <a:gd name="connsiteY195" fmla="*/ 48256 h 797705"/>
              <a:gd name="connsiteX196" fmla="*/ 190103 w 829568"/>
              <a:gd name="connsiteY196"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27835 w 829568"/>
              <a:gd name="connsiteY155" fmla="*/ 777035 h 797705"/>
              <a:gd name="connsiteX156" fmla="*/ 43788 w 829568"/>
              <a:gd name="connsiteY156" fmla="*/ 770230 h 797705"/>
              <a:gd name="connsiteX157" fmla="*/ 48346 w 829568"/>
              <a:gd name="connsiteY157" fmla="*/ 699908 h 797705"/>
              <a:gd name="connsiteX158" fmla="*/ 5046 w 829568"/>
              <a:gd name="connsiteY158" fmla="*/ 670418 h 797705"/>
              <a:gd name="connsiteX159" fmla="*/ 30114 w 829568"/>
              <a:gd name="connsiteY159" fmla="*/ 615975 h 797705"/>
              <a:gd name="connsiteX160" fmla="*/ 41509 w 829568"/>
              <a:gd name="connsiteY160" fmla="*/ 600095 h 797705"/>
              <a:gd name="connsiteX161" fmla="*/ 34672 w 829568"/>
              <a:gd name="connsiteY161" fmla="*/ 581948 h 797705"/>
              <a:gd name="connsiteX162" fmla="*/ 41509 w 829568"/>
              <a:gd name="connsiteY162" fmla="*/ 554726 h 797705"/>
              <a:gd name="connsiteX163" fmla="*/ 16441 w 829568"/>
              <a:gd name="connsiteY163" fmla="*/ 543384 h 797705"/>
              <a:gd name="connsiteX164" fmla="*/ 34672 w 829568"/>
              <a:gd name="connsiteY164" fmla="*/ 541115 h 797705"/>
              <a:gd name="connsiteX165" fmla="*/ 41498 w 829568"/>
              <a:gd name="connsiteY165" fmla="*/ 541115 h 797705"/>
              <a:gd name="connsiteX166" fmla="*/ 39341 w 829568"/>
              <a:gd name="connsiteY166" fmla="*/ 528176 h 797705"/>
              <a:gd name="connsiteX167" fmla="*/ 86966 w 829568"/>
              <a:gd name="connsiteY167" fmla="*/ 494839 h 797705"/>
              <a:gd name="connsiteX168" fmla="*/ 65409 w 829568"/>
              <a:gd name="connsiteY168" fmla="*/ 464300 h 797705"/>
              <a:gd name="connsiteX169" fmla="*/ 62429 w 829568"/>
              <a:gd name="connsiteY169" fmla="*/ 465726 h 797705"/>
              <a:gd name="connsiteX170" fmla="*/ 62429 w 829568"/>
              <a:gd name="connsiteY170" fmla="*/ 467991 h 797705"/>
              <a:gd name="connsiteX171" fmla="*/ 57874 w 829568"/>
              <a:gd name="connsiteY171" fmla="*/ 470256 h 797705"/>
              <a:gd name="connsiteX172" fmla="*/ 48763 w 829568"/>
              <a:gd name="connsiteY172" fmla="*/ 472522 h 797705"/>
              <a:gd name="connsiteX173" fmla="*/ 35096 w 829568"/>
              <a:gd name="connsiteY173" fmla="*/ 467991 h 797705"/>
              <a:gd name="connsiteX174" fmla="*/ 32818 w 829568"/>
              <a:gd name="connsiteY174" fmla="*/ 449871 h 797705"/>
              <a:gd name="connsiteX175" fmla="*/ 55596 w 829568"/>
              <a:gd name="connsiteY175" fmla="*/ 418160 h 797705"/>
              <a:gd name="connsiteX176" fmla="*/ 55596 w 829568"/>
              <a:gd name="connsiteY176" fmla="*/ 404569 h 797705"/>
              <a:gd name="connsiteX177" fmla="*/ 48763 w 829568"/>
              <a:gd name="connsiteY177" fmla="*/ 372858 h 797705"/>
              <a:gd name="connsiteX178" fmla="*/ 41929 w 829568"/>
              <a:gd name="connsiteY178" fmla="*/ 354737 h 797705"/>
              <a:gd name="connsiteX179" fmla="*/ 41929 w 829568"/>
              <a:gd name="connsiteY179" fmla="*/ 320761 h 797705"/>
              <a:gd name="connsiteX180" fmla="*/ 41929 w 829568"/>
              <a:gd name="connsiteY180" fmla="*/ 300375 h 797705"/>
              <a:gd name="connsiteX181" fmla="*/ 44300 w 829568"/>
              <a:gd name="connsiteY181" fmla="*/ 291042 h 797705"/>
              <a:gd name="connsiteX182" fmla="*/ 78462 w 829568"/>
              <a:gd name="connsiteY182" fmla="*/ 259331 h 797705"/>
              <a:gd name="connsiteX183" fmla="*/ 92126 w 829568"/>
              <a:gd name="connsiteY183" fmla="*/ 232149 h 797705"/>
              <a:gd name="connsiteX184" fmla="*/ 114901 w 829568"/>
              <a:gd name="connsiteY184" fmla="*/ 211764 h 797705"/>
              <a:gd name="connsiteX185" fmla="*/ 108638 w 829568"/>
              <a:gd name="connsiteY185" fmla="*/ 204968 h 797705"/>
              <a:gd name="connsiteX186" fmla="*/ 92261 w 829568"/>
              <a:gd name="connsiteY186" fmla="*/ 198228 h 797705"/>
              <a:gd name="connsiteX187" fmla="*/ 91806 w 829568"/>
              <a:gd name="connsiteY187" fmla="*/ 198355 h 797705"/>
              <a:gd name="connsiteX188" fmla="*/ 84968 w 829568"/>
              <a:gd name="connsiteY188" fmla="*/ 193807 h 797705"/>
              <a:gd name="connsiteX189" fmla="*/ 94086 w 829568"/>
              <a:gd name="connsiteY189" fmla="*/ 155145 h 797705"/>
              <a:gd name="connsiteX190" fmla="*/ 135114 w 829568"/>
              <a:gd name="connsiteY190" fmla="*/ 127854 h 797705"/>
              <a:gd name="connsiteX191" fmla="*/ 160186 w 829568"/>
              <a:gd name="connsiteY191" fmla="*/ 134677 h 797705"/>
              <a:gd name="connsiteX192" fmla="*/ 160186 w 829568"/>
              <a:gd name="connsiteY192" fmla="*/ 109660 h 797705"/>
              <a:gd name="connsiteX193" fmla="*/ 187538 w 829568"/>
              <a:gd name="connsiteY193" fmla="*/ 82369 h 797705"/>
              <a:gd name="connsiteX194" fmla="*/ 187538 w 829568"/>
              <a:gd name="connsiteY194" fmla="*/ 48256 h 797705"/>
              <a:gd name="connsiteX195" fmla="*/ 190103 w 829568"/>
              <a:gd name="connsiteY195"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86966 w 829568"/>
              <a:gd name="connsiteY166" fmla="*/ 494839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86966 w 829568"/>
              <a:gd name="connsiteY166" fmla="*/ 494839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2296 w 829568"/>
              <a:gd name="connsiteY165" fmla="*/ 535222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73580 w 829568"/>
              <a:gd name="connsiteY165" fmla="*/ 484975 h 797705"/>
              <a:gd name="connsiteX166" fmla="*/ 65409 w 829568"/>
              <a:gd name="connsiteY166" fmla="*/ 464300 h 797705"/>
              <a:gd name="connsiteX167" fmla="*/ 62429 w 829568"/>
              <a:gd name="connsiteY167" fmla="*/ 465726 h 797705"/>
              <a:gd name="connsiteX168" fmla="*/ 62429 w 829568"/>
              <a:gd name="connsiteY168" fmla="*/ 467991 h 797705"/>
              <a:gd name="connsiteX169" fmla="*/ 57874 w 829568"/>
              <a:gd name="connsiteY169" fmla="*/ 470256 h 797705"/>
              <a:gd name="connsiteX170" fmla="*/ 48763 w 829568"/>
              <a:gd name="connsiteY170" fmla="*/ 472522 h 797705"/>
              <a:gd name="connsiteX171" fmla="*/ 35096 w 829568"/>
              <a:gd name="connsiteY171" fmla="*/ 467991 h 797705"/>
              <a:gd name="connsiteX172" fmla="*/ 32818 w 829568"/>
              <a:gd name="connsiteY172" fmla="*/ 449871 h 797705"/>
              <a:gd name="connsiteX173" fmla="*/ 55596 w 829568"/>
              <a:gd name="connsiteY173" fmla="*/ 418160 h 797705"/>
              <a:gd name="connsiteX174" fmla="*/ 55596 w 829568"/>
              <a:gd name="connsiteY174" fmla="*/ 404569 h 797705"/>
              <a:gd name="connsiteX175" fmla="*/ 48763 w 829568"/>
              <a:gd name="connsiteY175" fmla="*/ 372858 h 797705"/>
              <a:gd name="connsiteX176" fmla="*/ 41929 w 829568"/>
              <a:gd name="connsiteY176" fmla="*/ 354737 h 797705"/>
              <a:gd name="connsiteX177" fmla="*/ 41929 w 829568"/>
              <a:gd name="connsiteY177" fmla="*/ 320761 h 797705"/>
              <a:gd name="connsiteX178" fmla="*/ 41929 w 829568"/>
              <a:gd name="connsiteY178" fmla="*/ 300375 h 797705"/>
              <a:gd name="connsiteX179" fmla="*/ 44300 w 829568"/>
              <a:gd name="connsiteY179" fmla="*/ 291042 h 797705"/>
              <a:gd name="connsiteX180" fmla="*/ 78462 w 829568"/>
              <a:gd name="connsiteY180" fmla="*/ 259331 h 797705"/>
              <a:gd name="connsiteX181" fmla="*/ 92126 w 829568"/>
              <a:gd name="connsiteY181" fmla="*/ 232149 h 797705"/>
              <a:gd name="connsiteX182" fmla="*/ 114901 w 829568"/>
              <a:gd name="connsiteY182" fmla="*/ 211764 h 797705"/>
              <a:gd name="connsiteX183" fmla="*/ 108638 w 829568"/>
              <a:gd name="connsiteY183" fmla="*/ 204968 h 797705"/>
              <a:gd name="connsiteX184" fmla="*/ 92261 w 829568"/>
              <a:gd name="connsiteY184" fmla="*/ 198228 h 797705"/>
              <a:gd name="connsiteX185" fmla="*/ 91806 w 829568"/>
              <a:gd name="connsiteY185" fmla="*/ 198355 h 797705"/>
              <a:gd name="connsiteX186" fmla="*/ 84968 w 829568"/>
              <a:gd name="connsiteY186" fmla="*/ 193807 h 797705"/>
              <a:gd name="connsiteX187" fmla="*/ 94086 w 829568"/>
              <a:gd name="connsiteY187" fmla="*/ 155145 h 797705"/>
              <a:gd name="connsiteX188" fmla="*/ 135114 w 829568"/>
              <a:gd name="connsiteY188" fmla="*/ 127854 h 797705"/>
              <a:gd name="connsiteX189" fmla="*/ 160186 w 829568"/>
              <a:gd name="connsiteY189" fmla="*/ 134677 h 797705"/>
              <a:gd name="connsiteX190" fmla="*/ 160186 w 829568"/>
              <a:gd name="connsiteY190" fmla="*/ 109660 h 797705"/>
              <a:gd name="connsiteX191" fmla="*/ 187538 w 829568"/>
              <a:gd name="connsiteY191" fmla="*/ 82369 h 797705"/>
              <a:gd name="connsiteX192" fmla="*/ 187538 w 829568"/>
              <a:gd name="connsiteY192" fmla="*/ 48256 h 797705"/>
              <a:gd name="connsiteX193" fmla="*/ 190103 w 829568"/>
              <a:gd name="connsiteY193"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9036 w 829568"/>
              <a:gd name="connsiteY163" fmla="*/ 53195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5513 w 829568"/>
              <a:gd name="connsiteY163" fmla="*/ 527024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5377 w 829568"/>
              <a:gd name="connsiteY163" fmla="*/ 52984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4241 w 829568"/>
              <a:gd name="connsiteY163" fmla="*/ 53759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9173 w 829568"/>
              <a:gd name="connsiteY163" fmla="*/ 50729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3537 w 829568"/>
              <a:gd name="connsiteY163" fmla="*/ 52843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4810 w 829568"/>
              <a:gd name="connsiteY163" fmla="*/ 51363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7060 w 829568"/>
              <a:gd name="connsiteY163" fmla="*/ 530545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2429 w 829568"/>
              <a:gd name="connsiteY165" fmla="*/ 465726 h 797705"/>
              <a:gd name="connsiteX166" fmla="*/ 62429 w 829568"/>
              <a:gd name="connsiteY166" fmla="*/ 467991 h 797705"/>
              <a:gd name="connsiteX167" fmla="*/ 57874 w 829568"/>
              <a:gd name="connsiteY167" fmla="*/ 470256 h 797705"/>
              <a:gd name="connsiteX168" fmla="*/ 48763 w 829568"/>
              <a:gd name="connsiteY168" fmla="*/ 472522 h 797705"/>
              <a:gd name="connsiteX169" fmla="*/ 35096 w 829568"/>
              <a:gd name="connsiteY169" fmla="*/ 467991 h 797705"/>
              <a:gd name="connsiteX170" fmla="*/ 32818 w 829568"/>
              <a:gd name="connsiteY170" fmla="*/ 449871 h 797705"/>
              <a:gd name="connsiteX171" fmla="*/ 55596 w 829568"/>
              <a:gd name="connsiteY171" fmla="*/ 418160 h 797705"/>
              <a:gd name="connsiteX172" fmla="*/ 55596 w 829568"/>
              <a:gd name="connsiteY172" fmla="*/ 404569 h 797705"/>
              <a:gd name="connsiteX173" fmla="*/ 48763 w 829568"/>
              <a:gd name="connsiteY173" fmla="*/ 372858 h 797705"/>
              <a:gd name="connsiteX174" fmla="*/ 41929 w 829568"/>
              <a:gd name="connsiteY174" fmla="*/ 354737 h 797705"/>
              <a:gd name="connsiteX175" fmla="*/ 41929 w 829568"/>
              <a:gd name="connsiteY175" fmla="*/ 320761 h 797705"/>
              <a:gd name="connsiteX176" fmla="*/ 41929 w 829568"/>
              <a:gd name="connsiteY176" fmla="*/ 300375 h 797705"/>
              <a:gd name="connsiteX177" fmla="*/ 44300 w 829568"/>
              <a:gd name="connsiteY177" fmla="*/ 291042 h 797705"/>
              <a:gd name="connsiteX178" fmla="*/ 78462 w 829568"/>
              <a:gd name="connsiteY178" fmla="*/ 259331 h 797705"/>
              <a:gd name="connsiteX179" fmla="*/ 92126 w 829568"/>
              <a:gd name="connsiteY179" fmla="*/ 232149 h 797705"/>
              <a:gd name="connsiteX180" fmla="*/ 114901 w 829568"/>
              <a:gd name="connsiteY180" fmla="*/ 211764 h 797705"/>
              <a:gd name="connsiteX181" fmla="*/ 108638 w 829568"/>
              <a:gd name="connsiteY181" fmla="*/ 204968 h 797705"/>
              <a:gd name="connsiteX182" fmla="*/ 92261 w 829568"/>
              <a:gd name="connsiteY182" fmla="*/ 198228 h 797705"/>
              <a:gd name="connsiteX183" fmla="*/ 91806 w 829568"/>
              <a:gd name="connsiteY183" fmla="*/ 198355 h 797705"/>
              <a:gd name="connsiteX184" fmla="*/ 84968 w 829568"/>
              <a:gd name="connsiteY184" fmla="*/ 193807 h 797705"/>
              <a:gd name="connsiteX185" fmla="*/ 94086 w 829568"/>
              <a:gd name="connsiteY185" fmla="*/ 155145 h 797705"/>
              <a:gd name="connsiteX186" fmla="*/ 135114 w 829568"/>
              <a:gd name="connsiteY186" fmla="*/ 127854 h 797705"/>
              <a:gd name="connsiteX187" fmla="*/ 160186 w 829568"/>
              <a:gd name="connsiteY187" fmla="*/ 134677 h 797705"/>
              <a:gd name="connsiteX188" fmla="*/ 160186 w 829568"/>
              <a:gd name="connsiteY188" fmla="*/ 109660 h 797705"/>
              <a:gd name="connsiteX189" fmla="*/ 187538 w 829568"/>
              <a:gd name="connsiteY189" fmla="*/ 82369 h 797705"/>
              <a:gd name="connsiteX190" fmla="*/ 187538 w 829568"/>
              <a:gd name="connsiteY190" fmla="*/ 48256 h 797705"/>
              <a:gd name="connsiteX191" fmla="*/ 190103 w 829568"/>
              <a:gd name="connsiteY191"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2429 w 829568"/>
              <a:gd name="connsiteY165" fmla="*/ 465726 h 797705"/>
              <a:gd name="connsiteX166" fmla="*/ 57874 w 829568"/>
              <a:gd name="connsiteY166" fmla="*/ 470256 h 797705"/>
              <a:gd name="connsiteX167" fmla="*/ 48763 w 829568"/>
              <a:gd name="connsiteY167" fmla="*/ 472522 h 797705"/>
              <a:gd name="connsiteX168" fmla="*/ 35096 w 829568"/>
              <a:gd name="connsiteY168" fmla="*/ 467991 h 797705"/>
              <a:gd name="connsiteX169" fmla="*/ 32818 w 829568"/>
              <a:gd name="connsiteY169" fmla="*/ 449871 h 797705"/>
              <a:gd name="connsiteX170" fmla="*/ 55596 w 829568"/>
              <a:gd name="connsiteY170" fmla="*/ 418160 h 797705"/>
              <a:gd name="connsiteX171" fmla="*/ 55596 w 829568"/>
              <a:gd name="connsiteY171" fmla="*/ 404569 h 797705"/>
              <a:gd name="connsiteX172" fmla="*/ 48763 w 829568"/>
              <a:gd name="connsiteY172" fmla="*/ 372858 h 797705"/>
              <a:gd name="connsiteX173" fmla="*/ 41929 w 829568"/>
              <a:gd name="connsiteY173" fmla="*/ 354737 h 797705"/>
              <a:gd name="connsiteX174" fmla="*/ 41929 w 829568"/>
              <a:gd name="connsiteY174" fmla="*/ 320761 h 797705"/>
              <a:gd name="connsiteX175" fmla="*/ 41929 w 829568"/>
              <a:gd name="connsiteY175" fmla="*/ 300375 h 797705"/>
              <a:gd name="connsiteX176" fmla="*/ 44300 w 829568"/>
              <a:gd name="connsiteY176" fmla="*/ 291042 h 797705"/>
              <a:gd name="connsiteX177" fmla="*/ 78462 w 829568"/>
              <a:gd name="connsiteY177" fmla="*/ 259331 h 797705"/>
              <a:gd name="connsiteX178" fmla="*/ 92126 w 829568"/>
              <a:gd name="connsiteY178" fmla="*/ 232149 h 797705"/>
              <a:gd name="connsiteX179" fmla="*/ 114901 w 829568"/>
              <a:gd name="connsiteY179" fmla="*/ 211764 h 797705"/>
              <a:gd name="connsiteX180" fmla="*/ 108638 w 829568"/>
              <a:gd name="connsiteY180" fmla="*/ 204968 h 797705"/>
              <a:gd name="connsiteX181" fmla="*/ 92261 w 829568"/>
              <a:gd name="connsiteY181" fmla="*/ 198228 h 797705"/>
              <a:gd name="connsiteX182" fmla="*/ 91806 w 829568"/>
              <a:gd name="connsiteY182" fmla="*/ 198355 h 797705"/>
              <a:gd name="connsiteX183" fmla="*/ 84968 w 829568"/>
              <a:gd name="connsiteY183" fmla="*/ 193807 h 797705"/>
              <a:gd name="connsiteX184" fmla="*/ 94086 w 829568"/>
              <a:gd name="connsiteY184" fmla="*/ 155145 h 797705"/>
              <a:gd name="connsiteX185" fmla="*/ 135114 w 829568"/>
              <a:gd name="connsiteY185" fmla="*/ 127854 h 797705"/>
              <a:gd name="connsiteX186" fmla="*/ 160186 w 829568"/>
              <a:gd name="connsiteY186" fmla="*/ 134677 h 797705"/>
              <a:gd name="connsiteX187" fmla="*/ 160186 w 829568"/>
              <a:gd name="connsiteY187" fmla="*/ 109660 h 797705"/>
              <a:gd name="connsiteX188" fmla="*/ 187538 w 829568"/>
              <a:gd name="connsiteY188" fmla="*/ 82369 h 797705"/>
              <a:gd name="connsiteX189" fmla="*/ 187538 w 829568"/>
              <a:gd name="connsiteY189" fmla="*/ 48256 h 797705"/>
              <a:gd name="connsiteX190" fmla="*/ 190103 w 829568"/>
              <a:gd name="connsiteY190"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57874 w 829568"/>
              <a:gd name="connsiteY165" fmla="*/ 470256 h 797705"/>
              <a:gd name="connsiteX166" fmla="*/ 48763 w 829568"/>
              <a:gd name="connsiteY166" fmla="*/ 472522 h 797705"/>
              <a:gd name="connsiteX167" fmla="*/ 35096 w 829568"/>
              <a:gd name="connsiteY167" fmla="*/ 467991 h 797705"/>
              <a:gd name="connsiteX168" fmla="*/ 32818 w 829568"/>
              <a:gd name="connsiteY168" fmla="*/ 449871 h 797705"/>
              <a:gd name="connsiteX169" fmla="*/ 55596 w 829568"/>
              <a:gd name="connsiteY169" fmla="*/ 418160 h 797705"/>
              <a:gd name="connsiteX170" fmla="*/ 55596 w 829568"/>
              <a:gd name="connsiteY170" fmla="*/ 404569 h 797705"/>
              <a:gd name="connsiteX171" fmla="*/ 48763 w 829568"/>
              <a:gd name="connsiteY171" fmla="*/ 372858 h 797705"/>
              <a:gd name="connsiteX172" fmla="*/ 41929 w 829568"/>
              <a:gd name="connsiteY172" fmla="*/ 354737 h 797705"/>
              <a:gd name="connsiteX173" fmla="*/ 41929 w 829568"/>
              <a:gd name="connsiteY173" fmla="*/ 320761 h 797705"/>
              <a:gd name="connsiteX174" fmla="*/ 41929 w 829568"/>
              <a:gd name="connsiteY174" fmla="*/ 300375 h 797705"/>
              <a:gd name="connsiteX175" fmla="*/ 44300 w 829568"/>
              <a:gd name="connsiteY175" fmla="*/ 291042 h 797705"/>
              <a:gd name="connsiteX176" fmla="*/ 78462 w 829568"/>
              <a:gd name="connsiteY176" fmla="*/ 259331 h 797705"/>
              <a:gd name="connsiteX177" fmla="*/ 92126 w 829568"/>
              <a:gd name="connsiteY177" fmla="*/ 232149 h 797705"/>
              <a:gd name="connsiteX178" fmla="*/ 114901 w 829568"/>
              <a:gd name="connsiteY178" fmla="*/ 211764 h 797705"/>
              <a:gd name="connsiteX179" fmla="*/ 108638 w 829568"/>
              <a:gd name="connsiteY179" fmla="*/ 204968 h 797705"/>
              <a:gd name="connsiteX180" fmla="*/ 92261 w 829568"/>
              <a:gd name="connsiteY180" fmla="*/ 198228 h 797705"/>
              <a:gd name="connsiteX181" fmla="*/ 91806 w 829568"/>
              <a:gd name="connsiteY181" fmla="*/ 198355 h 797705"/>
              <a:gd name="connsiteX182" fmla="*/ 84968 w 829568"/>
              <a:gd name="connsiteY182" fmla="*/ 193807 h 797705"/>
              <a:gd name="connsiteX183" fmla="*/ 94086 w 829568"/>
              <a:gd name="connsiteY183" fmla="*/ 155145 h 797705"/>
              <a:gd name="connsiteX184" fmla="*/ 135114 w 829568"/>
              <a:gd name="connsiteY184" fmla="*/ 127854 h 797705"/>
              <a:gd name="connsiteX185" fmla="*/ 160186 w 829568"/>
              <a:gd name="connsiteY185" fmla="*/ 134677 h 797705"/>
              <a:gd name="connsiteX186" fmla="*/ 160186 w 829568"/>
              <a:gd name="connsiteY186" fmla="*/ 109660 h 797705"/>
              <a:gd name="connsiteX187" fmla="*/ 187538 w 829568"/>
              <a:gd name="connsiteY187" fmla="*/ 82369 h 797705"/>
              <a:gd name="connsiteX188" fmla="*/ 187538 w 829568"/>
              <a:gd name="connsiteY188" fmla="*/ 48256 h 797705"/>
              <a:gd name="connsiteX189" fmla="*/ 190103 w 829568"/>
              <a:gd name="connsiteY189"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48763 w 829568"/>
              <a:gd name="connsiteY165" fmla="*/ 472522 h 797705"/>
              <a:gd name="connsiteX166" fmla="*/ 35096 w 829568"/>
              <a:gd name="connsiteY166" fmla="*/ 467991 h 797705"/>
              <a:gd name="connsiteX167" fmla="*/ 32818 w 829568"/>
              <a:gd name="connsiteY167" fmla="*/ 449871 h 797705"/>
              <a:gd name="connsiteX168" fmla="*/ 55596 w 829568"/>
              <a:gd name="connsiteY168" fmla="*/ 418160 h 797705"/>
              <a:gd name="connsiteX169" fmla="*/ 55596 w 829568"/>
              <a:gd name="connsiteY169" fmla="*/ 404569 h 797705"/>
              <a:gd name="connsiteX170" fmla="*/ 48763 w 829568"/>
              <a:gd name="connsiteY170" fmla="*/ 372858 h 797705"/>
              <a:gd name="connsiteX171" fmla="*/ 41929 w 829568"/>
              <a:gd name="connsiteY171" fmla="*/ 354737 h 797705"/>
              <a:gd name="connsiteX172" fmla="*/ 41929 w 829568"/>
              <a:gd name="connsiteY172" fmla="*/ 320761 h 797705"/>
              <a:gd name="connsiteX173" fmla="*/ 41929 w 829568"/>
              <a:gd name="connsiteY173" fmla="*/ 300375 h 797705"/>
              <a:gd name="connsiteX174" fmla="*/ 44300 w 829568"/>
              <a:gd name="connsiteY174" fmla="*/ 291042 h 797705"/>
              <a:gd name="connsiteX175" fmla="*/ 78462 w 829568"/>
              <a:gd name="connsiteY175" fmla="*/ 259331 h 797705"/>
              <a:gd name="connsiteX176" fmla="*/ 92126 w 829568"/>
              <a:gd name="connsiteY176" fmla="*/ 232149 h 797705"/>
              <a:gd name="connsiteX177" fmla="*/ 114901 w 829568"/>
              <a:gd name="connsiteY177" fmla="*/ 211764 h 797705"/>
              <a:gd name="connsiteX178" fmla="*/ 108638 w 829568"/>
              <a:gd name="connsiteY178" fmla="*/ 204968 h 797705"/>
              <a:gd name="connsiteX179" fmla="*/ 92261 w 829568"/>
              <a:gd name="connsiteY179" fmla="*/ 198228 h 797705"/>
              <a:gd name="connsiteX180" fmla="*/ 91806 w 829568"/>
              <a:gd name="connsiteY180" fmla="*/ 198355 h 797705"/>
              <a:gd name="connsiteX181" fmla="*/ 84968 w 829568"/>
              <a:gd name="connsiteY181" fmla="*/ 193807 h 797705"/>
              <a:gd name="connsiteX182" fmla="*/ 94086 w 829568"/>
              <a:gd name="connsiteY182" fmla="*/ 155145 h 797705"/>
              <a:gd name="connsiteX183" fmla="*/ 135114 w 829568"/>
              <a:gd name="connsiteY183" fmla="*/ 127854 h 797705"/>
              <a:gd name="connsiteX184" fmla="*/ 160186 w 829568"/>
              <a:gd name="connsiteY184" fmla="*/ 134677 h 797705"/>
              <a:gd name="connsiteX185" fmla="*/ 160186 w 829568"/>
              <a:gd name="connsiteY185" fmla="*/ 109660 h 797705"/>
              <a:gd name="connsiteX186" fmla="*/ 187538 w 829568"/>
              <a:gd name="connsiteY186" fmla="*/ 82369 h 797705"/>
              <a:gd name="connsiteX187" fmla="*/ 187538 w 829568"/>
              <a:gd name="connsiteY187" fmla="*/ 48256 h 797705"/>
              <a:gd name="connsiteX188" fmla="*/ 190103 w 829568"/>
              <a:gd name="connsiteY188"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48763 w 829568"/>
              <a:gd name="connsiteY165" fmla="*/ 472522 h 797705"/>
              <a:gd name="connsiteX166" fmla="*/ 35096 w 829568"/>
              <a:gd name="connsiteY166" fmla="*/ 467991 h 797705"/>
              <a:gd name="connsiteX167" fmla="*/ 32818 w 829568"/>
              <a:gd name="connsiteY167" fmla="*/ 449871 h 797705"/>
              <a:gd name="connsiteX168" fmla="*/ 55596 w 829568"/>
              <a:gd name="connsiteY168" fmla="*/ 418160 h 797705"/>
              <a:gd name="connsiteX169" fmla="*/ 55596 w 829568"/>
              <a:gd name="connsiteY169" fmla="*/ 404569 h 797705"/>
              <a:gd name="connsiteX170" fmla="*/ 48763 w 829568"/>
              <a:gd name="connsiteY170" fmla="*/ 372858 h 797705"/>
              <a:gd name="connsiteX171" fmla="*/ 41929 w 829568"/>
              <a:gd name="connsiteY171" fmla="*/ 354737 h 797705"/>
              <a:gd name="connsiteX172" fmla="*/ 41929 w 829568"/>
              <a:gd name="connsiteY172" fmla="*/ 320761 h 797705"/>
              <a:gd name="connsiteX173" fmla="*/ 41929 w 829568"/>
              <a:gd name="connsiteY173" fmla="*/ 300375 h 797705"/>
              <a:gd name="connsiteX174" fmla="*/ 44300 w 829568"/>
              <a:gd name="connsiteY174" fmla="*/ 291042 h 797705"/>
              <a:gd name="connsiteX175" fmla="*/ 78462 w 829568"/>
              <a:gd name="connsiteY175" fmla="*/ 259331 h 797705"/>
              <a:gd name="connsiteX176" fmla="*/ 92126 w 829568"/>
              <a:gd name="connsiteY176" fmla="*/ 232149 h 797705"/>
              <a:gd name="connsiteX177" fmla="*/ 114901 w 829568"/>
              <a:gd name="connsiteY177" fmla="*/ 211764 h 797705"/>
              <a:gd name="connsiteX178" fmla="*/ 108638 w 829568"/>
              <a:gd name="connsiteY178" fmla="*/ 204968 h 797705"/>
              <a:gd name="connsiteX179" fmla="*/ 92261 w 829568"/>
              <a:gd name="connsiteY179" fmla="*/ 198228 h 797705"/>
              <a:gd name="connsiteX180" fmla="*/ 91806 w 829568"/>
              <a:gd name="connsiteY180" fmla="*/ 198355 h 797705"/>
              <a:gd name="connsiteX181" fmla="*/ 84968 w 829568"/>
              <a:gd name="connsiteY181" fmla="*/ 193807 h 797705"/>
              <a:gd name="connsiteX182" fmla="*/ 94086 w 829568"/>
              <a:gd name="connsiteY182" fmla="*/ 155145 h 797705"/>
              <a:gd name="connsiteX183" fmla="*/ 135114 w 829568"/>
              <a:gd name="connsiteY183" fmla="*/ 127854 h 797705"/>
              <a:gd name="connsiteX184" fmla="*/ 160186 w 829568"/>
              <a:gd name="connsiteY184" fmla="*/ 134677 h 797705"/>
              <a:gd name="connsiteX185" fmla="*/ 160186 w 829568"/>
              <a:gd name="connsiteY185" fmla="*/ 109660 h 797705"/>
              <a:gd name="connsiteX186" fmla="*/ 187538 w 829568"/>
              <a:gd name="connsiteY186" fmla="*/ 82369 h 797705"/>
              <a:gd name="connsiteX187" fmla="*/ 187538 w 829568"/>
              <a:gd name="connsiteY187" fmla="*/ 48256 h 797705"/>
              <a:gd name="connsiteX188" fmla="*/ 190103 w 829568"/>
              <a:gd name="connsiteY188" fmla="*/ 284 h 79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829568" h="797705">
                <a:moveTo>
                  <a:pt x="190103" y="284"/>
                </a:moveTo>
                <a:cubicBezTo>
                  <a:pt x="192952" y="-783"/>
                  <a:pt x="198365" y="1065"/>
                  <a:pt x="208052" y="7319"/>
                </a:cubicBezTo>
                <a:cubicBezTo>
                  <a:pt x="221728" y="18691"/>
                  <a:pt x="228566" y="16416"/>
                  <a:pt x="244522" y="16416"/>
                </a:cubicBezTo>
                <a:cubicBezTo>
                  <a:pt x="258198" y="18691"/>
                  <a:pt x="262756" y="30062"/>
                  <a:pt x="269594" y="36884"/>
                </a:cubicBezTo>
                <a:cubicBezTo>
                  <a:pt x="280991" y="45981"/>
                  <a:pt x="301505" y="39159"/>
                  <a:pt x="303784" y="59627"/>
                </a:cubicBezTo>
                <a:cubicBezTo>
                  <a:pt x="308343" y="66450"/>
                  <a:pt x="303784" y="86918"/>
                  <a:pt x="317460" y="89192"/>
                </a:cubicBezTo>
                <a:cubicBezTo>
                  <a:pt x="340254" y="96015"/>
                  <a:pt x="353930" y="93740"/>
                  <a:pt x="353930" y="73272"/>
                </a:cubicBezTo>
                <a:cubicBezTo>
                  <a:pt x="353930" y="36884"/>
                  <a:pt x="388120" y="80095"/>
                  <a:pt x="399516" y="82369"/>
                </a:cubicBezTo>
                <a:cubicBezTo>
                  <a:pt x="413192" y="77821"/>
                  <a:pt x="404075" y="68724"/>
                  <a:pt x="417751" y="77821"/>
                </a:cubicBezTo>
                <a:cubicBezTo>
                  <a:pt x="422310" y="80095"/>
                  <a:pt x="435986" y="68724"/>
                  <a:pt x="438265" y="64175"/>
                </a:cubicBezTo>
                <a:cubicBezTo>
                  <a:pt x="449662" y="50530"/>
                  <a:pt x="463338" y="66450"/>
                  <a:pt x="472455" y="73272"/>
                </a:cubicBezTo>
                <a:cubicBezTo>
                  <a:pt x="474734" y="75546"/>
                  <a:pt x="479293" y="82369"/>
                  <a:pt x="486131" y="82369"/>
                </a:cubicBezTo>
                <a:cubicBezTo>
                  <a:pt x="506645" y="91466"/>
                  <a:pt x="492969" y="109660"/>
                  <a:pt x="490690" y="132402"/>
                </a:cubicBezTo>
                <a:cubicBezTo>
                  <a:pt x="488410" y="152870"/>
                  <a:pt x="495248" y="173338"/>
                  <a:pt x="495248" y="196081"/>
                </a:cubicBezTo>
                <a:lnTo>
                  <a:pt x="495248" y="214275"/>
                </a:lnTo>
                <a:lnTo>
                  <a:pt x="495067" y="214233"/>
                </a:lnTo>
                <a:lnTo>
                  <a:pt x="497146" y="220449"/>
                </a:lnTo>
                <a:cubicBezTo>
                  <a:pt x="501700" y="222717"/>
                  <a:pt x="503976" y="224986"/>
                  <a:pt x="508530" y="224986"/>
                </a:cubicBezTo>
                <a:cubicBezTo>
                  <a:pt x="515360" y="227255"/>
                  <a:pt x="519913" y="236329"/>
                  <a:pt x="524467" y="238598"/>
                </a:cubicBezTo>
                <a:cubicBezTo>
                  <a:pt x="538127" y="238598"/>
                  <a:pt x="548678" y="231328"/>
                  <a:pt x="556340" y="234060"/>
                </a:cubicBezTo>
                <a:cubicBezTo>
                  <a:pt x="564002" y="236792"/>
                  <a:pt x="568089" y="251508"/>
                  <a:pt x="570440" y="254988"/>
                </a:cubicBezTo>
                <a:cubicBezTo>
                  <a:pt x="570442" y="254973"/>
                  <a:pt x="570443" y="254957"/>
                  <a:pt x="570445" y="254942"/>
                </a:cubicBezTo>
                <a:lnTo>
                  <a:pt x="574113" y="256872"/>
                </a:lnTo>
                <a:lnTo>
                  <a:pt x="574458" y="256788"/>
                </a:lnTo>
                <a:lnTo>
                  <a:pt x="583230" y="254659"/>
                </a:lnTo>
                <a:cubicBezTo>
                  <a:pt x="586924" y="252674"/>
                  <a:pt x="590902" y="250406"/>
                  <a:pt x="595448" y="250406"/>
                </a:cubicBezTo>
                <a:cubicBezTo>
                  <a:pt x="599994" y="250406"/>
                  <a:pt x="620451" y="275355"/>
                  <a:pt x="624997" y="282159"/>
                </a:cubicBezTo>
                <a:cubicBezTo>
                  <a:pt x="637499" y="292366"/>
                  <a:pt x="638067" y="302005"/>
                  <a:pt x="637214" y="311928"/>
                </a:cubicBezTo>
                <a:lnTo>
                  <a:pt x="636731" y="319061"/>
                </a:lnTo>
                <a:lnTo>
                  <a:pt x="636185" y="327131"/>
                </a:lnTo>
                <a:cubicBezTo>
                  <a:pt x="636362" y="332340"/>
                  <a:pt x="637499" y="337727"/>
                  <a:pt x="640908" y="343397"/>
                </a:cubicBezTo>
                <a:cubicBezTo>
                  <a:pt x="652273" y="354737"/>
                  <a:pt x="652273" y="336593"/>
                  <a:pt x="656819" y="329788"/>
                </a:cubicBezTo>
                <a:cubicBezTo>
                  <a:pt x="661365" y="320716"/>
                  <a:pt x="652273" y="357005"/>
                  <a:pt x="672730" y="347933"/>
                </a:cubicBezTo>
                <a:cubicBezTo>
                  <a:pt x="686368" y="341129"/>
                  <a:pt x="679549" y="359273"/>
                  <a:pt x="679549" y="366077"/>
                </a:cubicBezTo>
                <a:cubicBezTo>
                  <a:pt x="681822" y="377418"/>
                  <a:pt x="681822" y="404634"/>
                  <a:pt x="686368" y="418243"/>
                </a:cubicBezTo>
                <a:cubicBezTo>
                  <a:pt x="695461" y="438655"/>
                  <a:pt x="715918" y="400098"/>
                  <a:pt x="736375" y="413707"/>
                </a:cubicBezTo>
                <a:cubicBezTo>
                  <a:pt x="745467" y="415975"/>
                  <a:pt x="750013" y="420511"/>
                  <a:pt x="756832" y="420511"/>
                </a:cubicBezTo>
                <a:cubicBezTo>
                  <a:pt x="761378" y="418243"/>
                  <a:pt x="763651" y="409171"/>
                  <a:pt x="765924" y="406903"/>
                </a:cubicBezTo>
                <a:cubicBezTo>
                  <a:pt x="786381" y="415975"/>
                  <a:pt x="811384" y="409171"/>
                  <a:pt x="829568" y="397830"/>
                </a:cubicBezTo>
                <a:lnTo>
                  <a:pt x="829568" y="413707"/>
                </a:lnTo>
                <a:cubicBezTo>
                  <a:pt x="829568" y="418243"/>
                  <a:pt x="829568" y="420511"/>
                  <a:pt x="827295" y="422779"/>
                </a:cubicBezTo>
                <a:cubicBezTo>
                  <a:pt x="827295" y="425047"/>
                  <a:pt x="825022" y="427315"/>
                  <a:pt x="822749" y="427315"/>
                </a:cubicBezTo>
                <a:cubicBezTo>
                  <a:pt x="820476" y="427315"/>
                  <a:pt x="818203" y="425047"/>
                  <a:pt x="815930" y="427315"/>
                </a:cubicBezTo>
                <a:cubicBezTo>
                  <a:pt x="811384" y="436387"/>
                  <a:pt x="809111" y="431851"/>
                  <a:pt x="809111" y="443192"/>
                </a:cubicBezTo>
                <a:cubicBezTo>
                  <a:pt x="809111" y="445460"/>
                  <a:pt x="804565" y="449996"/>
                  <a:pt x="802292" y="452264"/>
                </a:cubicBezTo>
                <a:cubicBezTo>
                  <a:pt x="802292" y="454532"/>
                  <a:pt x="800019" y="456800"/>
                  <a:pt x="800019" y="459068"/>
                </a:cubicBezTo>
                <a:cubicBezTo>
                  <a:pt x="804565" y="463604"/>
                  <a:pt x="797746" y="465872"/>
                  <a:pt x="800019" y="470408"/>
                </a:cubicBezTo>
                <a:cubicBezTo>
                  <a:pt x="800019" y="472676"/>
                  <a:pt x="802292" y="479481"/>
                  <a:pt x="800019" y="481749"/>
                </a:cubicBezTo>
                <a:cubicBezTo>
                  <a:pt x="795473" y="481749"/>
                  <a:pt x="788654" y="479481"/>
                  <a:pt x="784108" y="477212"/>
                </a:cubicBezTo>
                <a:lnTo>
                  <a:pt x="777289" y="477212"/>
                </a:lnTo>
                <a:lnTo>
                  <a:pt x="770470" y="481749"/>
                </a:lnTo>
                <a:cubicBezTo>
                  <a:pt x="770470" y="484017"/>
                  <a:pt x="768197" y="486285"/>
                  <a:pt x="768197" y="488553"/>
                </a:cubicBezTo>
                <a:cubicBezTo>
                  <a:pt x="763651" y="495357"/>
                  <a:pt x="756832" y="499893"/>
                  <a:pt x="750013" y="497625"/>
                </a:cubicBezTo>
                <a:cubicBezTo>
                  <a:pt x="747740" y="495357"/>
                  <a:pt x="745467" y="493089"/>
                  <a:pt x="745467" y="490821"/>
                </a:cubicBezTo>
                <a:cubicBezTo>
                  <a:pt x="743194" y="490821"/>
                  <a:pt x="743194" y="493089"/>
                  <a:pt x="740921" y="493089"/>
                </a:cubicBezTo>
                <a:cubicBezTo>
                  <a:pt x="740921" y="495357"/>
                  <a:pt x="738648" y="499893"/>
                  <a:pt x="738648" y="499893"/>
                </a:cubicBezTo>
                <a:lnTo>
                  <a:pt x="738648" y="502161"/>
                </a:lnTo>
                <a:cubicBezTo>
                  <a:pt x="734102" y="504429"/>
                  <a:pt x="729556" y="506697"/>
                  <a:pt x="725010" y="504429"/>
                </a:cubicBezTo>
                <a:cubicBezTo>
                  <a:pt x="720464" y="504429"/>
                  <a:pt x="718191" y="506697"/>
                  <a:pt x="715918" y="508965"/>
                </a:cubicBezTo>
                <a:cubicBezTo>
                  <a:pt x="715918" y="511233"/>
                  <a:pt x="718191" y="515770"/>
                  <a:pt x="715918" y="520306"/>
                </a:cubicBezTo>
                <a:lnTo>
                  <a:pt x="713645" y="522574"/>
                </a:lnTo>
                <a:cubicBezTo>
                  <a:pt x="711372" y="524842"/>
                  <a:pt x="697734" y="529378"/>
                  <a:pt x="693188" y="527110"/>
                </a:cubicBezTo>
                <a:cubicBezTo>
                  <a:pt x="686368" y="524842"/>
                  <a:pt x="684095" y="536182"/>
                  <a:pt x="677276" y="531646"/>
                </a:cubicBezTo>
                <a:cubicBezTo>
                  <a:pt x="675003" y="529378"/>
                  <a:pt x="670457" y="524842"/>
                  <a:pt x="668184" y="527110"/>
                </a:cubicBezTo>
                <a:lnTo>
                  <a:pt x="665911" y="529378"/>
                </a:lnTo>
                <a:cubicBezTo>
                  <a:pt x="665911" y="531646"/>
                  <a:pt x="668184" y="536182"/>
                  <a:pt x="665911" y="538450"/>
                </a:cubicBezTo>
                <a:cubicBezTo>
                  <a:pt x="665911" y="540718"/>
                  <a:pt x="661365" y="540718"/>
                  <a:pt x="659092" y="540718"/>
                </a:cubicBezTo>
                <a:lnTo>
                  <a:pt x="659092" y="545254"/>
                </a:lnTo>
                <a:cubicBezTo>
                  <a:pt x="656819" y="549790"/>
                  <a:pt x="659092" y="552058"/>
                  <a:pt x="659092" y="556595"/>
                </a:cubicBezTo>
                <a:cubicBezTo>
                  <a:pt x="659092" y="558863"/>
                  <a:pt x="659092" y="558863"/>
                  <a:pt x="656819" y="561131"/>
                </a:cubicBezTo>
                <a:cubicBezTo>
                  <a:pt x="656819" y="561131"/>
                  <a:pt x="654546" y="563399"/>
                  <a:pt x="652273" y="561131"/>
                </a:cubicBezTo>
                <a:lnTo>
                  <a:pt x="650000" y="561131"/>
                </a:lnTo>
                <a:cubicBezTo>
                  <a:pt x="643181" y="554327"/>
                  <a:pt x="620451" y="561131"/>
                  <a:pt x="618178" y="552058"/>
                </a:cubicBezTo>
                <a:lnTo>
                  <a:pt x="618178" y="549790"/>
                </a:lnTo>
                <a:cubicBezTo>
                  <a:pt x="618178" y="545254"/>
                  <a:pt x="613632" y="542986"/>
                  <a:pt x="609086" y="542986"/>
                </a:cubicBezTo>
                <a:cubicBezTo>
                  <a:pt x="602267" y="540718"/>
                  <a:pt x="602267" y="545254"/>
                  <a:pt x="599994" y="547522"/>
                </a:cubicBezTo>
                <a:cubicBezTo>
                  <a:pt x="595448" y="549790"/>
                  <a:pt x="588629" y="547522"/>
                  <a:pt x="590902" y="554327"/>
                </a:cubicBezTo>
                <a:cubicBezTo>
                  <a:pt x="590902" y="558863"/>
                  <a:pt x="584083" y="565667"/>
                  <a:pt x="579537" y="563399"/>
                </a:cubicBezTo>
                <a:cubicBezTo>
                  <a:pt x="577264" y="563399"/>
                  <a:pt x="574991" y="556595"/>
                  <a:pt x="574991" y="556595"/>
                </a:cubicBezTo>
                <a:cubicBezTo>
                  <a:pt x="572718" y="552058"/>
                  <a:pt x="570445" y="556595"/>
                  <a:pt x="570445" y="558863"/>
                </a:cubicBezTo>
                <a:cubicBezTo>
                  <a:pt x="568172" y="558863"/>
                  <a:pt x="568172" y="561131"/>
                  <a:pt x="568172" y="563399"/>
                </a:cubicBezTo>
                <a:lnTo>
                  <a:pt x="568172" y="565667"/>
                </a:lnTo>
                <a:lnTo>
                  <a:pt x="568172" y="570203"/>
                </a:lnTo>
                <a:cubicBezTo>
                  <a:pt x="568172" y="570203"/>
                  <a:pt x="565899" y="570203"/>
                  <a:pt x="565899" y="572471"/>
                </a:cubicBezTo>
                <a:lnTo>
                  <a:pt x="565899" y="574739"/>
                </a:lnTo>
                <a:cubicBezTo>
                  <a:pt x="565899" y="574739"/>
                  <a:pt x="579537" y="579275"/>
                  <a:pt x="581810" y="581543"/>
                </a:cubicBezTo>
                <a:lnTo>
                  <a:pt x="586356" y="586079"/>
                </a:lnTo>
                <a:cubicBezTo>
                  <a:pt x="590902" y="583811"/>
                  <a:pt x="588629" y="579275"/>
                  <a:pt x="590902" y="579275"/>
                </a:cubicBezTo>
                <a:cubicBezTo>
                  <a:pt x="590902" y="581543"/>
                  <a:pt x="595448" y="583811"/>
                  <a:pt x="597721" y="583811"/>
                </a:cubicBezTo>
                <a:cubicBezTo>
                  <a:pt x="599994" y="583811"/>
                  <a:pt x="599994" y="581543"/>
                  <a:pt x="599994" y="579275"/>
                </a:cubicBezTo>
                <a:cubicBezTo>
                  <a:pt x="602267" y="581543"/>
                  <a:pt x="604540" y="583811"/>
                  <a:pt x="606813" y="588347"/>
                </a:cubicBezTo>
                <a:lnTo>
                  <a:pt x="606813" y="590616"/>
                </a:lnTo>
                <a:cubicBezTo>
                  <a:pt x="606813" y="597420"/>
                  <a:pt x="602267" y="597420"/>
                  <a:pt x="602267" y="601956"/>
                </a:cubicBezTo>
                <a:cubicBezTo>
                  <a:pt x="602267" y="604224"/>
                  <a:pt x="604540" y="604224"/>
                  <a:pt x="604540" y="606492"/>
                </a:cubicBezTo>
                <a:lnTo>
                  <a:pt x="609086" y="611028"/>
                </a:lnTo>
                <a:lnTo>
                  <a:pt x="606813" y="613296"/>
                </a:lnTo>
                <a:cubicBezTo>
                  <a:pt x="599994" y="613296"/>
                  <a:pt x="593175" y="615564"/>
                  <a:pt x="588629" y="613296"/>
                </a:cubicBezTo>
                <a:cubicBezTo>
                  <a:pt x="584083" y="613296"/>
                  <a:pt x="574991" y="601956"/>
                  <a:pt x="572718" y="597420"/>
                </a:cubicBezTo>
                <a:cubicBezTo>
                  <a:pt x="570445" y="599688"/>
                  <a:pt x="570445" y="608760"/>
                  <a:pt x="568172" y="606492"/>
                </a:cubicBezTo>
                <a:cubicBezTo>
                  <a:pt x="563626" y="606492"/>
                  <a:pt x="563626" y="599688"/>
                  <a:pt x="561353" y="597420"/>
                </a:cubicBezTo>
                <a:lnTo>
                  <a:pt x="556807" y="592884"/>
                </a:lnTo>
                <a:cubicBezTo>
                  <a:pt x="552261" y="586079"/>
                  <a:pt x="554534" y="565667"/>
                  <a:pt x="540896" y="570203"/>
                </a:cubicBezTo>
                <a:cubicBezTo>
                  <a:pt x="534077" y="572471"/>
                  <a:pt x="534077" y="558863"/>
                  <a:pt x="529530" y="565667"/>
                </a:cubicBezTo>
                <a:cubicBezTo>
                  <a:pt x="527257" y="567935"/>
                  <a:pt x="522711" y="572471"/>
                  <a:pt x="518165" y="572471"/>
                </a:cubicBezTo>
                <a:cubicBezTo>
                  <a:pt x="515892" y="572471"/>
                  <a:pt x="511109" y="575850"/>
                  <a:pt x="509073" y="577007"/>
                </a:cubicBezTo>
                <a:cubicBezTo>
                  <a:pt x="507037" y="578164"/>
                  <a:pt x="506467" y="578635"/>
                  <a:pt x="505946" y="579415"/>
                </a:cubicBezTo>
                <a:lnTo>
                  <a:pt x="505946" y="581688"/>
                </a:lnTo>
                <a:cubicBezTo>
                  <a:pt x="503669" y="583961"/>
                  <a:pt x="499116" y="586233"/>
                  <a:pt x="496839" y="590779"/>
                </a:cubicBezTo>
                <a:lnTo>
                  <a:pt x="496839" y="595324"/>
                </a:lnTo>
                <a:lnTo>
                  <a:pt x="501392" y="599870"/>
                </a:lnTo>
                <a:cubicBezTo>
                  <a:pt x="503669" y="602142"/>
                  <a:pt x="505946" y="606688"/>
                  <a:pt x="510500" y="608960"/>
                </a:cubicBezTo>
                <a:lnTo>
                  <a:pt x="508223" y="613506"/>
                </a:lnTo>
                <a:lnTo>
                  <a:pt x="508223" y="618051"/>
                </a:lnTo>
                <a:lnTo>
                  <a:pt x="490008" y="640778"/>
                </a:lnTo>
                <a:cubicBezTo>
                  <a:pt x="480900" y="652142"/>
                  <a:pt x="474070" y="629415"/>
                  <a:pt x="464962" y="631687"/>
                </a:cubicBezTo>
                <a:cubicBezTo>
                  <a:pt x="455854" y="633960"/>
                  <a:pt x="458131" y="622597"/>
                  <a:pt x="451300" y="624869"/>
                </a:cubicBezTo>
                <a:cubicBezTo>
                  <a:pt x="444470" y="631687"/>
                  <a:pt x="435362" y="638506"/>
                  <a:pt x="423977" y="638506"/>
                </a:cubicBezTo>
                <a:cubicBezTo>
                  <a:pt x="419424" y="638506"/>
                  <a:pt x="417147" y="643051"/>
                  <a:pt x="414870" y="643051"/>
                </a:cubicBezTo>
                <a:cubicBezTo>
                  <a:pt x="410316" y="647596"/>
                  <a:pt x="403485" y="645324"/>
                  <a:pt x="398931" y="645324"/>
                </a:cubicBezTo>
                <a:cubicBezTo>
                  <a:pt x="398931" y="647596"/>
                  <a:pt x="396654" y="649869"/>
                  <a:pt x="394378" y="652142"/>
                </a:cubicBezTo>
                <a:cubicBezTo>
                  <a:pt x="389824" y="656687"/>
                  <a:pt x="378439" y="654415"/>
                  <a:pt x="373885" y="654415"/>
                </a:cubicBezTo>
                <a:cubicBezTo>
                  <a:pt x="367055" y="654415"/>
                  <a:pt x="357947" y="654415"/>
                  <a:pt x="353393" y="661233"/>
                </a:cubicBezTo>
                <a:cubicBezTo>
                  <a:pt x="346562" y="665778"/>
                  <a:pt x="344285" y="677142"/>
                  <a:pt x="344285" y="683960"/>
                </a:cubicBezTo>
                <a:lnTo>
                  <a:pt x="346559" y="695305"/>
                </a:lnTo>
                <a:lnTo>
                  <a:pt x="346890" y="695371"/>
                </a:lnTo>
                <a:cubicBezTo>
                  <a:pt x="349169" y="695371"/>
                  <a:pt x="349169" y="697639"/>
                  <a:pt x="349169" y="697639"/>
                </a:cubicBezTo>
                <a:cubicBezTo>
                  <a:pt x="351448" y="702176"/>
                  <a:pt x="351448" y="706713"/>
                  <a:pt x="349169" y="708981"/>
                </a:cubicBezTo>
                <a:lnTo>
                  <a:pt x="349169" y="713518"/>
                </a:lnTo>
                <a:cubicBezTo>
                  <a:pt x="346890" y="718055"/>
                  <a:pt x="346890" y="720324"/>
                  <a:pt x="346890" y="724861"/>
                </a:cubicBezTo>
                <a:lnTo>
                  <a:pt x="340053" y="722592"/>
                </a:lnTo>
                <a:cubicBezTo>
                  <a:pt x="333216" y="722592"/>
                  <a:pt x="324101" y="722592"/>
                  <a:pt x="317264" y="720324"/>
                </a:cubicBezTo>
                <a:cubicBezTo>
                  <a:pt x="317264" y="718055"/>
                  <a:pt x="314985" y="718055"/>
                  <a:pt x="312706" y="718055"/>
                </a:cubicBezTo>
                <a:cubicBezTo>
                  <a:pt x="310427" y="718055"/>
                  <a:pt x="305869" y="722592"/>
                  <a:pt x="303590" y="724861"/>
                </a:cubicBezTo>
                <a:cubicBezTo>
                  <a:pt x="301311" y="727129"/>
                  <a:pt x="296753" y="729398"/>
                  <a:pt x="294474" y="731666"/>
                </a:cubicBezTo>
                <a:cubicBezTo>
                  <a:pt x="289916" y="731666"/>
                  <a:pt x="289916" y="733934"/>
                  <a:pt x="289916" y="738471"/>
                </a:cubicBezTo>
                <a:lnTo>
                  <a:pt x="289916" y="752082"/>
                </a:lnTo>
                <a:cubicBezTo>
                  <a:pt x="285358" y="752082"/>
                  <a:pt x="283079" y="745277"/>
                  <a:pt x="280800" y="740740"/>
                </a:cubicBezTo>
                <a:lnTo>
                  <a:pt x="278521" y="743008"/>
                </a:lnTo>
                <a:cubicBezTo>
                  <a:pt x="278521" y="745277"/>
                  <a:pt x="278521" y="747545"/>
                  <a:pt x="276242" y="749814"/>
                </a:cubicBezTo>
                <a:cubicBezTo>
                  <a:pt x="276242" y="754351"/>
                  <a:pt x="273963" y="758888"/>
                  <a:pt x="269405" y="761156"/>
                </a:cubicBezTo>
                <a:cubicBezTo>
                  <a:pt x="251174" y="777035"/>
                  <a:pt x="244337" y="745277"/>
                  <a:pt x="232942" y="749814"/>
                </a:cubicBezTo>
                <a:cubicBezTo>
                  <a:pt x="232942" y="752082"/>
                  <a:pt x="230663" y="754351"/>
                  <a:pt x="230663" y="754351"/>
                </a:cubicBezTo>
                <a:cubicBezTo>
                  <a:pt x="230663" y="765693"/>
                  <a:pt x="210152" y="754351"/>
                  <a:pt x="203316" y="754351"/>
                </a:cubicBezTo>
                <a:cubicBezTo>
                  <a:pt x="196479" y="752082"/>
                  <a:pt x="187363" y="754351"/>
                  <a:pt x="180526" y="761156"/>
                </a:cubicBezTo>
                <a:lnTo>
                  <a:pt x="169131" y="767961"/>
                </a:lnTo>
                <a:cubicBezTo>
                  <a:pt x="162294" y="772498"/>
                  <a:pt x="166852" y="781572"/>
                  <a:pt x="157736" y="783841"/>
                </a:cubicBezTo>
                <a:cubicBezTo>
                  <a:pt x="150899" y="786109"/>
                  <a:pt x="141784" y="799720"/>
                  <a:pt x="137226" y="797451"/>
                </a:cubicBezTo>
                <a:cubicBezTo>
                  <a:pt x="132668" y="797451"/>
                  <a:pt x="130389" y="790646"/>
                  <a:pt x="128110" y="786109"/>
                </a:cubicBezTo>
                <a:cubicBezTo>
                  <a:pt x="123552" y="781572"/>
                  <a:pt x="121273" y="790646"/>
                  <a:pt x="121273" y="792914"/>
                </a:cubicBezTo>
                <a:cubicBezTo>
                  <a:pt x="114436" y="801988"/>
                  <a:pt x="103041" y="786109"/>
                  <a:pt x="93925" y="790646"/>
                </a:cubicBezTo>
                <a:cubicBezTo>
                  <a:pt x="84809" y="797451"/>
                  <a:pt x="77973" y="792914"/>
                  <a:pt x="68857" y="790646"/>
                </a:cubicBezTo>
                <a:cubicBezTo>
                  <a:pt x="64299" y="790646"/>
                  <a:pt x="62020" y="792914"/>
                  <a:pt x="57462" y="792914"/>
                </a:cubicBezTo>
                <a:cubicBezTo>
                  <a:pt x="52904" y="792914"/>
                  <a:pt x="50625" y="790646"/>
                  <a:pt x="46067" y="788377"/>
                </a:cubicBezTo>
                <a:cubicBezTo>
                  <a:pt x="39230" y="786109"/>
                  <a:pt x="32393" y="786109"/>
                  <a:pt x="25556" y="786109"/>
                </a:cubicBezTo>
                <a:lnTo>
                  <a:pt x="25556" y="783841"/>
                </a:lnTo>
                <a:cubicBezTo>
                  <a:pt x="28595" y="781195"/>
                  <a:pt x="25899" y="774355"/>
                  <a:pt x="43788" y="770230"/>
                </a:cubicBezTo>
                <a:cubicBezTo>
                  <a:pt x="43788" y="745277"/>
                  <a:pt x="48346" y="720324"/>
                  <a:pt x="48346" y="699908"/>
                </a:cubicBezTo>
                <a:cubicBezTo>
                  <a:pt x="43788" y="697639"/>
                  <a:pt x="-17744" y="674955"/>
                  <a:pt x="5046" y="670418"/>
                </a:cubicBezTo>
                <a:cubicBezTo>
                  <a:pt x="43788" y="659075"/>
                  <a:pt x="27835" y="640928"/>
                  <a:pt x="30114" y="615975"/>
                </a:cubicBezTo>
                <a:cubicBezTo>
                  <a:pt x="32393" y="609169"/>
                  <a:pt x="39230" y="606901"/>
                  <a:pt x="41509" y="600095"/>
                </a:cubicBezTo>
                <a:cubicBezTo>
                  <a:pt x="41509" y="595558"/>
                  <a:pt x="34672" y="586485"/>
                  <a:pt x="34672" y="581948"/>
                </a:cubicBezTo>
                <a:cubicBezTo>
                  <a:pt x="34672" y="577411"/>
                  <a:pt x="41509" y="556995"/>
                  <a:pt x="41509" y="554726"/>
                </a:cubicBezTo>
                <a:cubicBezTo>
                  <a:pt x="34672" y="547921"/>
                  <a:pt x="11883" y="554726"/>
                  <a:pt x="16441" y="543384"/>
                </a:cubicBezTo>
                <a:cubicBezTo>
                  <a:pt x="21329" y="534774"/>
                  <a:pt x="26054" y="522091"/>
                  <a:pt x="28333" y="522091"/>
                </a:cubicBezTo>
                <a:cubicBezTo>
                  <a:pt x="53983" y="480832"/>
                  <a:pt x="52861" y="506506"/>
                  <a:pt x="73580" y="484975"/>
                </a:cubicBezTo>
                <a:cubicBezTo>
                  <a:pt x="66717" y="476597"/>
                  <a:pt x="57035" y="476673"/>
                  <a:pt x="48763" y="472522"/>
                </a:cubicBezTo>
                <a:cubicBezTo>
                  <a:pt x="41929" y="470256"/>
                  <a:pt x="39652" y="470256"/>
                  <a:pt x="35096" y="467991"/>
                </a:cubicBezTo>
                <a:cubicBezTo>
                  <a:pt x="23707" y="463461"/>
                  <a:pt x="30540" y="458931"/>
                  <a:pt x="32818" y="449871"/>
                </a:cubicBezTo>
                <a:cubicBezTo>
                  <a:pt x="39652" y="436280"/>
                  <a:pt x="46485" y="429485"/>
                  <a:pt x="55596" y="418160"/>
                </a:cubicBezTo>
                <a:lnTo>
                  <a:pt x="55596" y="404569"/>
                </a:lnTo>
                <a:cubicBezTo>
                  <a:pt x="55596" y="388713"/>
                  <a:pt x="73818" y="384183"/>
                  <a:pt x="48763" y="372858"/>
                </a:cubicBezTo>
                <a:cubicBezTo>
                  <a:pt x="44207" y="370593"/>
                  <a:pt x="44207" y="357002"/>
                  <a:pt x="41929" y="354737"/>
                </a:cubicBezTo>
                <a:cubicBezTo>
                  <a:pt x="35096" y="343412"/>
                  <a:pt x="44207" y="329821"/>
                  <a:pt x="41929" y="320761"/>
                </a:cubicBezTo>
                <a:cubicBezTo>
                  <a:pt x="44207" y="313966"/>
                  <a:pt x="41929" y="307170"/>
                  <a:pt x="41929" y="300375"/>
                </a:cubicBezTo>
                <a:lnTo>
                  <a:pt x="44300" y="291042"/>
                </a:lnTo>
                <a:cubicBezTo>
                  <a:pt x="51132" y="275186"/>
                  <a:pt x="73907" y="281981"/>
                  <a:pt x="78462" y="259331"/>
                </a:cubicBezTo>
                <a:cubicBezTo>
                  <a:pt x="85294" y="245740"/>
                  <a:pt x="80739" y="241210"/>
                  <a:pt x="92126" y="232149"/>
                </a:cubicBezTo>
                <a:cubicBezTo>
                  <a:pt x="101236" y="225354"/>
                  <a:pt x="108069" y="216294"/>
                  <a:pt x="114901" y="211764"/>
                </a:cubicBezTo>
                <a:cubicBezTo>
                  <a:pt x="116040" y="209499"/>
                  <a:pt x="113193" y="207234"/>
                  <a:pt x="108638" y="204968"/>
                </a:cubicBezTo>
                <a:lnTo>
                  <a:pt x="92261" y="198228"/>
                </a:lnTo>
                <a:lnTo>
                  <a:pt x="91806" y="198355"/>
                </a:lnTo>
                <a:cubicBezTo>
                  <a:pt x="89527" y="196081"/>
                  <a:pt x="84968" y="193807"/>
                  <a:pt x="84968" y="193807"/>
                </a:cubicBezTo>
                <a:cubicBezTo>
                  <a:pt x="69013" y="173338"/>
                  <a:pt x="75851" y="166516"/>
                  <a:pt x="94086" y="155145"/>
                </a:cubicBezTo>
                <a:cubicBezTo>
                  <a:pt x="107762" y="123305"/>
                  <a:pt x="98644" y="111934"/>
                  <a:pt x="135114" y="127854"/>
                </a:cubicBezTo>
                <a:cubicBezTo>
                  <a:pt x="139672" y="132402"/>
                  <a:pt x="153348" y="139225"/>
                  <a:pt x="160186" y="134677"/>
                </a:cubicBezTo>
                <a:cubicBezTo>
                  <a:pt x="164745" y="132402"/>
                  <a:pt x="157907" y="116483"/>
                  <a:pt x="160186" y="109660"/>
                </a:cubicBezTo>
                <a:cubicBezTo>
                  <a:pt x="162466" y="102837"/>
                  <a:pt x="203494" y="98289"/>
                  <a:pt x="187538" y="82369"/>
                </a:cubicBezTo>
                <a:cubicBezTo>
                  <a:pt x="169304" y="66450"/>
                  <a:pt x="176142" y="64175"/>
                  <a:pt x="187538" y="48256"/>
                </a:cubicBezTo>
                <a:cubicBezTo>
                  <a:pt x="196086" y="32905"/>
                  <a:pt x="181555" y="3482"/>
                  <a:pt x="190103" y="284"/>
                </a:cubicBezTo>
                <a:close/>
              </a:path>
            </a:pathLst>
          </a:custGeom>
          <a:solidFill>
            <a:schemeClr val="accent3"/>
          </a:solidFill>
          <a:ln w="3175" algn="ctr">
            <a:solidFill>
              <a:schemeClr val="bg1"/>
            </a:solidFill>
            <a:miter lim="800000"/>
            <a:headEnd/>
            <a:tailEnd/>
          </a:ln>
        </p:spPr>
        <p:txBody>
          <a:bodyPr wrap="square" lIns="84685" tIns="84685" rIns="84685" bIns="8468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524" b="1" i="0" u="none" strike="noStrike" kern="1200" cap="none" spc="0" normalizeH="0" baseline="0" noProof="0">
              <a:ln>
                <a:noFill/>
              </a:ln>
              <a:solidFill>
                <a:prstClr val="white"/>
              </a:solidFill>
              <a:effectLst/>
              <a:uLnTx/>
              <a:uFillTx/>
              <a:latin typeface="Verdana"/>
              <a:ea typeface="+mn-ea"/>
              <a:cs typeface="+mn-cs"/>
            </a:endParaRPr>
          </a:p>
        </p:txBody>
      </p:sp>
      <p:cxnSp>
        <p:nvCxnSpPr>
          <p:cNvPr id="395" name="Straight Arrow Connector 394">
            <a:extLst>
              <a:ext uri="{FF2B5EF4-FFF2-40B4-BE49-F238E27FC236}">
                <a16:creationId xmlns:a16="http://schemas.microsoft.com/office/drawing/2014/main" id="{F4165754-6063-47DA-9626-9E9F47989E91}"/>
              </a:ext>
            </a:extLst>
          </p:cNvPr>
          <p:cNvCxnSpPr>
            <a:cxnSpLocks/>
          </p:cNvCxnSpPr>
          <p:nvPr/>
        </p:nvCxnSpPr>
        <p:spPr>
          <a:xfrm flipH="1" flipV="1">
            <a:off x="3616050" y="4019254"/>
            <a:ext cx="991892" cy="2503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99" name="TextBox 398">
            <a:extLst>
              <a:ext uri="{FF2B5EF4-FFF2-40B4-BE49-F238E27FC236}">
                <a16:creationId xmlns:a16="http://schemas.microsoft.com/office/drawing/2014/main" id="{41F5DDF8-0F16-4C93-86AF-055778BF1B6C}"/>
              </a:ext>
            </a:extLst>
          </p:cNvPr>
          <p:cNvSpPr txBox="1"/>
          <p:nvPr/>
        </p:nvSpPr>
        <p:spPr>
          <a:xfrm>
            <a:off x="580813" y="1465142"/>
            <a:ext cx="5615085" cy="8617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400" b="0" i="0" u="none" strike="noStrike" kern="1200" cap="none" spc="0" normalizeH="0" baseline="0" noProof="0">
                <a:ln>
                  <a:noFill/>
                </a:ln>
                <a:solidFill>
                  <a:srgbClr val="313131"/>
                </a:solidFill>
                <a:effectLst/>
                <a:uLnTx/>
                <a:uFillTx/>
                <a:latin typeface="Verdana"/>
                <a:ea typeface="+mn-ea"/>
                <a:cs typeface="+mn-cs"/>
              </a:rPr>
              <a:t>We have a valued portfolio of supporting states in implementation of policies through digitalisation of solar rooftop application processes; supporting PMUs for Utilities &amp; SNAs; IT handholding support for DISCOMs </a:t>
            </a:r>
            <a:endParaRPr kumimoji="0" lang="en-IN" sz="1400" b="0" i="1" u="none" strike="noStrike" kern="1200" cap="none" spc="0" normalizeH="0" baseline="0" noProof="0">
              <a:ln>
                <a:noFill/>
              </a:ln>
              <a:solidFill>
                <a:srgbClr val="313131"/>
              </a:solidFill>
              <a:effectLst/>
              <a:uLnTx/>
              <a:uFillTx/>
              <a:latin typeface="Verdana"/>
              <a:ea typeface="+mn-ea"/>
              <a:cs typeface="+mn-cs"/>
            </a:endParaRPr>
          </a:p>
        </p:txBody>
      </p:sp>
      <p:sp>
        <p:nvSpPr>
          <p:cNvPr id="402" name="Rectangle 401">
            <a:extLst>
              <a:ext uri="{FF2B5EF4-FFF2-40B4-BE49-F238E27FC236}">
                <a16:creationId xmlns:a16="http://schemas.microsoft.com/office/drawing/2014/main" id="{996C3AB8-28B9-4164-B3CD-B3F3949F4447}"/>
              </a:ext>
            </a:extLst>
          </p:cNvPr>
          <p:cNvSpPr/>
          <p:nvPr/>
        </p:nvSpPr>
        <p:spPr bwMode="gray">
          <a:xfrm>
            <a:off x="469899" y="1440151"/>
            <a:ext cx="5725999" cy="5054121"/>
          </a:xfrm>
          <a:prstGeom prst="rect">
            <a:avLst/>
          </a:prstGeom>
          <a:noFill/>
          <a:ln w="19050" algn="ctr">
            <a:solidFill>
              <a:schemeClr val="bg1">
                <a:lumMod val="8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mn-cs"/>
            </a:endParaRPr>
          </a:p>
        </p:txBody>
      </p:sp>
      <p:sp>
        <p:nvSpPr>
          <p:cNvPr id="403" name="Rectangle 402">
            <a:extLst>
              <a:ext uri="{FF2B5EF4-FFF2-40B4-BE49-F238E27FC236}">
                <a16:creationId xmlns:a16="http://schemas.microsoft.com/office/drawing/2014/main" id="{187242E9-4F73-46D5-B33C-FCECD373613B}"/>
              </a:ext>
            </a:extLst>
          </p:cNvPr>
          <p:cNvSpPr/>
          <p:nvPr/>
        </p:nvSpPr>
        <p:spPr>
          <a:xfrm>
            <a:off x="4020739" y="4422592"/>
            <a:ext cx="181624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Rooftop PV Policy Implementation support</a:t>
            </a:r>
          </a:p>
        </p:txBody>
      </p:sp>
      <p:cxnSp>
        <p:nvCxnSpPr>
          <p:cNvPr id="404" name="Straight Arrow Connector 403">
            <a:extLst>
              <a:ext uri="{FF2B5EF4-FFF2-40B4-BE49-F238E27FC236}">
                <a16:creationId xmlns:a16="http://schemas.microsoft.com/office/drawing/2014/main" id="{E12F16C8-7BD0-43A8-A1A5-1B34706DAFE5}"/>
              </a:ext>
            </a:extLst>
          </p:cNvPr>
          <p:cNvCxnSpPr>
            <a:cxnSpLocks/>
            <a:stCxn id="403" idx="1"/>
            <a:endCxn id="262" idx="42"/>
          </p:cNvCxnSpPr>
          <p:nvPr/>
        </p:nvCxnSpPr>
        <p:spPr>
          <a:xfrm flipH="1" flipV="1">
            <a:off x="3678902" y="4394059"/>
            <a:ext cx="341837" cy="22858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7" name="Freeform 32">
            <a:extLst>
              <a:ext uri="{FF2B5EF4-FFF2-40B4-BE49-F238E27FC236}">
                <a16:creationId xmlns:a16="http://schemas.microsoft.com/office/drawing/2014/main" id="{680DD862-91E7-4F32-9F68-38950352F474}"/>
              </a:ext>
            </a:extLst>
          </p:cNvPr>
          <p:cNvSpPr>
            <a:spLocks/>
          </p:cNvSpPr>
          <p:nvPr/>
        </p:nvSpPr>
        <p:spPr bwMode="auto">
          <a:xfrm>
            <a:off x="4261944" y="5302939"/>
            <a:ext cx="71120" cy="403543"/>
          </a:xfrm>
          <a:custGeom>
            <a:avLst/>
            <a:gdLst>
              <a:gd name="T0" fmla="*/ 108367513 w 224"/>
              <a:gd name="T1" fmla="*/ 0 h 1271"/>
              <a:gd name="T2" fmla="*/ 70564375 w 224"/>
              <a:gd name="T3" fmla="*/ 0 h 1271"/>
              <a:gd name="T4" fmla="*/ 55443438 w 224"/>
              <a:gd name="T5" fmla="*/ 118448167 h 1271"/>
              <a:gd name="T6" fmla="*/ 83165950 w 224"/>
              <a:gd name="T7" fmla="*/ 166330354 h 1271"/>
              <a:gd name="T8" fmla="*/ 40322500 w 224"/>
              <a:gd name="T9" fmla="*/ 201612550 h 1271"/>
              <a:gd name="T10" fmla="*/ 45362813 w 224"/>
              <a:gd name="T11" fmla="*/ 239415697 h 1271"/>
              <a:gd name="T12" fmla="*/ 30241875 w 224"/>
              <a:gd name="T13" fmla="*/ 302418825 h 1271"/>
              <a:gd name="T14" fmla="*/ 47883763 w 224"/>
              <a:gd name="T15" fmla="*/ 362902590 h 1271"/>
              <a:gd name="T16" fmla="*/ 17641888 w 224"/>
              <a:gd name="T17" fmla="*/ 461189502 h 1271"/>
              <a:gd name="T18" fmla="*/ 0 w 224"/>
              <a:gd name="T19" fmla="*/ 504031375 h 1271"/>
              <a:gd name="T20" fmla="*/ 37803138 w 224"/>
              <a:gd name="T21" fmla="*/ 556955463 h 1271"/>
              <a:gd name="T22" fmla="*/ 17641888 w 224"/>
              <a:gd name="T23" fmla="*/ 619958591 h 1271"/>
              <a:gd name="T24" fmla="*/ 52924075 w 224"/>
              <a:gd name="T25" fmla="*/ 640119846 h 1271"/>
              <a:gd name="T26" fmla="*/ 52924075 w 224"/>
              <a:gd name="T27" fmla="*/ 587197346 h 1271"/>
              <a:gd name="T28" fmla="*/ 78125638 w 224"/>
              <a:gd name="T29" fmla="*/ 551915149 h 1271"/>
              <a:gd name="T30" fmla="*/ 123488450 w 224"/>
              <a:gd name="T31" fmla="*/ 506552326 h 1271"/>
              <a:gd name="T32" fmla="*/ 70564375 w 224"/>
              <a:gd name="T33" fmla="*/ 466229816 h 1271"/>
              <a:gd name="T34" fmla="*/ 78125638 w 224"/>
              <a:gd name="T35" fmla="*/ 383063845 h 1271"/>
              <a:gd name="T36" fmla="*/ 115927188 w 224"/>
              <a:gd name="T37" fmla="*/ 322580080 h 1271"/>
              <a:gd name="T38" fmla="*/ 108367513 w 224"/>
              <a:gd name="T39" fmla="*/ 194052873 h 1271"/>
              <a:gd name="T40" fmla="*/ 131048125 w 224"/>
              <a:gd name="T41" fmla="*/ 110886902 h 1271"/>
              <a:gd name="T42" fmla="*/ 108367513 w 224"/>
              <a:gd name="T43" fmla="*/ 0 h 12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4" h="1271">
                <a:moveTo>
                  <a:pt x="215" y="0"/>
                </a:moveTo>
                <a:lnTo>
                  <a:pt x="140" y="0"/>
                </a:lnTo>
                <a:lnTo>
                  <a:pt x="110" y="235"/>
                </a:lnTo>
                <a:lnTo>
                  <a:pt x="104" y="338"/>
                </a:lnTo>
                <a:lnTo>
                  <a:pt x="80" y="400"/>
                </a:lnTo>
                <a:lnTo>
                  <a:pt x="90" y="475"/>
                </a:lnTo>
                <a:lnTo>
                  <a:pt x="60" y="600"/>
                </a:lnTo>
                <a:lnTo>
                  <a:pt x="95" y="721"/>
                </a:lnTo>
                <a:lnTo>
                  <a:pt x="35" y="916"/>
                </a:lnTo>
                <a:lnTo>
                  <a:pt x="0" y="1001"/>
                </a:lnTo>
                <a:lnTo>
                  <a:pt x="75" y="1106"/>
                </a:lnTo>
                <a:lnTo>
                  <a:pt x="35" y="1231"/>
                </a:lnTo>
                <a:lnTo>
                  <a:pt x="105" y="1271"/>
                </a:lnTo>
                <a:lnTo>
                  <a:pt x="105" y="1166"/>
                </a:lnTo>
                <a:lnTo>
                  <a:pt x="155" y="1096"/>
                </a:lnTo>
                <a:lnTo>
                  <a:pt x="164" y="1022"/>
                </a:lnTo>
                <a:lnTo>
                  <a:pt x="140" y="926"/>
                </a:lnTo>
                <a:lnTo>
                  <a:pt x="155" y="761"/>
                </a:lnTo>
                <a:lnTo>
                  <a:pt x="158" y="632"/>
                </a:lnTo>
                <a:lnTo>
                  <a:pt x="200" y="560"/>
                </a:lnTo>
                <a:lnTo>
                  <a:pt x="182" y="446"/>
                </a:lnTo>
                <a:lnTo>
                  <a:pt x="176" y="356"/>
                </a:lnTo>
                <a:lnTo>
                  <a:pt x="224" y="266"/>
                </a:lnTo>
                <a:lnTo>
                  <a:pt x="206" y="158"/>
                </a:lnTo>
                <a:lnTo>
                  <a:pt x="215" y="0"/>
                </a:lnTo>
                <a:close/>
              </a:path>
            </a:pathLst>
          </a:custGeom>
          <a:solidFill>
            <a:srgbClr val="4BAFC8"/>
          </a:solidFill>
          <a:ln w="190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Verdana"/>
              <a:ea typeface="宋体" panose="02010600030101010101" pitchFamily="2" charset="-122"/>
              <a:cs typeface="+mn-cs"/>
            </a:endParaRPr>
          </a:p>
        </p:txBody>
      </p:sp>
      <p:sp>
        <p:nvSpPr>
          <p:cNvPr id="410" name="Rectangle 409">
            <a:extLst>
              <a:ext uri="{FF2B5EF4-FFF2-40B4-BE49-F238E27FC236}">
                <a16:creationId xmlns:a16="http://schemas.microsoft.com/office/drawing/2014/main" id="{F6C220E4-FC4E-4FA3-A7DB-5738AFD82969}"/>
              </a:ext>
            </a:extLst>
          </p:cNvPr>
          <p:cNvSpPr/>
          <p:nvPr/>
        </p:nvSpPr>
        <p:spPr>
          <a:xfrm>
            <a:off x="4798072" y="3240316"/>
            <a:ext cx="150981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24x7Power for All Plan</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11" name="Straight Arrow Connector 410">
            <a:extLst>
              <a:ext uri="{FF2B5EF4-FFF2-40B4-BE49-F238E27FC236}">
                <a16:creationId xmlns:a16="http://schemas.microsoft.com/office/drawing/2014/main" id="{9F2B6A72-2509-4F75-B373-F7E0CB190933}"/>
              </a:ext>
            </a:extLst>
          </p:cNvPr>
          <p:cNvCxnSpPr>
            <a:cxnSpLocks/>
            <a:endCxn id="381" idx="47"/>
          </p:cNvCxnSpPr>
          <p:nvPr/>
        </p:nvCxnSpPr>
        <p:spPr>
          <a:xfrm flipH="1">
            <a:off x="4460779" y="3458466"/>
            <a:ext cx="669508" cy="14754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2" name="Rectangle 411">
            <a:extLst>
              <a:ext uri="{FF2B5EF4-FFF2-40B4-BE49-F238E27FC236}">
                <a16:creationId xmlns:a16="http://schemas.microsoft.com/office/drawing/2014/main" id="{ACC5F1B5-4DF9-4F58-A26A-6299CC864A33}"/>
              </a:ext>
            </a:extLst>
          </p:cNvPr>
          <p:cNvSpPr/>
          <p:nvPr/>
        </p:nvSpPr>
        <p:spPr>
          <a:xfrm>
            <a:off x="4561754" y="5381279"/>
            <a:ext cx="150981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24x7Power for All Plan</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13" name="Straight Arrow Connector 412">
            <a:extLst>
              <a:ext uri="{FF2B5EF4-FFF2-40B4-BE49-F238E27FC236}">
                <a16:creationId xmlns:a16="http://schemas.microsoft.com/office/drawing/2014/main" id="{637FF220-021E-466B-826B-8C8E49AC6018}"/>
              </a:ext>
            </a:extLst>
          </p:cNvPr>
          <p:cNvCxnSpPr>
            <a:cxnSpLocks/>
          </p:cNvCxnSpPr>
          <p:nvPr/>
        </p:nvCxnSpPr>
        <p:spPr>
          <a:xfrm flipH="1" flipV="1">
            <a:off x="4242369" y="5459993"/>
            <a:ext cx="359373" cy="4471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4" name="Rectangle 413">
            <a:extLst>
              <a:ext uri="{FF2B5EF4-FFF2-40B4-BE49-F238E27FC236}">
                <a16:creationId xmlns:a16="http://schemas.microsoft.com/office/drawing/2014/main" id="{7BCCE873-DFD6-42FA-A03D-2526F59404E7}"/>
              </a:ext>
            </a:extLst>
          </p:cNvPr>
          <p:cNvSpPr/>
          <p:nvPr/>
        </p:nvSpPr>
        <p:spPr>
          <a:xfrm>
            <a:off x="3094228" y="2312295"/>
            <a:ext cx="150981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24x7Power for All Plan</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15" name="Straight Arrow Connector 414">
            <a:extLst>
              <a:ext uri="{FF2B5EF4-FFF2-40B4-BE49-F238E27FC236}">
                <a16:creationId xmlns:a16="http://schemas.microsoft.com/office/drawing/2014/main" id="{821D26A3-7798-4CA7-9A14-1FD6529D365E}"/>
              </a:ext>
            </a:extLst>
          </p:cNvPr>
          <p:cNvCxnSpPr>
            <a:cxnSpLocks/>
            <a:endCxn id="378" idx="26"/>
          </p:cNvCxnSpPr>
          <p:nvPr/>
        </p:nvCxnSpPr>
        <p:spPr>
          <a:xfrm flipH="1">
            <a:off x="2865587" y="2542069"/>
            <a:ext cx="217140" cy="14646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6" name="Rectangle 415">
            <a:extLst>
              <a:ext uri="{FF2B5EF4-FFF2-40B4-BE49-F238E27FC236}">
                <a16:creationId xmlns:a16="http://schemas.microsoft.com/office/drawing/2014/main" id="{1C5C7810-5B4E-47DF-98FD-E40AC1F3FEF4}"/>
              </a:ext>
            </a:extLst>
          </p:cNvPr>
          <p:cNvSpPr/>
          <p:nvPr/>
        </p:nvSpPr>
        <p:spPr>
          <a:xfrm>
            <a:off x="676876" y="5271479"/>
            <a:ext cx="150981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City, Solar rooftop policy</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17" name="Straight Arrow Connector 416">
            <a:extLst>
              <a:ext uri="{FF2B5EF4-FFF2-40B4-BE49-F238E27FC236}">
                <a16:creationId xmlns:a16="http://schemas.microsoft.com/office/drawing/2014/main" id="{2BC7B945-8105-4BE5-B15D-561C08A28435}"/>
              </a:ext>
            </a:extLst>
          </p:cNvPr>
          <p:cNvCxnSpPr>
            <a:cxnSpLocks/>
          </p:cNvCxnSpPr>
          <p:nvPr/>
        </p:nvCxnSpPr>
        <p:spPr>
          <a:xfrm>
            <a:off x="1839929" y="5435131"/>
            <a:ext cx="731095" cy="437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18" name="Rectangle 417">
            <a:extLst>
              <a:ext uri="{FF2B5EF4-FFF2-40B4-BE49-F238E27FC236}">
                <a16:creationId xmlns:a16="http://schemas.microsoft.com/office/drawing/2014/main" id="{40903206-21A5-45E4-B49B-7DEECD0C3B78}"/>
              </a:ext>
            </a:extLst>
          </p:cNvPr>
          <p:cNvSpPr/>
          <p:nvPr/>
        </p:nvSpPr>
        <p:spPr>
          <a:xfrm>
            <a:off x="580813" y="3843880"/>
            <a:ext cx="150981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City, Web dashboard</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19" name="Straight Arrow Connector 418">
            <a:extLst>
              <a:ext uri="{FF2B5EF4-FFF2-40B4-BE49-F238E27FC236}">
                <a16:creationId xmlns:a16="http://schemas.microsoft.com/office/drawing/2014/main" id="{1BD88754-0869-4541-BF8A-C638BCB67E2D}"/>
              </a:ext>
            </a:extLst>
          </p:cNvPr>
          <p:cNvCxnSpPr>
            <a:cxnSpLocks/>
            <a:endCxn id="418" idx="3"/>
          </p:cNvCxnSpPr>
          <p:nvPr/>
        </p:nvCxnSpPr>
        <p:spPr>
          <a:xfrm>
            <a:off x="1577082" y="3983487"/>
            <a:ext cx="513541" cy="6044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0" name="Rectangle 419">
            <a:extLst>
              <a:ext uri="{FF2B5EF4-FFF2-40B4-BE49-F238E27FC236}">
                <a16:creationId xmlns:a16="http://schemas.microsoft.com/office/drawing/2014/main" id="{40B0EBA5-846B-4036-AFE0-0433273EC3FB}"/>
              </a:ext>
            </a:extLst>
          </p:cNvPr>
          <p:cNvSpPr/>
          <p:nvPr/>
        </p:nvSpPr>
        <p:spPr>
          <a:xfrm>
            <a:off x="1049157" y="3014213"/>
            <a:ext cx="1115709"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City, IT</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21" name="Straight Arrow Connector 420">
            <a:extLst>
              <a:ext uri="{FF2B5EF4-FFF2-40B4-BE49-F238E27FC236}">
                <a16:creationId xmlns:a16="http://schemas.microsoft.com/office/drawing/2014/main" id="{3A5E4988-707A-4CF1-806A-250843F217AD}"/>
              </a:ext>
            </a:extLst>
          </p:cNvPr>
          <p:cNvCxnSpPr>
            <a:cxnSpLocks/>
          </p:cNvCxnSpPr>
          <p:nvPr/>
        </p:nvCxnSpPr>
        <p:spPr>
          <a:xfrm>
            <a:off x="2119960" y="3133619"/>
            <a:ext cx="336994" cy="437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2" name="Rectangle 421">
            <a:extLst>
              <a:ext uri="{FF2B5EF4-FFF2-40B4-BE49-F238E27FC236}">
                <a16:creationId xmlns:a16="http://schemas.microsoft.com/office/drawing/2014/main" id="{B7C9BC19-0341-4EC1-8E2A-F1E18BA2CDD5}"/>
              </a:ext>
            </a:extLst>
          </p:cNvPr>
          <p:cNvSpPr/>
          <p:nvPr/>
        </p:nvSpPr>
        <p:spPr>
          <a:xfrm>
            <a:off x="3232350" y="3117650"/>
            <a:ext cx="1092475"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City, IT</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23" name="Straight Arrow Connector 422">
            <a:extLst>
              <a:ext uri="{FF2B5EF4-FFF2-40B4-BE49-F238E27FC236}">
                <a16:creationId xmlns:a16="http://schemas.microsoft.com/office/drawing/2014/main" id="{31440400-6454-4F7E-A87E-E9A215E400D5}"/>
              </a:ext>
            </a:extLst>
          </p:cNvPr>
          <p:cNvCxnSpPr>
            <a:cxnSpLocks/>
          </p:cNvCxnSpPr>
          <p:nvPr/>
        </p:nvCxnSpPr>
        <p:spPr>
          <a:xfrm flipH="1">
            <a:off x="3122797" y="3388900"/>
            <a:ext cx="352630" cy="27039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4" name="Rectangle 423">
            <a:extLst>
              <a:ext uri="{FF2B5EF4-FFF2-40B4-BE49-F238E27FC236}">
                <a16:creationId xmlns:a16="http://schemas.microsoft.com/office/drawing/2014/main" id="{CAB79A2C-D494-4360-9365-5C86ABA082A7}"/>
              </a:ext>
            </a:extLst>
          </p:cNvPr>
          <p:cNvSpPr/>
          <p:nvPr/>
        </p:nvSpPr>
        <p:spPr>
          <a:xfrm>
            <a:off x="4640040" y="3739590"/>
            <a:ext cx="1232345"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Project Management Unit, Web portal</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sp>
        <p:nvSpPr>
          <p:cNvPr id="425" name="Rectangle 424">
            <a:extLst>
              <a:ext uri="{FF2B5EF4-FFF2-40B4-BE49-F238E27FC236}">
                <a16:creationId xmlns:a16="http://schemas.microsoft.com/office/drawing/2014/main" id="{220DACBC-16DD-4236-8632-5FA98BC5565F}"/>
              </a:ext>
            </a:extLst>
          </p:cNvPr>
          <p:cNvSpPr/>
          <p:nvPr/>
        </p:nvSpPr>
        <p:spPr>
          <a:xfrm>
            <a:off x="3018018" y="2755084"/>
            <a:ext cx="174700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Verdana"/>
                <a:ea typeface="+mn-ea"/>
                <a:cs typeface="+mn-cs"/>
              </a:rPr>
              <a:t>Solar Rooftop PV Policy Implementation support</a:t>
            </a:r>
          </a:p>
        </p:txBody>
      </p:sp>
      <p:cxnSp>
        <p:nvCxnSpPr>
          <p:cNvPr id="426" name="Straight Arrow Connector 425">
            <a:extLst>
              <a:ext uri="{FF2B5EF4-FFF2-40B4-BE49-F238E27FC236}">
                <a16:creationId xmlns:a16="http://schemas.microsoft.com/office/drawing/2014/main" id="{2823C526-8A83-4457-955A-BA9FAE730F27}"/>
              </a:ext>
            </a:extLst>
          </p:cNvPr>
          <p:cNvCxnSpPr>
            <a:cxnSpLocks/>
          </p:cNvCxnSpPr>
          <p:nvPr/>
        </p:nvCxnSpPr>
        <p:spPr>
          <a:xfrm flipH="1">
            <a:off x="2930363" y="2942586"/>
            <a:ext cx="217140" cy="14646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7" name="Rectangle 426">
            <a:extLst>
              <a:ext uri="{FF2B5EF4-FFF2-40B4-BE49-F238E27FC236}">
                <a16:creationId xmlns:a16="http://schemas.microsoft.com/office/drawing/2014/main" id="{9D134CE2-B462-4DB4-A05C-CA5959B30CAD}"/>
              </a:ext>
            </a:extLst>
          </p:cNvPr>
          <p:cNvSpPr/>
          <p:nvPr/>
        </p:nvSpPr>
        <p:spPr>
          <a:xfrm>
            <a:off x="576361" y="4289150"/>
            <a:ext cx="1618046"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Verdana"/>
                <a:ea typeface="+mn-ea"/>
                <a:cs typeface="+mn-cs"/>
              </a:rPr>
              <a:t>Solar Rooftop PV Policy implementation support</a:t>
            </a:r>
          </a:p>
        </p:txBody>
      </p:sp>
      <p:cxnSp>
        <p:nvCxnSpPr>
          <p:cNvPr id="428" name="Straight Arrow Connector 427">
            <a:extLst>
              <a:ext uri="{FF2B5EF4-FFF2-40B4-BE49-F238E27FC236}">
                <a16:creationId xmlns:a16="http://schemas.microsoft.com/office/drawing/2014/main" id="{7F5BE5E8-15BF-48A8-98B4-AFFB175DB795}"/>
              </a:ext>
            </a:extLst>
          </p:cNvPr>
          <p:cNvCxnSpPr>
            <a:cxnSpLocks/>
            <a:endCxn id="340" idx="20"/>
          </p:cNvCxnSpPr>
          <p:nvPr/>
        </p:nvCxnSpPr>
        <p:spPr>
          <a:xfrm flipV="1">
            <a:off x="1850321" y="4323714"/>
            <a:ext cx="408480" cy="2381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9" name="Rectangle 428">
            <a:extLst>
              <a:ext uri="{FF2B5EF4-FFF2-40B4-BE49-F238E27FC236}">
                <a16:creationId xmlns:a16="http://schemas.microsoft.com/office/drawing/2014/main" id="{7F2FB493-53EE-41C2-B7B8-508E338B969C}"/>
              </a:ext>
            </a:extLst>
          </p:cNvPr>
          <p:cNvSpPr/>
          <p:nvPr/>
        </p:nvSpPr>
        <p:spPr>
          <a:xfrm>
            <a:off x="2456954" y="5786386"/>
            <a:ext cx="65522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24x7 Power for All Plan</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30" name="Straight Arrow Connector 429">
            <a:extLst>
              <a:ext uri="{FF2B5EF4-FFF2-40B4-BE49-F238E27FC236}">
                <a16:creationId xmlns:a16="http://schemas.microsoft.com/office/drawing/2014/main" id="{44A1D7D9-F5AA-41BE-B6BB-D1DF0B6EA6B5}"/>
              </a:ext>
            </a:extLst>
          </p:cNvPr>
          <p:cNvCxnSpPr>
            <a:cxnSpLocks/>
          </p:cNvCxnSpPr>
          <p:nvPr/>
        </p:nvCxnSpPr>
        <p:spPr>
          <a:xfrm flipH="1" flipV="1">
            <a:off x="2815920" y="5502022"/>
            <a:ext cx="49667" cy="29515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31" name="Rectangle 430">
            <a:extLst>
              <a:ext uri="{FF2B5EF4-FFF2-40B4-BE49-F238E27FC236}">
                <a16:creationId xmlns:a16="http://schemas.microsoft.com/office/drawing/2014/main" id="{BDDE8E38-790E-4FA8-9A22-E7837FE81CD3}"/>
              </a:ext>
            </a:extLst>
          </p:cNvPr>
          <p:cNvSpPr/>
          <p:nvPr/>
        </p:nvSpPr>
        <p:spPr>
          <a:xfrm>
            <a:off x="665697" y="3228327"/>
            <a:ext cx="1196938"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Project Management Unit</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432" name="Straight Arrow Connector 431">
            <a:extLst>
              <a:ext uri="{FF2B5EF4-FFF2-40B4-BE49-F238E27FC236}">
                <a16:creationId xmlns:a16="http://schemas.microsoft.com/office/drawing/2014/main" id="{DDDA2294-3F3E-4D7A-AD09-1443A02C12F3}"/>
              </a:ext>
            </a:extLst>
          </p:cNvPr>
          <p:cNvCxnSpPr>
            <a:cxnSpLocks/>
          </p:cNvCxnSpPr>
          <p:nvPr/>
        </p:nvCxnSpPr>
        <p:spPr>
          <a:xfrm>
            <a:off x="1492013" y="3572268"/>
            <a:ext cx="896173" cy="350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33" name="Circle: Hollow 432">
            <a:extLst>
              <a:ext uri="{FF2B5EF4-FFF2-40B4-BE49-F238E27FC236}">
                <a16:creationId xmlns:a16="http://schemas.microsoft.com/office/drawing/2014/main" id="{4A1BA0F4-F903-4A18-9414-7FA5BD17AE8C}"/>
              </a:ext>
            </a:extLst>
          </p:cNvPr>
          <p:cNvSpPr/>
          <p:nvPr/>
        </p:nvSpPr>
        <p:spPr>
          <a:xfrm>
            <a:off x="7600138" y="1662345"/>
            <a:ext cx="2032647" cy="2039386"/>
          </a:xfrm>
          <a:prstGeom prst="donut">
            <a:avLst>
              <a:gd name="adj" fmla="val 3454"/>
            </a:avLst>
          </a:prstGeom>
          <a:solidFill>
            <a:schemeClr val="accent5"/>
          </a:solidFill>
          <a:ln>
            <a:noFill/>
          </a:ln>
          <a:effectLst/>
        </p:spPr>
        <p:style>
          <a:lnRef idx="3">
            <a:schemeClr val="lt1"/>
          </a:lnRef>
          <a:fillRef idx="1">
            <a:schemeClr val="accent6"/>
          </a:fillRef>
          <a:effectRef idx="1">
            <a:schemeClr val="accent6"/>
          </a:effectRef>
          <a:fontRef idx="minor">
            <a:schemeClr val="lt1"/>
          </a:fontRef>
        </p:style>
        <p:txBody>
          <a:bodyPr wrap="non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Verdana"/>
              <a:ea typeface="+mn-ea"/>
              <a:cs typeface="+mn-cs"/>
            </a:endParaRPr>
          </a:p>
        </p:txBody>
      </p:sp>
      <p:sp>
        <p:nvSpPr>
          <p:cNvPr id="434" name="Rectangle 433">
            <a:extLst>
              <a:ext uri="{FF2B5EF4-FFF2-40B4-BE49-F238E27FC236}">
                <a16:creationId xmlns:a16="http://schemas.microsoft.com/office/drawing/2014/main" id="{AE767727-DF6A-4877-ACF1-DBCE15E70DD3}"/>
              </a:ext>
            </a:extLst>
          </p:cNvPr>
          <p:cNvSpPr/>
          <p:nvPr/>
        </p:nvSpPr>
        <p:spPr>
          <a:xfrm>
            <a:off x="7810365" y="2207400"/>
            <a:ext cx="758952"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Verdana"/>
                <a:ea typeface="+mn-ea"/>
                <a:cs typeface="+mn-cs"/>
              </a:rPr>
              <a:t>IT</a:t>
            </a:r>
          </a:p>
        </p:txBody>
      </p:sp>
      <p:sp>
        <p:nvSpPr>
          <p:cNvPr id="435" name="Rectangle 434">
            <a:extLst>
              <a:ext uri="{FF2B5EF4-FFF2-40B4-BE49-F238E27FC236}">
                <a16:creationId xmlns:a16="http://schemas.microsoft.com/office/drawing/2014/main" id="{7C8A5FBB-DBF5-4F89-AC51-9BDA35E3089E}"/>
              </a:ext>
            </a:extLst>
          </p:cNvPr>
          <p:cNvSpPr/>
          <p:nvPr/>
        </p:nvSpPr>
        <p:spPr>
          <a:xfrm>
            <a:off x="8453627" y="2130364"/>
            <a:ext cx="1161973"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Verdana"/>
                <a:ea typeface="+mn-ea"/>
                <a:cs typeface="+mn-cs"/>
              </a:rPr>
              <a:t>Project management</a:t>
            </a:r>
          </a:p>
        </p:txBody>
      </p:sp>
      <p:sp>
        <p:nvSpPr>
          <p:cNvPr id="436" name="Rectangle 435">
            <a:extLst>
              <a:ext uri="{FF2B5EF4-FFF2-40B4-BE49-F238E27FC236}">
                <a16:creationId xmlns:a16="http://schemas.microsoft.com/office/drawing/2014/main" id="{66B110DC-4365-4C6D-942B-B98F130E254F}"/>
              </a:ext>
            </a:extLst>
          </p:cNvPr>
          <p:cNvSpPr/>
          <p:nvPr/>
        </p:nvSpPr>
        <p:spPr>
          <a:xfrm>
            <a:off x="7859625" y="2758287"/>
            <a:ext cx="818122"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Verdana"/>
                <a:ea typeface="+mn-ea"/>
                <a:cs typeface="+mn-cs"/>
              </a:rPr>
              <a:t>SNA</a:t>
            </a:r>
          </a:p>
        </p:txBody>
      </p:sp>
      <p:sp>
        <p:nvSpPr>
          <p:cNvPr id="437" name="Rectangle 436">
            <a:extLst>
              <a:ext uri="{FF2B5EF4-FFF2-40B4-BE49-F238E27FC236}">
                <a16:creationId xmlns:a16="http://schemas.microsoft.com/office/drawing/2014/main" id="{24BC456E-7DC0-460A-ACAE-2728C97AB447}"/>
              </a:ext>
            </a:extLst>
          </p:cNvPr>
          <p:cNvSpPr/>
          <p:nvPr/>
        </p:nvSpPr>
        <p:spPr>
          <a:xfrm>
            <a:off x="8479447" y="2758287"/>
            <a:ext cx="1097728"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prstClr val="black"/>
                </a:solidFill>
                <a:effectLst/>
                <a:uLnTx/>
                <a:uFillTx/>
                <a:latin typeface="Verdana"/>
                <a:ea typeface="+mn-ea"/>
                <a:cs typeface="+mn-cs"/>
              </a:rPr>
              <a:t>Programme</a:t>
            </a:r>
            <a:r>
              <a:rPr kumimoji="0" lang="en-US" sz="1000" b="0" i="0" u="none" strike="noStrike" kern="1200" cap="none" spc="0" normalizeH="0" baseline="0" noProof="0">
                <a:ln>
                  <a:noFill/>
                </a:ln>
                <a:solidFill>
                  <a:prstClr val="black"/>
                </a:solidFill>
                <a:effectLst/>
                <a:uLnTx/>
                <a:uFillTx/>
                <a:latin typeface="Verdana"/>
                <a:ea typeface="+mn-ea"/>
                <a:cs typeface="+mn-cs"/>
              </a:rPr>
              <a:t> Management</a:t>
            </a:r>
          </a:p>
        </p:txBody>
      </p:sp>
      <p:sp>
        <p:nvSpPr>
          <p:cNvPr id="438" name="Rectangle 437">
            <a:extLst>
              <a:ext uri="{FF2B5EF4-FFF2-40B4-BE49-F238E27FC236}">
                <a16:creationId xmlns:a16="http://schemas.microsoft.com/office/drawing/2014/main" id="{ACFB055F-5239-46DE-8032-0933E95A5926}"/>
              </a:ext>
            </a:extLst>
          </p:cNvPr>
          <p:cNvSpPr/>
          <p:nvPr/>
        </p:nvSpPr>
        <p:spPr>
          <a:xfrm>
            <a:off x="6553855" y="1743158"/>
            <a:ext cx="1101049"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Web portal, web dashboards</a:t>
            </a:r>
          </a:p>
        </p:txBody>
      </p:sp>
      <p:sp>
        <p:nvSpPr>
          <p:cNvPr id="439" name="Rectangle 438">
            <a:extLst>
              <a:ext uri="{FF2B5EF4-FFF2-40B4-BE49-F238E27FC236}">
                <a16:creationId xmlns:a16="http://schemas.microsoft.com/office/drawing/2014/main" id="{7DCC1582-A248-4C97-A960-11B72924CFFF}"/>
              </a:ext>
            </a:extLst>
          </p:cNvPr>
          <p:cNvSpPr/>
          <p:nvPr/>
        </p:nvSpPr>
        <p:spPr>
          <a:xfrm>
            <a:off x="9535255" y="1770301"/>
            <a:ext cx="1762626"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Project Monitoring Support Unit to support activities of SNA/DISCOM</a:t>
            </a:r>
          </a:p>
        </p:txBody>
      </p:sp>
      <p:sp>
        <p:nvSpPr>
          <p:cNvPr id="440" name="Rectangle 439">
            <a:extLst>
              <a:ext uri="{FF2B5EF4-FFF2-40B4-BE49-F238E27FC236}">
                <a16:creationId xmlns:a16="http://schemas.microsoft.com/office/drawing/2014/main" id="{5F18A70D-17AA-4F38-946B-BADDC4EE429E}"/>
              </a:ext>
            </a:extLst>
          </p:cNvPr>
          <p:cNvSpPr/>
          <p:nvPr/>
        </p:nvSpPr>
        <p:spPr>
          <a:xfrm>
            <a:off x="6350400" y="3007817"/>
            <a:ext cx="1450073"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Work closely with SNA for adoption of RE</a:t>
            </a:r>
          </a:p>
        </p:txBody>
      </p:sp>
      <p:sp>
        <p:nvSpPr>
          <p:cNvPr id="441" name="Rectangle 440">
            <a:extLst>
              <a:ext uri="{FF2B5EF4-FFF2-40B4-BE49-F238E27FC236}">
                <a16:creationId xmlns:a16="http://schemas.microsoft.com/office/drawing/2014/main" id="{45932E17-22E1-49DA-AD89-781B0A3BEF43}"/>
              </a:ext>
            </a:extLst>
          </p:cNvPr>
          <p:cNvSpPr/>
          <p:nvPr/>
        </p:nvSpPr>
        <p:spPr>
          <a:xfrm>
            <a:off x="9623333" y="2860135"/>
            <a:ext cx="1922427"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Support for Central/state governments for RE Plans/ Cities</a:t>
            </a:r>
          </a:p>
        </p:txBody>
      </p:sp>
      <p:grpSp>
        <p:nvGrpSpPr>
          <p:cNvPr id="442" name="Group 441">
            <a:extLst>
              <a:ext uri="{FF2B5EF4-FFF2-40B4-BE49-F238E27FC236}">
                <a16:creationId xmlns:a16="http://schemas.microsoft.com/office/drawing/2014/main" id="{40070AC2-643F-4BEC-8204-3ADF5F9EF73D}"/>
              </a:ext>
            </a:extLst>
          </p:cNvPr>
          <p:cNvGrpSpPr/>
          <p:nvPr/>
        </p:nvGrpSpPr>
        <p:grpSpPr>
          <a:xfrm>
            <a:off x="7802838" y="1818278"/>
            <a:ext cx="1609344" cy="1610686"/>
            <a:chOff x="2395343" y="3066256"/>
            <a:chExt cx="1609344" cy="1610686"/>
          </a:xfrm>
        </p:grpSpPr>
        <p:cxnSp>
          <p:nvCxnSpPr>
            <p:cNvPr id="443" name="Straight Connector 442">
              <a:extLst>
                <a:ext uri="{FF2B5EF4-FFF2-40B4-BE49-F238E27FC236}">
                  <a16:creationId xmlns:a16="http://schemas.microsoft.com/office/drawing/2014/main" id="{10741316-E869-4D56-A9CF-1B82489D4A28}"/>
                </a:ext>
              </a:extLst>
            </p:cNvPr>
            <p:cNvCxnSpPr/>
            <p:nvPr/>
          </p:nvCxnSpPr>
          <p:spPr>
            <a:xfrm>
              <a:off x="3200015" y="3066256"/>
              <a:ext cx="0" cy="1610686"/>
            </a:xfrm>
            <a:prstGeom prst="line">
              <a:avLst/>
            </a:prstGeom>
            <a:ln>
              <a:gradFill>
                <a:gsLst>
                  <a:gs pos="0">
                    <a:schemeClr val="accent1">
                      <a:lumMod val="5000"/>
                      <a:lumOff val="95000"/>
                      <a:alpha val="0"/>
                    </a:schemeClr>
                  </a:gs>
                  <a:gs pos="50000">
                    <a:schemeClr val="accent5"/>
                  </a:gs>
                  <a:gs pos="100000">
                    <a:schemeClr val="accent1">
                      <a:lumMod val="30000"/>
                      <a:lumOff val="7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9A98DE51-73FA-48A4-9AEB-262908B290B3}"/>
                </a:ext>
              </a:extLst>
            </p:cNvPr>
            <p:cNvCxnSpPr>
              <a:cxnSpLocks/>
            </p:cNvCxnSpPr>
            <p:nvPr/>
          </p:nvCxnSpPr>
          <p:spPr>
            <a:xfrm flipH="1">
              <a:off x="2395343" y="3871599"/>
              <a:ext cx="1609344" cy="0"/>
            </a:xfrm>
            <a:prstGeom prst="line">
              <a:avLst/>
            </a:prstGeom>
            <a:ln>
              <a:gradFill>
                <a:gsLst>
                  <a:gs pos="0">
                    <a:schemeClr val="accent1">
                      <a:lumMod val="5000"/>
                      <a:lumOff val="95000"/>
                      <a:alpha val="0"/>
                    </a:schemeClr>
                  </a:gs>
                  <a:gs pos="50000">
                    <a:schemeClr val="accent5"/>
                  </a:gs>
                  <a:gs pos="100000">
                    <a:schemeClr val="accent1">
                      <a:lumMod val="30000"/>
                      <a:lumOff val="70000"/>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445" name="TextBox 444">
            <a:extLst>
              <a:ext uri="{FF2B5EF4-FFF2-40B4-BE49-F238E27FC236}">
                <a16:creationId xmlns:a16="http://schemas.microsoft.com/office/drawing/2014/main" id="{8AFD0E3A-7007-47F3-B01E-2B62B7281D45}"/>
              </a:ext>
            </a:extLst>
          </p:cNvPr>
          <p:cNvSpPr txBox="1"/>
          <p:nvPr/>
        </p:nvSpPr>
        <p:spPr>
          <a:xfrm>
            <a:off x="6515907" y="1284969"/>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200" b="1" i="0" u="none" strike="noStrike" kern="1200" cap="none" spc="0" normalizeH="0" baseline="0" noProof="0">
                <a:ln>
                  <a:noFill/>
                </a:ln>
                <a:solidFill>
                  <a:srgbClr val="012169"/>
                </a:solidFill>
                <a:effectLst/>
                <a:uLnTx/>
                <a:uFillTx/>
                <a:latin typeface="Verdana"/>
                <a:ea typeface="+mn-ea"/>
                <a:cs typeface="+mn-cs"/>
              </a:rPr>
              <a:t>Deloitte’s Diverse Portfolio of RE projects</a:t>
            </a:r>
          </a:p>
        </p:txBody>
      </p:sp>
      <p:sp>
        <p:nvSpPr>
          <p:cNvPr id="448" name="Freeform 765">
            <a:extLst>
              <a:ext uri="{FF2B5EF4-FFF2-40B4-BE49-F238E27FC236}">
                <a16:creationId xmlns:a16="http://schemas.microsoft.com/office/drawing/2014/main" id="{16752E64-BC18-4A24-97F4-2599D1EEBD0F}"/>
              </a:ext>
            </a:extLst>
          </p:cNvPr>
          <p:cNvSpPr>
            <a:spLocks noChangeAspect="1" noEditPoints="1"/>
          </p:cNvSpPr>
          <p:nvPr/>
        </p:nvSpPr>
        <p:spPr bwMode="auto">
          <a:xfrm>
            <a:off x="6854501" y="5722245"/>
            <a:ext cx="725365" cy="725365"/>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solidFill>
            <a:schemeClr val="tx2"/>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Verdana"/>
              <a:ea typeface="+mn-ea"/>
              <a:cs typeface="+mn-cs"/>
            </a:endParaRPr>
          </a:p>
        </p:txBody>
      </p:sp>
      <p:sp>
        <p:nvSpPr>
          <p:cNvPr id="449" name="Freeform 404">
            <a:extLst>
              <a:ext uri="{FF2B5EF4-FFF2-40B4-BE49-F238E27FC236}">
                <a16:creationId xmlns:a16="http://schemas.microsoft.com/office/drawing/2014/main" id="{CBA4C23B-84A2-4B0E-BF52-6F75D460301A}"/>
              </a:ext>
            </a:extLst>
          </p:cNvPr>
          <p:cNvSpPr>
            <a:spLocks noChangeAspect="1" noEditPoints="1"/>
          </p:cNvSpPr>
          <p:nvPr/>
        </p:nvSpPr>
        <p:spPr bwMode="auto">
          <a:xfrm>
            <a:off x="6854501" y="4846802"/>
            <a:ext cx="725365" cy="72536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95 w 512"/>
              <a:gd name="T11" fmla="*/ 370 h 512"/>
              <a:gd name="T12" fmla="*/ 263 w 512"/>
              <a:gd name="T13" fmla="*/ 402 h 512"/>
              <a:gd name="T14" fmla="*/ 260 w 512"/>
              <a:gd name="T15" fmla="*/ 404 h 512"/>
              <a:gd name="T16" fmla="*/ 256 w 512"/>
              <a:gd name="T17" fmla="*/ 405 h 512"/>
              <a:gd name="T18" fmla="*/ 252 w 512"/>
              <a:gd name="T19" fmla="*/ 404 h 512"/>
              <a:gd name="T20" fmla="*/ 248 w 512"/>
              <a:gd name="T21" fmla="*/ 402 h 512"/>
              <a:gd name="T22" fmla="*/ 216 w 512"/>
              <a:gd name="T23" fmla="*/ 370 h 512"/>
              <a:gd name="T24" fmla="*/ 216 w 512"/>
              <a:gd name="T25" fmla="*/ 355 h 512"/>
              <a:gd name="T26" fmla="*/ 231 w 512"/>
              <a:gd name="T27" fmla="*/ 355 h 512"/>
              <a:gd name="T28" fmla="*/ 245 w 512"/>
              <a:gd name="T29" fmla="*/ 369 h 512"/>
              <a:gd name="T30" fmla="*/ 245 w 512"/>
              <a:gd name="T31" fmla="*/ 245 h 512"/>
              <a:gd name="T32" fmla="*/ 256 w 512"/>
              <a:gd name="T33" fmla="*/ 234 h 512"/>
              <a:gd name="T34" fmla="*/ 266 w 512"/>
              <a:gd name="T35" fmla="*/ 245 h 512"/>
              <a:gd name="T36" fmla="*/ 266 w 512"/>
              <a:gd name="T37" fmla="*/ 369 h 512"/>
              <a:gd name="T38" fmla="*/ 280 w 512"/>
              <a:gd name="T39" fmla="*/ 355 h 512"/>
              <a:gd name="T40" fmla="*/ 295 w 512"/>
              <a:gd name="T41" fmla="*/ 355 h 512"/>
              <a:gd name="T42" fmla="*/ 295 w 512"/>
              <a:gd name="T43" fmla="*/ 370 h 512"/>
              <a:gd name="T44" fmla="*/ 362 w 512"/>
              <a:gd name="T45" fmla="*/ 320 h 512"/>
              <a:gd name="T46" fmla="*/ 309 w 512"/>
              <a:gd name="T47" fmla="*/ 320 h 512"/>
              <a:gd name="T48" fmla="*/ 298 w 512"/>
              <a:gd name="T49" fmla="*/ 309 h 512"/>
              <a:gd name="T50" fmla="*/ 309 w 512"/>
              <a:gd name="T51" fmla="*/ 298 h 512"/>
              <a:gd name="T52" fmla="*/ 362 w 512"/>
              <a:gd name="T53" fmla="*/ 298 h 512"/>
              <a:gd name="T54" fmla="*/ 394 w 512"/>
              <a:gd name="T55" fmla="*/ 266 h 512"/>
              <a:gd name="T56" fmla="*/ 362 w 512"/>
              <a:gd name="T57" fmla="*/ 234 h 512"/>
              <a:gd name="T58" fmla="*/ 351 w 512"/>
              <a:gd name="T59" fmla="*/ 238 h 512"/>
              <a:gd name="T60" fmla="*/ 339 w 512"/>
              <a:gd name="T61" fmla="*/ 237 h 512"/>
              <a:gd name="T62" fmla="*/ 335 w 512"/>
              <a:gd name="T63" fmla="*/ 227 h 512"/>
              <a:gd name="T64" fmla="*/ 336 w 512"/>
              <a:gd name="T65" fmla="*/ 222 h 512"/>
              <a:gd name="T66" fmla="*/ 337 w 512"/>
              <a:gd name="T67" fmla="*/ 214 h 512"/>
              <a:gd name="T68" fmla="*/ 272 w 512"/>
              <a:gd name="T69" fmla="*/ 149 h 512"/>
              <a:gd name="T70" fmla="*/ 207 w 512"/>
              <a:gd name="T71" fmla="*/ 201 h 512"/>
              <a:gd name="T72" fmla="*/ 201 w 512"/>
              <a:gd name="T73" fmla="*/ 208 h 512"/>
              <a:gd name="T74" fmla="*/ 191 w 512"/>
              <a:gd name="T75" fmla="*/ 207 h 512"/>
              <a:gd name="T76" fmla="*/ 167 w 512"/>
              <a:gd name="T77" fmla="*/ 199 h 512"/>
              <a:gd name="T78" fmla="*/ 117 w 512"/>
              <a:gd name="T79" fmla="*/ 249 h 512"/>
              <a:gd name="T80" fmla="*/ 167 w 512"/>
              <a:gd name="T81" fmla="*/ 298 h 512"/>
              <a:gd name="T82" fmla="*/ 202 w 512"/>
              <a:gd name="T83" fmla="*/ 298 h 512"/>
              <a:gd name="T84" fmla="*/ 213 w 512"/>
              <a:gd name="T85" fmla="*/ 309 h 512"/>
              <a:gd name="T86" fmla="*/ 202 w 512"/>
              <a:gd name="T87" fmla="*/ 320 h 512"/>
              <a:gd name="T88" fmla="*/ 167 w 512"/>
              <a:gd name="T89" fmla="*/ 320 h 512"/>
              <a:gd name="T90" fmla="*/ 96 w 512"/>
              <a:gd name="T91" fmla="*/ 249 h 512"/>
              <a:gd name="T92" fmla="*/ 167 w 512"/>
              <a:gd name="T93" fmla="*/ 178 h 512"/>
              <a:gd name="T94" fmla="*/ 190 w 512"/>
              <a:gd name="T95" fmla="*/ 183 h 512"/>
              <a:gd name="T96" fmla="*/ 272 w 512"/>
              <a:gd name="T97" fmla="*/ 128 h 512"/>
              <a:gd name="T98" fmla="*/ 358 w 512"/>
              <a:gd name="T99" fmla="*/ 213 h 512"/>
              <a:gd name="T100" fmla="*/ 362 w 512"/>
              <a:gd name="T101" fmla="*/ 213 h 512"/>
              <a:gd name="T102" fmla="*/ 416 w 512"/>
              <a:gd name="T103" fmla="*/ 266 h 512"/>
              <a:gd name="T104" fmla="*/ 362 w 512"/>
              <a:gd name="T105" fmla="*/ 3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95" y="370"/>
                </a:moveTo>
                <a:cubicBezTo>
                  <a:pt x="263" y="402"/>
                  <a:pt x="263" y="402"/>
                  <a:pt x="263" y="402"/>
                </a:cubicBezTo>
                <a:cubicBezTo>
                  <a:pt x="262" y="403"/>
                  <a:pt x="261" y="404"/>
                  <a:pt x="260" y="404"/>
                </a:cubicBezTo>
                <a:cubicBezTo>
                  <a:pt x="258" y="405"/>
                  <a:pt x="257" y="405"/>
                  <a:pt x="256" y="405"/>
                </a:cubicBezTo>
                <a:cubicBezTo>
                  <a:pt x="254" y="405"/>
                  <a:pt x="253" y="405"/>
                  <a:pt x="252" y="404"/>
                </a:cubicBezTo>
                <a:cubicBezTo>
                  <a:pt x="250" y="404"/>
                  <a:pt x="249" y="403"/>
                  <a:pt x="248" y="402"/>
                </a:cubicBezTo>
                <a:cubicBezTo>
                  <a:pt x="216" y="370"/>
                  <a:pt x="216" y="370"/>
                  <a:pt x="216" y="370"/>
                </a:cubicBezTo>
                <a:cubicBezTo>
                  <a:pt x="212" y="366"/>
                  <a:pt x="212" y="359"/>
                  <a:pt x="216" y="355"/>
                </a:cubicBezTo>
                <a:cubicBezTo>
                  <a:pt x="220" y="351"/>
                  <a:pt x="227" y="351"/>
                  <a:pt x="231" y="355"/>
                </a:cubicBezTo>
                <a:cubicBezTo>
                  <a:pt x="245" y="369"/>
                  <a:pt x="245" y="369"/>
                  <a:pt x="245" y="369"/>
                </a:cubicBezTo>
                <a:cubicBezTo>
                  <a:pt x="245" y="245"/>
                  <a:pt x="245" y="245"/>
                  <a:pt x="245" y="245"/>
                </a:cubicBezTo>
                <a:cubicBezTo>
                  <a:pt x="245" y="239"/>
                  <a:pt x="250" y="234"/>
                  <a:pt x="256" y="234"/>
                </a:cubicBezTo>
                <a:cubicBezTo>
                  <a:pt x="262" y="234"/>
                  <a:pt x="266" y="239"/>
                  <a:pt x="266" y="245"/>
                </a:cubicBezTo>
                <a:cubicBezTo>
                  <a:pt x="266" y="369"/>
                  <a:pt x="266" y="369"/>
                  <a:pt x="266" y="369"/>
                </a:cubicBezTo>
                <a:cubicBezTo>
                  <a:pt x="280" y="355"/>
                  <a:pt x="280" y="355"/>
                  <a:pt x="280" y="355"/>
                </a:cubicBezTo>
                <a:cubicBezTo>
                  <a:pt x="284" y="351"/>
                  <a:pt x="291" y="351"/>
                  <a:pt x="295" y="355"/>
                </a:cubicBezTo>
                <a:cubicBezTo>
                  <a:pt x="299" y="359"/>
                  <a:pt x="299" y="366"/>
                  <a:pt x="295" y="370"/>
                </a:cubicBezTo>
                <a:close/>
                <a:moveTo>
                  <a:pt x="362" y="320"/>
                </a:moveTo>
                <a:cubicBezTo>
                  <a:pt x="309" y="320"/>
                  <a:pt x="309" y="320"/>
                  <a:pt x="309" y="320"/>
                </a:cubicBezTo>
                <a:cubicBezTo>
                  <a:pt x="303" y="320"/>
                  <a:pt x="298" y="315"/>
                  <a:pt x="298" y="309"/>
                </a:cubicBezTo>
                <a:cubicBezTo>
                  <a:pt x="298" y="303"/>
                  <a:pt x="303" y="298"/>
                  <a:pt x="309" y="298"/>
                </a:cubicBezTo>
                <a:cubicBezTo>
                  <a:pt x="362" y="298"/>
                  <a:pt x="362" y="298"/>
                  <a:pt x="362" y="298"/>
                </a:cubicBezTo>
                <a:cubicBezTo>
                  <a:pt x="380" y="298"/>
                  <a:pt x="394" y="284"/>
                  <a:pt x="394" y="266"/>
                </a:cubicBezTo>
                <a:cubicBezTo>
                  <a:pt x="394" y="249"/>
                  <a:pt x="380" y="234"/>
                  <a:pt x="362" y="234"/>
                </a:cubicBezTo>
                <a:cubicBezTo>
                  <a:pt x="361" y="234"/>
                  <a:pt x="357" y="235"/>
                  <a:pt x="351" y="238"/>
                </a:cubicBezTo>
                <a:cubicBezTo>
                  <a:pt x="347" y="240"/>
                  <a:pt x="343" y="240"/>
                  <a:pt x="339" y="237"/>
                </a:cubicBezTo>
                <a:cubicBezTo>
                  <a:pt x="336" y="235"/>
                  <a:pt x="334" y="231"/>
                  <a:pt x="335" y="227"/>
                </a:cubicBezTo>
                <a:cubicBezTo>
                  <a:pt x="336" y="225"/>
                  <a:pt x="336" y="224"/>
                  <a:pt x="336" y="222"/>
                </a:cubicBezTo>
                <a:cubicBezTo>
                  <a:pt x="336" y="219"/>
                  <a:pt x="337" y="217"/>
                  <a:pt x="337" y="214"/>
                </a:cubicBezTo>
                <a:cubicBezTo>
                  <a:pt x="337" y="178"/>
                  <a:pt x="308" y="149"/>
                  <a:pt x="272" y="149"/>
                </a:cubicBezTo>
                <a:cubicBezTo>
                  <a:pt x="241" y="149"/>
                  <a:pt x="213" y="171"/>
                  <a:pt x="207" y="201"/>
                </a:cubicBezTo>
                <a:cubicBezTo>
                  <a:pt x="206" y="204"/>
                  <a:pt x="204" y="207"/>
                  <a:pt x="201" y="208"/>
                </a:cubicBezTo>
                <a:cubicBezTo>
                  <a:pt x="197" y="210"/>
                  <a:pt x="194" y="209"/>
                  <a:pt x="191" y="207"/>
                </a:cubicBezTo>
                <a:cubicBezTo>
                  <a:pt x="183" y="202"/>
                  <a:pt x="176" y="199"/>
                  <a:pt x="167" y="199"/>
                </a:cubicBezTo>
                <a:cubicBezTo>
                  <a:pt x="139" y="199"/>
                  <a:pt x="117" y="221"/>
                  <a:pt x="117" y="249"/>
                </a:cubicBezTo>
                <a:cubicBezTo>
                  <a:pt x="117" y="276"/>
                  <a:pt x="139" y="298"/>
                  <a:pt x="167" y="298"/>
                </a:cubicBezTo>
                <a:cubicBezTo>
                  <a:pt x="202" y="298"/>
                  <a:pt x="202" y="298"/>
                  <a:pt x="202" y="298"/>
                </a:cubicBezTo>
                <a:cubicBezTo>
                  <a:pt x="208" y="298"/>
                  <a:pt x="213" y="303"/>
                  <a:pt x="213" y="309"/>
                </a:cubicBezTo>
                <a:cubicBezTo>
                  <a:pt x="213" y="315"/>
                  <a:pt x="208" y="320"/>
                  <a:pt x="202" y="320"/>
                </a:cubicBezTo>
                <a:cubicBezTo>
                  <a:pt x="167" y="320"/>
                  <a:pt x="167" y="320"/>
                  <a:pt x="167" y="320"/>
                </a:cubicBezTo>
                <a:cubicBezTo>
                  <a:pt x="127" y="320"/>
                  <a:pt x="96" y="288"/>
                  <a:pt x="96" y="249"/>
                </a:cubicBezTo>
                <a:cubicBezTo>
                  <a:pt x="96" y="210"/>
                  <a:pt x="127" y="178"/>
                  <a:pt x="167" y="178"/>
                </a:cubicBezTo>
                <a:cubicBezTo>
                  <a:pt x="176" y="178"/>
                  <a:pt x="183" y="180"/>
                  <a:pt x="190" y="183"/>
                </a:cubicBezTo>
                <a:cubicBezTo>
                  <a:pt x="203" y="150"/>
                  <a:pt x="235" y="128"/>
                  <a:pt x="272" y="128"/>
                </a:cubicBezTo>
                <a:cubicBezTo>
                  <a:pt x="319" y="128"/>
                  <a:pt x="358" y="166"/>
                  <a:pt x="358" y="213"/>
                </a:cubicBezTo>
                <a:cubicBezTo>
                  <a:pt x="360" y="213"/>
                  <a:pt x="361" y="213"/>
                  <a:pt x="362" y="213"/>
                </a:cubicBezTo>
                <a:cubicBezTo>
                  <a:pt x="392" y="213"/>
                  <a:pt x="416" y="237"/>
                  <a:pt x="416" y="266"/>
                </a:cubicBezTo>
                <a:cubicBezTo>
                  <a:pt x="416" y="296"/>
                  <a:pt x="392" y="320"/>
                  <a:pt x="362" y="320"/>
                </a:cubicBezTo>
                <a:close/>
              </a:path>
            </a:pathLst>
          </a:custGeom>
          <a:solidFill>
            <a:srgbClr val="81BC00"/>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Verdana"/>
              <a:ea typeface="+mn-ea"/>
              <a:cs typeface="+mn-cs"/>
            </a:endParaRPr>
          </a:p>
        </p:txBody>
      </p:sp>
      <p:sp>
        <p:nvSpPr>
          <p:cNvPr id="450" name="Freeform 189">
            <a:extLst>
              <a:ext uri="{FF2B5EF4-FFF2-40B4-BE49-F238E27FC236}">
                <a16:creationId xmlns:a16="http://schemas.microsoft.com/office/drawing/2014/main" id="{70596D73-497A-4D11-96BF-EAE021EEF81E}"/>
              </a:ext>
            </a:extLst>
          </p:cNvPr>
          <p:cNvSpPr>
            <a:spLocks noChangeAspect="1" noEditPoints="1"/>
          </p:cNvSpPr>
          <p:nvPr/>
        </p:nvSpPr>
        <p:spPr bwMode="auto">
          <a:xfrm>
            <a:off x="6854502" y="4012093"/>
            <a:ext cx="725365" cy="725363"/>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accent3"/>
          </a:solidFill>
          <a:ln>
            <a:noFill/>
          </a:ln>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Verdana"/>
              <a:ea typeface="+mn-ea"/>
              <a:cs typeface="+mn-cs"/>
            </a:endParaRPr>
          </a:p>
        </p:txBody>
      </p:sp>
      <p:sp>
        <p:nvSpPr>
          <p:cNvPr id="451" name="Content Placeholder 4">
            <a:extLst>
              <a:ext uri="{FF2B5EF4-FFF2-40B4-BE49-F238E27FC236}">
                <a16:creationId xmlns:a16="http://schemas.microsoft.com/office/drawing/2014/main" id="{3715E5C8-14B8-4489-8FA9-59DD5A05A45D}"/>
              </a:ext>
            </a:extLst>
          </p:cNvPr>
          <p:cNvSpPr txBox="1">
            <a:spLocks/>
          </p:cNvSpPr>
          <p:nvPr/>
        </p:nvSpPr>
        <p:spPr bwMode="gray">
          <a:xfrm>
            <a:off x="7661019" y="4098653"/>
            <a:ext cx="3950168" cy="770925"/>
          </a:xfrm>
          <a:prstGeom prst="rect">
            <a:avLst/>
          </a:prstGeom>
          <a:noFill/>
          <a:ln>
            <a:noFill/>
          </a:ln>
        </p:spPr>
        <p:txBody>
          <a:bodyPr rot="0" spcFirstLastPara="0" vertOverflow="overflow" horzOverflow="overflow" vert="horz" wrap="square" lIns="46759" tIns="23380" rIns="46759" bIns="23380" numCol="1" spcCol="0" rtlCol="0" fromWordArt="0" anchor="t" anchorCtr="0" forceAA="0" compatLnSpc="1">
            <a:prstTxWarp prst="textNoShape">
              <a:avLst/>
            </a:prstTxWarp>
            <a:noAutofit/>
          </a:bodyPr>
          <a:lstStyle>
            <a:defPPr>
              <a:defRPr lang="en-US"/>
            </a:defPPr>
            <a:lvl1pPr algn="ctr">
              <a:defRPr sz="1200"/>
            </a:lvl1pPr>
          </a:lstStyle>
          <a:p>
            <a:pPr marL="0" marR="0" lvl="0" indent="0" algn="l" defTabSz="628426" rtl="0" eaLnBrk="1" fontAlgn="auto" latinLnBrk="0" hangingPunct="1">
              <a:lnSpc>
                <a:spcPct val="100000"/>
              </a:lnSpc>
              <a:spcBef>
                <a:spcPts val="0"/>
              </a:spcBef>
              <a:spcAft>
                <a:spcPts val="307"/>
              </a:spcAft>
              <a:buClrTx/>
              <a:buSzTx/>
              <a:buFontTx/>
              <a:buNone/>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Developing RE city plan, Power for all plan, developing energy database for cities etc.</a:t>
            </a:r>
          </a:p>
        </p:txBody>
      </p:sp>
      <p:sp>
        <p:nvSpPr>
          <p:cNvPr id="452" name="Content Placeholder 4">
            <a:extLst>
              <a:ext uri="{FF2B5EF4-FFF2-40B4-BE49-F238E27FC236}">
                <a16:creationId xmlns:a16="http://schemas.microsoft.com/office/drawing/2014/main" id="{7EBD872B-09A6-4FB0-A3FF-FFABC1E1C496}"/>
              </a:ext>
            </a:extLst>
          </p:cNvPr>
          <p:cNvSpPr txBox="1">
            <a:spLocks/>
          </p:cNvSpPr>
          <p:nvPr/>
        </p:nvSpPr>
        <p:spPr bwMode="gray">
          <a:xfrm>
            <a:off x="7661019" y="4937938"/>
            <a:ext cx="3950168" cy="795877"/>
          </a:xfrm>
          <a:prstGeom prst="rect">
            <a:avLst/>
          </a:prstGeom>
          <a:noFill/>
          <a:ln>
            <a:noFill/>
          </a:ln>
        </p:spPr>
        <p:txBody>
          <a:bodyPr rot="0" spcFirstLastPara="0" vertOverflow="overflow" horzOverflow="overflow" vert="horz" wrap="square" lIns="46759" tIns="23380" rIns="46759" bIns="23380" numCol="1" spcCol="0" rtlCol="0" fromWordArt="0" anchor="t" anchorCtr="0" forceAA="0" compatLnSpc="1">
            <a:prstTxWarp prst="textNoShape">
              <a:avLst/>
            </a:prstTxWarp>
            <a:noAutofit/>
          </a:bodyPr>
          <a:lstStyle>
            <a:defPPr>
              <a:defRPr lang="en-US"/>
            </a:defPPr>
            <a:lvl1pPr algn="ctr">
              <a:defRPr sz="1200"/>
            </a:lvl1pPr>
          </a:lstStyle>
          <a:p>
            <a:pPr marL="0" marR="0" lvl="0" indent="0" algn="l" defTabSz="628426" rtl="0" eaLnBrk="1" fontAlgn="auto" latinLnBrk="0" hangingPunct="1">
              <a:lnSpc>
                <a:spcPct val="100000"/>
              </a:lnSpc>
              <a:spcBef>
                <a:spcPts val="0"/>
              </a:spcBef>
              <a:spcAft>
                <a:spcPts val="307"/>
              </a:spcAft>
              <a:buClrTx/>
              <a:buSzTx/>
              <a:buFontTx/>
              <a:buNone/>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Management &amp; monitoring of various govt schemes like PM KUSUM, DDUGJY, IPDS </a:t>
            </a:r>
            <a:r>
              <a:rPr kumimoji="0" lang="en-US" b="0" i="0" u="none" strike="noStrike" kern="1200" cap="none" spc="0" normalizeH="0" baseline="0" noProof="0" dirty="0" err="1">
                <a:ln>
                  <a:noFill/>
                </a:ln>
                <a:solidFill>
                  <a:prstClr val="black"/>
                </a:solidFill>
                <a:effectLst/>
                <a:uLnTx/>
                <a:uFillTx/>
                <a:latin typeface="Verdana"/>
                <a:ea typeface="+mn-ea"/>
                <a:cs typeface="+mn-cs"/>
              </a:rPr>
              <a:t>etc</a:t>
            </a:r>
            <a:endParaRPr kumimoji="0" lang="en-US" b="0" i="0" u="none" strike="noStrike" kern="1200" cap="none" spc="0" normalizeH="0" baseline="0" noProof="0" dirty="0">
              <a:ln>
                <a:noFill/>
              </a:ln>
              <a:solidFill>
                <a:prstClr val="black"/>
              </a:solidFill>
              <a:effectLst/>
              <a:uLnTx/>
              <a:uFillTx/>
              <a:latin typeface="Verdana"/>
              <a:ea typeface="+mn-ea"/>
              <a:cs typeface="+mn-cs"/>
            </a:endParaRPr>
          </a:p>
        </p:txBody>
      </p:sp>
      <p:sp>
        <p:nvSpPr>
          <p:cNvPr id="453" name="Content Placeholder 4">
            <a:extLst>
              <a:ext uri="{FF2B5EF4-FFF2-40B4-BE49-F238E27FC236}">
                <a16:creationId xmlns:a16="http://schemas.microsoft.com/office/drawing/2014/main" id="{E4F4CE24-B141-444E-A9A0-5ECA3E5DAFFE}"/>
              </a:ext>
            </a:extLst>
          </p:cNvPr>
          <p:cNvSpPr txBox="1">
            <a:spLocks/>
          </p:cNvSpPr>
          <p:nvPr/>
        </p:nvSpPr>
        <p:spPr bwMode="gray">
          <a:xfrm>
            <a:off x="7661019" y="5772657"/>
            <a:ext cx="3950168" cy="790974"/>
          </a:xfrm>
          <a:prstGeom prst="rect">
            <a:avLst/>
          </a:prstGeom>
          <a:noFill/>
          <a:ln>
            <a:noFill/>
          </a:ln>
        </p:spPr>
        <p:txBody>
          <a:bodyPr rot="0" spcFirstLastPara="0" vertOverflow="overflow" horzOverflow="overflow" vert="horz" wrap="square" lIns="46759" tIns="23380" rIns="46759" bIns="23380" numCol="1" spcCol="0" rtlCol="0" fromWordArt="0" anchor="t" anchorCtr="0" forceAA="0" compatLnSpc="1">
            <a:prstTxWarp prst="textNoShape">
              <a:avLst/>
            </a:prstTxWarp>
            <a:noAutofit/>
          </a:bodyPr>
          <a:lstStyle>
            <a:defPPr>
              <a:defRPr lang="en-US"/>
            </a:defPPr>
            <a:lvl1pPr algn="ctr">
              <a:defRPr sz="1200"/>
            </a:lvl1pPr>
          </a:lstStyle>
          <a:p>
            <a:pPr marL="0" marR="0" lvl="0" indent="0" algn="l" defTabSz="628426" rtl="0" eaLnBrk="1" fontAlgn="auto" latinLnBrk="0" hangingPunct="1">
              <a:lnSpc>
                <a:spcPct val="100000"/>
              </a:lnSpc>
              <a:spcBef>
                <a:spcPts val="0"/>
              </a:spcBef>
              <a:spcAft>
                <a:spcPts val="307"/>
              </a:spcAft>
              <a:buClrTx/>
              <a:buSzTx/>
              <a:buFontTx/>
              <a:buNone/>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Mobile Apps, Web applications, AMC for Hardware, AMC data center services to maintain the Data Center </a:t>
            </a:r>
          </a:p>
        </p:txBody>
      </p:sp>
      <p:cxnSp>
        <p:nvCxnSpPr>
          <p:cNvPr id="170" name="Straight Arrow Connector 169">
            <a:extLst>
              <a:ext uri="{FF2B5EF4-FFF2-40B4-BE49-F238E27FC236}">
                <a16:creationId xmlns:a16="http://schemas.microsoft.com/office/drawing/2014/main" id="{494B9DF8-1CF8-4F3E-939C-2D6177F22062}"/>
              </a:ext>
            </a:extLst>
          </p:cNvPr>
          <p:cNvCxnSpPr>
            <a:cxnSpLocks/>
          </p:cNvCxnSpPr>
          <p:nvPr/>
        </p:nvCxnSpPr>
        <p:spPr>
          <a:xfrm flipH="1" flipV="1">
            <a:off x="2787634" y="4055065"/>
            <a:ext cx="742795" cy="106360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2" name="Rectangle 171">
            <a:extLst>
              <a:ext uri="{FF2B5EF4-FFF2-40B4-BE49-F238E27FC236}">
                <a16:creationId xmlns:a16="http://schemas.microsoft.com/office/drawing/2014/main" id="{9994E2DE-6D89-4886-9816-8B87378B128B}"/>
              </a:ext>
            </a:extLst>
          </p:cNvPr>
          <p:cNvSpPr/>
          <p:nvPr/>
        </p:nvSpPr>
        <p:spPr>
          <a:xfrm>
            <a:off x="3498258" y="4889148"/>
            <a:ext cx="1232345"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Project Management Unit</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173" name="Straight Arrow Connector 172">
            <a:extLst>
              <a:ext uri="{FF2B5EF4-FFF2-40B4-BE49-F238E27FC236}">
                <a16:creationId xmlns:a16="http://schemas.microsoft.com/office/drawing/2014/main" id="{AB4F3D2B-1F5F-4AC0-8B86-A7EC97686ED4}"/>
              </a:ext>
            </a:extLst>
          </p:cNvPr>
          <p:cNvCxnSpPr>
            <a:cxnSpLocks/>
          </p:cNvCxnSpPr>
          <p:nvPr/>
        </p:nvCxnSpPr>
        <p:spPr>
          <a:xfrm flipH="1" flipV="1">
            <a:off x="2954476" y="4520497"/>
            <a:ext cx="404619" cy="89735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6" name="Rectangle 175">
            <a:extLst>
              <a:ext uri="{FF2B5EF4-FFF2-40B4-BE49-F238E27FC236}">
                <a16:creationId xmlns:a16="http://schemas.microsoft.com/office/drawing/2014/main" id="{F3FD02F6-40AE-4443-B481-F3A1C4929FAF}"/>
              </a:ext>
            </a:extLst>
          </p:cNvPr>
          <p:cNvSpPr/>
          <p:nvPr/>
        </p:nvSpPr>
        <p:spPr>
          <a:xfrm>
            <a:off x="3248298" y="5489980"/>
            <a:ext cx="104182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Project Management Unit, Web based portal</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417020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10B0713-0DB5-453F-A960-A4CAAB9E47A3}"/>
              </a:ext>
            </a:extLst>
          </p:cNvPr>
          <p:cNvSpPr>
            <a:spLocks noGrp="1"/>
          </p:cNvSpPr>
          <p:nvPr>
            <p:ph type="title"/>
          </p:nvPr>
        </p:nvSpPr>
        <p:spPr/>
        <p:txBody>
          <a:bodyPr/>
          <a:lstStyle/>
          <a:p>
            <a:r>
              <a:rPr lang="en-US"/>
              <a:t>Deloitte’s experience with states- S</a:t>
            </a:r>
            <a:r>
              <a:rPr lang="en-US" sz="2000"/>
              <a:t>olar park, distributed solar/new areas</a:t>
            </a:r>
            <a:endParaRPr lang="en-US"/>
          </a:p>
        </p:txBody>
      </p:sp>
      <p:sp>
        <p:nvSpPr>
          <p:cNvPr id="105" name="AutoShape 276">
            <a:extLst>
              <a:ext uri="{FF2B5EF4-FFF2-40B4-BE49-F238E27FC236}">
                <a16:creationId xmlns:a16="http://schemas.microsoft.com/office/drawing/2014/main" id="{F1FD148D-78A1-4C5A-AEA1-DD92D0D39548}"/>
              </a:ext>
            </a:extLst>
          </p:cNvPr>
          <p:cNvSpPr>
            <a:spLocks noChangeAspect="1" noChangeArrowheads="1" noTextEdit="1"/>
          </p:cNvSpPr>
          <p:nvPr/>
        </p:nvSpPr>
        <p:spPr bwMode="auto">
          <a:xfrm>
            <a:off x="1806861" y="2292607"/>
            <a:ext cx="3033075" cy="32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06" name="Freeform 278">
            <a:extLst>
              <a:ext uri="{FF2B5EF4-FFF2-40B4-BE49-F238E27FC236}">
                <a16:creationId xmlns:a16="http://schemas.microsoft.com/office/drawing/2014/main" id="{40DD0684-142E-407A-BEEC-83272FA1B93A}"/>
              </a:ext>
            </a:extLst>
          </p:cNvPr>
          <p:cNvSpPr>
            <a:spLocks/>
          </p:cNvSpPr>
          <p:nvPr/>
        </p:nvSpPr>
        <p:spPr bwMode="auto">
          <a:xfrm>
            <a:off x="4584971" y="3526329"/>
            <a:ext cx="0" cy="197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0"/>
                  <a:pt x="0" y="0"/>
                </a:cubicBezTo>
                <a:cubicBezTo>
                  <a:pt x="0" y="0"/>
                  <a:pt x="0" y="1"/>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07" name="Freeform 279">
            <a:extLst>
              <a:ext uri="{FF2B5EF4-FFF2-40B4-BE49-F238E27FC236}">
                <a16:creationId xmlns:a16="http://schemas.microsoft.com/office/drawing/2014/main" id="{092AB326-637C-4847-9942-2BBAE994BD86}"/>
              </a:ext>
            </a:extLst>
          </p:cNvPr>
          <p:cNvSpPr>
            <a:spLocks/>
          </p:cNvSpPr>
          <p:nvPr/>
        </p:nvSpPr>
        <p:spPr bwMode="auto">
          <a:xfrm>
            <a:off x="4460547" y="366921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08" name="Freeform 280">
            <a:extLst>
              <a:ext uri="{FF2B5EF4-FFF2-40B4-BE49-F238E27FC236}">
                <a16:creationId xmlns:a16="http://schemas.microsoft.com/office/drawing/2014/main" id="{2C00A9B8-A012-4EAA-A390-455DED5FF662}"/>
              </a:ext>
            </a:extLst>
          </p:cNvPr>
          <p:cNvSpPr>
            <a:spLocks/>
          </p:cNvSpPr>
          <p:nvPr/>
        </p:nvSpPr>
        <p:spPr bwMode="auto">
          <a:xfrm>
            <a:off x="4333064" y="3644577"/>
            <a:ext cx="5100" cy="1971"/>
          </a:xfrm>
          <a:custGeom>
            <a:avLst/>
            <a:gdLst>
              <a:gd name="T0" fmla="*/ 2 w 2"/>
              <a:gd name="T1" fmla="*/ 0 h 1"/>
              <a:gd name="T2" fmla="*/ 0 w 2"/>
              <a:gd name="T3" fmla="*/ 1 h 1"/>
              <a:gd name="T4" fmla="*/ 1 w 2"/>
              <a:gd name="T5" fmla="*/ 1 h 1"/>
              <a:gd name="T6" fmla="*/ 2 w 2"/>
              <a:gd name="T7" fmla="*/ 0 h 1"/>
            </a:gdLst>
            <a:ahLst/>
            <a:cxnLst>
              <a:cxn ang="0">
                <a:pos x="T0" y="T1"/>
              </a:cxn>
              <a:cxn ang="0">
                <a:pos x="T2" y="T3"/>
              </a:cxn>
              <a:cxn ang="0">
                <a:pos x="T4" y="T5"/>
              </a:cxn>
              <a:cxn ang="0">
                <a:pos x="T6" y="T7"/>
              </a:cxn>
            </a:cxnLst>
            <a:rect l="0" t="0" r="r" b="b"/>
            <a:pathLst>
              <a:path w="2" h="1">
                <a:moveTo>
                  <a:pt x="2" y="0"/>
                </a:moveTo>
                <a:cubicBezTo>
                  <a:pt x="1" y="0"/>
                  <a:pt x="1" y="1"/>
                  <a:pt x="0" y="1"/>
                </a:cubicBezTo>
                <a:cubicBezTo>
                  <a:pt x="1" y="1"/>
                  <a:pt x="1" y="1"/>
                  <a:pt x="1" y="1"/>
                </a:cubicBezTo>
                <a:cubicBezTo>
                  <a:pt x="2" y="1"/>
                  <a:pt x="2" y="1"/>
                  <a:pt x="2"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09" name="Freeform 281">
            <a:extLst>
              <a:ext uri="{FF2B5EF4-FFF2-40B4-BE49-F238E27FC236}">
                <a16:creationId xmlns:a16="http://schemas.microsoft.com/office/drawing/2014/main" id="{E7B764E8-A660-4695-A672-02E3A1117EA5}"/>
              </a:ext>
            </a:extLst>
          </p:cNvPr>
          <p:cNvSpPr>
            <a:spLocks/>
          </p:cNvSpPr>
          <p:nvPr/>
        </p:nvSpPr>
        <p:spPr bwMode="auto">
          <a:xfrm>
            <a:off x="1804822" y="3574615"/>
            <a:ext cx="672090" cy="507482"/>
          </a:xfrm>
          <a:custGeom>
            <a:avLst/>
            <a:gdLst>
              <a:gd name="T0" fmla="*/ 274 w 296"/>
              <a:gd name="T1" fmla="*/ 80 h 231"/>
              <a:gd name="T2" fmla="*/ 250 w 296"/>
              <a:gd name="T3" fmla="*/ 57 h 231"/>
              <a:gd name="T4" fmla="*/ 244 w 296"/>
              <a:gd name="T5" fmla="*/ 27 h 231"/>
              <a:gd name="T6" fmla="*/ 217 w 296"/>
              <a:gd name="T7" fmla="*/ 17 h 231"/>
              <a:gd name="T8" fmla="*/ 192 w 296"/>
              <a:gd name="T9" fmla="*/ 9 h 231"/>
              <a:gd name="T10" fmla="*/ 164 w 296"/>
              <a:gd name="T11" fmla="*/ 4 h 231"/>
              <a:gd name="T12" fmla="*/ 146 w 296"/>
              <a:gd name="T13" fmla="*/ 6 h 231"/>
              <a:gd name="T14" fmla="*/ 146 w 296"/>
              <a:gd name="T15" fmla="*/ 19 h 231"/>
              <a:gd name="T16" fmla="*/ 118 w 296"/>
              <a:gd name="T17" fmla="*/ 13 h 231"/>
              <a:gd name="T18" fmla="*/ 89 w 296"/>
              <a:gd name="T19" fmla="*/ 22 h 231"/>
              <a:gd name="T20" fmla="*/ 63 w 296"/>
              <a:gd name="T21" fmla="*/ 13 h 231"/>
              <a:gd name="T22" fmla="*/ 42 w 296"/>
              <a:gd name="T23" fmla="*/ 14 h 231"/>
              <a:gd name="T24" fmla="*/ 16 w 296"/>
              <a:gd name="T25" fmla="*/ 25 h 231"/>
              <a:gd name="T26" fmla="*/ 3 w 296"/>
              <a:gd name="T27" fmla="*/ 37 h 231"/>
              <a:gd name="T28" fmla="*/ 22 w 296"/>
              <a:gd name="T29" fmla="*/ 36 h 231"/>
              <a:gd name="T30" fmla="*/ 18 w 296"/>
              <a:gd name="T31" fmla="*/ 40 h 231"/>
              <a:gd name="T32" fmla="*/ 21 w 296"/>
              <a:gd name="T33" fmla="*/ 54 h 231"/>
              <a:gd name="T34" fmla="*/ 27 w 296"/>
              <a:gd name="T35" fmla="*/ 60 h 231"/>
              <a:gd name="T36" fmla="*/ 51 w 296"/>
              <a:gd name="T37" fmla="*/ 86 h 231"/>
              <a:gd name="T38" fmla="*/ 79 w 296"/>
              <a:gd name="T39" fmla="*/ 88 h 231"/>
              <a:gd name="T40" fmla="*/ 99 w 296"/>
              <a:gd name="T41" fmla="*/ 79 h 231"/>
              <a:gd name="T42" fmla="*/ 107 w 296"/>
              <a:gd name="T43" fmla="*/ 92 h 231"/>
              <a:gd name="T44" fmla="*/ 87 w 296"/>
              <a:gd name="T45" fmla="*/ 102 h 231"/>
              <a:gd name="T46" fmla="*/ 78 w 296"/>
              <a:gd name="T47" fmla="*/ 110 h 231"/>
              <a:gd name="T48" fmla="*/ 66 w 296"/>
              <a:gd name="T49" fmla="*/ 113 h 231"/>
              <a:gd name="T50" fmla="*/ 52 w 296"/>
              <a:gd name="T51" fmla="*/ 112 h 231"/>
              <a:gd name="T52" fmla="*/ 40 w 296"/>
              <a:gd name="T53" fmla="*/ 107 h 231"/>
              <a:gd name="T54" fmla="*/ 38 w 296"/>
              <a:gd name="T55" fmla="*/ 117 h 231"/>
              <a:gd name="T56" fmla="*/ 72 w 296"/>
              <a:gd name="T57" fmla="*/ 157 h 231"/>
              <a:gd name="T58" fmla="*/ 101 w 296"/>
              <a:gd name="T59" fmla="*/ 186 h 231"/>
              <a:gd name="T60" fmla="*/ 127 w 296"/>
              <a:gd name="T61" fmla="*/ 196 h 231"/>
              <a:gd name="T62" fmla="*/ 156 w 296"/>
              <a:gd name="T63" fmla="*/ 186 h 231"/>
              <a:gd name="T64" fmla="*/ 180 w 296"/>
              <a:gd name="T65" fmla="*/ 177 h 231"/>
              <a:gd name="T66" fmla="*/ 192 w 296"/>
              <a:gd name="T67" fmla="*/ 147 h 231"/>
              <a:gd name="T68" fmla="*/ 194 w 296"/>
              <a:gd name="T69" fmla="*/ 129 h 231"/>
              <a:gd name="T70" fmla="*/ 212 w 296"/>
              <a:gd name="T71" fmla="*/ 128 h 231"/>
              <a:gd name="T72" fmla="*/ 204 w 296"/>
              <a:gd name="T73" fmla="*/ 135 h 231"/>
              <a:gd name="T74" fmla="*/ 204 w 296"/>
              <a:gd name="T75" fmla="*/ 146 h 231"/>
              <a:gd name="T76" fmla="*/ 205 w 296"/>
              <a:gd name="T77" fmla="*/ 160 h 231"/>
              <a:gd name="T78" fmla="*/ 209 w 296"/>
              <a:gd name="T79" fmla="*/ 166 h 231"/>
              <a:gd name="T80" fmla="*/ 205 w 296"/>
              <a:gd name="T81" fmla="*/ 181 h 231"/>
              <a:gd name="T82" fmla="*/ 210 w 296"/>
              <a:gd name="T83" fmla="*/ 190 h 231"/>
              <a:gd name="T84" fmla="*/ 212 w 296"/>
              <a:gd name="T85" fmla="*/ 201 h 231"/>
              <a:gd name="T86" fmla="*/ 201 w 296"/>
              <a:gd name="T87" fmla="*/ 223 h 231"/>
              <a:gd name="T88" fmla="*/ 224 w 296"/>
              <a:gd name="T89" fmla="*/ 230 h 231"/>
              <a:gd name="T90" fmla="*/ 235 w 296"/>
              <a:gd name="T91" fmla="*/ 206 h 231"/>
              <a:gd name="T92" fmla="*/ 257 w 296"/>
              <a:gd name="T93" fmla="*/ 208 h 231"/>
              <a:gd name="T94" fmla="*/ 247 w 296"/>
              <a:gd name="T95" fmla="*/ 185 h 231"/>
              <a:gd name="T96" fmla="*/ 272 w 296"/>
              <a:gd name="T97" fmla="*/ 174 h 231"/>
              <a:gd name="T98" fmla="*/ 263 w 296"/>
              <a:gd name="T99" fmla="*/ 161 h 231"/>
              <a:gd name="T100" fmla="*/ 275 w 296"/>
              <a:gd name="T101" fmla="*/ 149 h 231"/>
              <a:gd name="T102" fmla="*/ 284 w 296"/>
              <a:gd name="T103" fmla="*/ 129 h 231"/>
              <a:gd name="T104" fmla="*/ 292 w 296"/>
              <a:gd name="T105" fmla="*/ 10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6" h="231">
                <a:moveTo>
                  <a:pt x="289" y="93"/>
                </a:moveTo>
                <a:cubicBezTo>
                  <a:pt x="289" y="93"/>
                  <a:pt x="289" y="93"/>
                  <a:pt x="289" y="93"/>
                </a:cubicBezTo>
                <a:cubicBezTo>
                  <a:pt x="289" y="91"/>
                  <a:pt x="289" y="88"/>
                  <a:pt x="287" y="88"/>
                </a:cubicBezTo>
                <a:cubicBezTo>
                  <a:pt x="286" y="88"/>
                  <a:pt x="281" y="90"/>
                  <a:pt x="281" y="87"/>
                </a:cubicBezTo>
                <a:cubicBezTo>
                  <a:pt x="282" y="84"/>
                  <a:pt x="283" y="83"/>
                  <a:pt x="281" y="81"/>
                </a:cubicBezTo>
                <a:cubicBezTo>
                  <a:pt x="279" y="79"/>
                  <a:pt x="276" y="80"/>
                  <a:pt x="274" y="80"/>
                </a:cubicBezTo>
                <a:cubicBezTo>
                  <a:pt x="274" y="79"/>
                  <a:pt x="274" y="79"/>
                  <a:pt x="274" y="79"/>
                </a:cubicBezTo>
                <a:cubicBezTo>
                  <a:pt x="271" y="80"/>
                  <a:pt x="271" y="76"/>
                  <a:pt x="269" y="75"/>
                </a:cubicBezTo>
                <a:cubicBezTo>
                  <a:pt x="267" y="75"/>
                  <a:pt x="263" y="76"/>
                  <a:pt x="262" y="74"/>
                </a:cubicBezTo>
                <a:cubicBezTo>
                  <a:pt x="258" y="71"/>
                  <a:pt x="265" y="61"/>
                  <a:pt x="256" y="66"/>
                </a:cubicBezTo>
                <a:cubicBezTo>
                  <a:pt x="254" y="64"/>
                  <a:pt x="256" y="61"/>
                  <a:pt x="254" y="59"/>
                </a:cubicBezTo>
                <a:cubicBezTo>
                  <a:pt x="253" y="58"/>
                  <a:pt x="251" y="59"/>
                  <a:pt x="250" y="57"/>
                </a:cubicBezTo>
                <a:cubicBezTo>
                  <a:pt x="248" y="54"/>
                  <a:pt x="255" y="50"/>
                  <a:pt x="256" y="48"/>
                </a:cubicBezTo>
                <a:cubicBezTo>
                  <a:pt x="257" y="44"/>
                  <a:pt x="253" y="39"/>
                  <a:pt x="250" y="43"/>
                </a:cubicBezTo>
                <a:cubicBezTo>
                  <a:pt x="247" y="46"/>
                  <a:pt x="245" y="44"/>
                  <a:pt x="246" y="40"/>
                </a:cubicBezTo>
                <a:cubicBezTo>
                  <a:pt x="243" y="41"/>
                  <a:pt x="241" y="37"/>
                  <a:pt x="241" y="34"/>
                </a:cubicBezTo>
                <a:cubicBezTo>
                  <a:pt x="242" y="30"/>
                  <a:pt x="245" y="30"/>
                  <a:pt x="248" y="28"/>
                </a:cubicBezTo>
                <a:cubicBezTo>
                  <a:pt x="247" y="27"/>
                  <a:pt x="245" y="28"/>
                  <a:pt x="244" y="27"/>
                </a:cubicBezTo>
                <a:cubicBezTo>
                  <a:pt x="243" y="26"/>
                  <a:pt x="244" y="24"/>
                  <a:pt x="244" y="22"/>
                </a:cubicBezTo>
                <a:cubicBezTo>
                  <a:pt x="242" y="21"/>
                  <a:pt x="239" y="20"/>
                  <a:pt x="238" y="22"/>
                </a:cubicBezTo>
                <a:cubicBezTo>
                  <a:pt x="237" y="24"/>
                  <a:pt x="237" y="29"/>
                  <a:pt x="234" y="28"/>
                </a:cubicBezTo>
                <a:cubicBezTo>
                  <a:pt x="233" y="24"/>
                  <a:pt x="227" y="26"/>
                  <a:pt x="224" y="26"/>
                </a:cubicBezTo>
                <a:cubicBezTo>
                  <a:pt x="224" y="24"/>
                  <a:pt x="224" y="23"/>
                  <a:pt x="224" y="21"/>
                </a:cubicBezTo>
                <a:cubicBezTo>
                  <a:pt x="221" y="21"/>
                  <a:pt x="219" y="16"/>
                  <a:pt x="217" y="17"/>
                </a:cubicBezTo>
                <a:cubicBezTo>
                  <a:pt x="216" y="19"/>
                  <a:pt x="215" y="20"/>
                  <a:pt x="213" y="21"/>
                </a:cubicBezTo>
                <a:cubicBezTo>
                  <a:pt x="213" y="18"/>
                  <a:pt x="213" y="17"/>
                  <a:pt x="211" y="16"/>
                </a:cubicBezTo>
                <a:cubicBezTo>
                  <a:pt x="209" y="14"/>
                  <a:pt x="209" y="13"/>
                  <a:pt x="208" y="11"/>
                </a:cubicBezTo>
                <a:cubicBezTo>
                  <a:pt x="207" y="9"/>
                  <a:pt x="203" y="11"/>
                  <a:pt x="201" y="10"/>
                </a:cubicBezTo>
                <a:cubicBezTo>
                  <a:pt x="199" y="9"/>
                  <a:pt x="199" y="7"/>
                  <a:pt x="199" y="5"/>
                </a:cubicBezTo>
                <a:cubicBezTo>
                  <a:pt x="197" y="5"/>
                  <a:pt x="193" y="7"/>
                  <a:pt x="192" y="9"/>
                </a:cubicBezTo>
                <a:cubicBezTo>
                  <a:pt x="191" y="9"/>
                  <a:pt x="190" y="8"/>
                  <a:pt x="190" y="7"/>
                </a:cubicBezTo>
                <a:cubicBezTo>
                  <a:pt x="189" y="7"/>
                  <a:pt x="188" y="9"/>
                  <a:pt x="188" y="11"/>
                </a:cubicBezTo>
                <a:cubicBezTo>
                  <a:pt x="186" y="11"/>
                  <a:pt x="185" y="9"/>
                  <a:pt x="184" y="8"/>
                </a:cubicBezTo>
                <a:cubicBezTo>
                  <a:pt x="184" y="5"/>
                  <a:pt x="181" y="5"/>
                  <a:pt x="179" y="6"/>
                </a:cubicBezTo>
                <a:cubicBezTo>
                  <a:pt x="177" y="6"/>
                  <a:pt x="175" y="5"/>
                  <a:pt x="173" y="4"/>
                </a:cubicBezTo>
                <a:cubicBezTo>
                  <a:pt x="170" y="3"/>
                  <a:pt x="167" y="4"/>
                  <a:pt x="164" y="4"/>
                </a:cubicBezTo>
                <a:cubicBezTo>
                  <a:pt x="164" y="5"/>
                  <a:pt x="164" y="6"/>
                  <a:pt x="164" y="7"/>
                </a:cubicBezTo>
                <a:cubicBezTo>
                  <a:pt x="162" y="7"/>
                  <a:pt x="160" y="7"/>
                  <a:pt x="160" y="5"/>
                </a:cubicBezTo>
                <a:cubicBezTo>
                  <a:pt x="159" y="4"/>
                  <a:pt x="160" y="2"/>
                  <a:pt x="159" y="1"/>
                </a:cubicBezTo>
                <a:cubicBezTo>
                  <a:pt x="158" y="0"/>
                  <a:pt x="154" y="1"/>
                  <a:pt x="151" y="2"/>
                </a:cubicBezTo>
                <a:cubicBezTo>
                  <a:pt x="151" y="2"/>
                  <a:pt x="151" y="3"/>
                  <a:pt x="151" y="3"/>
                </a:cubicBezTo>
                <a:cubicBezTo>
                  <a:pt x="149" y="3"/>
                  <a:pt x="146" y="4"/>
                  <a:pt x="146" y="6"/>
                </a:cubicBezTo>
                <a:cubicBezTo>
                  <a:pt x="146" y="6"/>
                  <a:pt x="146" y="7"/>
                  <a:pt x="147" y="7"/>
                </a:cubicBezTo>
                <a:cubicBezTo>
                  <a:pt x="147" y="9"/>
                  <a:pt x="145" y="12"/>
                  <a:pt x="146" y="14"/>
                </a:cubicBezTo>
                <a:cubicBezTo>
                  <a:pt x="148" y="14"/>
                  <a:pt x="150" y="14"/>
                  <a:pt x="152" y="14"/>
                </a:cubicBezTo>
                <a:cubicBezTo>
                  <a:pt x="152" y="15"/>
                  <a:pt x="152" y="15"/>
                  <a:pt x="152" y="15"/>
                </a:cubicBezTo>
                <a:cubicBezTo>
                  <a:pt x="152" y="16"/>
                  <a:pt x="152" y="16"/>
                  <a:pt x="151" y="16"/>
                </a:cubicBezTo>
                <a:cubicBezTo>
                  <a:pt x="150" y="16"/>
                  <a:pt x="148" y="18"/>
                  <a:pt x="146" y="19"/>
                </a:cubicBezTo>
                <a:cubicBezTo>
                  <a:pt x="146" y="18"/>
                  <a:pt x="144" y="18"/>
                  <a:pt x="143" y="18"/>
                </a:cubicBezTo>
                <a:cubicBezTo>
                  <a:pt x="142" y="19"/>
                  <a:pt x="142" y="19"/>
                  <a:pt x="142" y="19"/>
                </a:cubicBezTo>
                <a:cubicBezTo>
                  <a:pt x="140" y="19"/>
                  <a:pt x="139" y="21"/>
                  <a:pt x="139" y="23"/>
                </a:cubicBezTo>
                <a:cubicBezTo>
                  <a:pt x="135" y="23"/>
                  <a:pt x="131" y="23"/>
                  <a:pt x="128" y="22"/>
                </a:cubicBezTo>
                <a:cubicBezTo>
                  <a:pt x="124" y="21"/>
                  <a:pt x="127" y="16"/>
                  <a:pt x="126" y="13"/>
                </a:cubicBezTo>
                <a:cubicBezTo>
                  <a:pt x="124" y="13"/>
                  <a:pt x="121" y="13"/>
                  <a:pt x="118" y="13"/>
                </a:cubicBezTo>
                <a:cubicBezTo>
                  <a:pt x="117" y="13"/>
                  <a:pt x="115" y="13"/>
                  <a:pt x="114" y="13"/>
                </a:cubicBezTo>
                <a:cubicBezTo>
                  <a:pt x="113" y="14"/>
                  <a:pt x="112" y="15"/>
                  <a:pt x="110" y="15"/>
                </a:cubicBezTo>
                <a:cubicBezTo>
                  <a:pt x="109" y="16"/>
                  <a:pt x="108" y="16"/>
                  <a:pt x="107" y="16"/>
                </a:cubicBezTo>
                <a:cubicBezTo>
                  <a:pt x="104" y="16"/>
                  <a:pt x="104" y="16"/>
                  <a:pt x="103" y="17"/>
                </a:cubicBezTo>
                <a:cubicBezTo>
                  <a:pt x="101" y="19"/>
                  <a:pt x="99" y="20"/>
                  <a:pt x="98" y="21"/>
                </a:cubicBezTo>
                <a:cubicBezTo>
                  <a:pt x="97" y="23"/>
                  <a:pt x="91" y="22"/>
                  <a:pt x="89" y="22"/>
                </a:cubicBezTo>
                <a:cubicBezTo>
                  <a:pt x="85" y="22"/>
                  <a:pt x="83" y="21"/>
                  <a:pt x="81" y="18"/>
                </a:cubicBezTo>
                <a:cubicBezTo>
                  <a:pt x="80" y="17"/>
                  <a:pt x="79" y="14"/>
                  <a:pt x="78" y="14"/>
                </a:cubicBezTo>
                <a:cubicBezTo>
                  <a:pt x="77" y="13"/>
                  <a:pt x="74" y="14"/>
                  <a:pt x="73" y="14"/>
                </a:cubicBezTo>
                <a:cubicBezTo>
                  <a:pt x="72" y="14"/>
                  <a:pt x="70" y="13"/>
                  <a:pt x="69" y="13"/>
                </a:cubicBezTo>
                <a:cubicBezTo>
                  <a:pt x="67" y="13"/>
                  <a:pt x="67" y="12"/>
                  <a:pt x="66" y="15"/>
                </a:cubicBezTo>
                <a:cubicBezTo>
                  <a:pt x="65" y="15"/>
                  <a:pt x="64" y="14"/>
                  <a:pt x="63" y="13"/>
                </a:cubicBezTo>
                <a:cubicBezTo>
                  <a:pt x="62" y="13"/>
                  <a:pt x="62" y="13"/>
                  <a:pt x="60" y="13"/>
                </a:cubicBezTo>
                <a:cubicBezTo>
                  <a:pt x="59" y="14"/>
                  <a:pt x="57" y="15"/>
                  <a:pt x="54" y="14"/>
                </a:cubicBezTo>
                <a:cubicBezTo>
                  <a:pt x="53" y="13"/>
                  <a:pt x="52" y="12"/>
                  <a:pt x="52" y="12"/>
                </a:cubicBezTo>
                <a:cubicBezTo>
                  <a:pt x="51" y="12"/>
                  <a:pt x="50" y="13"/>
                  <a:pt x="49" y="13"/>
                </a:cubicBezTo>
                <a:cubicBezTo>
                  <a:pt x="46" y="14"/>
                  <a:pt x="46" y="12"/>
                  <a:pt x="45" y="10"/>
                </a:cubicBezTo>
                <a:cubicBezTo>
                  <a:pt x="44" y="9"/>
                  <a:pt x="42" y="13"/>
                  <a:pt x="42" y="14"/>
                </a:cubicBezTo>
                <a:cubicBezTo>
                  <a:pt x="39" y="14"/>
                  <a:pt x="40" y="10"/>
                  <a:pt x="39" y="9"/>
                </a:cubicBezTo>
                <a:cubicBezTo>
                  <a:pt x="38" y="5"/>
                  <a:pt x="37" y="10"/>
                  <a:pt x="37" y="12"/>
                </a:cubicBezTo>
                <a:cubicBezTo>
                  <a:pt x="37" y="15"/>
                  <a:pt x="37" y="17"/>
                  <a:pt x="36" y="19"/>
                </a:cubicBezTo>
                <a:cubicBezTo>
                  <a:pt x="35" y="21"/>
                  <a:pt x="35" y="24"/>
                  <a:pt x="34" y="25"/>
                </a:cubicBezTo>
                <a:cubicBezTo>
                  <a:pt x="29" y="26"/>
                  <a:pt x="24" y="25"/>
                  <a:pt x="19" y="25"/>
                </a:cubicBezTo>
                <a:cubicBezTo>
                  <a:pt x="18" y="25"/>
                  <a:pt x="17" y="25"/>
                  <a:pt x="16" y="25"/>
                </a:cubicBezTo>
                <a:cubicBezTo>
                  <a:pt x="15" y="25"/>
                  <a:pt x="14" y="24"/>
                  <a:pt x="13" y="24"/>
                </a:cubicBezTo>
                <a:cubicBezTo>
                  <a:pt x="12" y="24"/>
                  <a:pt x="12" y="25"/>
                  <a:pt x="11" y="26"/>
                </a:cubicBezTo>
                <a:cubicBezTo>
                  <a:pt x="10" y="26"/>
                  <a:pt x="9" y="26"/>
                  <a:pt x="8" y="26"/>
                </a:cubicBezTo>
                <a:cubicBezTo>
                  <a:pt x="8" y="27"/>
                  <a:pt x="7" y="27"/>
                  <a:pt x="6" y="28"/>
                </a:cubicBezTo>
                <a:cubicBezTo>
                  <a:pt x="6" y="30"/>
                  <a:pt x="7" y="31"/>
                  <a:pt x="5" y="32"/>
                </a:cubicBezTo>
                <a:cubicBezTo>
                  <a:pt x="5" y="33"/>
                  <a:pt x="4" y="35"/>
                  <a:pt x="3" y="37"/>
                </a:cubicBezTo>
                <a:cubicBezTo>
                  <a:pt x="3" y="37"/>
                  <a:pt x="3" y="37"/>
                  <a:pt x="2" y="37"/>
                </a:cubicBezTo>
                <a:cubicBezTo>
                  <a:pt x="2" y="38"/>
                  <a:pt x="2" y="38"/>
                  <a:pt x="2" y="38"/>
                </a:cubicBezTo>
                <a:cubicBezTo>
                  <a:pt x="2" y="40"/>
                  <a:pt x="0" y="40"/>
                  <a:pt x="2" y="41"/>
                </a:cubicBezTo>
                <a:cubicBezTo>
                  <a:pt x="3" y="42"/>
                  <a:pt x="7" y="43"/>
                  <a:pt x="9" y="43"/>
                </a:cubicBezTo>
                <a:cubicBezTo>
                  <a:pt x="13" y="43"/>
                  <a:pt x="12" y="39"/>
                  <a:pt x="14" y="37"/>
                </a:cubicBezTo>
                <a:cubicBezTo>
                  <a:pt x="16" y="35"/>
                  <a:pt x="19" y="36"/>
                  <a:pt x="22" y="36"/>
                </a:cubicBezTo>
                <a:cubicBezTo>
                  <a:pt x="23" y="35"/>
                  <a:pt x="25" y="34"/>
                  <a:pt x="26" y="34"/>
                </a:cubicBezTo>
                <a:cubicBezTo>
                  <a:pt x="27" y="33"/>
                  <a:pt x="28" y="31"/>
                  <a:pt x="29" y="32"/>
                </a:cubicBezTo>
                <a:cubicBezTo>
                  <a:pt x="29" y="33"/>
                  <a:pt x="29" y="35"/>
                  <a:pt x="28" y="36"/>
                </a:cubicBezTo>
                <a:cubicBezTo>
                  <a:pt x="27" y="37"/>
                  <a:pt x="25" y="36"/>
                  <a:pt x="24" y="37"/>
                </a:cubicBezTo>
                <a:cubicBezTo>
                  <a:pt x="23" y="37"/>
                  <a:pt x="22" y="38"/>
                  <a:pt x="21" y="39"/>
                </a:cubicBezTo>
                <a:cubicBezTo>
                  <a:pt x="20" y="40"/>
                  <a:pt x="20" y="40"/>
                  <a:pt x="18" y="40"/>
                </a:cubicBezTo>
                <a:cubicBezTo>
                  <a:pt x="16" y="40"/>
                  <a:pt x="16" y="40"/>
                  <a:pt x="16" y="40"/>
                </a:cubicBezTo>
                <a:cubicBezTo>
                  <a:pt x="15" y="41"/>
                  <a:pt x="15" y="41"/>
                  <a:pt x="15" y="41"/>
                </a:cubicBezTo>
                <a:cubicBezTo>
                  <a:pt x="14" y="43"/>
                  <a:pt x="14" y="47"/>
                  <a:pt x="15" y="48"/>
                </a:cubicBezTo>
                <a:cubicBezTo>
                  <a:pt x="16" y="48"/>
                  <a:pt x="18" y="48"/>
                  <a:pt x="18" y="50"/>
                </a:cubicBezTo>
                <a:cubicBezTo>
                  <a:pt x="19" y="52"/>
                  <a:pt x="18" y="51"/>
                  <a:pt x="16" y="52"/>
                </a:cubicBezTo>
                <a:cubicBezTo>
                  <a:pt x="18" y="52"/>
                  <a:pt x="20" y="53"/>
                  <a:pt x="21" y="54"/>
                </a:cubicBezTo>
                <a:cubicBezTo>
                  <a:pt x="24" y="55"/>
                  <a:pt x="20" y="57"/>
                  <a:pt x="20" y="59"/>
                </a:cubicBezTo>
                <a:cubicBezTo>
                  <a:pt x="22" y="59"/>
                  <a:pt x="22" y="57"/>
                  <a:pt x="24" y="56"/>
                </a:cubicBezTo>
                <a:cubicBezTo>
                  <a:pt x="24" y="58"/>
                  <a:pt x="24" y="59"/>
                  <a:pt x="23" y="60"/>
                </a:cubicBezTo>
                <a:cubicBezTo>
                  <a:pt x="22" y="60"/>
                  <a:pt x="21" y="60"/>
                  <a:pt x="22" y="62"/>
                </a:cubicBezTo>
                <a:cubicBezTo>
                  <a:pt x="23" y="61"/>
                  <a:pt x="25" y="58"/>
                  <a:pt x="27" y="59"/>
                </a:cubicBezTo>
                <a:cubicBezTo>
                  <a:pt x="27" y="60"/>
                  <a:pt x="27" y="60"/>
                  <a:pt x="27" y="60"/>
                </a:cubicBezTo>
                <a:cubicBezTo>
                  <a:pt x="24" y="60"/>
                  <a:pt x="25" y="64"/>
                  <a:pt x="23" y="63"/>
                </a:cubicBezTo>
                <a:cubicBezTo>
                  <a:pt x="24" y="65"/>
                  <a:pt x="25" y="66"/>
                  <a:pt x="26" y="68"/>
                </a:cubicBezTo>
                <a:cubicBezTo>
                  <a:pt x="29" y="68"/>
                  <a:pt x="32" y="72"/>
                  <a:pt x="34" y="73"/>
                </a:cubicBezTo>
                <a:cubicBezTo>
                  <a:pt x="38" y="75"/>
                  <a:pt x="40" y="76"/>
                  <a:pt x="43" y="79"/>
                </a:cubicBezTo>
                <a:cubicBezTo>
                  <a:pt x="44" y="80"/>
                  <a:pt x="46" y="81"/>
                  <a:pt x="47" y="82"/>
                </a:cubicBezTo>
                <a:cubicBezTo>
                  <a:pt x="48" y="83"/>
                  <a:pt x="49" y="85"/>
                  <a:pt x="51" y="86"/>
                </a:cubicBezTo>
                <a:cubicBezTo>
                  <a:pt x="54" y="86"/>
                  <a:pt x="58" y="85"/>
                  <a:pt x="58" y="89"/>
                </a:cubicBezTo>
                <a:cubicBezTo>
                  <a:pt x="59" y="89"/>
                  <a:pt x="61" y="89"/>
                  <a:pt x="62" y="89"/>
                </a:cubicBezTo>
                <a:cubicBezTo>
                  <a:pt x="61" y="87"/>
                  <a:pt x="67" y="89"/>
                  <a:pt x="69" y="89"/>
                </a:cubicBezTo>
                <a:cubicBezTo>
                  <a:pt x="71" y="89"/>
                  <a:pt x="72" y="90"/>
                  <a:pt x="74" y="89"/>
                </a:cubicBezTo>
                <a:cubicBezTo>
                  <a:pt x="76" y="89"/>
                  <a:pt x="77" y="88"/>
                  <a:pt x="78" y="89"/>
                </a:cubicBezTo>
                <a:cubicBezTo>
                  <a:pt x="79" y="88"/>
                  <a:pt x="79" y="88"/>
                  <a:pt x="79" y="88"/>
                </a:cubicBezTo>
                <a:cubicBezTo>
                  <a:pt x="81" y="86"/>
                  <a:pt x="85" y="88"/>
                  <a:pt x="88" y="87"/>
                </a:cubicBezTo>
                <a:cubicBezTo>
                  <a:pt x="90" y="86"/>
                  <a:pt x="90" y="84"/>
                  <a:pt x="93" y="84"/>
                </a:cubicBezTo>
                <a:cubicBezTo>
                  <a:pt x="94" y="83"/>
                  <a:pt x="96" y="84"/>
                  <a:pt x="97" y="84"/>
                </a:cubicBezTo>
                <a:cubicBezTo>
                  <a:pt x="97" y="83"/>
                  <a:pt x="99" y="81"/>
                  <a:pt x="98" y="81"/>
                </a:cubicBezTo>
                <a:cubicBezTo>
                  <a:pt x="97" y="81"/>
                  <a:pt x="97" y="81"/>
                  <a:pt x="96" y="81"/>
                </a:cubicBezTo>
                <a:cubicBezTo>
                  <a:pt x="96" y="80"/>
                  <a:pt x="97" y="78"/>
                  <a:pt x="99" y="79"/>
                </a:cubicBezTo>
                <a:cubicBezTo>
                  <a:pt x="101" y="80"/>
                  <a:pt x="99" y="82"/>
                  <a:pt x="102" y="80"/>
                </a:cubicBezTo>
                <a:cubicBezTo>
                  <a:pt x="102" y="77"/>
                  <a:pt x="106" y="75"/>
                  <a:pt x="109" y="76"/>
                </a:cubicBezTo>
                <a:cubicBezTo>
                  <a:pt x="109" y="79"/>
                  <a:pt x="112" y="80"/>
                  <a:pt x="114" y="78"/>
                </a:cubicBezTo>
                <a:cubicBezTo>
                  <a:pt x="113" y="79"/>
                  <a:pt x="113" y="80"/>
                  <a:pt x="112" y="81"/>
                </a:cubicBezTo>
                <a:cubicBezTo>
                  <a:pt x="111" y="82"/>
                  <a:pt x="110" y="82"/>
                  <a:pt x="109" y="84"/>
                </a:cubicBezTo>
                <a:cubicBezTo>
                  <a:pt x="108" y="86"/>
                  <a:pt x="107" y="89"/>
                  <a:pt x="107" y="92"/>
                </a:cubicBezTo>
                <a:cubicBezTo>
                  <a:pt x="104" y="93"/>
                  <a:pt x="102" y="96"/>
                  <a:pt x="100" y="97"/>
                </a:cubicBezTo>
                <a:cubicBezTo>
                  <a:pt x="99" y="98"/>
                  <a:pt x="97" y="99"/>
                  <a:pt x="97" y="100"/>
                </a:cubicBezTo>
                <a:cubicBezTo>
                  <a:pt x="96" y="101"/>
                  <a:pt x="97" y="102"/>
                  <a:pt x="96" y="103"/>
                </a:cubicBezTo>
                <a:cubicBezTo>
                  <a:pt x="94" y="103"/>
                  <a:pt x="93" y="103"/>
                  <a:pt x="91" y="103"/>
                </a:cubicBezTo>
                <a:cubicBezTo>
                  <a:pt x="90" y="103"/>
                  <a:pt x="91" y="104"/>
                  <a:pt x="89" y="104"/>
                </a:cubicBezTo>
                <a:cubicBezTo>
                  <a:pt x="88" y="104"/>
                  <a:pt x="88" y="102"/>
                  <a:pt x="87" y="102"/>
                </a:cubicBezTo>
                <a:cubicBezTo>
                  <a:pt x="87" y="102"/>
                  <a:pt x="85" y="102"/>
                  <a:pt x="85" y="102"/>
                </a:cubicBezTo>
                <a:cubicBezTo>
                  <a:pt x="83" y="102"/>
                  <a:pt x="82" y="103"/>
                  <a:pt x="81" y="104"/>
                </a:cubicBezTo>
                <a:cubicBezTo>
                  <a:pt x="82" y="104"/>
                  <a:pt x="83" y="104"/>
                  <a:pt x="84" y="104"/>
                </a:cubicBezTo>
                <a:cubicBezTo>
                  <a:pt x="84" y="106"/>
                  <a:pt x="80" y="107"/>
                  <a:pt x="80" y="109"/>
                </a:cubicBezTo>
                <a:cubicBezTo>
                  <a:pt x="79" y="109"/>
                  <a:pt x="79" y="110"/>
                  <a:pt x="78" y="109"/>
                </a:cubicBezTo>
                <a:cubicBezTo>
                  <a:pt x="78" y="110"/>
                  <a:pt x="78" y="110"/>
                  <a:pt x="78" y="110"/>
                </a:cubicBezTo>
                <a:cubicBezTo>
                  <a:pt x="77" y="110"/>
                  <a:pt x="77" y="110"/>
                  <a:pt x="76" y="110"/>
                </a:cubicBezTo>
                <a:cubicBezTo>
                  <a:pt x="77" y="106"/>
                  <a:pt x="72" y="108"/>
                  <a:pt x="71" y="109"/>
                </a:cubicBezTo>
                <a:cubicBezTo>
                  <a:pt x="71" y="110"/>
                  <a:pt x="71" y="110"/>
                  <a:pt x="71" y="110"/>
                </a:cubicBezTo>
                <a:cubicBezTo>
                  <a:pt x="70" y="111"/>
                  <a:pt x="70" y="110"/>
                  <a:pt x="69" y="111"/>
                </a:cubicBezTo>
                <a:cubicBezTo>
                  <a:pt x="68" y="111"/>
                  <a:pt x="67" y="110"/>
                  <a:pt x="67" y="112"/>
                </a:cubicBezTo>
                <a:cubicBezTo>
                  <a:pt x="66" y="113"/>
                  <a:pt x="66" y="113"/>
                  <a:pt x="66" y="113"/>
                </a:cubicBezTo>
                <a:cubicBezTo>
                  <a:pt x="66" y="112"/>
                  <a:pt x="66" y="111"/>
                  <a:pt x="66" y="111"/>
                </a:cubicBezTo>
                <a:cubicBezTo>
                  <a:pt x="63" y="110"/>
                  <a:pt x="61" y="111"/>
                  <a:pt x="58" y="111"/>
                </a:cubicBezTo>
                <a:cubicBezTo>
                  <a:pt x="59" y="111"/>
                  <a:pt x="59" y="111"/>
                  <a:pt x="59" y="111"/>
                </a:cubicBezTo>
                <a:cubicBezTo>
                  <a:pt x="59" y="112"/>
                  <a:pt x="59" y="113"/>
                  <a:pt x="59" y="113"/>
                </a:cubicBezTo>
                <a:cubicBezTo>
                  <a:pt x="57" y="114"/>
                  <a:pt x="57" y="112"/>
                  <a:pt x="55" y="111"/>
                </a:cubicBezTo>
                <a:cubicBezTo>
                  <a:pt x="54" y="111"/>
                  <a:pt x="53" y="112"/>
                  <a:pt x="52" y="112"/>
                </a:cubicBezTo>
                <a:cubicBezTo>
                  <a:pt x="50" y="113"/>
                  <a:pt x="49" y="113"/>
                  <a:pt x="47" y="113"/>
                </a:cubicBezTo>
                <a:cubicBezTo>
                  <a:pt x="46" y="114"/>
                  <a:pt x="46" y="115"/>
                  <a:pt x="44" y="115"/>
                </a:cubicBezTo>
                <a:cubicBezTo>
                  <a:pt x="45" y="114"/>
                  <a:pt x="47" y="114"/>
                  <a:pt x="47" y="112"/>
                </a:cubicBezTo>
                <a:cubicBezTo>
                  <a:pt x="41" y="112"/>
                  <a:pt x="46" y="108"/>
                  <a:pt x="47" y="106"/>
                </a:cubicBezTo>
                <a:cubicBezTo>
                  <a:pt x="46" y="107"/>
                  <a:pt x="45" y="106"/>
                  <a:pt x="43" y="106"/>
                </a:cubicBezTo>
                <a:cubicBezTo>
                  <a:pt x="42" y="106"/>
                  <a:pt x="41" y="107"/>
                  <a:pt x="40" y="107"/>
                </a:cubicBezTo>
                <a:cubicBezTo>
                  <a:pt x="38" y="107"/>
                  <a:pt x="37" y="105"/>
                  <a:pt x="39" y="104"/>
                </a:cubicBezTo>
                <a:cubicBezTo>
                  <a:pt x="40" y="103"/>
                  <a:pt x="42" y="104"/>
                  <a:pt x="42" y="102"/>
                </a:cubicBezTo>
                <a:cubicBezTo>
                  <a:pt x="40" y="102"/>
                  <a:pt x="38" y="102"/>
                  <a:pt x="37" y="103"/>
                </a:cubicBezTo>
                <a:cubicBezTo>
                  <a:pt x="37" y="103"/>
                  <a:pt x="37" y="104"/>
                  <a:pt x="37" y="105"/>
                </a:cubicBezTo>
                <a:cubicBezTo>
                  <a:pt x="37" y="106"/>
                  <a:pt x="36" y="106"/>
                  <a:pt x="36" y="107"/>
                </a:cubicBezTo>
                <a:cubicBezTo>
                  <a:pt x="31" y="108"/>
                  <a:pt x="37" y="115"/>
                  <a:pt x="38" y="117"/>
                </a:cubicBezTo>
                <a:cubicBezTo>
                  <a:pt x="39" y="119"/>
                  <a:pt x="40" y="121"/>
                  <a:pt x="41" y="123"/>
                </a:cubicBezTo>
                <a:cubicBezTo>
                  <a:pt x="44" y="128"/>
                  <a:pt x="49" y="132"/>
                  <a:pt x="52" y="136"/>
                </a:cubicBezTo>
                <a:cubicBezTo>
                  <a:pt x="54" y="138"/>
                  <a:pt x="54" y="140"/>
                  <a:pt x="57" y="141"/>
                </a:cubicBezTo>
                <a:cubicBezTo>
                  <a:pt x="59" y="143"/>
                  <a:pt x="60" y="145"/>
                  <a:pt x="63" y="147"/>
                </a:cubicBezTo>
                <a:cubicBezTo>
                  <a:pt x="65" y="149"/>
                  <a:pt x="66" y="150"/>
                  <a:pt x="68" y="153"/>
                </a:cubicBezTo>
                <a:cubicBezTo>
                  <a:pt x="69" y="155"/>
                  <a:pt x="70" y="157"/>
                  <a:pt x="72" y="157"/>
                </a:cubicBezTo>
                <a:cubicBezTo>
                  <a:pt x="72" y="157"/>
                  <a:pt x="72" y="157"/>
                  <a:pt x="71" y="157"/>
                </a:cubicBezTo>
                <a:cubicBezTo>
                  <a:pt x="72" y="162"/>
                  <a:pt x="78" y="167"/>
                  <a:pt x="81" y="170"/>
                </a:cubicBezTo>
                <a:cubicBezTo>
                  <a:pt x="83" y="172"/>
                  <a:pt x="85" y="174"/>
                  <a:pt x="87" y="176"/>
                </a:cubicBezTo>
                <a:cubicBezTo>
                  <a:pt x="89" y="177"/>
                  <a:pt x="90" y="177"/>
                  <a:pt x="91" y="179"/>
                </a:cubicBezTo>
                <a:cubicBezTo>
                  <a:pt x="92" y="180"/>
                  <a:pt x="93" y="181"/>
                  <a:pt x="94" y="182"/>
                </a:cubicBezTo>
                <a:cubicBezTo>
                  <a:pt x="96" y="184"/>
                  <a:pt x="99" y="185"/>
                  <a:pt x="101" y="186"/>
                </a:cubicBezTo>
                <a:cubicBezTo>
                  <a:pt x="102" y="187"/>
                  <a:pt x="103" y="189"/>
                  <a:pt x="104" y="189"/>
                </a:cubicBezTo>
                <a:cubicBezTo>
                  <a:pt x="105" y="190"/>
                  <a:pt x="106" y="190"/>
                  <a:pt x="108" y="190"/>
                </a:cubicBezTo>
                <a:cubicBezTo>
                  <a:pt x="110" y="191"/>
                  <a:pt x="111" y="194"/>
                  <a:pt x="114" y="194"/>
                </a:cubicBezTo>
                <a:cubicBezTo>
                  <a:pt x="116" y="194"/>
                  <a:pt x="116" y="193"/>
                  <a:pt x="117" y="193"/>
                </a:cubicBezTo>
                <a:cubicBezTo>
                  <a:pt x="119" y="193"/>
                  <a:pt x="119" y="194"/>
                  <a:pt x="121" y="194"/>
                </a:cubicBezTo>
                <a:cubicBezTo>
                  <a:pt x="123" y="193"/>
                  <a:pt x="125" y="195"/>
                  <a:pt x="127" y="196"/>
                </a:cubicBezTo>
                <a:cubicBezTo>
                  <a:pt x="128" y="194"/>
                  <a:pt x="130" y="194"/>
                  <a:pt x="131" y="193"/>
                </a:cubicBezTo>
                <a:cubicBezTo>
                  <a:pt x="134" y="193"/>
                  <a:pt x="136" y="193"/>
                  <a:pt x="138" y="192"/>
                </a:cubicBezTo>
                <a:cubicBezTo>
                  <a:pt x="140" y="191"/>
                  <a:pt x="140" y="191"/>
                  <a:pt x="142" y="190"/>
                </a:cubicBezTo>
                <a:cubicBezTo>
                  <a:pt x="144" y="190"/>
                  <a:pt x="145" y="190"/>
                  <a:pt x="146" y="190"/>
                </a:cubicBezTo>
                <a:cubicBezTo>
                  <a:pt x="147" y="189"/>
                  <a:pt x="148" y="188"/>
                  <a:pt x="151" y="187"/>
                </a:cubicBezTo>
                <a:cubicBezTo>
                  <a:pt x="152" y="187"/>
                  <a:pt x="156" y="188"/>
                  <a:pt x="156" y="186"/>
                </a:cubicBezTo>
                <a:cubicBezTo>
                  <a:pt x="154" y="186"/>
                  <a:pt x="152" y="186"/>
                  <a:pt x="152" y="187"/>
                </a:cubicBezTo>
                <a:cubicBezTo>
                  <a:pt x="150" y="185"/>
                  <a:pt x="156" y="184"/>
                  <a:pt x="157" y="184"/>
                </a:cubicBezTo>
                <a:cubicBezTo>
                  <a:pt x="160" y="184"/>
                  <a:pt x="162" y="185"/>
                  <a:pt x="165" y="183"/>
                </a:cubicBezTo>
                <a:cubicBezTo>
                  <a:pt x="166" y="181"/>
                  <a:pt x="168" y="182"/>
                  <a:pt x="170" y="181"/>
                </a:cubicBezTo>
                <a:cubicBezTo>
                  <a:pt x="172" y="181"/>
                  <a:pt x="174" y="180"/>
                  <a:pt x="175" y="179"/>
                </a:cubicBezTo>
                <a:cubicBezTo>
                  <a:pt x="177" y="178"/>
                  <a:pt x="178" y="176"/>
                  <a:pt x="180" y="177"/>
                </a:cubicBezTo>
                <a:cubicBezTo>
                  <a:pt x="180" y="176"/>
                  <a:pt x="180" y="175"/>
                  <a:pt x="181" y="174"/>
                </a:cubicBezTo>
                <a:cubicBezTo>
                  <a:pt x="181" y="174"/>
                  <a:pt x="181" y="174"/>
                  <a:pt x="181" y="174"/>
                </a:cubicBezTo>
                <a:cubicBezTo>
                  <a:pt x="183" y="170"/>
                  <a:pt x="185" y="168"/>
                  <a:pt x="188" y="166"/>
                </a:cubicBezTo>
                <a:cubicBezTo>
                  <a:pt x="191" y="163"/>
                  <a:pt x="190" y="159"/>
                  <a:pt x="191" y="156"/>
                </a:cubicBezTo>
                <a:cubicBezTo>
                  <a:pt x="193" y="155"/>
                  <a:pt x="192" y="152"/>
                  <a:pt x="192" y="150"/>
                </a:cubicBezTo>
                <a:cubicBezTo>
                  <a:pt x="192" y="149"/>
                  <a:pt x="192" y="148"/>
                  <a:pt x="192" y="147"/>
                </a:cubicBezTo>
                <a:cubicBezTo>
                  <a:pt x="192" y="146"/>
                  <a:pt x="191" y="145"/>
                  <a:pt x="191" y="144"/>
                </a:cubicBezTo>
                <a:cubicBezTo>
                  <a:pt x="190" y="142"/>
                  <a:pt x="191" y="140"/>
                  <a:pt x="192" y="139"/>
                </a:cubicBezTo>
                <a:cubicBezTo>
                  <a:pt x="193" y="138"/>
                  <a:pt x="194" y="136"/>
                  <a:pt x="195" y="135"/>
                </a:cubicBezTo>
                <a:cubicBezTo>
                  <a:pt x="195" y="135"/>
                  <a:pt x="195" y="134"/>
                  <a:pt x="196" y="134"/>
                </a:cubicBezTo>
                <a:cubicBezTo>
                  <a:pt x="194" y="134"/>
                  <a:pt x="193" y="134"/>
                  <a:pt x="192" y="133"/>
                </a:cubicBezTo>
                <a:cubicBezTo>
                  <a:pt x="194" y="132"/>
                  <a:pt x="194" y="131"/>
                  <a:pt x="194" y="129"/>
                </a:cubicBezTo>
                <a:cubicBezTo>
                  <a:pt x="197" y="128"/>
                  <a:pt x="197" y="131"/>
                  <a:pt x="199" y="131"/>
                </a:cubicBezTo>
                <a:cubicBezTo>
                  <a:pt x="201" y="131"/>
                  <a:pt x="201" y="129"/>
                  <a:pt x="203" y="129"/>
                </a:cubicBezTo>
                <a:cubicBezTo>
                  <a:pt x="204" y="129"/>
                  <a:pt x="204" y="128"/>
                  <a:pt x="204" y="128"/>
                </a:cubicBezTo>
                <a:cubicBezTo>
                  <a:pt x="202" y="128"/>
                  <a:pt x="200" y="128"/>
                  <a:pt x="199" y="128"/>
                </a:cubicBezTo>
                <a:cubicBezTo>
                  <a:pt x="199" y="127"/>
                  <a:pt x="201" y="127"/>
                  <a:pt x="202" y="127"/>
                </a:cubicBezTo>
                <a:cubicBezTo>
                  <a:pt x="203" y="121"/>
                  <a:pt x="210" y="127"/>
                  <a:pt x="212" y="128"/>
                </a:cubicBezTo>
                <a:cubicBezTo>
                  <a:pt x="215" y="130"/>
                  <a:pt x="220" y="130"/>
                  <a:pt x="224" y="128"/>
                </a:cubicBezTo>
                <a:cubicBezTo>
                  <a:pt x="222" y="129"/>
                  <a:pt x="220" y="132"/>
                  <a:pt x="219" y="132"/>
                </a:cubicBezTo>
                <a:cubicBezTo>
                  <a:pt x="217" y="133"/>
                  <a:pt x="217" y="132"/>
                  <a:pt x="216" y="132"/>
                </a:cubicBezTo>
                <a:cubicBezTo>
                  <a:pt x="215" y="131"/>
                  <a:pt x="213" y="132"/>
                  <a:pt x="212" y="131"/>
                </a:cubicBezTo>
                <a:cubicBezTo>
                  <a:pt x="210" y="129"/>
                  <a:pt x="209" y="126"/>
                  <a:pt x="206" y="129"/>
                </a:cubicBezTo>
                <a:cubicBezTo>
                  <a:pt x="205" y="131"/>
                  <a:pt x="206" y="134"/>
                  <a:pt x="204" y="135"/>
                </a:cubicBezTo>
                <a:cubicBezTo>
                  <a:pt x="205" y="136"/>
                  <a:pt x="206" y="136"/>
                  <a:pt x="206" y="137"/>
                </a:cubicBezTo>
                <a:cubicBezTo>
                  <a:pt x="204" y="138"/>
                  <a:pt x="204" y="142"/>
                  <a:pt x="204" y="144"/>
                </a:cubicBezTo>
                <a:cubicBezTo>
                  <a:pt x="205" y="144"/>
                  <a:pt x="206" y="144"/>
                  <a:pt x="207" y="144"/>
                </a:cubicBezTo>
                <a:cubicBezTo>
                  <a:pt x="208" y="142"/>
                  <a:pt x="215" y="142"/>
                  <a:pt x="217" y="143"/>
                </a:cubicBezTo>
                <a:cubicBezTo>
                  <a:pt x="215" y="144"/>
                  <a:pt x="213" y="145"/>
                  <a:pt x="210" y="145"/>
                </a:cubicBezTo>
                <a:cubicBezTo>
                  <a:pt x="208" y="145"/>
                  <a:pt x="205" y="144"/>
                  <a:pt x="204" y="146"/>
                </a:cubicBezTo>
                <a:cubicBezTo>
                  <a:pt x="204" y="148"/>
                  <a:pt x="204" y="150"/>
                  <a:pt x="204" y="151"/>
                </a:cubicBezTo>
                <a:cubicBezTo>
                  <a:pt x="204" y="153"/>
                  <a:pt x="203" y="155"/>
                  <a:pt x="203" y="156"/>
                </a:cubicBezTo>
                <a:cubicBezTo>
                  <a:pt x="204" y="156"/>
                  <a:pt x="212" y="157"/>
                  <a:pt x="212" y="158"/>
                </a:cubicBezTo>
                <a:cubicBezTo>
                  <a:pt x="212" y="159"/>
                  <a:pt x="212" y="159"/>
                  <a:pt x="212" y="159"/>
                </a:cubicBezTo>
                <a:cubicBezTo>
                  <a:pt x="210" y="159"/>
                  <a:pt x="207" y="158"/>
                  <a:pt x="204" y="159"/>
                </a:cubicBezTo>
                <a:cubicBezTo>
                  <a:pt x="204" y="159"/>
                  <a:pt x="204" y="160"/>
                  <a:pt x="205" y="160"/>
                </a:cubicBezTo>
                <a:cubicBezTo>
                  <a:pt x="205" y="161"/>
                  <a:pt x="205" y="161"/>
                  <a:pt x="205" y="162"/>
                </a:cubicBezTo>
                <a:cubicBezTo>
                  <a:pt x="208" y="162"/>
                  <a:pt x="209" y="162"/>
                  <a:pt x="211" y="161"/>
                </a:cubicBezTo>
                <a:cubicBezTo>
                  <a:pt x="213" y="160"/>
                  <a:pt x="213" y="158"/>
                  <a:pt x="215" y="159"/>
                </a:cubicBezTo>
                <a:cubicBezTo>
                  <a:pt x="214" y="159"/>
                  <a:pt x="214" y="159"/>
                  <a:pt x="214" y="159"/>
                </a:cubicBezTo>
                <a:cubicBezTo>
                  <a:pt x="214" y="161"/>
                  <a:pt x="212" y="162"/>
                  <a:pt x="210" y="164"/>
                </a:cubicBezTo>
                <a:cubicBezTo>
                  <a:pt x="210" y="165"/>
                  <a:pt x="210" y="165"/>
                  <a:pt x="209" y="166"/>
                </a:cubicBezTo>
                <a:cubicBezTo>
                  <a:pt x="208" y="167"/>
                  <a:pt x="206" y="166"/>
                  <a:pt x="206" y="168"/>
                </a:cubicBezTo>
                <a:cubicBezTo>
                  <a:pt x="207" y="168"/>
                  <a:pt x="207" y="168"/>
                  <a:pt x="207" y="168"/>
                </a:cubicBezTo>
                <a:cubicBezTo>
                  <a:pt x="207" y="170"/>
                  <a:pt x="207" y="171"/>
                  <a:pt x="206" y="173"/>
                </a:cubicBezTo>
                <a:cubicBezTo>
                  <a:pt x="206" y="174"/>
                  <a:pt x="205" y="174"/>
                  <a:pt x="205" y="175"/>
                </a:cubicBezTo>
                <a:cubicBezTo>
                  <a:pt x="205" y="176"/>
                  <a:pt x="205" y="177"/>
                  <a:pt x="206" y="177"/>
                </a:cubicBezTo>
                <a:cubicBezTo>
                  <a:pt x="205" y="178"/>
                  <a:pt x="205" y="179"/>
                  <a:pt x="205" y="181"/>
                </a:cubicBezTo>
                <a:cubicBezTo>
                  <a:pt x="206" y="181"/>
                  <a:pt x="210" y="180"/>
                  <a:pt x="210" y="182"/>
                </a:cubicBezTo>
                <a:cubicBezTo>
                  <a:pt x="208" y="182"/>
                  <a:pt x="207" y="183"/>
                  <a:pt x="207" y="184"/>
                </a:cubicBezTo>
                <a:cubicBezTo>
                  <a:pt x="209" y="184"/>
                  <a:pt x="211" y="184"/>
                  <a:pt x="213" y="184"/>
                </a:cubicBezTo>
                <a:cubicBezTo>
                  <a:pt x="213" y="185"/>
                  <a:pt x="213" y="185"/>
                  <a:pt x="213" y="185"/>
                </a:cubicBezTo>
                <a:cubicBezTo>
                  <a:pt x="211" y="185"/>
                  <a:pt x="210" y="185"/>
                  <a:pt x="209" y="186"/>
                </a:cubicBezTo>
                <a:cubicBezTo>
                  <a:pt x="210" y="187"/>
                  <a:pt x="210" y="189"/>
                  <a:pt x="210" y="190"/>
                </a:cubicBezTo>
                <a:cubicBezTo>
                  <a:pt x="212" y="190"/>
                  <a:pt x="214" y="190"/>
                  <a:pt x="215" y="190"/>
                </a:cubicBezTo>
                <a:cubicBezTo>
                  <a:pt x="215" y="191"/>
                  <a:pt x="215" y="192"/>
                  <a:pt x="215" y="193"/>
                </a:cubicBezTo>
                <a:cubicBezTo>
                  <a:pt x="213" y="193"/>
                  <a:pt x="212" y="193"/>
                  <a:pt x="210" y="194"/>
                </a:cubicBezTo>
                <a:cubicBezTo>
                  <a:pt x="210" y="195"/>
                  <a:pt x="211" y="197"/>
                  <a:pt x="212" y="198"/>
                </a:cubicBezTo>
                <a:cubicBezTo>
                  <a:pt x="213" y="199"/>
                  <a:pt x="214" y="198"/>
                  <a:pt x="216" y="198"/>
                </a:cubicBezTo>
                <a:cubicBezTo>
                  <a:pt x="216" y="201"/>
                  <a:pt x="213" y="200"/>
                  <a:pt x="212" y="201"/>
                </a:cubicBezTo>
                <a:cubicBezTo>
                  <a:pt x="212" y="205"/>
                  <a:pt x="212" y="208"/>
                  <a:pt x="210" y="212"/>
                </a:cubicBezTo>
                <a:cubicBezTo>
                  <a:pt x="210" y="212"/>
                  <a:pt x="210" y="213"/>
                  <a:pt x="209" y="214"/>
                </a:cubicBezTo>
                <a:cubicBezTo>
                  <a:pt x="209" y="215"/>
                  <a:pt x="209" y="216"/>
                  <a:pt x="208" y="217"/>
                </a:cubicBezTo>
                <a:cubicBezTo>
                  <a:pt x="208" y="217"/>
                  <a:pt x="207" y="217"/>
                  <a:pt x="206" y="218"/>
                </a:cubicBezTo>
                <a:cubicBezTo>
                  <a:pt x="205" y="219"/>
                  <a:pt x="206" y="221"/>
                  <a:pt x="205" y="222"/>
                </a:cubicBezTo>
                <a:cubicBezTo>
                  <a:pt x="204" y="223"/>
                  <a:pt x="201" y="222"/>
                  <a:pt x="201" y="223"/>
                </a:cubicBezTo>
                <a:cubicBezTo>
                  <a:pt x="201" y="225"/>
                  <a:pt x="202" y="226"/>
                  <a:pt x="202" y="227"/>
                </a:cubicBezTo>
                <a:cubicBezTo>
                  <a:pt x="202" y="228"/>
                  <a:pt x="202" y="228"/>
                  <a:pt x="201" y="228"/>
                </a:cubicBezTo>
                <a:cubicBezTo>
                  <a:pt x="203" y="229"/>
                  <a:pt x="204" y="229"/>
                  <a:pt x="206" y="229"/>
                </a:cubicBezTo>
                <a:cubicBezTo>
                  <a:pt x="206" y="227"/>
                  <a:pt x="207" y="226"/>
                  <a:pt x="209" y="225"/>
                </a:cubicBezTo>
                <a:cubicBezTo>
                  <a:pt x="210" y="225"/>
                  <a:pt x="212" y="225"/>
                  <a:pt x="213" y="226"/>
                </a:cubicBezTo>
                <a:cubicBezTo>
                  <a:pt x="224" y="230"/>
                  <a:pt x="224" y="230"/>
                  <a:pt x="224" y="230"/>
                </a:cubicBezTo>
                <a:cubicBezTo>
                  <a:pt x="225" y="230"/>
                  <a:pt x="227" y="231"/>
                  <a:pt x="228" y="230"/>
                </a:cubicBezTo>
                <a:cubicBezTo>
                  <a:pt x="229" y="230"/>
                  <a:pt x="229" y="228"/>
                  <a:pt x="229" y="228"/>
                </a:cubicBezTo>
                <a:cubicBezTo>
                  <a:pt x="231" y="228"/>
                  <a:pt x="232" y="229"/>
                  <a:pt x="233" y="228"/>
                </a:cubicBezTo>
                <a:cubicBezTo>
                  <a:pt x="233" y="227"/>
                  <a:pt x="232" y="223"/>
                  <a:pt x="235" y="222"/>
                </a:cubicBezTo>
                <a:cubicBezTo>
                  <a:pt x="237" y="221"/>
                  <a:pt x="235" y="218"/>
                  <a:pt x="236" y="216"/>
                </a:cubicBezTo>
                <a:cubicBezTo>
                  <a:pt x="236" y="214"/>
                  <a:pt x="240" y="207"/>
                  <a:pt x="235" y="206"/>
                </a:cubicBezTo>
                <a:cubicBezTo>
                  <a:pt x="236" y="205"/>
                  <a:pt x="236" y="204"/>
                  <a:pt x="237" y="203"/>
                </a:cubicBezTo>
                <a:cubicBezTo>
                  <a:pt x="239" y="203"/>
                  <a:pt x="239" y="204"/>
                  <a:pt x="240" y="206"/>
                </a:cubicBezTo>
                <a:cubicBezTo>
                  <a:pt x="242" y="207"/>
                  <a:pt x="244" y="207"/>
                  <a:pt x="246" y="207"/>
                </a:cubicBezTo>
                <a:cubicBezTo>
                  <a:pt x="246" y="208"/>
                  <a:pt x="246" y="209"/>
                  <a:pt x="246" y="210"/>
                </a:cubicBezTo>
                <a:cubicBezTo>
                  <a:pt x="248" y="210"/>
                  <a:pt x="248" y="211"/>
                  <a:pt x="249" y="212"/>
                </a:cubicBezTo>
                <a:cubicBezTo>
                  <a:pt x="250" y="209"/>
                  <a:pt x="256" y="212"/>
                  <a:pt x="257" y="208"/>
                </a:cubicBezTo>
                <a:cubicBezTo>
                  <a:pt x="257" y="207"/>
                  <a:pt x="255" y="206"/>
                  <a:pt x="255" y="205"/>
                </a:cubicBezTo>
                <a:cubicBezTo>
                  <a:pt x="255" y="204"/>
                  <a:pt x="260" y="204"/>
                  <a:pt x="261" y="204"/>
                </a:cubicBezTo>
                <a:cubicBezTo>
                  <a:pt x="262" y="198"/>
                  <a:pt x="261" y="194"/>
                  <a:pt x="256" y="190"/>
                </a:cubicBezTo>
                <a:cubicBezTo>
                  <a:pt x="254" y="188"/>
                  <a:pt x="254" y="187"/>
                  <a:pt x="250" y="187"/>
                </a:cubicBezTo>
                <a:cubicBezTo>
                  <a:pt x="250" y="187"/>
                  <a:pt x="248" y="187"/>
                  <a:pt x="247" y="187"/>
                </a:cubicBezTo>
                <a:cubicBezTo>
                  <a:pt x="247" y="185"/>
                  <a:pt x="247" y="185"/>
                  <a:pt x="247" y="185"/>
                </a:cubicBezTo>
                <a:cubicBezTo>
                  <a:pt x="249" y="185"/>
                  <a:pt x="251" y="185"/>
                  <a:pt x="254" y="185"/>
                </a:cubicBezTo>
                <a:cubicBezTo>
                  <a:pt x="255" y="185"/>
                  <a:pt x="256" y="184"/>
                  <a:pt x="257" y="183"/>
                </a:cubicBezTo>
                <a:cubicBezTo>
                  <a:pt x="260" y="183"/>
                  <a:pt x="258" y="180"/>
                  <a:pt x="259" y="179"/>
                </a:cubicBezTo>
                <a:cubicBezTo>
                  <a:pt x="261" y="176"/>
                  <a:pt x="265" y="177"/>
                  <a:pt x="267" y="177"/>
                </a:cubicBezTo>
                <a:cubicBezTo>
                  <a:pt x="267" y="176"/>
                  <a:pt x="267" y="175"/>
                  <a:pt x="267" y="174"/>
                </a:cubicBezTo>
                <a:cubicBezTo>
                  <a:pt x="269" y="174"/>
                  <a:pt x="271" y="175"/>
                  <a:pt x="272" y="174"/>
                </a:cubicBezTo>
                <a:cubicBezTo>
                  <a:pt x="272" y="173"/>
                  <a:pt x="273" y="172"/>
                  <a:pt x="274" y="172"/>
                </a:cubicBezTo>
                <a:cubicBezTo>
                  <a:pt x="275" y="171"/>
                  <a:pt x="277" y="172"/>
                  <a:pt x="279" y="172"/>
                </a:cubicBezTo>
                <a:cubicBezTo>
                  <a:pt x="281" y="172"/>
                  <a:pt x="282" y="171"/>
                  <a:pt x="284" y="171"/>
                </a:cubicBezTo>
                <a:cubicBezTo>
                  <a:pt x="280" y="168"/>
                  <a:pt x="273" y="164"/>
                  <a:pt x="268" y="168"/>
                </a:cubicBezTo>
                <a:cubicBezTo>
                  <a:pt x="262" y="173"/>
                  <a:pt x="264" y="164"/>
                  <a:pt x="261" y="164"/>
                </a:cubicBezTo>
                <a:cubicBezTo>
                  <a:pt x="260" y="163"/>
                  <a:pt x="262" y="161"/>
                  <a:pt x="263" y="161"/>
                </a:cubicBezTo>
                <a:cubicBezTo>
                  <a:pt x="263" y="159"/>
                  <a:pt x="263" y="158"/>
                  <a:pt x="263" y="157"/>
                </a:cubicBezTo>
                <a:cubicBezTo>
                  <a:pt x="262" y="156"/>
                  <a:pt x="259" y="156"/>
                  <a:pt x="260" y="154"/>
                </a:cubicBezTo>
                <a:cubicBezTo>
                  <a:pt x="262" y="154"/>
                  <a:pt x="263" y="155"/>
                  <a:pt x="265" y="154"/>
                </a:cubicBezTo>
                <a:cubicBezTo>
                  <a:pt x="267" y="154"/>
                  <a:pt x="267" y="151"/>
                  <a:pt x="269" y="151"/>
                </a:cubicBezTo>
                <a:cubicBezTo>
                  <a:pt x="270" y="151"/>
                  <a:pt x="271" y="151"/>
                  <a:pt x="272" y="151"/>
                </a:cubicBezTo>
                <a:cubicBezTo>
                  <a:pt x="273" y="151"/>
                  <a:pt x="274" y="149"/>
                  <a:pt x="275" y="149"/>
                </a:cubicBezTo>
                <a:cubicBezTo>
                  <a:pt x="276" y="149"/>
                  <a:pt x="276" y="149"/>
                  <a:pt x="277" y="149"/>
                </a:cubicBezTo>
                <a:cubicBezTo>
                  <a:pt x="276" y="149"/>
                  <a:pt x="276" y="149"/>
                  <a:pt x="276" y="149"/>
                </a:cubicBezTo>
                <a:cubicBezTo>
                  <a:pt x="275" y="148"/>
                  <a:pt x="275" y="147"/>
                  <a:pt x="274" y="145"/>
                </a:cubicBezTo>
                <a:cubicBezTo>
                  <a:pt x="274" y="143"/>
                  <a:pt x="277" y="141"/>
                  <a:pt x="276" y="139"/>
                </a:cubicBezTo>
                <a:cubicBezTo>
                  <a:pt x="275" y="137"/>
                  <a:pt x="274" y="135"/>
                  <a:pt x="272" y="133"/>
                </a:cubicBezTo>
                <a:cubicBezTo>
                  <a:pt x="269" y="129"/>
                  <a:pt x="283" y="129"/>
                  <a:pt x="284" y="129"/>
                </a:cubicBezTo>
                <a:cubicBezTo>
                  <a:pt x="285" y="121"/>
                  <a:pt x="272" y="127"/>
                  <a:pt x="274" y="119"/>
                </a:cubicBezTo>
                <a:cubicBezTo>
                  <a:pt x="277" y="119"/>
                  <a:pt x="279" y="121"/>
                  <a:pt x="281" y="119"/>
                </a:cubicBezTo>
                <a:cubicBezTo>
                  <a:pt x="283" y="118"/>
                  <a:pt x="283" y="116"/>
                  <a:pt x="284" y="115"/>
                </a:cubicBezTo>
                <a:cubicBezTo>
                  <a:pt x="288" y="114"/>
                  <a:pt x="289" y="115"/>
                  <a:pt x="292" y="112"/>
                </a:cubicBezTo>
                <a:cubicBezTo>
                  <a:pt x="294" y="110"/>
                  <a:pt x="296" y="108"/>
                  <a:pt x="296" y="105"/>
                </a:cubicBezTo>
                <a:cubicBezTo>
                  <a:pt x="296" y="102"/>
                  <a:pt x="294" y="103"/>
                  <a:pt x="292" y="102"/>
                </a:cubicBezTo>
                <a:cubicBezTo>
                  <a:pt x="289" y="101"/>
                  <a:pt x="289" y="98"/>
                  <a:pt x="289" y="96"/>
                </a:cubicBezTo>
                <a:cubicBezTo>
                  <a:pt x="289" y="95"/>
                  <a:pt x="289" y="94"/>
                  <a:pt x="289" y="93"/>
                </a:cubicBez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0" name="Freeform 282">
            <a:extLst>
              <a:ext uri="{FF2B5EF4-FFF2-40B4-BE49-F238E27FC236}">
                <a16:creationId xmlns:a16="http://schemas.microsoft.com/office/drawing/2014/main" id="{B8F6E281-E122-45FD-83C2-576F230FE245}"/>
              </a:ext>
            </a:extLst>
          </p:cNvPr>
          <p:cNvSpPr>
            <a:spLocks/>
          </p:cNvSpPr>
          <p:nvPr/>
        </p:nvSpPr>
        <p:spPr bwMode="auto">
          <a:xfrm>
            <a:off x="4255555" y="3086841"/>
            <a:ext cx="584382" cy="468066"/>
          </a:xfrm>
          <a:custGeom>
            <a:avLst/>
            <a:gdLst>
              <a:gd name="T0" fmla="*/ 154 w 257"/>
              <a:gd name="T1" fmla="*/ 192 h 213"/>
              <a:gd name="T2" fmla="*/ 161 w 257"/>
              <a:gd name="T3" fmla="*/ 181 h 213"/>
              <a:gd name="T4" fmla="*/ 162 w 257"/>
              <a:gd name="T5" fmla="*/ 161 h 213"/>
              <a:gd name="T6" fmla="*/ 166 w 257"/>
              <a:gd name="T7" fmla="*/ 142 h 213"/>
              <a:gd name="T8" fmla="*/ 184 w 257"/>
              <a:gd name="T9" fmla="*/ 129 h 213"/>
              <a:gd name="T10" fmla="*/ 208 w 257"/>
              <a:gd name="T11" fmla="*/ 107 h 213"/>
              <a:gd name="T12" fmla="*/ 224 w 257"/>
              <a:gd name="T13" fmla="*/ 100 h 213"/>
              <a:gd name="T14" fmla="*/ 237 w 257"/>
              <a:gd name="T15" fmla="*/ 103 h 213"/>
              <a:gd name="T16" fmla="*/ 246 w 257"/>
              <a:gd name="T17" fmla="*/ 104 h 213"/>
              <a:gd name="T18" fmla="*/ 238 w 257"/>
              <a:gd name="T19" fmla="*/ 96 h 213"/>
              <a:gd name="T20" fmla="*/ 256 w 257"/>
              <a:gd name="T21" fmla="*/ 72 h 213"/>
              <a:gd name="T22" fmla="*/ 252 w 257"/>
              <a:gd name="T23" fmla="*/ 56 h 213"/>
              <a:gd name="T24" fmla="*/ 237 w 257"/>
              <a:gd name="T25" fmla="*/ 52 h 213"/>
              <a:gd name="T26" fmla="*/ 216 w 257"/>
              <a:gd name="T27" fmla="*/ 48 h 213"/>
              <a:gd name="T28" fmla="*/ 208 w 257"/>
              <a:gd name="T29" fmla="*/ 48 h 213"/>
              <a:gd name="T30" fmla="*/ 216 w 257"/>
              <a:gd name="T31" fmla="*/ 33 h 213"/>
              <a:gd name="T32" fmla="*/ 201 w 257"/>
              <a:gd name="T33" fmla="*/ 25 h 213"/>
              <a:gd name="T34" fmla="*/ 196 w 257"/>
              <a:gd name="T35" fmla="*/ 19 h 213"/>
              <a:gd name="T36" fmla="*/ 199 w 257"/>
              <a:gd name="T37" fmla="*/ 10 h 213"/>
              <a:gd name="T38" fmla="*/ 188 w 257"/>
              <a:gd name="T39" fmla="*/ 3 h 213"/>
              <a:gd name="T40" fmla="*/ 168 w 257"/>
              <a:gd name="T41" fmla="*/ 16 h 213"/>
              <a:gd name="T42" fmla="*/ 161 w 257"/>
              <a:gd name="T43" fmla="*/ 25 h 213"/>
              <a:gd name="T44" fmla="*/ 127 w 257"/>
              <a:gd name="T45" fmla="*/ 14 h 213"/>
              <a:gd name="T46" fmla="*/ 107 w 257"/>
              <a:gd name="T47" fmla="*/ 34 h 213"/>
              <a:gd name="T48" fmla="*/ 92 w 257"/>
              <a:gd name="T49" fmla="*/ 46 h 213"/>
              <a:gd name="T50" fmla="*/ 69 w 257"/>
              <a:gd name="T51" fmla="*/ 52 h 213"/>
              <a:gd name="T52" fmla="*/ 62 w 257"/>
              <a:gd name="T53" fmla="*/ 69 h 213"/>
              <a:gd name="T54" fmla="*/ 48 w 257"/>
              <a:gd name="T55" fmla="*/ 79 h 213"/>
              <a:gd name="T56" fmla="*/ 31 w 257"/>
              <a:gd name="T57" fmla="*/ 93 h 213"/>
              <a:gd name="T58" fmla="*/ 21 w 257"/>
              <a:gd name="T59" fmla="*/ 97 h 213"/>
              <a:gd name="T60" fmla="*/ 0 w 257"/>
              <a:gd name="T61" fmla="*/ 104 h 213"/>
              <a:gd name="T62" fmla="*/ 14 w 257"/>
              <a:gd name="T63" fmla="*/ 114 h 213"/>
              <a:gd name="T64" fmla="*/ 24 w 257"/>
              <a:gd name="T65" fmla="*/ 121 h 213"/>
              <a:gd name="T66" fmla="*/ 27 w 257"/>
              <a:gd name="T67" fmla="*/ 140 h 213"/>
              <a:gd name="T68" fmla="*/ 42 w 257"/>
              <a:gd name="T69" fmla="*/ 136 h 213"/>
              <a:gd name="T70" fmla="*/ 62 w 257"/>
              <a:gd name="T71" fmla="*/ 133 h 213"/>
              <a:gd name="T72" fmla="*/ 88 w 257"/>
              <a:gd name="T73" fmla="*/ 132 h 213"/>
              <a:gd name="T74" fmla="*/ 100 w 257"/>
              <a:gd name="T75" fmla="*/ 126 h 213"/>
              <a:gd name="T76" fmla="*/ 110 w 257"/>
              <a:gd name="T77" fmla="*/ 113 h 213"/>
              <a:gd name="T78" fmla="*/ 119 w 257"/>
              <a:gd name="T79" fmla="*/ 105 h 213"/>
              <a:gd name="T80" fmla="*/ 124 w 257"/>
              <a:gd name="T81" fmla="*/ 100 h 213"/>
              <a:gd name="T82" fmla="*/ 142 w 257"/>
              <a:gd name="T83" fmla="*/ 93 h 213"/>
              <a:gd name="T84" fmla="*/ 147 w 257"/>
              <a:gd name="T85" fmla="*/ 90 h 213"/>
              <a:gd name="T86" fmla="*/ 157 w 257"/>
              <a:gd name="T87" fmla="*/ 85 h 213"/>
              <a:gd name="T88" fmla="*/ 165 w 257"/>
              <a:gd name="T89" fmla="*/ 82 h 213"/>
              <a:gd name="T90" fmla="*/ 182 w 257"/>
              <a:gd name="T91" fmla="*/ 76 h 213"/>
              <a:gd name="T92" fmla="*/ 188 w 257"/>
              <a:gd name="T93" fmla="*/ 82 h 213"/>
              <a:gd name="T94" fmla="*/ 195 w 257"/>
              <a:gd name="T95" fmla="*/ 101 h 213"/>
              <a:gd name="T96" fmla="*/ 185 w 257"/>
              <a:gd name="T97" fmla="*/ 111 h 213"/>
              <a:gd name="T98" fmla="*/ 169 w 257"/>
              <a:gd name="T99" fmla="*/ 120 h 213"/>
              <a:gd name="T100" fmla="*/ 160 w 257"/>
              <a:gd name="T101" fmla="*/ 126 h 213"/>
              <a:gd name="T102" fmla="*/ 148 w 257"/>
              <a:gd name="T103" fmla="*/ 135 h 213"/>
              <a:gd name="T104" fmla="*/ 127 w 257"/>
              <a:gd name="T105" fmla="*/ 153 h 213"/>
              <a:gd name="T106" fmla="*/ 116 w 257"/>
              <a:gd name="T107" fmla="*/ 160 h 213"/>
              <a:gd name="T108" fmla="*/ 103 w 257"/>
              <a:gd name="T109" fmla="*/ 182 h 213"/>
              <a:gd name="T110" fmla="*/ 92 w 257"/>
              <a:gd name="T111" fmla="*/ 192 h 213"/>
              <a:gd name="T112" fmla="*/ 90 w 257"/>
              <a:gd name="T113" fmla="*/ 205 h 213"/>
              <a:gd name="T114" fmla="*/ 105 w 257"/>
              <a:gd name="T115" fmla="*/ 205 h 213"/>
              <a:gd name="T116" fmla="*/ 120 w 257"/>
              <a:gd name="T117" fmla="*/ 199 h 213"/>
              <a:gd name="T118" fmla="*/ 134 w 257"/>
              <a:gd name="T119" fmla="*/ 197 h 213"/>
              <a:gd name="T120" fmla="*/ 140 w 257"/>
              <a:gd name="T121" fmla="*/ 19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7" h="213">
                <a:moveTo>
                  <a:pt x="145" y="200"/>
                </a:moveTo>
                <a:cubicBezTo>
                  <a:pt x="146" y="198"/>
                  <a:pt x="146" y="197"/>
                  <a:pt x="146" y="198"/>
                </a:cubicBezTo>
                <a:cubicBezTo>
                  <a:pt x="147" y="197"/>
                  <a:pt x="148" y="197"/>
                  <a:pt x="150" y="197"/>
                </a:cubicBezTo>
                <a:cubicBezTo>
                  <a:pt x="151" y="196"/>
                  <a:pt x="150" y="196"/>
                  <a:pt x="151" y="195"/>
                </a:cubicBezTo>
                <a:cubicBezTo>
                  <a:pt x="151" y="193"/>
                  <a:pt x="153" y="193"/>
                  <a:pt x="154" y="192"/>
                </a:cubicBezTo>
                <a:cubicBezTo>
                  <a:pt x="154" y="192"/>
                  <a:pt x="154" y="192"/>
                  <a:pt x="155" y="191"/>
                </a:cubicBezTo>
                <a:cubicBezTo>
                  <a:pt x="155" y="191"/>
                  <a:pt x="155" y="190"/>
                  <a:pt x="155" y="190"/>
                </a:cubicBezTo>
                <a:cubicBezTo>
                  <a:pt x="156" y="189"/>
                  <a:pt x="156" y="188"/>
                  <a:pt x="156" y="187"/>
                </a:cubicBezTo>
                <a:cubicBezTo>
                  <a:pt x="157" y="186"/>
                  <a:pt x="157" y="185"/>
                  <a:pt x="158" y="185"/>
                </a:cubicBezTo>
                <a:cubicBezTo>
                  <a:pt x="159" y="183"/>
                  <a:pt x="161" y="183"/>
                  <a:pt x="161" y="181"/>
                </a:cubicBezTo>
                <a:cubicBezTo>
                  <a:pt x="161" y="178"/>
                  <a:pt x="159" y="177"/>
                  <a:pt x="160" y="175"/>
                </a:cubicBezTo>
                <a:cubicBezTo>
                  <a:pt x="161" y="173"/>
                  <a:pt x="162" y="173"/>
                  <a:pt x="163" y="171"/>
                </a:cubicBezTo>
                <a:cubicBezTo>
                  <a:pt x="165" y="170"/>
                  <a:pt x="165" y="168"/>
                  <a:pt x="165" y="166"/>
                </a:cubicBezTo>
                <a:cubicBezTo>
                  <a:pt x="162" y="166"/>
                  <a:pt x="163" y="164"/>
                  <a:pt x="163" y="163"/>
                </a:cubicBezTo>
                <a:cubicBezTo>
                  <a:pt x="163" y="162"/>
                  <a:pt x="163" y="161"/>
                  <a:pt x="162" y="161"/>
                </a:cubicBezTo>
                <a:cubicBezTo>
                  <a:pt x="162" y="160"/>
                  <a:pt x="162" y="160"/>
                  <a:pt x="162" y="159"/>
                </a:cubicBezTo>
                <a:cubicBezTo>
                  <a:pt x="161" y="157"/>
                  <a:pt x="160" y="156"/>
                  <a:pt x="160" y="155"/>
                </a:cubicBezTo>
                <a:cubicBezTo>
                  <a:pt x="160" y="151"/>
                  <a:pt x="160" y="150"/>
                  <a:pt x="162" y="148"/>
                </a:cubicBezTo>
                <a:cubicBezTo>
                  <a:pt x="162" y="147"/>
                  <a:pt x="163" y="146"/>
                  <a:pt x="163" y="145"/>
                </a:cubicBezTo>
                <a:cubicBezTo>
                  <a:pt x="164" y="144"/>
                  <a:pt x="165" y="143"/>
                  <a:pt x="166" y="142"/>
                </a:cubicBezTo>
                <a:cubicBezTo>
                  <a:pt x="167" y="141"/>
                  <a:pt x="168" y="140"/>
                  <a:pt x="170" y="139"/>
                </a:cubicBezTo>
                <a:cubicBezTo>
                  <a:pt x="171" y="139"/>
                  <a:pt x="173" y="139"/>
                  <a:pt x="174" y="139"/>
                </a:cubicBezTo>
                <a:cubicBezTo>
                  <a:pt x="174" y="136"/>
                  <a:pt x="177" y="135"/>
                  <a:pt x="178" y="132"/>
                </a:cubicBezTo>
                <a:cubicBezTo>
                  <a:pt x="179" y="131"/>
                  <a:pt x="180" y="130"/>
                  <a:pt x="182" y="129"/>
                </a:cubicBezTo>
                <a:cubicBezTo>
                  <a:pt x="183" y="129"/>
                  <a:pt x="183" y="129"/>
                  <a:pt x="184" y="129"/>
                </a:cubicBezTo>
                <a:cubicBezTo>
                  <a:pt x="185" y="128"/>
                  <a:pt x="185" y="128"/>
                  <a:pt x="186" y="128"/>
                </a:cubicBezTo>
                <a:cubicBezTo>
                  <a:pt x="189" y="126"/>
                  <a:pt x="189" y="121"/>
                  <a:pt x="193" y="121"/>
                </a:cubicBezTo>
                <a:cubicBezTo>
                  <a:pt x="196" y="121"/>
                  <a:pt x="196" y="120"/>
                  <a:pt x="197" y="118"/>
                </a:cubicBezTo>
                <a:cubicBezTo>
                  <a:pt x="198" y="115"/>
                  <a:pt x="202" y="110"/>
                  <a:pt x="205" y="109"/>
                </a:cubicBezTo>
                <a:cubicBezTo>
                  <a:pt x="206" y="108"/>
                  <a:pt x="207" y="108"/>
                  <a:pt x="208" y="107"/>
                </a:cubicBezTo>
                <a:cubicBezTo>
                  <a:pt x="209" y="107"/>
                  <a:pt x="211" y="106"/>
                  <a:pt x="212" y="106"/>
                </a:cubicBezTo>
                <a:cubicBezTo>
                  <a:pt x="213" y="106"/>
                  <a:pt x="214" y="106"/>
                  <a:pt x="215" y="106"/>
                </a:cubicBezTo>
                <a:cubicBezTo>
                  <a:pt x="215" y="106"/>
                  <a:pt x="216" y="105"/>
                  <a:pt x="217" y="105"/>
                </a:cubicBezTo>
                <a:cubicBezTo>
                  <a:pt x="219" y="104"/>
                  <a:pt x="221" y="104"/>
                  <a:pt x="222" y="104"/>
                </a:cubicBezTo>
                <a:cubicBezTo>
                  <a:pt x="224" y="103"/>
                  <a:pt x="223" y="101"/>
                  <a:pt x="224" y="100"/>
                </a:cubicBezTo>
                <a:cubicBezTo>
                  <a:pt x="225" y="101"/>
                  <a:pt x="226" y="102"/>
                  <a:pt x="227" y="102"/>
                </a:cubicBezTo>
                <a:cubicBezTo>
                  <a:pt x="228" y="102"/>
                  <a:pt x="227" y="101"/>
                  <a:pt x="229" y="101"/>
                </a:cubicBezTo>
                <a:cubicBezTo>
                  <a:pt x="230" y="100"/>
                  <a:pt x="232" y="100"/>
                  <a:pt x="233" y="101"/>
                </a:cubicBezTo>
                <a:cubicBezTo>
                  <a:pt x="234" y="101"/>
                  <a:pt x="234" y="102"/>
                  <a:pt x="234" y="102"/>
                </a:cubicBezTo>
                <a:cubicBezTo>
                  <a:pt x="235" y="103"/>
                  <a:pt x="236" y="103"/>
                  <a:pt x="237" y="103"/>
                </a:cubicBezTo>
                <a:cubicBezTo>
                  <a:pt x="238" y="105"/>
                  <a:pt x="237" y="106"/>
                  <a:pt x="237" y="108"/>
                </a:cubicBezTo>
                <a:cubicBezTo>
                  <a:pt x="240" y="108"/>
                  <a:pt x="242" y="109"/>
                  <a:pt x="244" y="110"/>
                </a:cubicBezTo>
                <a:cubicBezTo>
                  <a:pt x="245" y="111"/>
                  <a:pt x="247" y="112"/>
                  <a:pt x="248" y="112"/>
                </a:cubicBezTo>
                <a:cubicBezTo>
                  <a:pt x="249" y="111"/>
                  <a:pt x="249" y="110"/>
                  <a:pt x="250" y="110"/>
                </a:cubicBezTo>
                <a:cubicBezTo>
                  <a:pt x="250" y="108"/>
                  <a:pt x="247" y="105"/>
                  <a:pt x="246" y="104"/>
                </a:cubicBezTo>
                <a:cubicBezTo>
                  <a:pt x="246" y="103"/>
                  <a:pt x="245" y="103"/>
                  <a:pt x="244" y="102"/>
                </a:cubicBezTo>
                <a:cubicBezTo>
                  <a:pt x="244" y="101"/>
                  <a:pt x="242" y="100"/>
                  <a:pt x="242" y="100"/>
                </a:cubicBezTo>
                <a:cubicBezTo>
                  <a:pt x="242" y="99"/>
                  <a:pt x="241" y="99"/>
                  <a:pt x="241" y="98"/>
                </a:cubicBezTo>
                <a:cubicBezTo>
                  <a:pt x="240" y="98"/>
                  <a:pt x="240" y="97"/>
                  <a:pt x="240" y="96"/>
                </a:cubicBezTo>
                <a:cubicBezTo>
                  <a:pt x="239" y="96"/>
                  <a:pt x="238" y="96"/>
                  <a:pt x="238" y="96"/>
                </a:cubicBezTo>
                <a:cubicBezTo>
                  <a:pt x="237" y="94"/>
                  <a:pt x="234" y="85"/>
                  <a:pt x="238" y="85"/>
                </a:cubicBezTo>
                <a:cubicBezTo>
                  <a:pt x="239" y="84"/>
                  <a:pt x="240" y="82"/>
                  <a:pt x="241" y="82"/>
                </a:cubicBezTo>
                <a:cubicBezTo>
                  <a:pt x="242" y="80"/>
                  <a:pt x="248" y="77"/>
                  <a:pt x="247" y="74"/>
                </a:cubicBezTo>
                <a:cubicBezTo>
                  <a:pt x="249" y="73"/>
                  <a:pt x="249" y="72"/>
                  <a:pt x="251" y="72"/>
                </a:cubicBezTo>
                <a:cubicBezTo>
                  <a:pt x="253" y="72"/>
                  <a:pt x="254" y="72"/>
                  <a:pt x="256" y="72"/>
                </a:cubicBezTo>
                <a:cubicBezTo>
                  <a:pt x="256" y="70"/>
                  <a:pt x="256" y="68"/>
                  <a:pt x="256" y="66"/>
                </a:cubicBezTo>
                <a:cubicBezTo>
                  <a:pt x="257" y="66"/>
                  <a:pt x="257" y="66"/>
                  <a:pt x="257" y="66"/>
                </a:cubicBezTo>
                <a:cubicBezTo>
                  <a:pt x="257" y="64"/>
                  <a:pt x="255" y="64"/>
                  <a:pt x="254" y="63"/>
                </a:cubicBezTo>
                <a:cubicBezTo>
                  <a:pt x="254" y="62"/>
                  <a:pt x="254" y="60"/>
                  <a:pt x="254" y="59"/>
                </a:cubicBezTo>
                <a:cubicBezTo>
                  <a:pt x="254" y="57"/>
                  <a:pt x="254" y="57"/>
                  <a:pt x="252" y="56"/>
                </a:cubicBezTo>
                <a:cubicBezTo>
                  <a:pt x="251" y="55"/>
                  <a:pt x="250" y="55"/>
                  <a:pt x="250" y="53"/>
                </a:cubicBezTo>
                <a:cubicBezTo>
                  <a:pt x="249" y="53"/>
                  <a:pt x="249" y="53"/>
                  <a:pt x="248" y="52"/>
                </a:cubicBezTo>
                <a:cubicBezTo>
                  <a:pt x="247" y="52"/>
                  <a:pt x="247" y="50"/>
                  <a:pt x="246" y="50"/>
                </a:cubicBezTo>
                <a:cubicBezTo>
                  <a:pt x="245" y="49"/>
                  <a:pt x="242" y="50"/>
                  <a:pt x="241" y="50"/>
                </a:cubicBezTo>
                <a:cubicBezTo>
                  <a:pt x="239" y="50"/>
                  <a:pt x="238" y="52"/>
                  <a:pt x="237" y="52"/>
                </a:cubicBezTo>
                <a:cubicBezTo>
                  <a:pt x="236" y="52"/>
                  <a:pt x="235" y="50"/>
                  <a:pt x="234" y="50"/>
                </a:cubicBezTo>
                <a:cubicBezTo>
                  <a:pt x="233" y="50"/>
                  <a:pt x="233" y="50"/>
                  <a:pt x="232" y="50"/>
                </a:cubicBezTo>
                <a:cubicBezTo>
                  <a:pt x="230" y="51"/>
                  <a:pt x="229" y="51"/>
                  <a:pt x="227" y="50"/>
                </a:cubicBezTo>
                <a:cubicBezTo>
                  <a:pt x="225" y="49"/>
                  <a:pt x="223" y="47"/>
                  <a:pt x="221" y="47"/>
                </a:cubicBezTo>
                <a:cubicBezTo>
                  <a:pt x="220" y="47"/>
                  <a:pt x="217" y="48"/>
                  <a:pt x="216" y="48"/>
                </a:cubicBezTo>
                <a:cubicBezTo>
                  <a:pt x="215" y="49"/>
                  <a:pt x="213" y="50"/>
                  <a:pt x="212" y="51"/>
                </a:cubicBezTo>
                <a:cubicBezTo>
                  <a:pt x="211" y="52"/>
                  <a:pt x="212" y="53"/>
                  <a:pt x="211" y="54"/>
                </a:cubicBezTo>
                <a:cubicBezTo>
                  <a:pt x="210" y="54"/>
                  <a:pt x="209" y="54"/>
                  <a:pt x="208" y="53"/>
                </a:cubicBezTo>
                <a:cubicBezTo>
                  <a:pt x="207" y="53"/>
                  <a:pt x="206" y="53"/>
                  <a:pt x="205" y="53"/>
                </a:cubicBezTo>
                <a:cubicBezTo>
                  <a:pt x="204" y="50"/>
                  <a:pt x="208" y="50"/>
                  <a:pt x="208" y="48"/>
                </a:cubicBezTo>
                <a:cubicBezTo>
                  <a:pt x="206" y="48"/>
                  <a:pt x="207" y="44"/>
                  <a:pt x="208" y="43"/>
                </a:cubicBezTo>
                <a:cubicBezTo>
                  <a:pt x="209" y="43"/>
                  <a:pt x="210" y="42"/>
                  <a:pt x="211" y="41"/>
                </a:cubicBezTo>
                <a:cubicBezTo>
                  <a:pt x="212" y="40"/>
                  <a:pt x="211" y="41"/>
                  <a:pt x="211" y="39"/>
                </a:cubicBezTo>
                <a:cubicBezTo>
                  <a:pt x="211" y="36"/>
                  <a:pt x="215" y="36"/>
                  <a:pt x="216" y="34"/>
                </a:cubicBezTo>
                <a:cubicBezTo>
                  <a:pt x="216" y="34"/>
                  <a:pt x="216" y="33"/>
                  <a:pt x="216" y="33"/>
                </a:cubicBezTo>
                <a:cubicBezTo>
                  <a:pt x="217" y="32"/>
                  <a:pt x="218" y="33"/>
                  <a:pt x="218" y="32"/>
                </a:cubicBezTo>
                <a:cubicBezTo>
                  <a:pt x="218" y="31"/>
                  <a:pt x="214" y="29"/>
                  <a:pt x="213" y="28"/>
                </a:cubicBezTo>
                <a:cubicBezTo>
                  <a:pt x="212" y="27"/>
                  <a:pt x="211" y="25"/>
                  <a:pt x="210" y="24"/>
                </a:cubicBezTo>
                <a:cubicBezTo>
                  <a:pt x="210" y="22"/>
                  <a:pt x="210" y="21"/>
                  <a:pt x="210" y="20"/>
                </a:cubicBezTo>
                <a:cubicBezTo>
                  <a:pt x="206" y="19"/>
                  <a:pt x="201" y="21"/>
                  <a:pt x="201" y="25"/>
                </a:cubicBezTo>
                <a:cubicBezTo>
                  <a:pt x="201" y="27"/>
                  <a:pt x="201" y="28"/>
                  <a:pt x="200" y="28"/>
                </a:cubicBezTo>
                <a:cubicBezTo>
                  <a:pt x="199" y="29"/>
                  <a:pt x="198" y="28"/>
                  <a:pt x="198" y="27"/>
                </a:cubicBezTo>
                <a:cubicBezTo>
                  <a:pt x="197" y="26"/>
                  <a:pt x="199" y="24"/>
                  <a:pt x="198" y="22"/>
                </a:cubicBezTo>
                <a:cubicBezTo>
                  <a:pt x="197" y="22"/>
                  <a:pt x="195" y="22"/>
                  <a:pt x="194" y="22"/>
                </a:cubicBezTo>
                <a:cubicBezTo>
                  <a:pt x="194" y="20"/>
                  <a:pt x="195" y="20"/>
                  <a:pt x="196" y="19"/>
                </a:cubicBezTo>
                <a:cubicBezTo>
                  <a:pt x="196" y="19"/>
                  <a:pt x="197" y="19"/>
                  <a:pt x="197" y="19"/>
                </a:cubicBezTo>
                <a:cubicBezTo>
                  <a:pt x="197" y="18"/>
                  <a:pt x="200" y="14"/>
                  <a:pt x="201" y="14"/>
                </a:cubicBezTo>
                <a:cubicBezTo>
                  <a:pt x="202" y="13"/>
                  <a:pt x="203" y="14"/>
                  <a:pt x="204" y="13"/>
                </a:cubicBezTo>
                <a:cubicBezTo>
                  <a:pt x="204" y="12"/>
                  <a:pt x="203" y="11"/>
                  <a:pt x="203" y="10"/>
                </a:cubicBezTo>
                <a:cubicBezTo>
                  <a:pt x="202" y="10"/>
                  <a:pt x="201" y="10"/>
                  <a:pt x="199" y="10"/>
                </a:cubicBezTo>
                <a:cubicBezTo>
                  <a:pt x="197" y="11"/>
                  <a:pt x="196" y="9"/>
                  <a:pt x="195" y="7"/>
                </a:cubicBezTo>
                <a:cubicBezTo>
                  <a:pt x="195" y="6"/>
                  <a:pt x="195" y="7"/>
                  <a:pt x="194" y="6"/>
                </a:cubicBezTo>
                <a:cubicBezTo>
                  <a:pt x="194" y="5"/>
                  <a:pt x="192" y="5"/>
                  <a:pt x="192" y="4"/>
                </a:cubicBezTo>
                <a:cubicBezTo>
                  <a:pt x="191" y="3"/>
                  <a:pt x="191" y="1"/>
                  <a:pt x="189" y="0"/>
                </a:cubicBezTo>
                <a:cubicBezTo>
                  <a:pt x="189" y="2"/>
                  <a:pt x="189" y="2"/>
                  <a:pt x="188" y="3"/>
                </a:cubicBezTo>
                <a:cubicBezTo>
                  <a:pt x="187" y="3"/>
                  <a:pt x="187" y="4"/>
                  <a:pt x="187" y="4"/>
                </a:cubicBezTo>
                <a:cubicBezTo>
                  <a:pt x="186" y="5"/>
                  <a:pt x="185" y="5"/>
                  <a:pt x="185" y="5"/>
                </a:cubicBezTo>
                <a:cubicBezTo>
                  <a:pt x="182" y="7"/>
                  <a:pt x="180" y="8"/>
                  <a:pt x="178" y="9"/>
                </a:cubicBezTo>
                <a:cubicBezTo>
                  <a:pt x="175" y="10"/>
                  <a:pt x="173" y="12"/>
                  <a:pt x="171" y="13"/>
                </a:cubicBezTo>
                <a:cubicBezTo>
                  <a:pt x="170" y="14"/>
                  <a:pt x="168" y="15"/>
                  <a:pt x="168" y="16"/>
                </a:cubicBezTo>
                <a:cubicBezTo>
                  <a:pt x="168" y="16"/>
                  <a:pt x="169" y="17"/>
                  <a:pt x="169" y="18"/>
                </a:cubicBezTo>
                <a:cubicBezTo>
                  <a:pt x="169" y="18"/>
                  <a:pt x="169" y="19"/>
                  <a:pt x="169" y="19"/>
                </a:cubicBezTo>
                <a:cubicBezTo>
                  <a:pt x="168" y="19"/>
                  <a:pt x="167" y="19"/>
                  <a:pt x="166" y="19"/>
                </a:cubicBezTo>
                <a:cubicBezTo>
                  <a:pt x="167" y="20"/>
                  <a:pt x="167" y="23"/>
                  <a:pt x="166" y="24"/>
                </a:cubicBezTo>
                <a:cubicBezTo>
                  <a:pt x="165" y="25"/>
                  <a:pt x="163" y="25"/>
                  <a:pt x="161" y="25"/>
                </a:cubicBezTo>
                <a:cubicBezTo>
                  <a:pt x="159" y="25"/>
                  <a:pt x="157" y="24"/>
                  <a:pt x="155" y="22"/>
                </a:cubicBezTo>
                <a:cubicBezTo>
                  <a:pt x="153" y="21"/>
                  <a:pt x="151" y="21"/>
                  <a:pt x="149" y="21"/>
                </a:cubicBezTo>
                <a:cubicBezTo>
                  <a:pt x="147" y="20"/>
                  <a:pt x="145" y="21"/>
                  <a:pt x="143" y="21"/>
                </a:cubicBezTo>
                <a:cubicBezTo>
                  <a:pt x="140" y="21"/>
                  <a:pt x="139" y="21"/>
                  <a:pt x="136" y="19"/>
                </a:cubicBezTo>
                <a:cubicBezTo>
                  <a:pt x="134" y="17"/>
                  <a:pt x="130" y="14"/>
                  <a:pt x="127" y="14"/>
                </a:cubicBezTo>
                <a:cubicBezTo>
                  <a:pt x="127" y="17"/>
                  <a:pt x="127" y="18"/>
                  <a:pt x="124" y="19"/>
                </a:cubicBezTo>
                <a:cubicBezTo>
                  <a:pt x="122" y="20"/>
                  <a:pt x="120" y="20"/>
                  <a:pt x="118" y="20"/>
                </a:cubicBezTo>
                <a:cubicBezTo>
                  <a:pt x="115" y="21"/>
                  <a:pt x="115" y="23"/>
                  <a:pt x="113" y="25"/>
                </a:cubicBezTo>
                <a:cubicBezTo>
                  <a:pt x="111" y="26"/>
                  <a:pt x="110" y="27"/>
                  <a:pt x="109" y="29"/>
                </a:cubicBezTo>
                <a:cubicBezTo>
                  <a:pt x="109" y="30"/>
                  <a:pt x="108" y="34"/>
                  <a:pt x="107" y="34"/>
                </a:cubicBezTo>
                <a:cubicBezTo>
                  <a:pt x="106" y="34"/>
                  <a:pt x="103" y="33"/>
                  <a:pt x="103" y="34"/>
                </a:cubicBezTo>
                <a:cubicBezTo>
                  <a:pt x="102" y="35"/>
                  <a:pt x="104" y="36"/>
                  <a:pt x="104" y="37"/>
                </a:cubicBezTo>
                <a:cubicBezTo>
                  <a:pt x="104" y="38"/>
                  <a:pt x="99" y="40"/>
                  <a:pt x="98" y="40"/>
                </a:cubicBezTo>
                <a:cubicBezTo>
                  <a:pt x="99" y="42"/>
                  <a:pt x="96" y="43"/>
                  <a:pt x="94" y="44"/>
                </a:cubicBezTo>
                <a:cubicBezTo>
                  <a:pt x="93" y="45"/>
                  <a:pt x="93" y="45"/>
                  <a:pt x="92" y="46"/>
                </a:cubicBezTo>
                <a:cubicBezTo>
                  <a:pt x="91" y="47"/>
                  <a:pt x="90" y="48"/>
                  <a:pt x="89" y="48"/>
                </a:cubicBezTo>
                <a:cubicBezTo>
                  <a:pt x="88" y="49"/>
                  <a:pt x="86" y="48"/>
                  <a:pt x="84" y="48"/>
                </a:cubicBezTo>
                <a:cubicBezTo>
                  <a:pt x="83" y="49"/>
                  <a:pt x="83" y="49"/>
                  <a:pt x="82" y="49"/>
                </a:cubicBezTo>
                <a:cubicBezTo>
                  <a:pt x="80" y="50"/>
                  <a:pt x="77" y="51"/>
                  <a:pt x="75" y="52"/>
                </a:cubicBezTo>
                <a:cubicBezTo>
                  <a:pt x="73" y="53"/>
                  <a:pt x="71" y="52"/>
                  <a:pt x="69" y="52"/>
                </a:cubicBezTo>
                <a:cubicBezTo>
                  <a:pt x="67" y="53"/>
                  <a:pt x="68" y="55"/>
                  <a:pt x="68" y="57"/>
                </a:cubicBezTo>
                <a:cubicBezTo>
                  <a:pt x="68" y="59"/>
                  <a:pt x="68" y="61"/>
                  <a:pt x="67" y="63"/>
                </a:cubicBezTo>
                <a:cubicBezTo>
                  <a:pt x="66" y="63"/>
                  <a:pt x="66" y="64"/>
                  <a:pt x="65" y="65"/>
                </a:cubicBezTo>
                <a:cubicBezTo>
                  <a:pt x="65" y="66"/>
                  <a:pt x="64" y="66"/>
                  <a:pt x="63" y="66"/>
                </a:cubicBezTo>
                <a:cubicBezTo>
                  <a:pt x="63" y="67"/>
                  <a:pt x="63" y="68"/>
                  <a:pt x="62" y="69"/>
                </a:cubicBezTo>
                <a:cubicBezTo>
                  <a:pt x="61" y="69"/>
                  <a:pt x="60" y="69"/>
                  <a:pt x="59" y="70"/>
                </a:cubicBezTo>
                <a:cubicBezTo>
                  <a:pt x="58" y="71"/>
                  <a:pt x="58" y="72"/>
                  <a:pt x="57" y="72"/>
                </a:cubicBezTo>
                <a:cubicBezTo>
                  <a:pt x="56" y="73"/>
                  <a:pt x="56" y="73"/>
                  <a:pt x="55" y="74"/>
                </a:cubicBezTo>
                <a:cubicBezTo>
                  <a:pt x="53" y="74"/>
                  <a:pt x="50" y="75"/>
                  <a:pt x="49" y="76"/>
                </a:cubicBezTo>
                <a:cubicBezTo>
                  <a:pt x="49" y="77"/>
                  <a:pt x="49" y="78"/>
                  <a:pt x="48" y="79"/>
                </a:cubicBezTo>
                <a:cubicBezTo>
                  <a:pt x="47" y="80"/>
                  <a:pt x="46" y="80"/>
                  <a:pt x="46" y="82"/>
                </a:cubicBezTo>
                <a:cubicBezTo>
                  <a:pt x="47" y="82"/>
                  <a:pt x="49" y="83"/>
                  <a:pt x="49" y="84"/>
                </a:cubicBezTo>
                <a:cubicBezTo>
                  <a:pt x="52" y="88"/>
                  <a:pt x="40" y="89"/>
                  <a:pt x="41" y="93"/>
                </a:cubicBezTo>
                <a:cubicBezTo>
                  <a:pt x="39" y="94"/>
                  <a:pt x="36" y="92"/>
                  <a:pt x="35" y="93"/>
                </a:cubicBezTo>
                <a:cubicBezTo>
                  <a:pt x="32" y="95"/>
                  <a:pt x="32" y="96"/>
                  <a:pt x="31" y="93"/>
                </a:cubicBezTo>
                <a:cubicBezTo>
                  <a:pt x="30" y="93"/>
                  <a:pt x="29" y="93"/>
                  <a:pt x="28" y="93"/>
                </a:cubicBezTo>
                <a:cubicBezTo>
                  <a:pt x="29" y="93"/>
                  <a:pt x="29" y="93"/>
                  <a:pt x="29" y="93"/>
                </a:cubicBezTo>
                <a:cubicBezTo>
                  <a:pt x="29" y="94"/>
                  <a:pt x="29" y="94"/>
                  <a:pt x="29" y="95"/>
                </a:cubicBezTo>
                <a:cubicBezTo>
                  <a:pt x="26" y="95"/>
                  <a:pt x="25" y="95"/>
                  <a:pt x="23" y="96"/>
                </a:cubicBezTo>
                <a:cubicBezTo>
                  <a:pt x="22" y="96"/>
                  <a:pt x="21" y="96"/>
                  <a:pt x="21" y="97"/>
                </a:cubicBezTo>
                <a:cubicBezTo>
                  <a:pt x="20" y="98"/>
                  <a:pt x="20" y="99"/>
                  <a:pt x="19" y="100"/>
                </a:cubicBezTo>
                <a:cubicBezTo>
                  <a:pt x="18" y="100"/>
                  <a:pt x="17" y="100"/>
                  <a:pt x="16" y="100"/>
                </a:cubicBezTo>
                <a:cubicBezTo>
                  <a:pt x="14" y="99"/>
                  <a:pt x="12" y="99"/>
                  <a:pt x="10" y="99"/>
                </a:cubicBezTo>
                <a:cubicBezTo>
                  <a:pt x="7" y="99"/>
                  <a:pt x="5" y="98"/>
                  <a:pt x="3" y="98"/>
                </a:cubicBezTo>
                <a:cubicBezTo>
                  <a:pt x="2" y="100"/>
                  <a:pt x="3" y="104"/>
                  <a:pt x="0" y="104"/>
                </a:cubicBezTo>
                <a:cubicBezTo>
                  <a:pt x="1" y="105"/>
                  <a:pt x="2" y="106"/>
                  <a:pt x="2" y="107"/>
                </a:cubicBezTo>
                <a:cubicBezTo>
                  <a:pt x="2" y="108"/>
                  <a:pt x="2" y="110"/>
                  <a:pt x="3" y="110"/>
                </a:cubicBezTo>
                <a:cubicBezTo>
                  <a:pt x="4" y="112"/>
                  <a:pt x="5" y="112"/>
                  <a:pt x="7" y="113"/>
                </a:cubicBezTo>
                <a:cubicBezTo>
                  <a:pt x="9" y="114"/>
                  <a:pt x="8" y="114"/>
                  <a:pt x="9" y="116"/>
                </a:cubicBezTo>
                <a:cubicBezTo>
                  <a:pt x="10" y="114"/>
                  <a:pt x="11" y="114"/>
                  <a:pt x="14" y="114"/>
                </a:cubicBezTo>
                <a:cubicBezTo>
                  <a:pt x="16" y="114"/>
                  <a:pt x="17" y="113"/>
                  <a:pt x="18" y="113"/>
                </a:cubicBezTo>
                <a:cubicBezTo>
                  <a:pt x="20" y="112"/>
                  <a:pt x="20" y="113"/>
                  <a:pt x="21" y="114"/>
                </a:cubicBezTo>
                <a:cubicBezTo>
                  <a:pt x="22" y="116"/>
                  <a:pt x="23" y="117"/>
                  <a:pt x="24" y="118"/>
                </a:cubicBezTo>
                <a:cubicBezTo>
                  <a:pt x="25" y="118"/>
                  <a:pt x="26" y="119"/>
                  <a:pt x="26" y="120"/>
                </a:cubicBezTo>
                <a:cubicBezTo>
                  <a:pt x="25" y="121"/>
                  <a:pt x="24" y="121"/>
                  <a:pt x="24" y="121"/>
                </a:cubicBezTo>
                <a:cubicBezTo>
                  <a:pt x="23" y="122"/>
                  <a:pt x="24" y="123"/>
                  <a:pt x="24" y="124"/>
                </a:cubicBezTo>
                <a:cubicBezTo>
                  <a:pt x="23" y="124"/>
                  <a:pt x="22" y="124"/>
                  <a:pt x="21" y="125"/>
                </a:cubicBezTo>
                <a:cubicBezTo>
                  <a:pt x="21" y="126"/>
                  <a:pt x="21" y="128"/>
                  <a:pt x="21" y="129"/>
                </a:cubicBezTo>
                <a:cubicBezTo>
                  <a:pt x="21" y="130"/>
                  <a:pt x="24" y="132"/>
                  <a:pt x="26" y="133"/>
                </a:cubicBezTo>
                <a:cubicBezTo>
                  <a:pt x="26" y="135"/>
                  <a:pt x="28" y="137"/>
                  <a:pt x="27" y="140"/>
                </a:cubicBezTo>
                <a:cubicBezTo>
                  <a:pt x="27" y="140"/>
                  <a:pt x="28" y="139"/>
                  <a:pt x="29" y="139"/>
                </a:cubicBezTo>
                <a:cubicBezTo>
                  <a:pt x="30" y="139"/>
                  <a:pt x="31" y="139"/>
                  <a:pt x="33" y="138"/>
                </a:cubicBezTo>
                <a:cubicBezTo>
                  <a:pt x="33" y="138"/>
                  <a:pt x="34" y="138"/>
                  <a:pt x="35" y="138"/>
                </a:cubicBezTo>
                <a:cubicBezTo>
                  <a:pt x="36" y="138"/>
                  <a:pt x="37" y="137"/>
                  <a:pt x="38" y="137"/>
                </a:cubicBezTo>
                <a:cubicBezTo>
                  <a:pt x="39" y="136"/>
                  <a:pt x="41" y="136"/>
                  <a:pt x="42" y="136"/>
                </a:cubicBezTo>
                <a:cubicBezTo>
                  <a:pt x="44" y="136"/>
                  <a:pt x="45" y="135"/>
                  <a:pt x="47" y="134"/>
                </a:cubicBezTo>
                <a:cubicBezTo>
                  <a:pt x="48" y="134"/>
                  <a:pt x="48" y="133"/>
                  <a:pt x="49" y="133"/>
                </a:cubicBezTo>
                <a:cubicBezTo>
                  <a:pt x="50" y="133"/>
                  <a:pt x="50" y="133"/>
                  <a:pt x="51" y="133"/>
                </a:cubicBezTo>
                <a:cubicBezTo>
                  <a:pt x="52" y="132"/>
                  <a:pt x="52" y="131"/>
                  <a:pt x="54" y="131"/>
                </a:cubicBezTo>
                <a:cubicBezTo>
                  <a:pt x="57" y="131"/>
                  <a:pt x="59" y="132"/>
                  <a:pt x="62" y="133"/>
                </a:cubicBezTo>
                <a:cubicBezTo>
                  <a:pt x="63" y="133"/>
                  <a:pt x="65" y="133"/>
                  <a:pt x="66" y="134"/>
                </a:cubicBezTo>
                <a:cubicBezTo>
                  <a:pt x="68" y="135"/>
                  <a:pt x="70" y="135"/>
                  <a:pt x="72" y="135"/>
                </a:cubicBezTo>
                <a:cubicBezTo>
                  <a:pt x="73" y="135"/>
                  <a:pt x="75" y="135"/>
                  <a:pt x="76" y="134"/>
                </a:cubicBezTo>
                <a:cubicBezTo>
                  <a:pt x="79" y="132"/>
                  <a:pt x="81" y="132"/>
                  <a:pt x="84" y="132"/>
                </a:cubicBezTo>
                <a:cubicBezTo>
                  <a:pt x="85" y="132"/>
                  <a:pt x="87" y="132"/>
                  <a:pt x="88" y="132"/>
                </a:cubicBezTo>
                <a:cubicBezTo>
                  <a:pt x="88" y="132"/>
                  <a:pt x="89" y="131"/>
                  <a:pt x="90" y="131"/>
                </a:cubicBezTo>
                <a:cubicBezTo>
                  <a:pt x="90" y="131"/>
                  <a:pt x="91" y="131"/>
                  <a:pt x="91" y="131"/>
                </a:cubicBezTo>
                <a:cubicBezTo>
                  <a:pt x="93" y="131"/>
                  <a:pt x="94" y="131"/>
                  <a:pt x="95" y="131"/>
                </a:cubicBezTo>
                <a:cubicBezTo>
                  <a:pt x="97" y="131"/>
                  <a:pt x="98" y="130"/>
                  <a:pt x="99" y="129"/>
                </a:cubicBezTo>
                <a:cubicBezTo>
                  <a:pt x="99" y="128"/>
                  <a:pt x="100" y="127"/>
                  <a:pt x="100" y="126"/>
                </a:cubicBezTo>
                <a:cubicBezTo>
                  <a:pt x="101" y="125"/>
                  <a:pt x="102" y="125"/>
                  <a:pt x="103" y="125"/>
                </a:cubicBezTo>
                <a:cubicBezTo>
                  <a:pt x="104" y="124"/>
                  <a:pt x="103" y="123"/>
                  <a:pt x="103" y="122"/>
                </a:cubicBezTo>
                <a:cubicBezTo>
                  <a:pt x="103" y="121"/>
                  <a:pt x="104" y="120"/>
                  <a:pt x="104" y="119"/>
                </a:cubicBezTo>
                <a:cubicBezTo>
                  <a:pt x="106" y="117"/>
                  <a:pt x="107" y="116"/>
                  <a:pt x="108" y="114"/>
                </a:cubicBezTo>
                <a:cubicBezTo>
                  <a:pt x="109" y="114"/>
                  <a:pt x="109" y="114"/>
                  <a:pt x="110" y="113"/>
                </a:cubicBezTo>
                <a:cubicBezTo>
                  <a:pt x="110" y="113"/>
                  <a:pt x="110" y="113"/>
                  <a:pt x="111" y="112"/>
                </a:cubicBezTo>
                <a:cubicBezTo>
                  <a:pt x="112" y="111"/>
                  <a:pt x="113" y="111"/>
                  <a:pt x="113" y="110"/>
                </a:cubicBezTo>
                <a:cubicBezTo>
                  <a:pt x="114" y="109"/>
                  <a:pt x="115" y="109"/>
                  <a:pt x="116" y="108"/>
                </a:cubicBezTo>
                <a:cubicBezTo>
                  <a:pt x="116" y="107"/>
                  <a:pt x="117" y="106"/>
                  <a:pt x="118" y="106"/>
                </a:cubicBezTo>
                <a:cubicBezTo>
                  <a:pt x="118" y="105"/>
                  <a:pt x="118" y="105"/>
                  <a:pt x="119" y="105"/>
                </a:cubicBezTo>
                <a:cubicBezTo>
                  <a:pt x="119" y="104"/>
                  <a:pt x="119" y="101"/>
                  <a:pt x="118" y="100"/>
                </a:cubicBezTo>
                <a:cubicBezTo>
                  <a:pt x="117" y="99"/>
                  <a:pt x="117" y="100"/>
                  <a:pt x="116" y="99"/>
                </a:cubicBezTo>
                <a:cubicBezTo>
                  <a:pt x="116" y="98"/>
                  <a:pt x="117" y="98"/>
                  <a:pt x="117" y="98"/>
                </a:cubicBezTo>
                <a:cubicBezTo>
                  <a:pt x="118" y="97"/>
                  <a:pt x="120" y="98"/>
                  <a:pt x="121" y="98"/>
                </a:cubicBezTo>
                <a:cubicBezTo>
                  <a:pt x="122" y="99"/>
                  <a:pt x="123" y="100"/>
                  <a:pt x="124" y="100"/>
                </a:cubicBezTo>
                <a:cubicBezTo>
                  <a:pt x="126" y="100"/>
                  <a:pt x="126" y="99"/>
                  <a:pt x="128" y="99"/>
                </a:cubicBezTo>
                <a:cubicBezTo>
                  <a:pt x="129" y="99"/>
                  <a:pt x="131" y="99"/>
                  <a:pt x="131" y="98"/>
                </a:cubicBezTo>
                <a:cubicBezTo>
                  <a:pt x="132" y="97"/>
                  <a:pt x="133" y="98"/>
                  <a:pt x="135" y="97"/>
                </a:cubicBezTo>
                <a:cubicBezTo>
                  <a:pt x="136" y="96"/>
                  <a:pt x="137" y="95"/>
                  <a:pt x="139" y="95"/>
                </a:cubicBezTo>
                <a:cubicBezTo>
                  <a:pt x="140" y="94"/>
                  <a:pt x="141" y="94"/>
                  <a:pt x="142" y="93"/>
                </a:cubicBezTo>
                <a:cubicBezTo>
                  <a:pt x="142" y="92"/>
                  <a:pt x="143" y="92"/>
                  <a:pt x="144" y="91"/>
                </a:cubicBezTo>
                <a:cubicBezTo>
                  <a:pt x="145" y="91"/>
                  <a:pt x="145" y="91"/>
                  <a:pt x="145" y="91"/>
                </a:cubicBezTo>
                <a:cubicBezTo>
                  <a:pt x="145" y="91"/>
                  <a:pt x="145" y="91"/>
                  <a:pt x="146" y="91"/>
                </a:cubicBezTo>
                <a:cubicBezTo>
                  <a:pt x="146" y="91"/>
                  <a:pt x="146" y="91"/>
                  <a:pt x="146" y="91"/>
                </a:cubicBezTo>
                <a:cubicBezTo>
                  <a:pt x="147" y="90"/>
                  <a:pt x="147" y="90"/>
                  <a:pt x="147" y="90"/>
                </a:cubicBezTo>
                <a:cubicBezTo>
                  <a:pt x="148" y="90"/>
                  <a:pt x="149" y="90"/>
                  <a:pt x="149" y="89"/>
                </a:cubicBezTo>
                <a:cubicBezTo>
                  <a:pt x="150" y="89"/>
                  <a:pt x="150" y="89"/>
                  <a:pt x="151" y="88"/>
                </a:cubicBezTo>
                <a:cubicBezTo>
                  <a:pt x="152" y="88"/>
                  <a:pt x="152" y="88"/>
                  <a:pt x="152" y="87"/>
                </a:cubicBezTo>
                <a:cubicBezTo>
                  <a:pt x="153" y="87"/>
                  <a:pt x="154" y="87"/>
                  <a:pt x="156" y="86"/>
                </a:cubicBezTo>
                <a:cubicBezTo>
                  <a:pt x="156" y="86"/>
                  <a:pt x="157" y="86"/>
                  <a:pt x="157" y="85"/>
                </a:cubicBezTo>
                <a:cubicBezTo>
                  <a:pt x="158" y="85"/>
                  <a:pt x="159" y="85"/>
                  <a:pt x="159" y="85"/>
                </a:cubicBezTo>
                <a:cubicBezTo>
                  <a:pt x="160" y="85"/>
                  <a:pt x="160" y="85"/>
                  <a:pt x="161" y="84"/>
                </a:cubicBezTo>
                <a:cubicBezTo>
                  <a:pt x="161" y="84"/>
                  <a:pt x="162" y="83"/>
                  <a:pt x="162" y="83"/>
                </a:cubicBezTo>
                <a:cubicBezTo>
                  <a:pt x="163" y="83"/>
                  <a:pt x="164" y="83"/>
                  <a:pt x="164" y="83"/>
                </a:cubicBezTo>
                <a:cubicBezTo>
                  <a:pt x="165" y="82"/>
                  <a:pt x="164" y="82"/>
                  <a:pt x="165" y="82"/>
                </a:cubicBezTo>
                <a:cubicBezTo>
                  <a:pt x="166" y="81"/>
                  <a:pt x="168" y="81"/>
                  <a:pt x="169" y="81"/>
                </a:cubicBezTo>
                <a:cubicBezTo>
                  <a:pt x="170" y="81"/>
                  <a:pt x="171" y="81"/>
                  <a:pt x="172" y="80"/>
                </a:cubicBezTo>
                <a:cubicBezTo>
                  <a:pt x="174" y="79"/>
                  <a:pt x="174" y="79"/>
                  <a:pt x="176" y="79"/>
                </a:cubicBezTo>
                <a:cubicBezTo>
                  <a:pt x="177" y="78"/>
                  <a:pt x="177" y="78"/>
                  <a:pt x="179" y="77"/>
                </a:cubicBezTo>
                <a:cubicBezTo>
                  <a:pt x="180" y="76"/>
                  <a:pt x="181" y="76"/>
                  <a:pt x="182" y="76"/>
                </a:cubicBezTo>
                <a:cubicBezTo>
                  <a:pt x="184" y="76"/>
                  <a:pt x="185" y="75"/>
                  <a:pt x="186" y="75"/>
                </a:cubicBezTo>
                <a:cubicBezTo>
                  <a:pt x="188" y="75"/>
                  <a:pt x="192" y="74"/>
                  <a:pt x="193" y="76"/>
                </a:cubicBezTo>
                <a:cubicBezTo>
                  <a:pt x="194" y="77"/>
                  <a:pt x="192" y="78"/>
                  <a:pt x="192" y="79"/>
                </a:cubicBezTo>
                <a:cubicBezTo>
                  <a:pt x="191" y="80"/>
                  <a:pt x="191" y="80"/>
                  <a:pt x="190" y="81"/>
                </a:cubicBezTo>
                <a:cubicBezTo>
                  <a:pt x="189" y="81"/>
                  <a:pt x="188" y="81"/>
                  <a:pt x="188" y="82"/>
                </a:cubicBezTo>
                <a:cubicBezTo>
                  <a:pt x="187" y="83"/>
                  <a:pt x="187" y="85"/>
                  <a:pt x="187" y="87"/>
                </a:cubicBezTo>
                <a:cubicBezTo>
                  <a:pt x="187" y="90"/>
                  <a:pt x="187" y="93"/>
                  <a:pt x="191" y="94"/>
                </a:cubicBezTo>
                <a:cubicBezTo>
                  <a:pt x="191" y="96"/>
                  <a:pt x="191" y="97"/>
                  <a:pt x="191" y="98"/>
                </a:cubicBezTo>
                <a:cubicBezTo>
                  <a:pt x="192" y="99"/>
                  <a:pt x="192" y="100"/>
                  <a:pt x="193" y="102"/>
                </a:cubicBezTo>
                <a:cubicBezTo>
                  <a:pt x="193" y="102"/>
                  <a:pt x="194" y="102"/>
                  <a:pt x="195" y="101"/>
                </a:cubicBezTo>
                <a:cubicBezTo>
                  <a:pt x="196" y="101"/>
                  <a:pt x="196" y="100"/>
                  <a:pt x="197" y="100"/>
                </a:cubicBezTo>
                <a:cubicBezTo>
                  <a:pt x="199" y="99"/>
                  <a:pt x="198" y="102"/>
                  <a:pt x="198" y="104"/>
                </a:cubicBezTo>
                <a:cubicBezTo>
                  <a:pt x="197" y="107"/>
                  <a:pt x="194" y="109"/>
                  <a:pt x="191" y="108"/>
                </a:cubicBezTo>
                <a:cubicBezTo>
                  <a:pt x="191" y="109"/>
                  <a:pt x="189" y="109"/>
                  <a:pt x="188" y="110"/>
                </a:cubicBezTo>
                <a:cubicBezTo>
                  <a:pt x="187" y="110"/>
                  <a:pt x="186" y="110"/>
                  <a:pt x="185" y="111"/>
                </a:cubicBezTo>
                <a:cubicBezTo>
                  <a:pt x="184" y="111"/>
                  <a:pt x="179" y="111"/>
                  <a:pt x="178" y="110"/>
                </a:cubicBezTo>
                <a:cubicBezTo>
                  <a:pt x="176" y="110"/>
                  <a:pt x="176" y="110"/>
                  <a:pt x="175" y="112"/>
                </a:cubicBezTo>
                <a:cubicBezTo>
                  <a:pt x="175" y="113"/>
                  <a:pt x="175" y="115"/>
                  <a:pt x="175" y="116"/>
                </a:cubicBezTo>
                <a:cubicBezTo>
                  <a:pt x="175" y="116"/>
                  <a:pt x="172" y="117"/>
                  <a:pt x="172" y="117"/>
                </a:cubicBezTo>
                <a:cubicBezTo>
                  <a:pt x="171" y="118"/>
                  <a:pt x="169" y="120"/>
                  <a:pt x="169" y="120"/>
                </a:cubicBezTo>
                <a:cubicBezTo>
                  <a:pt x="169" y="120"/>
                  <a:pt x="169" y="120"/>
                  <a:pt x="169" y="120"/>
                </a:cubicBezTo>
                <a:cubicBezTo>
                  <a:pt x="169" y="121"/>
                  <a:pt x="168" y="121"/>
                  <a:pt x="167" y="122"/>
                </a:cubicBezTo>
                <a:cubicBezTo>
                  <a:pt x="166" y="122"/>
                  <a:pt x="165" y="121"/>
                  <a:pt x="164" y="122"/>
                </a:cubicBezTo>
                <a:cubicBezTo>
                  <a:pt x="163" y="122"/>
                  <a:pt x="163" y="123"/>
                  <a:pt x="162" y="123"/>
                </a:cubicBezTo>
                <a:cubicBezTo>
                  <a:pt x="162" y="124"/>
                  <a:pt x="160" y="125"/>
                  <a:pt x="160" y="126"/>
                </a:cubicBezTo>
                <a:cubicBezTo>
                  <a:pt x="159" y="126"/>
                  <a:pt x="158" y="127"/>
                  <a:pt x="158" y="127"/>
                </a:cubicBezTo>
                <a:cubicBezTo>
                  <a:pt x="157" y="128"/>
                  <a:pt x="156" y="127"/>
                  <a:pt x="155" y="128"/>
                </a:cubicBezTo>
                <a:cubicBezTo>
                  <a:pt x="154" y="128"/>
                  <a:pt x="152" y="128"/>
                  <a:pt x="151" y="129"/>
                </a:cubicBezTo>
                <a:cubicBezTo>
                  <a:pt x="150" y="129"/>
                  <a:pt x="151" y="131"/>
                  <a:pt x="150" y="132"/>
                </a:cubicBezTo>
                <a:cubicBezTo>
                  <a:pt x="149" y="132"/>
                  <a:pt x="148" y="134"/>
                  <a:pt x="148" y="135"/>
                </a:cubicBezTo>
                <a:cubicBezTo>
                  <a:pt x="147" y="136"/>
                  <a:pt x="145" y="137"/>
                  <a:pt x="144" y="137"/>
                </a:cubicBezTo>
                <a:cubicBezTo>
                  <a:pt x="140" y="140"/>
                  <a:pt x="134" y="141"/>
                  <a:pt x="132" y="146"/>
                </a:cubicBezTo>
                <a:cubicBezTo>
                  <a:pt x="131" y="147"/>
                  <a:pt x="131" y="148"/>
                  <a:pt x="131" y="149"/>
                </a:cubicBezTo>
                <a:cubicBezTo>
                  <a:pt x="131" y="151"/>
                  <a:pt x="129" y="151"/>
                  <a:pt x="128" y="152"/>
                </a:cubicBezTo>
                <a:cubicBezTo>
                  <a:pt x="128" y="153"/>
                  <a:pt x="128" y="153"/>
                  <a:pt x="127" y="153"/>
                </a:cubicBezTo>
                <a:cubicBezTo>
                  <a:pt x="126" y="154"/>
                  <a:pt x="126" y="153"/>
                  <a:pt x="125" y="153"/>
                </a:cubicBezTo>
                <a:cubicBezTo>
                  <a:pt x="125" y="152"/>
                  <a:pt x="126" y="150"/>
                  <a:pt x="125" y="149"/>
                </a:cubicBezTo>
                <a:cubicBezTo>
                  <a:pt x="125" y="149"/>
                  <a:pt x="123" y="149"/>
                  <a:pt x="123" y="150"/>
                </a:cubicBezTo>
                <a:cubicBezTo>
                  <a:pt x="121" y="152"/>
                  <a:pt x="122" y="155"/>
                  <a:pt x="120" y="158"/>
                </a:cubicBezTo>
                <a:cubicBezTo>
                  <a:pt x="119" y="159"/>
                  <a:pt x="118" y="159"/>
                  <a:pt x="116" y="160"/>
                </a:cubicBezTo>
                <a:cubicBezTo>
                  <a:pt x="116" y="161"/>
                  <a:pt x="112" y="168"/>
                  <a:pt x="112" y="168"/>
                </a:cubicBezTo>
                <a:cubicBezTo>
                  <a:pt x="113" y="170"/>
                  <a:pt x="115" y="170"/>
                  <a:pt x="113" y="172"/>
                </a:cubicBezTo>
                <a:cubicBezTo>
                  <a:pt x="111" y="174"/>
                  <a:pt x="111" y="174"/>
                  <a:pt x="111" y="176"/>
                </a:cubicBezTo>
                <a:cubicBezTo>
                  <a:pt x="112" y="180"/>
                  <a:pt x="111" y="183"/>
                  <a:pt x="107" y="183"/>
                </a:cubicBezTo>
                <a:cubicBezTo>
                  <a:pt x="105" y="184"/>
                  <a:pt x="104" y="184"/>
                  <a:pt x="103" y="182"/>
                </a:cubicBezTo>
                <a:cubicBezTo>
                  <a:pt x="103" y="181"/>
                  <a:pt x="102" y="179"/>
                  <a:pt x="103" y="178"/>
                </a:cubicBezTo>
                <a:cubicBezTo>
                  <a:pt x="102" y="179"/>
                  <a:pt x="100" y="179"/>
                  <a:pt x="98" y="180"/>
                </a:cubicBezTo>
                <a:cubicBezTo>
                  <a:pt x="98" y="181"/>
                  <a:pt x="98" y="182"/>
                  <a:pt x="99" y="183"/>
                </a:cubicBezTo>
                <a:cubicBezTo>
                  <a:pt x="98" y="186"/>
                  <a:pt x="94" y="186"/>
                  <a:pt x="92" y="188"/>
                </a:cubicBezTo>
                <a:cubicBezTo>
                  <a:pt x="91" y="189"/>
                  <a:pt x="92" y="190"/>
                  <a:pt x="92" y="192"/>
                </a:cubicBezTo>
                <a:cubicBezTo>
                  <a:pt x="91" y="193"/>
                  <a:pt x="90" y="193"/>
                  <a:pt x="90" y="195"/>
                </a:cubicBezTo>
                <a:cubicBezTo>
                  <a:pt x="88" y="195"/>
                  <a:pt x="85" y="196"/>
                  <a:pt x="84" y="197"/>
                </a:cubicBezTo>
                <a:cubicBezTo>
                  <a:pt x="84" y="199"/>
                  <a:pt x="84" y="198"/>
                  <a:pt x="85" y="199"/>
                </a:cubicBezTo>
                <a:cubicBezTo>
                  <a:pt x="86" y="201"/>
                  <a:pt x="86" y="201"/>
                  <a:pt x="86" y="201"/>
                </a:cubicBezTo>
                <a:cubicBezTo>
                  <a:pt x="89" y="203"/>
                  <a:pt x="90" y="201"/>
                  <a:pt x="90" y="205"/>
                </a:cubicBezTo>
                <a:cubicBezTo>
                  <a:pt x="90" y="206"/>
                  <a:pt x="90" y="208"/>
                  <a:pt x="91" y="210"/>
                </a:cubicBezTo>
                <a:cubicBezTo>
                  <a:pt x="92" y="210"/>
                  <a:pt x="93" y="210"/>
                  <a:pt x="94" y="211"/>
                </a:cubicBezTo>
                <a:cubicBezTo>
                  <a:pt x="96" y="212"/>
                  <a:pt x="97" y="213"/>
                  <a:pt x="99" y="213"/>
                </a:cubicBezTo>
                <a:cubicBezTo>
                  <a:pt x="100" y="211"/>
                  <a:pt x="100" y="209"/>
                  <a:pt x="102" y="207"/>
                </a:cubicBezTo>
                <a:cubicBezTo>
                  <a:pt x="103" y="206"/>
                  <a:pt x="104" y="206"/>
                  <a:pt x="105" y="205"/>
                </a:cubicBezTo>
                <a:cubicBezTo>
                  <a:pt x="106" y="203"/>
                  <a:pt x="105" y="201"/>
                  <a:pt x="103" y="201"/>
                </a:cubicBezTo>
                <a:cubicBezTo>
                  <a:pt x="104" y="199"/>
                  <a:pt x="106" y="199"/>
                  <a:pt x="108" y="199"/>
                </a:cubicBezTo>
                <a:cubicBezTo>
                  <a:pt x="110" y="198"/>
                  <a:pt x="111" y="198"/>
                  <a:pt x="113" y="198"/>
                </a:cubicBezTo>
                <a:cubicBezTo>
                  <a:pt x="114" y="198"/>
                  <a:pt x="116" y="198"/>
                  <a:pt x="117" y="198"/>
                </a:cubicBezTo>
                <a:cubicBezTo>
                  <a:pt x="118" y="199"/>
                  <a:pt x="119" y="199"/>
                  <a:pt x="120" y="199"/>
                </a:cubicBezTo>
                <a:cubicBezTo>
                  <a:pt x="120" y="199"/>
                  <a:pt x="121" y="198"/>
                  <a:pt x="121" y="198"/>
                </a:cubicBezTo>
                <a:cubicBezTo>
                  <a:pt x="123" y="198"/>
                  <a:pt x="122" y="199"/>
                  <a:pt x="123" y="199"/>
                </a:cubicBezTo>
                <a:cubicBezTo>
                  <a:pt x="124" y="199"/>
                  <a:pt x="124" y="199"/>
                  <a:pt x="125" y="198"/>
                </a:cubicBezTo>
                <a:cubicBezTo>
                  <a:pt x="127" y="198"/>
                  <a:pt x="128" y="197"/>
                  <a:pt x="130" y="197"/>
                </a:cubicBezTo>
                <a:cubicBezTo>
                  <a:pt x="131" y="197"/>
                  <a:pt x="133" y="198"/>
                  <a:pt x="134" y="197"/>
                </a:cubicBezTo>
                <a:cubicBezTo>
                  <a:pt x="134" y="196"/>
                  <a:pt x="134" y="195"/>
                  <a:pt x="134" y="195"/>
                </a:cubicBezTo>
                <a:cubicBezTo>
                  <a:pt x="135" y="194"/>
                  <a:pt x="135" y="194"/>
                  <a:pt x="135" y="193"/>
                </a:cubicBezTo>
                <a:cubicBezTo>
                  <a:pt x="136" y="193"/>
                  <a:pt x="138" y="189"/>
                  <a:pt x="139" y="189"/>
                </a:cubicBezTo>
                <a:cubicBezTo>
                  <a:pt x="139" y="190"/>
                  <a:pt x="139" y="190"/>
                  <a:pt x="140" y="190"/>
                </a:cubicBezTo>
                <a:cubicBezTo>
                  <a:pt x="140" y="193"/>
                  <a:pt x="140" y="196"/>
                  <a:pt x="140" y="198"/>
                </a:cubicBezTo>
                <a:cubicBezTo>
                  <a:pt x="142" y="198"/>
                  <a:pt x="144" y="199"/>
                  <a:pt x="145" y="20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1" name="Freeform 283">
            <a:extLst>
              <a:ext uri="{FF2B5EF4-FFF2-40B4-BE49-F238E27FC236}">
                <a16:creationId xmlns:a16="http://schemas.microsoft.com/office/drawing/2014/main" id="{DA329F59-AB68-482B-AF1A-555DC5F8D991}"/>
              </a:ext>
            </a:extLst>
          </p:cNvPr>
          <p:cNvSpPr>
            <a:spLocks/>
          </p:cNvSpPr>
          <p:nvPr/>
        </p:nvSpPr>
        <p:spPr bwMode="auto">
          <a:xfrm>
            <a:off x="4344283" y="3635710"/>
            <a:ext cx="132582" cy="270000"/>
          </a:xfrm>
          <a:custGeom>
            <a:avLst/>
            <a:gdLst>
              <a:gd name="T0" fmla="*/ 5 w 58"/>
              <a:gd name="T1" fmla="*/ 45 h 123"/>
              <a:gd name="T2" fmla="*/ 5 w 58"/>
              <a:gd name="T3" fmla="*/ 52 h 123"/>
              <a:gd name="T4" fmla="*/ 8 w 58"/>
              <a:gd name="T5" fmla="*/ 65 h 123"/>
              <a:gd name="T6" fmla="*/ 9 w 58"/>
              <a:gd name="T7" fmla="*/ 74 h 123"/>
              <a:gd name="T8" fmla="*/ 12 w 58"/>
              <a:gd name="T9" fmla="*/ 81 h 123"/>
              <a:gd name="T10" fmla="*/ 15 w 58"/>
              <a:gd name="T11" fmla="*/ 90 h 123"/>
              <a:gd name="T12" fmla="*/ 18 w 58"/>
              <a:gd name="T13" fmla="*/ 96 h 123"/>
              <a:gd name="T14" fmla="*/ 20 w 58"/>
              <a:gd name="T15" fmla="*/ 114 h 123"/>
              <a:gd name="T16" fmla="*/ 24 w 58"/>
              <a:gd name="T17" fmla="*/ 120 h 123"/>
              <a:gd name="T18" fmla="*/ 26 w 58"/>
              <a:gd name="T19" fmla="*/ 113 h 123"/>
              <a:gd name="T20" fmla="*/ 30 w 58"/>
              <a:gd name="T21" fmla="*/ 116 h 123"/>
              <a:gd name="T22" fmla="*/ 34 w 58"/>
              <a:gd name="T23" fmla="*/ 122 h 123"/>
              <a:gd name="T24" fmla="*/ 40 w 58"/>
              <a:gd name="T25" fmla="*/ 117 h 123"/>
              <a:gd name="T26" fmla="*/ 44 w 58"/>
              <a:gd name="T27" fmla="*/ 111 h 123"/>
              <a:gd name="T28" fmla="*/ 49 w 58"/>
              <a:gd name="T29" fmla="*/ 110 h 123"/>
              <a:gd name="T30" fmla="*/ 51 w 58"/>
              <a:gd name="T31" fmla="*/ 102 h 123"/>
              <a:gd name="T32" fmla="*/ 48 w 58"/>
              <a:gd name="T33" fmla="*/ 98 h 123"/>
              <a:gd name="T34" fmla="*/ 46 w 58"/>
              <a:gd name="T35" fmla="*/ 86 h 123"/>
              <a:gd name="T36" fmla="*/ 43 w 58"/>
              <a:gd name="T37" fmla="*/ 78 h 123"/>
              <a:gd name="T38" fmla="*/ 46 w 58"/>
              <a:gd name="T39" fmla="*/ 74 h 123"/>
              <a:gd name="T40" fmla="*/ 53 w 58"/>
              <a:gd name="T41" fmla="*/ 72 h 123"/>
              <a:gd name="T42" fmla="*/ 56 w 58"/>
              <a:gd name="T43" fmla="*/ 66 h 123"/>
              <a:gd name="T44" fmla="*/ 58 w 58"/>
              <a:gd name="T45" fmla="*/ 49 h 123"/>
              <a:gd name="T46" fmla="*/ 54 w 58"/>
              <a:gd name="T47" fmla="*/ 33 h 123"/>
              <a:gd name="T48" fmla="*/ 50 w 58"/>
              <a:gd name="T49" fmla="*/ 25 h 123"/>
              <a:gd name="T50" fmla="*/ 49 w 58"/>
              <a:gd name="T51" fmla="*/ 19 h 123"/>
              <a:gd name="T52" fmla="*/ 45 w 58"/>
              <a:gd name="T53" fmla="*/ 17 h 123"/>
              <a:gd name="T54" fmla="*/ 39 w 58"/>
              <a:gd name="T55" fmla="*/ 15 h 123"/>
              <a:gd name="T56" fmla="*/ 34 w 58"/>
              <a:gd name="T57" fmla="*/ 11 h 123"/>
              <a:gd name="T58" fmla="*/ 34 w 58"/>
              <a:gd name="T59" fmla="*/ 2 h 123"/>
              <a:gd name="T60" fmla="*/ 33 w 58"/>
              <a:gd name="T61" fmla="*/ 4 h 123"/>
              <a:gd name="T62" fmla="*/ 24 w 58"/>
              <a:gd name="T63" fmla="*/ 6 h 123"/>
              <a:gd name="T64" fmla="*/ 18 w 58"/>
              <a:gd name="T65" fmla="*/ 7 h 123"/>
              <a:gd name="T66" fmla="*/ 15 w 58"/>
              <a:gd name="T67" fmla="*/ 12 h 123"/>
              <a:gd name="T68" fmla="*/ 11 w 58"/>
              <a:gd name="T69" fmla="*/ 16 h 123"/>
              <a:gd name="T70" fmla="*/ 6 w 58"/>
              <a:gd name="T71" fmla="*/ 12 h 123"/>
              <a:gd name="T72" fmla="*/ 1 w 58"/>
              <a:gd name="T73" fmla="*/ 18 h 123"/>
              <a:gd name="T74" fmla="*/ 2 w 58"/>
              <a:gd name="T75" fmla="*/ 25 h 123"/>
              <a:gd name="T76" fmla="*/ 2 w 58"/>
              <a:gd name="T77" fmla="*/ 3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8" h="123">
                <a:moveTo>
                  <a:pt x="2" y="39"/>
                </a:moveTo>
                <a:cubicBezTo>
                  <a:pt x="4" y="40"/>
                  <a:pt x="4" y="44"/>
                  <a:pt x="5" y="45"/>
                </a:cubicBezTo>
                <a:cubicBezTo>
                  <a:pt x="5" y="46"/>
                  <a:pt x="5" y="47"/>
                  <a:pt x="5" y="49"/>
                </a:cubicBezTo>
                <a:cubicBezTo>
                  <a:pt x="5" y="50"/>
                  <a:pt x="4" y="51"/>
                  <a:pt x="5" y="52"/>
                </a:cubicBezTo>
                <a:cubicBezTo>
                  <a:pt x="6" y="54"/>
                  <a:pt x="8" y="54"/>
                  <a:pt x="8" y="56"/>
                </a:cubicBezTo>
                <a:cubicBezTo>
                  <a:pt x="8" y="59"/>
                  <a:pt x="8" y="62"/>
                  <a:pt x="8" y="65"/>
                </a:cubicBezTo>
                <a:cubicBezTo>
                  <a:pt x="7" y="66"/>
                  <a:pt x="7" y="68"/>
                  <a:pt x="7" y="69"/>
                </a:cubicBezTo>
                <a:cubicBezTo>
                  <a:pt x="7" y="71"/>
                  <a:pt x="8" y="72"/>
                  <a:pt x="9" y="74"/>
                </a:cubicBezTo>
                <a:cubicBezTo>
                  <a:pt x="9" y="76"/>
                  <a:pt x="9" y="77"/>
                  <a:pt x="10" y="79"/>
                </a:cubicBezTo>
                <a:cubicBezTo>
                  <a:pt x="11" y="80"/>
                  <a:pt x="11" y="80"/>
                  <a:pt x="12" y="81"/>
                </a:cubicBezTo>
                <a:cubicBezTo>
                  <a:pt x="13" y="83"/>
                  <a:pt x="14" y="86"/>
                  <a:pt x="15" y="88"/>
                </a:cubicBezTo>
                <a:cubicBezTo>
                  <a:pt x="15" y="89"/>
                  <a:pt x="15" y="90"/>
                  <a:pt x="15" y="90"/>
                </a:cubicBezTo>
                <a:cubicBezTo>
                  <a:pt x="16" y="92"/>
                  <a:pt x="16" y="93"/>
                  <a:pt x="17" y="94"/>
                </a:cubicBezTo>
                <a:cubicBezTo>
                  <a:pt x="17" y="94"/>
                  <a:pt x="18" y="95"/>
                  <a:pt x="18" y="96"/>
                </a:cubicBezTo>
                <a:cubicBezTo>
                  <a:pt x="18" y="98"/>
                  <a:pt x="19" y="99"/>
                  <a:pt x="19" y="101"/>
                </a:cubicBezTo>
                <a:cubicBezTo>
                  <a:pt x="19" y="105"/>
                  <a:pt x="20" y="110"/>
                  <a:pt x="20" y="114"/>
                </a:cubicBezTo>
                <a:cubicBezTo>
                  <a:pt x="20" y="116"/>
                  <a:pt x="22" y="116"/>
                  <a:pt x="22" y="118"/>
                </a:cubicBezTo>
                <a:cubicBezTo>
                  <a:pt x="22" y="120"/>
                  <a:pt x="22" y="120"/>
                  <a:pt x="24" y="120"/>
                </a:cubicBezTo>
                <a:cubicBezTo>
                  <a:pt x="26" y="119"/>
                  <a:pt x="25" y="118"/>
                  <a:pt x="25" y="117"/>
                </a:cubicBezTo>
                <a:cubicBezTo>
                  <a:pt x="25" y="115"/>
                  <a:pt x="25" y="113"/>
                  <a:pt x="26" y="113"/>
                </a:cubicBezTo>
                <a:cubicBezTo>
                  <a:pt x="27" y="113"/>
                  <a:pt x="27" y="114"/>
                  <a:pt x="28" y="114"/>
                </a:cubicBezTo>
                <a:cubicBezTo>
                  <a:pt x="28" y="115"/>
                  <a:pt x="29" y="115"/>
                  <a:pt x="30" y="116"/>
                </a:cubicBezTo>
                <a:cubicBezTo>
                  <a:pt x="31" y="117"/>
                  <a:pt x="32" y="118"/>
                  <a:pt x="32" y="120"/>
                </a:cubicBezTo>
                <a:cubicBezTo>
                  <a:pt x="33" y="121"/>
                  <a:pt x="33" y="122"/>
                  <a:pt x="34" y="122"/>
                </a:cubicBezTo>
                <a:cubicBezTo>
                  <a:pt x="36" y="123"/>
                  <a:pt x="37" y="122"/>
                  <a:pt x="38" y="122"/>
                </a:cubicBezTo>
                <a:cubicBezTo>
                  <a:pt x="39" y="121"/>
                  <a:pt x="39" y="119"/>
                  <a:pt x="40" y="117"/>
                </a:cubicBezTo>
                <a:cubicBezTo>
                  <a:pt x="41" y="116"/>
                  <a:pt x="42" y="117"/>
                  <a:pt x="43" y="115"/>
                </a:cubicBezTo>
                <a:cubicBezTo>
                  <a:pt x="43" y="114"/>
                  <a:pt x="42" y="112"/>
                  <a:pt x="44" y="111"/>
                </a:cubicBezTo>
                <a:cubicBezTo>
                  <a:pt x="45" y="110"/>
                  <a:pt x="47" y="113"/>
                  <a:pt x="48" y="112"/>
                </a:cubicBezTo>
                <a:cubicBezTo>
                  <a:pt x="49" y="110"/>
                  <a:pt x="49" y="110"/>
                  <a:pt x="49" y="110"/>
                </a:cubicBezTo>
                <a:cubicBezTo>
                  <a:pt x="49" y="110"/>
                  <a:pt x="49" y="110"/>
                  <a:pt x="50" y="109"/>
                </a:cubicBezTo>
                <a:cubicBezTo>
                  <a:pt x="50" y="108"/>
                  <a:pt x="49" y="103"/>
                  <a:pt x="51" y="102"/>
                </a:cubicBezTo>
                <a:cubicBezTo>
                  <a:pt x="51" y="101"/>
                  <a:pt x="50" y="101"/>
                  <a:pt x="50" y="100"/>
                </a:cubicBezTo>
                <a:cubicBezTo>
                  <a:pt x="49" y="99"/>
                  <a:pt x="48" y="98"/>
                  <a:pt x="48" y="98"/>
                </a:cubicBezTo>
                <a:cubicBezTo>
                  <a:pt x="46" y="96"/>
                  <a:pt x="47" y="94"/>
                  <a:pt x="46" y="92"/>
                </a:cubicBezTo>
                <a:cubicBezTo>
                  <a:pt x="46" y="90"/>
                  <a:pt x="45" y="88"/>
                  <a:pt x="46" y="86"/>
                </a:cubicBezTo>
                <a:cubicBezTo>
                  <a:pt x="47" y="84"/>
                  <a:pt x="46" y="82"/>
                  <a:pt x="46" y="79"/>
                </a:cubicBezTo>
                <a:cubicBezTo>
                  <a:pt x="45" y="80"/>
                  <a:pt x="44" y="80"/>
                  <a:pt x="43" y="78"/>
                </a:cubicBezTo>
                <a:cubicBezTo>
                  <a:pt x="43" y="77"/>
                  <a:pt x="42" y="75"/>
                  <a:pt x="43" y="74"/>
                </a:cubicBezTo>
                <a:cubicBezTo>
                  <a:pt x="44" y="73"/>
                  <a:pt x="44" y="74"/>
                  <a:pt x="46" y="74"/>
                </a:cubicBezTo>
                <a:cubicBezTo>
                  <a:pt x="47" y="74"/>
                  <a:pt x="48" y="74"/>
                  <a:pt x="50" y="74"/>
                </a:cubicBezTo>
                <a:cubicBezTo>
                  <a:pt x="51" y="74"/>
                  <a:pt x="53" y="74"/>
                  <a:pt x="53" y="72"/>
                </a:cubicBezTo>
                <a:cubicBezTo>
                  <a:pt x="54" y="71"/>
                  <a:pt x="54" y="69"/>
                  <a:pt x="55" y="68"/>
                </a:cubicBezTo>
                <a:cubicBezTo>
                  <a:pt x="55" y="67"/>
                  <a:pt x="56" y="67"/>
                  <a:pt x="56" y="66"/>
                </a:cubicBezTo>
                <a:cubicBezTo>
                  <a:pt x="56" y="64"/>
                  <a:pt x="57" y="62"/>
                  <a:pt x="57" y="60"/>
                </a:cubicBezTo>
                <a:cubicBezTo>
                  <a:pt x="57" y="56"/>
                  <a:pt x="58" y="52"/>
                  <a:pt x="58" y="49"/>
                </a:cubicBezTo>
                <a:cubicBezTo>
                  <a:pt x="58" y="45"/>
                  <a:pt x="57" y="42"/>
                  <a:pt x="56" y="40"/>
                </a:cubicBezTo>
                <a:cubicBezTo>
                  <a:pt x="55" y="37"/>
                  <a:pt x="55" y="35"/>
                  <a:pt x="54" y="33"/>
                </a:cubicBezTo>
                <a:cubicBezTo>
                  <a:pt x="53" y="31"/>
                  <a:pt x="51" y="29"/>
                  <a:pt x="51" y="28"/>
                </a:cubicBezTo>
                <a:cubicBezTo>
                  <a:pt x="50" y="27"/>
                  <a:pt x="50" y="26"/>
                  <a:pt x="50" y="25"/>
                </a:cubicBezTo>
                <a:cubicBezTo>
                  <a:pt x="50" y="23"/>
                  <a:pt x="50" y="23"/>
                  <a:pt x="49" y="22"/>
                </a:cubicBezTo>
                <a:cubicBezTo>
                  <a:pt x="47" y="21"/>
                  <a:pt x="49" y="20"/>
                  <a:pt x="49" y="19"/>
                </a:cubicBezTo>
                <a:cubicBezTo>
                  <a:pt x="50" y="18"/>
                  <a:pt x="50" y="17"/>
                  <a:pt x="50" y="16"/>
                </a:cubicBezTo>
                <a:cubicBezTo>
                  <a:pt x="48" y="16"/>
                  <a:pt x="46" y="17"/>
                  <a:pt x="45" y="17"/>
                </a:cubicBezTo>
                <a:cubicBezTo>
                  <a:pt x="44" y="17"/>
                  <a:pt x="42" y="17"/>
                  <a:pt x="41" y="16"/>
                </a:cubicBezTo>
                <a:cubicBezTo>
                  <a:pt x="40" y="16"/>
                  <a:pt x="40" y="16"/>
                  <a:pt x="39" y="15"/>
                </a:cubicBezTo>
                <a:cubicBezTo>
                  <a:pt x="36" y="15"/>
                  <a:pt x="35" y="15"/>
                  <a:pt x="32" y="14"/>
                </a:cubicBezTo>
                <a:cubicBezTo>
                  <a:pt x="32" y="13"/>
                  <a:pt x="33" y="13"/>
                  <a:pt x="34" y="11"/>
                </a:cubicBezTo>
                <a:cubicBezTo>
                  <a:pt x="35" y="11"/>
                  <a:pt x="34" y="9"/>
                  <a:pt x="34" y="8"/>
                </a:cubicBezTo>
                <a:cubicBezTo>
                  <a:pt x="34" y="6"/>
                  <a:pt x="35" y="4"/>
                  <a:pt x="34" y="2"/>
                </a:cubicBezTo>
                <a:cubicBezTo>
                  <a:pt x="34" y="1"/>
                  <a:pt x="34" y="1"/>
                  <a:pt x="34" y="1"/>
                </a:cubicBezTo>
                <a:cubicBezTo>
                  <a:pt x="33" y="2"/>
                  <a:pt x="33" y="3"/>
                  <a:pt x="33" y="4"/>
                </a:cubicBezTo>
                <a:cubicBezTo>
                  <a:pt x="32" y="4"/>
                  <a:pt x="30" y="3"/>
                  <a:pt x="28" y="4"/>
                </a:cubicBezTo>
                <a:cubicBezTo>
                  <a:pt x="27" y="4"/>
                  <a:pt x="26" y="6"/>
                  <a:pt x="24" y="6"/>
                </a:cubicBezTo>
                <a:cubicBezTo>
                  <a:pt x="23" y="3"/>
                  <a:pt x="20" y="2"/>
                  <a:pt x="19" y="0"/>
                </a:cubicBezTo>
                <a:cubicBezTo>
                  <a:pt x="19" y="2"/>
                  <a:pt x="19" y="5"/>
                  <a:pt x="18" y="7"/>
                </a:cubicBezTo>
                <a:cubicBezTo>
                  <a:pt x="17" y="8"/>
                  <a:pt x="16" y="7"/>
                  <a:pt x="15" y="9"/>
                </a:cubicBezTo>
                <a:cubicBezTo>
                  <a:pt x="15" y="9"/>
                  <a:pt x="15" y="11"/>
                  <a:pt x="15" y="12"/>
                </a:cubicBezTo>
                <a:cubicBezTo>
                  <a:pt x="14" y="12"/>
                  <a:pt x="13" y="12"/>
                  <a:pt x="12" y="12"/>
                </a:cubicBezTo>
                <a:cubicBezTo>
                  <a:pt x="12" y="14"/>
                  <a:pt x="12" y="15"/>
                  <a:pt x="11" y="16"/>
                </a:cubicBezTo>
                <a:cubicBezTo>
                  <a:pt x="10" y="17"/>
                  <a:pt x="8" y="18"/>
                  <a:pt x="6" y="18"/>
                </a:cubicBezTo>
                <a:cubicBezTo>
                  <a:pt x="6" y="16"/>
                  <a:pt x="6" y="14"/>
                  <a:pt x="6" y="12"/>
                </a:cubicBezTo>
                <a:cubicBezTo>
                  <a:pt x="6" y="12"/>
                  <a:pt x="3" y="13"/>
                  <a:pt x="1" y="13"/>
                </a:cubicBezTo>
                <a:cubicBezTo>
                  <a:pt x="0" y="15"/>
                  <a:pt x="0" y="16"/>
                  <a:pt x="1" y="18"/>
                </a:cubicBezTo>
                <a:cubicBezTo>
                  <a:pt x="1" y="19"/>
                  <a:pt x="3" y="19"/>
                  <a:pt x="3" y="21"/>
                </a:cubicBezTo>
                <a:cubicBezTo>
                  <a:pt x="3" y="22"/>
                  <a:pt x="2" y="23"/>
                  <a:pt x="2" y="25"/>
                </a:cubicBezTo>
                <a:cubicBezTo>
                  <a:pt x="3" y="26"/>
                  <a:pt x="4" y="27"/>
                  <a:pt x="4" y="29"/>
                </a:cubicBezTo>
                <a:cubicBezTo>
                  <a:pt x="4" y="32"/>
                  <a:pt x="3" y="35"/>
                  <a:pt x="2" y="39"/>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2" name="Freeform 284">
            <a:extLst>
              <a:ext uri="{FF2B5EF4-FFF2-40B4-BE49-F238E27FC236}">
                <a16:creationId xmlns:a16="http://schemas.microsoft.com/office/drawing/2014/main" id="{AFC58649-5C82-4748-8034-6634A0F93F21}"/>
              </a:ext>
            </a:extLst>
          </p:cNvPr>
          <p:cNvSpPr>
            <a:spLocks/>
          </p:cNvSpPr>
          <p:nvPr/>
        </p:nvSpPr>
        <p:spPr bwMode="auto">
          <a:xfrm>
            <a:off x="4081157" y="3478046"/>
            <a:ext cx="316158" cy="109380"/>
          </a:xfrm>
          <a:custGeom>
            <a:avLst/>
            <a:gdLst>
              <a:gd name="T0" fmla="*/ 2 w 139"/>
              <a:gd name="T1" fmla="*/ 39 h 50"/>
              <a:gd name="T2" fmla="*/ 16 w 139"/>
              <a:gd name="T3" fmla="*/ 43 h 50"/>
              <a:gd name="T4" fmla="*/ 28 w 139"/>
              <a:gd name="T5" fmla="*/ 46 h 50"/>
              <a:gd name="T6" fmla="*/ 54 w 139"/>
              <a:gd name="T7" fmla="*/ 45 h 50"/>
              <a:gd name="T8" fmla="*/ 65 w 139"/>
              <a:gd name="T9" fmla="*/ 46 h 50"/>
              <a:gd name="T10" fmla="*/ 77 w 139"/>
              <a:gd name="T11" fmla="*/ 47 h 50"/>
              <a:gd name="T12" fmla="*/ 82 w 139"/>
              <a:gd name="T13" fmla="*/ 47 h 50"/>
              <a:gd name="T14" fmla="*/ 89 w 139"/>
              <a:gd name="T15" fmla="*/ 47 h 50"/>
              <a:gd name="T16" fmla="*/ 94 w 139"/>
              <a:gd name="T17" fmla="*/ 45 h 50"/>
              <a:gd name="T18" fmla="*/ 115 w 139"/>
              <a:gd name="T19" fmla="*/ 49 h 50"/>
              <a:gd name="T20" fmla="*/ 123 w 139"/>
              <a:gd name="T21" fmla="*/ 47 h 50"/>
              <a:gd name="T22" fmla="*/ 135 w 139"/>
              <a:gd name="T23" fmla="*/ 40 h 50"/>
              <a:gd name="T24" fmla="*/ 138 w 139"/>
              <a:gd name="T25" fmla="*/ 33 h 50"/>
              <a:gd name="T26" fmla="*/ 133 w 139"/>
              <a:gd name="T27" fmla="*/ 21 h 50"/>
              <a:gd name="T28" fmla="*/ 123 w 139"/>
              <a:gd name="T29" fmla="*/ 16 h 50"/>
              <a:gd name="T30" fmla="*/ 111 w 139"/>
              <a:gd name="T31" fmla="*/ 18 h 50"/>
              <a:gd name="T32" fmla="*/ 109 w 139"/>
              <a:gd name="T33" fmla="*/ 7 h 50"/>
              <a:gd name="T34" fmla="*/ 114 w 139"/>
              <a:gd name="T35" fmla="*/ 2 h 50"/>
              <a:gd name="T36" fmla="*/ 103 w 139"/>
              <a:gd name="T37" fmla="*/ 2 h 50"/>
              <a:gd name="T38" fmla="*/ 91 w 139"/>
              <a:gd name="T39" fmla="*/ 6 h 50"/>
              <a:gd name="T40" fmla="*/ 87 w 139"/>
              <a:gd name="T41" fmla="*/ 6 h 50"/>
              <a:gd name="T42" fmla="*/ 80 w 139"/>
              <a:gd name="T43" fmla="*/ 9 h 50"/>
              <a:gd name="T44" fmla="*/ 73 w 139"/>
              <a:gd name="T45" fmla="*/ 16 h 50"/>
              <a:gd name="T46" fmla="*/ 70 w 139"/>
              <a:gd name="T47" fmla="*/ 19 h 50"/>
              <a:gd name="T48" fmla="*/ 66 w 139"/>
              <a:gd name="T49" fmla="*/ 13 h 50"/>
              <a:gd name="T50" fmla="*/ 60 w 139"/>
              <a:gd name="T51" fmla="*/ 16 h 50"/>
              <a:gd name="T52" fmla="*/ 53 w 139"/>
              <a:gd name="T53" fmla="*/ 11 h 50"/>
              <a:gd name="T54" fmla="*/ 43 w 139"/>
              <a:gd name="T55" fmla="*/ 10 h 50"/>
              <a:gd name="T56" fmla="*/ 33 w 139"/>
              <a:gd name="T57" fmla="*/ 8 h 50"/>
              <a:gd name="T58" fmla="*/ 22 w 139"/>
              <a:gd name="T59" fmla="*/ 9 h 50"/>
              <a:gd name="T60" fmla="*/ 9 w 139"/>
              <a:gd name="T61" fmla="*/ 13 h 50"/>
              <a:gd name="T62" fmla="*/ 5 w 139"/>
              <a:gd name="T63" fmla="*/ 20 h 50"/>
              <a:gd name="T64" fmla="*/ 7 w 139"/>
              <a:gd name="T65"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50">
                <a:moveTo>
                  <a:pt x="0" y="27"/>
                </a:moveTo>
                <a:cubicBezTo>
                  <a:pt x="0" y="31"/>
                  <a:pt x="0" y="36"/>
                  <a:pt x="2" y="39"/>
                </a:cubicBezTo>
                <a:cubicBezTo>
                  <a:pt x="3" y="41"/>
                  <a:pt x="6" y="40"/>
                  <a:pt x="9" y="40"/>
                </a:cubicBezTo>
                <a:cubicBezTo>
                  <a:pt x="12" y="39"/>
                  <a:pt x="13" y="42"/>
                  <a:pt x="16" y="43"/>
                </a:cubicBezTo>
                <a:cubicBezTo>
                  <a:pt x="17" y="43"/>
                  <a:pt x="20" y="44"/>
                  <a:pt x="22" y="44"/>
                </a:cubicBezTo>
                <a:cubicBezTo>
                  <a:pt x="24" y="45"/>
                  <a:pt x="26" y="45"/>
                  <a:pt x="28" y="46"/>
                </a:cubicBezTo>
                <a:cubicBezTo>
                  <a:pt x="32" y="46"/>
                  <a:pt x="37" y="46"/>
                  <a:pt x="41" y="45"/>
                </a:cubicBezTo>
                <a:cubicBezTo>
                  <a:pt x="45" y="45"/>
                  <a:pt x="50" y="45"/>
                  <a:pt x="54" y="45"/>
                </a:cubicBezTo>
                <a:cubicBezTo>
                  <a:pt x="56" y="45"/>
                  <a:pt x="58" y="45"/>
                  <a:pt x="59" y="45"/>
                </a:cubicBezTo>
                <a:cubicBezTo>
                  <a:pt x="61" y="45"/>
                  <a:pt x="63" y="46"/>
                  <a:pt x="65" y="46"/>
                </a:cubicBezTo>
                <a:cubicBezTo>
                  <a:pt x="67" y="46"/>
                  <a:pt x="69" y="44"/>
                  <a:pt x="71" y="44"/>
                </a:cubicBezTo>
                <a:cubicBezTo>
                  <a:pt x="73" y="44"/>
                  <a:pt x="75" y="47"/>
                  <a:pt x="77" y="47"/>
                </a:cubicBezTo>
                <a:cubicBezTo>
                  <a:pt x="78" y="47"/>
                  <a:pt x="80" y="45"/>
                  <a:pt x="81" y="46"/>
                </a:cubicBezTo>
                <a:cubicBezTo>
                  <a:pt x="82" y="47"/>
                  <a:pt x="82" y="47"/>
                  <a:pt x="82" y="47"/>
                </a:cubicBezTo>
                <a:cubicBezTo>
                  <a:pt x="83" y="47"/>
                  <a:pt x="83" y="47"/>
                  <a:pt x="83" y="47"/>
                </a:cubicBezTo>
                <a:cubicBezTo>
                  <a:pt x="84" y="47"/>
                  <a:pt x="88" y="47"/>
                  <a:pt x="89" y="47"/>
                </a:cubicBezTo>
                <a:cubicBezTo>
                  <a:pt x="90" y="46"/>
                  <a:pt x="89" y="45"/>
                  <a:pt x="91" y="45"/>
                </a:cubicBezTo>
                <a:cubicBezTo>
                  <a:pt x="92" y="44"/>
                  <a:pt x="93" y="45"/>
                  <a:pt x="94" y="45"/>
                </a:cubicBezTo>
                <a:cubicBezTo>
                  <a:pt x="98" y="44"/>
                  <a:pt x="102" y="45"/>
                  <a:pt x="106" y="45"/>
                </a:cubicBezTo>
                <a:cubicBezTo>
                  <a:pt x="110" y="45"/>
                  <a:pt x="113" y="46"/>
                  <a:pt x="115" y="49"/>
                </a:cubicBezTo>
                <a:cubicBezTo>
                  <a:pt x="117" y="49"/>
                  <a:pt x="120" y="49"/>
                  <a:pt x="122" y="50"/>
                </a:cubicBezTo>
                <a:cubicBezTo>
                  <a:pt x="122" y="49"/>
                  <a:pt x="122" y="48"/>
                  <a:pt x="123" y="47"/>
                </a:cubicBezTo>
                <a:cubicBezTo>
                  <a:pt x="125" y="46"/>
                  <a:pt x="127" y="46"/>
                  <a:pt x="129" y="45"/>
                </a:cubicBezTo>
                <a:cubicBezTo>
                  <a:pt x="132" y="44"/>
                  <a:pt x="133" y="41"/>
                  <a:pt x="135" y="40"/>
                </a:cubicBezTo>
                <a:cubicBezTo>
                  <a:pt x="136" y="39"/>
                  <a:pt x="138" y="39"/>
                  <a:pt x="138" y="39"/>
                </a:cubicBezTo>
                <a:cubicBezTo>
                  <a:pt x="139" y="37"/>
                  <a:pt x="139" y="35"/>
                  <a:pt x="138" y="33"/>
                </a:cubicBezTo>
                <a:cubicBezTo>
                  <a:pt x="136" y="31"/>
                  <a:pt x="132" y="31"/>
                  <a:pt x="131" y="28"/>
                </a:cubicBezTo>
                <a:cubicBezTo>
                  <a:pt x="131" y="26"/>
                  <a:pt x="131" y="21"/>
                  <a:pt x="133" y="21"/>
                </a:cubicBezTo>
                <a:cubicBezTo>
                  <a:pt x="131" y="21"/>
                  <a:pt x="128" y="21"/>
                  <a:pt x="127" y="20"/>
                </a:cubicBezTo>
                <a:cubicBezTo>
                  <a:pt x="125" y="19"/>
                  <a:pt x="125" y="16"/>
                  <a:pt x="123" y="16"/>
                </a:cubicBezTo>
                <a:cubicBezTo>
                  <a:pt x="121" y="15"/>
                  <a:pt x="118" y="16"/>
                  <a:pt x="116" y="16"/>
                </a:cubicBezTo>
                <a:cubicBezTo>
                  <a:pt x="114" y="17"/>
                  <a:pt x="113" y="19"/>
                  <a:pt x="111" y="18"/>
                </a:cubicBezTo>
                <a:cubicBezTo>
                  <a:pt x="110" y="16"/>
                  <a:pt x="111" y="14"/>
                  <a:pt x="111" y="12"/>
                </a:cubicBezTo>
                <a:cubicBezTo>
                  <a:pt x="112" y="10"/>
                  <a:pt x="112" y="8"/>
                  <a:pt x="109" y="7"/>
                </a:cubicBezTo>
                <a:cubicBezTo>
                  <a:pt x="109" y="6"/>
                  <a:pt x="110" y="4"/>
                  <a:pt x="111" y="4"/>
                </a:cubicBezTo>
                <a:cubicBezTo>
                  <a:pt x="112" y="3"/>
                  <a:pt x="114" y="4"/>
                  <a:pt x="114" y="2"/>
                </a:cubicBezTo>
                <a:cubicBezTo>
                  <a:pt x="112" y="2"/>
                  <a:pt x="110" y="2"/>
                  <a:pt x="108" y="2"/>
                </a:cubicBezTo>
                <a:cubicBezTo>
                  <a:pt x="106" y="2"/>
                  <a:pt x="104" y="2"/>
                  <a:pt x="103" y="2"/>
                </a:cubicBezTo>
                <a:cubicBezTo>
                  <a:pt x="100" y="6"/>
                  <a:pt x="96" y="0"/>
                  <a:pt x="93" y="2"/>
                </a:cubicBezTo>
                <a:cubicBezTo>
                  <a:pt x="91" y="3"/>
                  <a:pt x="92" y="4"/>
                  <a:pt x="91" y="6"/>
                </a:cubicBezTo>
                <a:cubicBezTo>
                  <a:pt x="91" y="8"/>
                  <a:pt x="90" y="8"/>
                  <a:pt x="90" y="10"/>
                </a:cubicBezTo>
                <a:cubicBezTo>
                  <a:pt x="88" y="10"/>
                  <a:pt x="88" y="7"/>
                  <a:pt x="87" y="6"/>
                </a:cubicBezTo>
                <a:cubicBezTo>
                  <a:pt x="86" y="5"/>
                  <a:pt x="84" y="5"/>
                  <a:pt x="83" y="5"/>
                </a:cubicBezTo>
                <a:cubicBezTo>
                  <a:pt x="83" y="7"/>
                  <a:pt x="80" y="7"/>
                  <a:pt x="80" y="9"/>
                </a:cubicBezTo>
                <a:cubicBezTo>
                  <a:pt x="79" y="11"/>
                  <a:pt x="83" y="12"/>
                  <a:pt x="79" y="13"/>
                </a:cubicBezTo>
                <a:cubicBezTo>
                  <a:pt x="77" y="13"/>
                  <a:pt x="74" y="12"/>
                  <a:pt x="73" y="16"/>
                </a:cubicBezTo>
                <a:cubicBezTo>
                  <a:pt x="73" y="16"/>
                  <a:pt x="72" y="16"/>
                  <a:pt x="71" y="16"/>
                </a:cubicBezTo>
                <a:cubicBezTo>
                  <a:pt x="70" y="17"/>
                  <a:pt x="70" y="18"/>
                  <a:pt x="70" y="19"/>
                </a:cubicBezTo>
                <a:cubicBezTo>
                  <a:pt x="68" y="19"/>
                  <a:pt x="67" y="20"/>
                  <a:pt x="66" y="18"/>
                </a:cubicBezTo>
                <a:cubicBezTo>
                  <a:pt x="65" y="16"/>
                  <a:pt x="66" y="14"/>
                  <a:pt x="66" y="13"/>
                </a:cubicBezTo>
                <a:cubicBezTo>
                  <a:pt x="65" y="13"/>
                  <a:pt x="64" y="13"/>
                  <a:pt x="63" y="13"/>
                </a:cubicBezTo>
                <a:cubicBezTo>
                  <a:pt x="62" y="14"/>
                  <a:pt x="62" y="16"/>
                  <a:pt x="60" y="16"/>
                </a:cubicBezTo>
                <a:cubicBezTo>
                  <a:pt x="59" y="15"/>
                  <a:pt x="59" y="13"/>
                  <a:pt x="58" y="12"/>
                </a:cubicBezTo>
                <a:cubicBezTo>
                  <a:pt x="56" y="10"/>
                  <a:pt x="55" y="12"/>
                  <a:pt x="53" y="11"/>
                </a:cubicBezTo>
                <a:cubicBezTo>
                  <a:pt x="51" y="10"/>
                  <a:pt x="50" y="9"/>
                  <a:pt x="48" y="9"/>
                </a:cubicBezTo>
                <a:cubicBezTo>
                  <a:pt x="46" y="9"/>
                  <a:pt x="45" y="10"/>
                  <a:pt x="43" y="10"/>
                </a:cubicBezTo>
                <a:cubicBezTo>
                  <a:pt x="41" y="10"/>
                  <a:pt x="38" y="10"/>
                  <a:pt x="36" y="10"/>
                </a:cubicBezTo>
                <a:cubicBezTo>
                  <a:pt x="35" y="10"/>
                  <a:pt x="34" y="9"/>
                  <a:pt x="33" y="8"/>
                </a:cubicBezTo>
                <a:cubicBezTo>
                  <a:pt x="31" y="8"/>
                  <a:pt x="30" y="8"/>
                  <a:pt x="28" y="8"/>
                </a:cubicBezTo>
                <a:cubicBezTo>
                  <a:pt x="26" y="9"/>
                  <a:pt x="24" y="9"/>
                  <a:pt x="22" y="9"/>
                </a:cubicBezTo>
                <a:cubicBezTo>
                  <a:pt x="22" y="13"/>
                  <a:pt x="14" y="11"/>
                  <a:pt x="12" y="12"/>
                </a:cubicBezTo>
                <a:cubicBezTo>
                  <a:pt x="10" y="12"/>
                  <a:pt x="10" y="12"/>
                  <a:pt x="9" y="13"/>
                </a:cubicBezTo>
                <a:cubicBezTo>
                  <a:pt x="8" y="14"/>
                  <a:pt x="7" y="16"/>
                  <a:pt x="5" y="16"/>
                </a:cubicBezTo>
                <a:cubicBezTo>
                  <a:pt x="5" y="18"/>
                  <a:pt x="5" y="19"/>
                  <a:pt x="5" y="20"/>
                </a:cubicBezTo>
                <a:cubicBezTo>
                  <a:pt x="5" y="20"/>
                  <a:pt x="6" y="20"/>
                  <a:pt x="6" y="20"/>
                </a:cubicBezTo>
                <a:cubicBezTo>
                  <a:pt x="7" y="21"/>
                  <a:pt x="9" y="26"/>
                  <a:pt x="7" y="27"/>
                </a:cubicBezTo>
                <a:cubicBezTo>
                  <a:pt x="6" y="28"/>
                  <a:pt x="3" y="28"/>
                  <a:pt x="0" y="27"/>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3" name="Line 285">
            <a:extLst>
              <a:ext uri="{FF2B5EF4-FFF2-40B4-BE49-F238E27FC236}">
                <a16:creationId xmlns:a16="http://schemas.microsoft.com/office/drawing/2014/main" id="{42B41B72-81F0-4533-9033-ABF7BC0DA48F}"/>
              </a:ext>
            </a:extLst>
          </p:cNvPr>
          <p:cNvSpPr>
            <a:spLocks noChangeShapeType="1"/>
          </p:cNvSpPr>
          <p:nvPr/>
        </p:nvSpPr>
        <p:spPr bwMode="auto">
          <a:xfrm>
            <a:off x="4260654" y="3578557"/>
            <a:ext cx="0" cy="0"/>
          </a:xfrm>
          <a:prstGeom prst="line">
            <a:avLst/>
          </a:prstGeom>
          <a:noFill/>
          <a:ln w="3175">
            <a:solidFill>
              <a:schemeClr val="bg1"/>
            </a:solidFill>
            <a:round/>
            <a:headEnd/>
            <a:tailEnd/>
          </a:ln>
          <a:extLst>
            <a:ext uri="{909E8E84-426E-40DD-AFC4-6F175D3DCCD1}">
              <a14:hiddenFill xmlns:a14="http://schemas.microsoft.com/office/drawing/2010/main">
                <a:noFill/>
              </a14:hiddenFill>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4" name="Line 286">
            <a:extLst>
              <a:ext uri="{FF2B5EF4-FFF2-40B4-BE49-F238E27FC236}">
                <a16:creationId xmlns:a16="http://schemas.microsoft.com/office/drawing/2014/main" id="{A3FA4B98-EA19-4648-ABF5-D7535DA73175}"/>
              </a:ext>
            </a:extLst>
          </p:cNvPr>
          <p:cNvSpPr>
            <a:spLocks noChangeShapeType="1"/>
          </p:cNvSpPr>
          <p:nvPr/>
        </p:nvSpPr>
        <p:spPr bwMode="auto">
          <a:xfrm>
            <a:off x="4260654" y="3578557"/>
            <a:ext cx="0" cy="0"/>
          </a:xfrm>
          <a:prstGeom prst="line">
            <a:avLst/>
          </a:prstGeom>
          <a:noFill/>
          <a:ln w="3175">
            <a:solidFill>
              <a:schemeClr val="bg1"/>
            </a:solidFill>
            <a:round/>
            <a:headEnd/>
            <a:tailEnd/>
          </a:ln>
          <a:extLst>
            <a:ext uri="{909E8E84-426E-40DD-AFC4-6F175D3DCCD1}">
              <a14:hiddenFill xmlns:a14="http://schemas.microsoft.com/office/drawing/2010/main">
                <a:noFill/>
              </a14:hiddenFill>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5" name="Freeform 287">
            <a:extLst>
              <a:ext uri="{FF2B5EF4-FFF2-40B4-BE49-F238E27FC236}">
                <a16:creationId xmlns:a16="http://schemas.microsoft.com/office/drawing/2014/main" id="{1138756E-7C14-4955-92EB-228357944BCA}"/>
              </a:ext>
            </a:extLst>
          </p:cNvPr>
          <p:cNvSpPr>
            <a:spLocks/>
          </p:cNvSpPr>
          <p:nvPr/>
        </p:nvSpPr>
        <p:spPr bwMode="auto">
          <a:xfrm>
            <a:off x="3874126" y="359038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6" name="Freeform 288">
            <a:extLst>
              <a:ext uri="{FF2B5EF4-FFF2-40B4-BE49-F238E27FC236}">
                <a16:creationId xmlns:a16="http://schemas.microsoft.com/office/drawing/2014/main" id="{9AB1D71A-9932-4B34-9A64-A40B1791CD00}"/>
              </a:ext>
            </a:extLst>
          </p:cNvPr>
          <p:cNvSpPr>
            <a:spLocks/>
          </p:cNvSpPr>
          <p:nvPr/>
        </p:nvSpPr>
        <p:spPr bwMode="auto">
          <a:xfrm>
            <a:off x="3874126" y="3590380"/>
            <a:ext cx="0" cy="1971"/>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7" name="Freeform 289">
            <a:extLst>
              <a:ext uri="{FF2B5EF4-FFF2-40B4-BE49-F238E27FC236}">
                <a16:creationId xmlns:a16="http://schemas.microsoft.com/office/drawing/2014/main" id="{13D7E084-B032-4897-B111-5B892E281DCF}"/>
              </a:ext>
            </a:extLst>
          </p:cNvPr>
          <p:cNvSpPr>
            <a:spLocks/>
          </p:cNvSpPr>
          <p:nvPr/>
        </p:nvSpPr>
        <p:spPr bwMode="auto">
          <a:xfrm>
            <a:off x="3874126" y="359235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8" name="Freeform 290">
            <a:extLst>
              <a:ext uri="{FF2B5EF4-FFF2-40B4-BE49-F238E27FC236}">
                <a16:creationId xmlns:a16="http://schemas.microsoft.com/office/drawing/2014/main" id="{FDEB2401-F64B-48ED-AEBF-2AE58A030377}"/>
              </a:ext>
            </a:extLst>
          </p:cNvPr>
          <p:cNvSpPr>
            <a:spLocks/>
          </p:cNvSpPr>
          <p:nvPr/>
        </p:nvSpPr>
        <p:spPr bwMode="auto">
          <a:xfrm>
            <a:off x="3874126" y="359235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19" name="Freeform 291">
            <a:extLst>
              <a:ext uri="{FF2B5EF4-FFF2-40B4-BE49-F238E27FC236}">
                <a16:creationId xmlns:a16="http://schemas.microsoft.com/office/drawing/2014/main" id="{2F693639-B9BD-4B2D-AC44-C5CBC3373701}"/>
              </a:ext>
            </a:extLst>
          </p:cNvPr>
          <p:cNvSpPr>
            <a:spLocks/>
          </p:cNvSpPr>
          <p:nvPr/>
        </p:nvSpPr>
        <p:spPr bwMode="auto">
          <a:xfrm>
            <a:off x="3412973" y="3341416"/>
            <a:ext cx="508912" cy="350803"/>
          </a:xfrm>
          <a:custGeom>
            <a:avLst/>
            <a:gdLst>
              <a:gd name="T0" fmla="*/ 26 w 224"/>
              <a:gd name="T1" fmla="*/ 5 h 160"/>
              <a:gd name="T2" fmla="*/ 40 w 224"/>
              <a:gd name="T3" fmla="*/ 2 h 160"/>
              <a:gd name="T4" fmla="*/ 60 w 224"/>
              <a:gd name="T5" fmla="*/ 9 h 160"/>
              <a:gd name="T6" fmla="*/ 63 w 224"/>
              <a:gd name="T7" fmla="*/ 26 h 160"/>
              <a:gd name="T8" fmla="*/ 84 w 224"/>
              <a:gd name="T9" fmla="*/ 32 h 160"/>
              <a:gd name="T10" fmla="*/ 96 w 224"/>
              <a:gd name="T11" fmla="*/ 36 h 160"/>
              <a:gd name="T12" fmla="*/ 107 w 224"/>
              <a:gd name="T13" fmla="*/ 43 h 160"/>
              <a:gd name="T14" fmla="*/ 117 w 224"/>
              <a:gd name="T15" fmla="*/ 45 h 160"/>
              <a:gd name="T16" fmla="*/ 126 w 224"/>
              <a:gd name="T17" fmla="*/ 44 h 160"/>
              <a:gd name="T18" fmla="*/ 142 w 224"/>
              <a:gd name="T19" fmla="*/ 46 h 160"/>
              <a:gd name="T20" fmla="*/ 153 w 224"/>
              <a:gd name="T21" fmla="*/ 53 h 160"/>
              <a:gd name="T22" fmla="*/ 163 w 224"/>
              <a:gd name="T23" fmla="*/ 47 h 160"/>
              <a:gd name="T24" fmla="*/ 169 w 224"/>
              <a:gd name="T25" fmla="*/ 53 h 160"/>
              <a:gd name="T26" fmla="*/ 179 w 224"/>
              <a:gd name="T27" fmla="*/ 56 h 160"/>
              <a:gd name="T28" fmla="*/ 194 w 224"/>
              <a:gd name="T29" fmla="*/ 52 h 160"/>
              <a:gd name="T30" fmla="*/ 209 w 224"/>
              <a:gd name="T31" fmla="*/ 54 h 160"/>
              <a:gd name="T32" fmla="*/ 213 w 224"/>
              <a:gd name="T33" fmla="*/ 46 h 160"/>
              <a:gd name="T34" fmla="*/ 217 w 224"/>
              <a:gd name="T35" fmla="*/ 40 h 160"/>
              <a:gd name="T36" fmla="*/ 221 w 224"/>
              <a:gd name="T37" fmla="*/ 58 h 160"/>
              <a:gd name="T38" fmla="*/ 211 w 224"/>
              <a:gd name="T39" fmla="*/ 66 h 160"/>
              <a:gd name="T40" fmla="*/ 203 w 224"/>
              <a:gd name="T41" fmla="*/ 79 h 160"/>
              <a:gd name="T42" fmla="*/ 210 w 224"/>
              <a:gd name="T43" fmla="*/ 94 h 160"/>
              <a:gd name="T44" fmla="*/ 207 w 224"/>
              <a:gd name="T45" fmla="*/ 108 h 160"/>
              <a:gd name="T46" fmla="*/ 203 w 224"/>
              <a:gd name="T47" fmla="*/ 114 h 160"/>
              <a:gd name="T48" fmla="*/ 189 w 224"/>
              <a:gd name="T49" fmla="*/ 112 h 160"/>
              <a:gd name="T50" fmla="*/ 175 w 224"/>
              <a:gd name="T51" fmla="*/ 122 h 160"/>
              <a:gd name="T52" fmla="*/ 168 w 224"/>
              <a:gd name="T53" fmla="*/ 143 h 160"/>
              <a:gd name="T54" fmla="*/ 157 w 224"/>
              <a:gd name="T55" fmla="*/ 145 h 160"/>
              <a:gd name="T56" fmla="*/ 147 w 224"/>
              <a:gd name="T57" fmla="*/ 148 h 160"/>
              <a:gd name="T58" fmla="*/ 136 w 224"/>
              <a:gd name="T59" fmla="*/ 155 h 160"/>
              <a:gd name="T60" fmla="*/ 128 w 224"/>
              <a:gd name="T61" fmla="*/ 141 h 160"/>
              <a:gd name="T62" fmla="*/ 115 w 224"/>
              <a:gd name="T63" fmla="*/ 136 h 160"/>
              <a:gd name="T64" fmla="*/ 107 w 224"/>
              <a:gd name="T65" fmla="*/ 143 h 160"/>
              <a:gd name="T66" fmla="*/ 102 w 224"/>
              <a:gd name="T67" fmla="*/ 148 h 160"/>
              <a:gd name="T68" fmla="*/ 83 w 224"/>
              <a:gd name="T69" fmla="*/ 155 h 160"/>
              <a:gd name="T70" fmla="*/ 70 w 224"/>
              <a:gd name="T71" fmla="*/ 151 h 160"/>
              <a:gd name="T72" fmla="*/ 60 w 224"/>
              <a:gd name="T73" fmla="*/ 160 h 160"/>
              <a:gd name="T74" fmla="*/ 38 w 224"/>
              <a:gd name="T75" fmla="*/ 151 h 160"/>
              <a:gd name="T76" fmla="*/ 8 w 224"/>
              <a:gd name="T77" fmla="*/ 147 h 160"/>
              <a:gd name="T78" fmla="*/ 5 w 224"/>
              <a:gd name="T79" fmla="*/ 133 h 160"/>
              <a:gd name="T80" fmla="*/ 7 w 224"/>
              <a:gd name="T81" fmla="*/ 108 h 160"/>
              <a:gd name="T82" fmla="*/ 29 w 224"/>
              <a:gd name="T83" fmla="*/ 94 h 160"/>
              <a:gd name="T84" fmla="*/ 41 w 224"/>
              <a:gd name="T85" fmla="*/ 89 h 160"/>
              <a:gd name="T86" fmla="*/ 55 w 224"/>
              <a:gd name="T87" fmla="*/ 81 h 160"/>
              <a:gd name="T88" fmla="*/ 38 w 224"/>
              <a:gd name="T89" fmla="*/ 69 h 160"/>
              <a:gd name="T90" fmla="*/ 39 w 224"/>
              <a:gd name="T91" fmla="*/ 55 h 160"/>
              <a:gd name="T92" fmla="*/ 31 w 224"/>
              <a:gd name="T93" fmla="*/ 47 h 160"/>
              <a:gd name="T94" fmla="*/ 49 w 224"/>
              <a:gd name="T95" fmla="*/ 41 h 160"/>
              <a:gd name="T96" fmla="*/ 42 w 224"/>
              <a:gd name="T97" fmla="*/ 32 h 160"/>
              <a:gd name="T98" fmla="*/ 29 w 224"/>
              <a:gd name="T99" fmla="*/ 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4" h="160">
                <a:moveTo>
                  <a:pt x="23" y="7"/>
                </a:moveTo>
                <a:cubicBezTo>
                  <a:pt x="23" y="6"/>
                  <a:pt x="23" y="6"/>
                  <a:pt x="23" y="6"/>
                </a:cubicBezTo>
                <a:cubicBezTo>
                  <a:pt x="24" y="6"/>
                  <a:pt x="25" y="5"/>
                  <a:pt x="26" y="5"/>
                </a:cubicBezTo>
                <a:cubicBezTo>
                  <a:pt x="28" y="4"/>
                  <a:pt x="30" y="4"/>
                  <a:pt x="33" y="3"/>
                </a:cubicBezTo>
                <a:cubicBezTo>
                  <a:pt x="36" y="3"/>
                  <a:pt x="35" y="3"/>
                  <a:pt x="36" y="1"/>
                </a:cubicBezTo>
                <a:cubicBezTo>
                  <a:pt x="38" y="0"/>
                  <a:pt x="38" y="2"/>
                  <a:pt x="40" y="2"/>
                </a:cubicBezTo>
                <a:cubicBezTo>
                  <a:pt x="41" y="3"/>
                  <a:pt x="42" y="2"/>
                  <a:pt x="43" y="3"/>
                </a:cubicBezTo>
                <a:cubicBezTo>
                  <a:pt x="44" y="3"/>
                  <a:pt x="44" y="5"/>
                  <a:pt x="45" y="6"/>
                </a:cubicBezTo>
                <a:cubicBezTo>
                  <a:pt x="48" y="10"/>
                  <a:pt x="56" y="8"/>
                  <a:pt x="60" y="9"/>
                </a:cubicBezTo>
                <a:cubicBezTo>
                  <a:pt x="60" y="11"/>
                  <a:pt x="61" y="13"/>
                  <a:pt x="62" y="14"/>
                </a:cubicBezTo>
                <a:cubicBezTo>
                  <a:pt x="62" y="16"/>
                  <a:pt x="62" y="17"/>
                  <a:pt x="61" y="19"/>
                </a:cubicBezTo>
                <a:cubicBezTo>
                  <a:pt x="60" y="22"/>
                  <a:pt x="58" y="25"/>
                  <a:pt x="63" y="26"/>
                </a:cubicBezTo>
                <a:cubicBezTo>
                  <a:pt x="66" y="27"/>
                  <a:pt x="70" y="25"/>
                  <a:pt x="73" y="27"/>
                </a:cubicBezTo>
                <a:cubicBezTo>
                  <a:pt x="75" y="28"/>
                  <a:pt x="78" y="29"/>
                  <a:pt x="79" y="32"/>
                </a:cubicBezTo>
                <a:cubicBezTo>
                  <a:pt x="80" y="32"/>
                  <a:pt x="83" y="32"/>
                  <a:pt x="84" y="32"/>
                </a:cubicBezTo>
                <a:cubicBezTo>
                  <a:pt x="86" y="33"/>
                  <a:pt x="85" y="35"/>
                  <a:pt x="86" y="37"/>
                </a:cubicBezTo>
                <a:cubicBezTo>
                  <a:pt x="87" y="38"/>
                  <a:pt x="89" y="38"/>
                  <a:pt x="91" y="38"/>
                </a:cubicBezTo>
                <a:cubicBezTo>
                  <a:pt x="94" y="38"/>
                  <a:pt x="94" y="37"/>
                  <a:pt x="96" y="36"/>
                </a:cubicBezTo>
                <a:cubicBezTo>
                  <a:pt x="96" y="35"/>
                  <a:pt x="100" y="33"/>
                  <a:pt x="101" y="33"/>
                </a:cubicBezTo>
                <a:cubicBezTo>
                  <a:pt x="103" y="32"/>
                  <a:pt x="106" y="32"/>
                  <a:pt x="108" y="32"/>
                </a:cubicBezTo>
                <a:cubicBezTo>
                  <a:pt x="108" y="36"/>
                  <a:pt x="107" y="40"/>
                  <a:pt x="107" y="43"/>
                </a:cubicBezTo>
                <a:cubicBezTo>
                  <a:pt x="109" y="43"/>
                  <a:pt x="110" y="44"/>
                  <a:pt x="111" y="44"/>
                </a:cubicBezTo>
                <a:cubicBezTo>
                  <a:pt x="112" y="45"/>
                  <a:pt x="113" y="47"/>
                  <a:pt x="114" y="47"/>
                </a:cubicBezTo>
                <a:cubicBezTo>
                  <a:pt x="114" y="47"/>
                  <a:pt x="116" y="45"/>
                  <a:pt x="117" y="45"/>
                </a:cubicBezTo>
                <a:cubicBezTo>
                  <a:pt x="118" y="44"/>
                  <a:pt x="118" y="44"/>
                  <a:pt x="119" y="43"/>
                </a:cubicBezTo>
                <a:cubicBezTo>
                  <a:pt x="121" y="42"/>
                  <a:pt x="120" y="42"/>
                  <a:pt x="122" y="42"/>
                </a:cubicBezTo>
                <a:cubicBezTo>
                  <a:pt x="124" y="42"/>
                  <a:pt x="125" y="43"/>
                  <a:pt x="126" y="44"/>
                </a:cubicBezTo>
                <a:cubicBezTo>
                  <a:pt x="128" y="45"/>
                  <a:pt x="130" y="45"/>
                  <a:pt x="133" y="44"/>
                </a:cubicBezTo>
                <a:cubicBezTo>
                  <a:pt x="133" y="43"/>
                  <a:pt x="137" y="45"/>
                  <a:pt x="139" y="46"/>
                </a:cubicBezTo>
                <a:cubicBezTo>
                  <a:pt x="140" y="46"/>
                  <a:pt x="141" y="46"/>
                  <a:pt x="142" y="46"/>
                </a:cubicBezTo>
                <a:cubicBezTo>
                  <a:pt x="143" y="46"/>
                  <a:pt x="143" y="47"/>
                  <a:pt x="144" y="47"/>
                </a:cubicBezTo>
                <a:cubicBezTo>
                  <a:pt x="145" y="48"/>
                  <a:pt x="148" y="49"/>
                  <a:pt x="149" y="50"/>
                </a:cubicBezTo>
                <a:cubicBezTo>
                  <a:pt x="150" y="51"/>
                  <a:pt x="151" y="53"/>
                  <a:pt x="153" y="53"/>
                </a:cubicBezTo>
                <a:cubicBezTo>
                  <a:pt x="153" y="53"/>
                  <a:pt x="154" y="52"/>
                  <a:pt x="154" y="52"/>
                </a:cubicBezTo>
                <a:cubicBezTo>
                  <a:pt x="158" y="52"/>
                  <a:pt x="159" y="51"/>
                  <a:pt x="162" y="49"/>
                </a:cubicBezTo>
                <a:cubicBezTo>
                  <a:pt x="162" y="48"/>
                  <a:pt x="162" y="48"/>
                  <a:pt x="163" y="47"/>
                </a:cubicBezTo>
                <a:cubicBezTo>
                  <a:pt x="164" y="47"/>
                  <a:pt x="165" y="47"/>
                  <a:pt x="165" y="47"/>
                </a:cubicBezTo>
                <a:cubicBezTo>
                  <a:pt x="167" y="46"/>
                  <a:pt x="166" y="44"/>
                  <a:pt x="168" y="44"/>
                </a:cubicBezTo>
                <a:cubicBezTo>
                  <a:pt x="169" y="46"/>
                  <a:pt x="169" y="50"/>
                  <a:pt x="169" y="53"/>
                </a:cubicBezTo>
                <a:cubicBezTo>
                  <a:pt x="171" y="53"/>
                  <a:pt x="173" y="52"/>
                  <a:pt x="174" y="53"/>
                </a:cubicBezTo>
                <a:cubicBezTo>
                  <a:pt x="174" y="54"/>
                  <a:pt x="174" y="54"/>
                  <a:pt x="174" y="54"/>
                </a:cubicBezTo>
                <a:cubicBezTo>
                  <a:pt x="177" y="54"/>
                  <a:pt x="178" y="57"/>
                  <a:pt x="179" y="56"/>
                </a:cubicBezTo>
                <a:cubicBezTo>
                  <a:pt x="181" y="55"/>
                  <a:pt x="180" y="52"/>
                  <a:pt x="183" y="52"/>
                </a:cubicBezTo>
                <a:cubicBezTo>
                  <a:pt x="186" y="51"/>
                  <a:pt x="188" y="54"/>
                  <a:pt x="191" y="53"/>
                </a:cubicBezTo>
                <a:cubicBezTo>
                  <a:pt x="192" y="53"/>
                  <a:pt x="193" y="52"/>
                  <a:pt x="194" y="52"/>
                </a:cubicBezTo>
                <a:cubicBezTo>
                  <a:pt x="194" y="52"/>
                  <a:pt x="202" y="50"/>
                  <a:pt x="202" y="51"/>
                </a:cubicBezTo>
                <a:cubicBezTo>
                  <a:pt x="202" y="50"/>
                  <a:pt x="203" y="50"/>
                  <a:pt x="203" y="49"/>
                </a:cubicBezTo>
                <a:cubicBezTo>
                  <a:pt x="205" y="50"/>
                  <a:pt x="208" y="55"/>
                  <a:pt x="209" y="54"/>
                </a:cubicBezTo>
                <a:cubicBezTo>
                  <a:pt x="210" y="53"/>
                  <a:pt x="211" y="51"/>
                  <a:pt x="211" y="50"/>
                </a:cubicBezTo>
                <a:cubicBezTo>
                  <a:pt x="212" y="48"/>
                  <a:pt x="211" y="46"/>
                  <a:pt x="213" y="45"/>
                </a:cubicBezTo>
                <a:cubicBezTo>
                  <a:pt x="212" y="45"/>
                  <a:pt x="213" y="46"/>
                  <a:pt x="213" y="46"/>
                </a:cubicBezTo>
                <a:cubicBezTo>
                  <a:pt x="216" y="47"/>
                  <a:pt x="217" y="46"/>
                  <a:pt x="217" y="42"/>
                </a:cubicBezTo>
                <a:cubicBezTo>
                  <a:pt x="217" y="42"/>
                  <a:pt x="217" y="41"/>
                  <a:pt x="217" y="40"/>
                </a:cubicBezTo>
                <a:cubicBezTo>
                  <a:pt x="217" y="40"/>
                  <a:pt x="217" y="40"/>
                  <a:pt x="217" y="40"/>
                </a:cubicBezTo>
                <a:cubicBezTo>
                  <a:pt x="221" y="44"/>
                  <a:pt x="221" y="44"/>
                  <a:pt x="221" y="44"/>
                </a:cubicBezTo>
                <a:cubicBezTo>
                  <a:pt x="221" y="45"/>
                  <a:pt x="220" y="46"/>
                  <a:pt x="220" y="47"/>
                </a:cubicBezTo>
                <a:cubicBezTo>
                  <a:pt x="220" y="51"/>
                  <a:pt x="224" y="55"/>
                  <a:pt x="221" y="58"/>
                </a:cubicBezTo>
                <a:cubicBezTo>
                  <a:pt x="220" y="59"/>
                  <a:pt x="219" y="60"/>
                  <a:pt x="217" y="61"/>
                </a:cubicBezTo>
                <a:cubicBezTo>
                  <a:pt x="216" y="61"/>
                  <a:pt x="215" y="63"/>
                  <a:pt x="214" y="64"/>
                </a:cubicBezTo>
                <a:cubicBezTo>
                  <a:pt x="214" y="65"/>
                  <a:pt x="212" y="65"/>
                  <a:pt x="211" y="66"/>
                </a:cubicBezTo>
                <a:cubicBezTo>
                  <a:pt x="210" y="67"/>
                  <a:pt x="210" y="69"/>
                  <a:pt x="209" y="70"/>
                </a:cubicBezTo>
                <a:cubicBezTo>
                  <a:pt x="208" y="70"/>
                  <a:pt x="206" y="70"/>
                  <a:pt x="205" y="70"/>
                </a:cubicBezTo>
                <a:cubicBezTo>
                  <a:pt x="205" y="73"/>
                  <a:pt x="202" y="76"/>
                  <a:pt x="203" y="79"/>
                </a:cubicBezTo>
                <a:cubicBezTo>
                  <a:pt x="204" y="81"/>
                  <a:pt x="207" y="81"/>
                  <a:pt x="207" y="83"/>
                </a:cubicBezTo>
                <a:cubicBezTo>
                  <a:pt x="214" y="84"/>
                  <a:pt x="215" y="91"/>
                  <a:pt x="215" y="96"/>
                </a:cubicBezTo>
                <a:cubicBezTo>
                  <a:pt x="213" y="96"/>
                  <a:pt x="212" y="94"/>
                  <a:pt x="210" y="94"/>
                </a:cubicBezTo>
                <a:cubicBezTo>
                  <a:pt x="207" y="95"/>
                  <a:pt x="207" y="97"/>
                  <a:pt x="207" y="99"/>
                </a:cubicBezTo>
                <a:cubicBezTo>
                  <a:pt x="205" y="99"/>
                  <a:pt x="204" y="99"/>
                  <a:pt x="202" y="99"/>
                </a:cubicBezTo>
                <a:cubicBezTo>
                  <a:pt x="202" y="101"/>
                  <a:pt x="205" y="108"/>
                  <a:pt x="207" y="108"/>
                </a:cubicBezTo>
                <a:cubicBezTo>
                  <a:pt x="206" y="110"/>
                  <a:pt x="203" y="111"/>
                  <a:pt x="203" y="113"/>
                </a:cubicBezTo>
                <a:cubicBezTo>
                  <a:pt x="204" y="114"/>
                  <a:pt x="204" y="114"/>
                  <a:pt x="204" y="114"/>
                </a:cubicBezTo>
                <a:cubicBezTo>
                  <a:pt x="203" y="114"/>
                  <a:pt x="203" y="114"/>
                  <a:pt x="203" y="114"/>
                </a:cubicBezTo>
                <a:cubicBezTo>
                  <a:pt x="201" y="114"/>
                  <a:pt x="200" y="112"/>
                  <a:pt x="198" y="111"/>
                </a:cubicBezTo>
                <a:cubicBezTo>
                  <a:pt x="196" y="109"/>
                  <a:pt x="192" y="108"/>
                  <a:pt x="189" y="108"/>
                </a:cubicBezTo>
                <a:cubicBezTo>
                  <a:pt x="189" y="112"/>
                  <a:pt x="189" y="112"/>
                  <a:pt x="189" y="112"/>
                </a:cubicBezTo>
                <a:cubicBezTo>
                  <a:pt x="187" y="112"/>
                  <a:pt x="188" y="113"/>
                  <a:pt x="188" y="115"/>
                </a:cubicBezTo>
                <a:cubicBezTo>
                  <a:pt x="185" y="115"/>
                  <a:pt x="183" y="114"/>
                  <a:pt x="180" y="115"/>
                </a:cubicBezTo>
                <a:cubicBezTo>
                  <a:pt x="179" y="117"/>
                  <a:pt x="179" y="122"/>
                  <a:pt x="175" y="122"/>
                </a:cubicBezTo>
                <a:cubicBezTo>
                  <a:pt x="170" y="123"/>
                  <a:pt x="174" y="129"/>
                  <a:pt x="172" y="132"/>
                </a:cubicBezTo>
                <a:cubicBezTo>
                  <a:pt x="171" y="134"/>
                  <a:pt x="169" y="133"/>
                  <a:pt x="169" y="136"/>
                </a:cubicBezTo>
                <a:cubicBezTo>
                  <a:pt x="169" y="138"/>
                  <a:pt x="169" y="141"/>
                  <a:pt x="168" y="143"/>
                </a:cubicBezTo>
                <a:cubicBezTo>
                  <a:pt x="167" y="144"/>
                  <a:pt x="165" y="144"/>
                  <a:pt x="164" y="144"/>
                </a:cubicBezTo>
                <a:cubicBezTo>
                  <a:pt x="162" y="145"/>
                  <a:pt x="164" y="146"/>
                  <a:pt x="163" y="148"/>
                </a:cubicBezTo>
                <a:cubicBezTo>
                  <a:pt x="161" y="149"/>
                  <a:pt x="159" y="145"/>
                  <a:pt x="157" y="145"/>
                </a:cubicBezTo>
                <a:cubicBezTo>
                  <a:pt x="157" y="147"/>
                  <a:pt x="153" y="149"/>
                  <a:pt x="151" y="149"/>
                </a:cubicBezTo>
                <a:cubicBezTo>
                  <a:pt x="151" y="147"/>
                  <a:pt x="150" y="144"/>
                  <a:pt x="148" y="146"/>
                </a:cubicBezTo>
                <a:cubicBezTo>
                  <a:pt x="147" y="146"/>
                  <a:pt x="148" y="147"/>
                  <a:pt x="147" y="148"/>
                </a:cubicBezTo>
                <a:cubicBezTo>
                  <a:pt x="146" y="149"/>
                  <a:pt x="145" y="149"/>
                  <a:pt x="145" y="150"/>
                </a:cubicBezTo>
                <a:cubicBezTo>
                  <a:pt x="144" y="152"/>
                  <a:pt x="145" y="158"/>
                  <a:pt x="140" y="157"/>
                </a:cubicBezTo>
                <a:cubicBezTo>
                  <a:pt x="140" y="154"/>
                  <a:pt x="137" y="156"/>
                  <a:pt x="136" y="155"/>
                </a:cubicBezTo>
                <a:cubicBezTo>
                  <a:pt x="135" y="154"/>
                  <a:pt x="136" y="151"/>
                  <a:pt x="136" y="150"/>
                </a:cubicBezTo>
                <a:cubicBezTo>
                  <a:pt x="136" y="144"/>
                  <a:pt x="132" y="149"/>
                  <a:pt x="129" y="148"/>
                </a:cubicBezTo>
                <a:cubicBezTo>
                  <a:pt x="128" y="146"/>
                  <a:pt x="130" y="143"/>
                  <a:pt x="128" y="141"/>
                </a:cubicBezTo>
                <a:cubicBezTo>
                  <a:pt x="127" y="140"/>
                  <a:pt x="125" y="140"/>
                  <a:pt x="125" y="138"/>
                </a:cubicBezTo>
                <a:cubicBezTo>
                  <a:pt x="125" y="137"/>
                  <a:pt x="125" y="138"/>
                  <a:pt x="124" y="137"/>
                </a:cubicBezTo>
                <a:cubicBezTo>
                  <a:pt x="123" y="137"/>
                  <a:pt x="115" y="140"/>
                  <a:pt x="115" y="136"/>
                </a:cubicBezTo>
                <a:cubicBezTo>
                  <a:pt x="114" y="136"/>
                  <a:pt x="111" y="135"/>
                  <a:pt x="110" y="136"/>
                </a:cubicBezTo>
                <a:cubicBezTo>
                  <a:pt x="108" y="137"/>
                  <a:pt x="110" y="139"/>
                  <a:pt x="109" y="140"/>
                </a:cubicBezTo>
                <a:cubicBezTo>
                  <a:pt x="109" y="141"/>
                  <a:pt x="107" y="141"/>
                  <a:pt x="107" y="143"/>
                </a:cubicBezTo>
                <a:cubicBezTo>
                  <a:pt x="107" y="144"/>
                  <a:pt x="107" y="144"/>
                  <a:pt x="107" y="145"/>
                </a:cubicBezTo>
                <a:cubicBezTo>
                  <a:pt x="107" y="146"/>
                  <a:pt x="106" y="146"/>
                  <a:pt x="105" y="147"/>
                </a:cubicBezTo>
                <a:cubicBezTo>
                  <a:pt x="103" y="147"/>
                  <a:pt x="103" y="147"/>
                  <a:pt x="102" y="148"/>
                </a:cubicBezTo>
                <a:cubicBezTo>
                  <a:pt x="102" y="149"/>
                  <a:pt x="101" y="150"/>
                  <a:pt x="100" y="150"/>
                </a:cubicBezTo>
                <a:cubicBezTo>
                  <a:pt x="97" y="151"/>
                  <a:pt x="93" y="150"/>
                  <a:pt x="89" y="152"/>
                </a:cubicBezTo>
                <a:cubicBezTo>
                  <a:pt x="90" y="156"/>
                  <a:pt x="85" y="155"/>
                  <a:pt x="83" y="155"/>
                </a:cubicBezTo>
                <a:cubicBezTo>
                  <a:pt x="81" y="156"/>
                  <a:pt x="81" y="157"/>
                  <a:pt x="80" y="158"/>
                </a:cubicBezTo>
                <a:cubicBezTo>
                  <a:pt x="79" y="158"/>
                  <a:pt x="77" y="157"/>
                  <a:pt x="76" y="157"/>
                </a:cubicBezTo>
                <a:cubicBezTo>
                  <a:pt x="73" y="155"/>
                  <a:pt x="73" y="150"/>
                  <a:pt x="70" y="151"/>
                </a:cubicBezTo>
                <a:cubicBezTo>
                  <a:pt x="67" y="151"/>
                  <a:pt x="67" y="153"/>
                  <a:pt x="66" y="155"/>
                </a:cubicBezTo>
                <a:cubicBezTo>
                  <a:pt x="65" y="156"/>
                  <a:pt x="63" y="156"/>
                  <a:pt x="61" y="156"/>
                </a:cubicBezTo>
                <a:cubicBezTo>
                  <a:pt x="61" y="157"/>
                  <a:pt x="61" y="159"/>
                  <a:pt x="60" y="160"/>
                </a:cubicBezTo>
                <a:cubicBezTo>
                  <a:pt x="57" y="160"/>
                  <a:pt x="50" y="160"/>
                  <a:pt x="50" y="156"/>
                </a:cubicBezTo>
                <a:cubicBezTo>
                  <a:pt x="49" y="153"/>
                  <a:pt x="50" y="148"/>
                  <a:pt x="46" y="149"/>
                </a:cubicBezTo>
                <a:cubicBezTo>
                  <a:pt x="44" y="150"/>
                  <a:pt x="40" y="154"/>
                  <a:pt x="38" y="151"/>
                </a:cubicBezTo>
                <a:cubicBezTo>
                  <a:pt x="37" y="148"/>
                  <a:pt x="36" y="145"/>
                  <a:pt x="32" y="145"/>
                </a:cubicBezTo>
                <a:cubicBezTo>
                  <a:pt x="32" y="150"/>
                  <a:pt x="29" y="149"/>
                  <a:pt x="24" y="149"/>
                </a:cubicBezTo>
                <a:cubicBezTo>
                  <a:pt x="19" y="149"/>
                  <a:pt x="13" y="150"/>
                  <a:pt x="8" y="147"/>
                </a:cubicBezTo>
                <a:cubicBezTo>
                  <a:pt x="7" y="146"/>
                  <a:pt x="6" y="146"/>
                  <a:pt x="4" y="145"/>
                </a:cubicBezTo>
                <a:cubicBezTo>
                  <a:pt x="7" y="145"/>
                  <a:pt x="10" y="144"/>
                  <a:pt x="10" y="140"/>
                </a:cubicBezTo>
                <a:cubicBezTo>
                  <a:pt x="10" y="137"/>
                  <a:pt x="8" y="135"/>
                  <a:pt x="5" y="133"/>
                </a:cubicBezTo>
                <a:cubicBezTo>
                  <a:pt x="2" y="131"/>
                  <a:pt x="3" y="127"/>
                  <a:pt x="2" y="124"/>
                </a:cubicBezTo>
                <a:cubicBezTo>
                  <a:pt x="0" y="121"/>
                  <a:pt x="0" y="118"/>
                  <a:pt x="2" y="114"/>
                </a:cubicBezTo>
                <a:cubicBezTo>
                  <a:pt x="3" y="112"/>
                  <a:pt x="4" y="109"/>
                  <a:pt x="7" y="108"/>
                </a:cubicBezTo>
                <a:cubicBezTo>
                  <a:pt x="11" y="108"/>
                  <a:pt x="12" y="106"/>
                  <a:pt x="16" y="104"/>
                </a:cubicBezTo>
                <a:cubicBezTo>
                  <a:pt x="18" y="103"/>
                  <a:pt x="22" y="103"/>
                  <a:pt x="23" y="100"/>
                </a:cubicBezTo>
                <a:cubicBezTo>
                  <a:pt x="25" y="98"/>
                  <a:pt x="26" y="94"/>
                  <a:pt x="29" y="94"/>
                </a:cubicBezTo>
                <a:cubicBezTo>
                  <a:pt x="30" y="93"/>
                  <a:pt x="32" y="93"/>
                  <a:pt x="33" y="92"/>
                </a:cubicBezTo>
                <a:cubicBezTo>
                  <a:pt x="35" y="91"/>
                  <a:pt x="35" y="90"/>
                  <a:pt x="35" y="88"/>
                </a:cubicBezTo>
                <a:cubicBezTo>
                  <a:pt x="36" y="85"/>
                  <a:pt x="41" y="86"/>
                  <a:pt x="41" y="89"/>
                </a:cubicBezTo>
                <a:cubicBezTo>
                  <a:pt x="43" y="90"/>
                  <a:pt x="44" y="88"/>
                  <a:pt x="45" y="87"/>
                </a:cubicBezTo>
                <a:cubicBezTo>
                  <a:pt x="48" y="85"/>
                  <a:pt x="51" y="88"/>
                  <a:pt x="54" y="88"/>
                </a:cubicBezTo>
                <a:cubicBezTo>
                  <a:pt x="60" y="89"/>
                  <a:pt x="60" y="83"/>
                  <a:pt x="55" y="81"/>
                </a:cubicBezTo>
                <a:cubicBezTo>
                  <a:pt x="50" y="80"/>
                  <a:pt x="47" y="77"/>
                  <a:pt x="43" y="75"/>
                </a:cubicBezTo>
                <a:cubicBezTo>
                  <a:pt x="41" y="74"/>
                  <a:pt x="40" y="74"/>
                  <a:pt x="39" y="73"/>
                </a:cubicBezTo>
                <a:cubicBezTo>
                  <a:pt x="38" y="72"/>
                  <a:pt x="38" y="71"/>
                  <a:pt x="38" y="69"/>
                </a:cubicBezTo>
                <a:cubicBezTo>
                  <a:pt x="36" y="66"/>
                  <a:pt x="33" y="65"/>
                  <a:pt x="31" y="62"/>
                </a:cubicBezTo>
                <a:cubicBezTo>
                  <a:pt x="34" y="62"/>
                  <a:pt x="37" y="61"/>
                  <a:pt x="39" y="60"/>
                </a:cubicBezTo>
                <a:cubicBezTo>
                  <a:pt x="40" y="59"/>
                  <a:pt x="39" y="57"/>
                  <a:pt x="39" y="55"/>
                </a:cubicBezTo>
                <a:cubicBezTo>
                  <a:pt x="38" y="54"/>
                  <a:pt x="37" y="54"/>
                  <a:pt x="35" y="54"/>
                </a:cubicBezTo>
                <a:cubicBezTo>
                  <a:pt x="33" y="53"/>
                  <a:pt x="31" y="52"/>
                  <a:pt x="29" y="52"/>
                </a:cubicBezTo>
                <a:cubicBezTo>
                  <a:pt x="27" y="49"/>
                  <a:pt x="28" y="47"/>
                  <a:pt x="31" y="47"/>
                </a:cubicBezTo>
                <a:cubicBezTo>
                  <a:pt x="35" y="46"/>
                  <a:pt x="33" y="45"/>
                  <a:pt x="36" y="44"/>
                </a:cubicBezTo>
                <a:cubicBezTo>
                  <a:pt x="40" y="43"/>
                  <a:pt x="44" y="44"/>
                  <a:pt x="47" y="44"/>
                </a:cubicBezTo>
                <a:cubicBezTo>
                  <a:pt x="49" y="44"/>
                  <a:pt x="50" y="43"/>
                  <a:pt x="49" y="41"/>
                </a:cubicBezTo>
                <a:cubicBezTo>
                  <a:pt x="48" y="40"/>
                  <a:pt x="46" y="40"/>
                  <a:pt x="45" y="40"/>
                </a:cubicBezTo>
                <a:cubicBezTo>
                  <a:pt x="45" y="39"/>
                  <a:pt x="44" y="38"/>
                  <a:pt x="43" y="38"/>
                </a:cubicBezTo>
                <a:cubicBezTo>
                  <a:pt x="42" y="36"/>
                  <a:pt x="42" y="34"/>
                  <a:pt x="42" y="32"/>
                </a:cubicBezTo>
                <a:cubicBezTo>
                  <a:pt x="40" y="32"/>
                  <a:pt x="37" y="33"/>
                  <a:pt x="34" y="31"/>
                </a:cubicBezTo>
                <a:cubicBezTo>
                  <a:pt x="32" y="29"/>
                  <a:pt x="34" y="26"/>
                  <a:pt x="33" y="23"/>
                </a:cubicBezTo>
                <a:cubicBezTo>
                  <a:pt x="32" y="20"/>
                  <a:pt x="28" y="21"/>
                  <a:pt x="29" y="18"/>
                </a:cubicBezTo>
                <a:cubicBezTo>
                  <a:pt x="30" y="15"/>
                  <a:pt x="26" y="13"/>
                  <a:pt x="27" y="10"/>
                </a:cubicBezTo>
                <a:cubicBezTo>
                  <a:pt x="24" y="10"/>
                  <a:pt x="23" y="8"/>
                  <a:pt x="23" y="7"/>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0" name="Rectangle 292">
            <a:extLst>
              <a:ext uri="{FF2B5EF4-FFF2-40B4-BE49-F238E27FC236}">
                <a16:creationId xmlns:a16="http://schemas.microsoft.com/office/drawing/2014/main" id="{B9FD3801-46FC-4AC7-81D1-CD25BAA14B17}"/>
              </a:ext>
            </a:extLst>
          </p:cNvPr>
          <p:cNvSpPr>
            <a:spLocks noChangeArrowheads="1"/>
          </p:cNvSpPr>
          <p:nvPr/>
        </p:nvSpPr>
        <p:spPr bwMode="auto">
          <a:xfrm>
            <a:off x="3805794" y="3921476"/>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1" name="Freeform 293">
            <a:extLst>
              <a:ext uri="{FF2B5EF4-FFF2-40B4-BE49-F238E27FC236}">
                <a16:creationId xmlns:a16="http://schemas.microsoft.com/office/drawing/2014/main" id="{1321A6EE-3C8E-4475-873A-FB27C22560F0}"/>
              </a:ext>
            </a:extLst>
          </p:cNvPr>
          <p:cNvSpPr>
            <a:spLocks/>
          </p:cNvSpPr>
          <p:nvPr/>
        </p:nvSpPr>
        <p:spPr bwMode="auto">
          <a:xfrm>
            <a:off x="3805794" y="391950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2" name="Freeform 294">
            <a:extLst>
              <a:ext uri="{FF2B5EF4-FFF2-40B4-BE49-F238E27FC236}">
                <a16:creationId xmlns:a16="http://schemas.microsoft.com/office/drawing/2014/main" id="{954A63C1-D20F-4EE7-9BBD-680172E74BDA}"/>
              </a:ext>
            </a:extLst>
          </p:cNvPr>
          <p:cNvSpPr>
            <a:spLocks/>
          </p:cNvSpPr>
          <p:nvPr/>
        </p:nvSpPr>
        <p:spPr bwMode="auto">
          <a:xfrm>
            <a:off x="3183678" y="3866293"/>
            <a:ext cx="679229" cy="502555"/>
          </a:xfrm>
          <a:custGeom>
            <a:avLst/>
            <a:gdLst>
              <a:gd name="T0" fmla="*/ 278 w 299"/>
              <a:gd name="T1" fmla="*/ 32 h 229"/>
              <a:gd name="T2" fmla="*/ 259 w 299"/>
              <a:gd name="T3" fmla="*/ 16 h 229"/>
              <a:gd name="T4" fmla="*/ 232 w 299"/>
              <a:gd name="T5" fmla="*/ 4 h 229"/>
              <a:gd name="T6" fmla="*/ 224 w 299"/>
              <a:gd name="T7" fmla="*/ 27 h 229"/>
              <a:gd name="T8" fmla="*/ 198 w 299"/>
              <a:gd name="T9" fmla="*/ 19 h 229"/>
              <a:gd name="T10" fmla="*/ 184 w 299"/>
              <a:gd name="T11" fmla="*/ 17 h 229"/>
              <a:gd name="T12" fmla="*/ 160 w 299"/>
              <a:gd name="T13" fmla="*/ 6 h 229"/>
              <a:gd name="T14" fmla="*/ 132 w 299"/>
              <a:gd name="T15" fmla="*/ 0 h 229"/>
              <a:gd name="T16" fmla="*/ 113 w 299"/>
              <a:gd name="T17" fmla="*/ 20 h 229"/>
              <a:gd name="T18" fmla="*/ 106 w 299"/>
              <a:gd name="T19" fmla="*/ 41 h 229"/>
              <a:gd name="T20" fmla="*/ 94 w 299"/>
              <a:gd name="T21" fmla="*/ 58 h 229"/>
              <a:gd name="T22" fmla="*/ 81 w 299"/>
              <a:gd name="T23" fmla="*/ 66 h 229"/>
              <a:gd name="T24" fmla="*/ 55 w 299"/>
              <a:gd name="T25" fmla="*/ 78 h 229"/>
              <a:gd name="T26" fmla="*/ 54 w 299"/>
              <a:gd name="T27" fmla="*/ 100 h 229"/>
              <a:gd name="T28" fmla="*/ 67 w 299"/>
              <a:gd name="T29" fmla="*/ 123 h 229"/>
              <a:gd name="T30" fmla="*/ 52 w 299"/>
              <a:gd name="T31" fmla="*/ 130 h 229"/>
              <a:gd name="T32" fmla="*/ 28 w 299"/>
              <a:gd name="T33" fmla="*/ 129 h 229"/>
              <a:gd name="T34" fmla="*/ 37 w 299"/>
              <a:gd name="T35" fmla="*/ 147 h 229"/>
              <a:gd name="T36" fmla="*/ 40 w 299"/>
              <a:gd name="T37" fmla="*/ 176 h 229"/>
              <a:gd name="T38" fmla="*/ 30 w 299"/>
              <a:gd name="T39" fmla="*/ 194 h 229"/>
              <a:gd name="T40" fmla="*/ 13 w 299"/>
              <a:gd name="T41" fmla="*/ 205 h 229"/>
              <a:gd name="T42" fmla="*/ 0 w 299"/>
              <a:gd name="T43" fmla="*/ 229 h 229"/>
              <a:gd name="T44" fmla="*/ 20 w 299"/>
              <a:gd name="T45" fmla="*/ 227 h 229"/>
              <a:gd name="T46" fmla="*/ 42 w 299"/>
              <a:gd name="T47" fmla="*/ 220 h 229"/>
              <a:gd name="T48" fmla="*/ 51 w 299"/>
              <a:gd name="T49" fmla="*/ 216 h 229"/>
              <a:gd name="T50" fmla="*/ 51 w 299"/>
              <a:gd name="T51" fmla="*/ 207 h 229"/>
              <a:gd name="T52" fmla="*/ 62 w 299"/>
              <a:gd name="T53" fmla="*/ 205 h 229"/>
              <a:gd name="T54" fmla="*/ 75 w 299"/>
              <a:gd name="T55" fmla="*/ 203 h 229"/>
              <a:gd name="T56" fmla="*/ 86 w 299"/>
              <a:gd name="T57" fmla="*/ 199 h 229"/>
              <a:gd name="T58" fmla="*/ 86 w 299"/>
              <a:gd name="T59" fmla="*/ 185 h 229"/>
              <a:gd name="T60" fmla="*/ 100 w 299"/>
              <a:gd name="T61" fmla="*/ 179 h 229"/>
              <a:gd name="T62" fmla="*/ 107 w 299"/>
              <a:gd name="T63" fmla="*/ 174 h 229"/>
              <a:gd name="T64" fmla="*/ 117 w 299"/>
              <a:gd name="T65" fmla="*/ 174 h 229"/>
              <a:gd name="T66" fmla="*/ 136 w 299"/>
              <a:gd name="T67" fmla="*/ 186 h 229"/>
              <a:gd name="T68" fmla="*/ 148 w 299"/>
              <a:gd name="T69" fmla="*/ 176 h 229"/>
              <a:gd name="T70" fmla="*/ 159 w 299"/>
              <a:gd name="T71" fmla="*/ 169 h 229"/>
              <a:gd name="T72" fmla="*/ 165 w 299"/>
              <a:gd name="T73" fmla="*/ 172 h 229"/>
              <a:gd name="T74" fmla="*/ 183 w 299"/>
              <a:gd name="T75" fmla="*/ 154 h 229"/>
              <a:gd name="T76" fmla="*/ 190 w 299"/>
              <a:gd name="T77" fmla="*/ 145 h 229"/>
              <a:gd name="T78" fmla="*/ 184 w 299"/>
              <a:gd name="T79" fmla="*/ 147 h 229"/>
              <a:gd name="T80" fmla="*/ 193 w 299"/>
              <a:gd name="T81" fmla="*/ 135 h 229"/>
              <a:gd name="T82" fmla="*/ 193 w 299"/>
              <a:gd name="T83" fmla="*/ 145 h 229"/>
              <a:gd name="T84" fmla="*/ 218 w 299"/>
              <a:gd name="T85" fmla="*/ 135 h 229"/>
              <a:gd name="T86" fmla="*/ 255 w 299"/>
              <a:gd name="T87" fmla="*/ 114 h 229"/>
              <a:gd name="T88" fmla="*/ 267 w 299"/>
              <a:gd name="T89" fmla="*/ 98 h 229"/>
              <a:gd name="T90" fmla="*/ 270 w 299"/>
              <a:gd name="T91" fmla="*/ 90 h 229"/>
              <a:gd name="T92" fmla="*/ 269 w 299"/>
              <a:gd name="T93" fmla="*/ 88 h 229"/>
              <a:gd name="T94" fmla="*/ 271 w 299"/>
              <a:gd name="T95" fmla="*/ 58 h 229"/>
              <a:gd name="T96" fmla="*/ 294 w 299"/>
              <a:gd name="T97" fmla="*/ 5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9" h="229">
                <a:moveTo>
                  <a:pt x="293" y="38"/>
                </a:moveTo>
                <a:cubicBezTo>
                  <a:pt x="291" y="36"/>
                  <a:pt x="287" y="37"/>
                  <a:pt x="286" y="34"/>
                </a:cubicBezTo>
                <a:cubicBezTo>
                  <a:pt x="286" y="31"/>
                  <a:pt x="285" y="28"/>
                  <a:pt x="282" y="29"/>
                </a:cubicBezTo>
                <a:cubicBezTo>
                  <a:pt x="281" y="32"/>
                  <a:pt x="281" y="31"/>
                  <a:pt x="278" y="32"/>
                </a:cubicBezTo>
                <a:cubicBezTo>
                  <a:pt x="278" y="35"/>
                  <a:pt x="275" y="33"/>
                  <a:pt x="274" y="32"/>
                </a:cubicBezTo>
                <a:cubicBezTo>
                  <a:pt x="272" y="29"/>
                  <a:pt x="276" y="26"/>
                  <a:pt x="273" y="23"/>
                </a:cubicBezTo>
                <a:cubicBezTo>
                  <a:pt x="269" y="20"/>
                  <a:pt x="264" y="23"/>
                  <a:pt x="263" y="17"/>
                </a:cubicBezTo>
                <a:cubicBezTo>
                  <a:pt x="262" y="17"/>
                  <a:pt x="261" y="16"/>
                  <a:pt x="259" y="16"/>
                </a:cubicBezTo>
                <a:cubicBezTo>
                  <a:pt x="260" y="11"/>
                  <a:pt x="251" y="6"/>
                  <a:pt x="250" y="12"/>
                </a:cubicBezTo>
                <a:cubicBezTo>
                  <a:pt x="249" y="13"/>
                  <a:pt x="248" y="13"/>
                  <a:pt x="248" y="13"/>
                </a:cubicBezTo>
                <a:cubicBezTo>
                  <a:pt x="248" y="11"/>
                  <a:pt x="244" y="7"/>
                  <a:pt x="243" y="5"/>
                </a:cubicBezTo>
                <a:cubicBezTo>
                  <a:pt x="241" y="3"/>
                  <a:pt x="236" y="4"/>
                  <a:pt x="232" y="4"/>
                </a:cubicBezTo>
                <a:cubicBezTo>
                  <a:pt x="233" y="0"/>
                  <a:pt x="227" y="2"/>
                  <a:pt x="225" y="2"/>
                </a:cubicBezTo>
                <a:cubicBezTo>
                  <a:pt x="226" y="4"/>
                  <a:pt x="231" y="12"/>
                  <a:pt x="227" y="14"/>
                </a:cubicBezTo>
                <a:cubicBezTo>
                  <a:pt x="226" y="16"/>
                  <a:pt x="229" y="18"/>
                  <a:pt x="228" y="21"/>
                </a:cubicBezTo>
                <a:cubicBezTo>
                  <a:pt x="224" y="21"/>
                  <a:pt x="225" y="25"/>
                  <a:pt x="224" y="27"/>
                </a:cubicBezTo>
                <a:cubicBezTo>
                  <a:pt x="221" y="27"/>
                  <a:pt x="220" y="26"/>
                  <a:pt x="218" y="26"/>
                </a:cubicBezTo>
                <a:cubicBezTo>
                  <a:pt x="219" y="24"/>
                  <a:pt x="221" y="22"/>
                  <a:pt x="218" y="21"/>
                </a:cubicBezTo>
                <a:cubicBezTo>
                  <a:pt x="215" y="24"/>
                  <a:pt x="211" y="21"/>
                  <a:pt x="208" y="20"/>
                </a:cubicBezTo>
                <a:cubicBezTo>
                  <a:pt x="205" y="19"/>
                  <a:pt x="201" y="17"/>
                  <a:pt x="198" y="19"/>
                </a:cubicBezTo>
                <a:cubicBezTo>
                  <a:pt x="195" y="20"/>
                  <a:pt x="194" y="24"/>
                  <a:pt x="191" y="24"/>
                </a:cubicBezTo>
                <a:cubicBezTo>
                  <a:pt x="187" y="25"/>
                  <a:pt x="184" y="21"/>
                  <a:pt x="180" y="21"/>
                </a:cubicBezTo>
                <a:cubicBezTo>
                  <a:pt x="181" y="19"/>
                  <a:pt x="183" y="19"/>
                  <a:pt x="183" y="17"/>
                </a:cubicBezTo>
                <a:cubicBezTo>
                  <a:pt x="184" y="17"/>
                  <a:pt x="184" y="17"/>
                  <a:pt x="184" y="17"/>
                </a:cubicBezTo>
                <a:cubicBezTo>
                  <a:pt x="185" y="12"/>
                  <a:pt x="185" y="7"/>
                  <a:pt x="185" y="2"/>
                </a:cubicBezTo>
                <a:cubicBezTo>
                  <a:pt x="182" y="1"/>
                  <a:pt x="180" y="4"/>
                  <a:pt x="178" y="4"/>
                </a:cubicBezTo>
                <a:cubicBezTo>
                  <a:pt x="175" y="5"/>
                  <a:pt x="173" y="6"/>
                  <a:pt x="170" y="6"/>
                </a:cubicBezTo>
                <a:cubicBezTo>
                  <a:pt x="167" y="7"/>
                  <a:pt x="163" y="5"/>
                  <a:pt x="160" y="6"/>
                </a:cubicBezTo>
                <a:cubicBezTo>
                  <a:pt x="158" y="6"/>
                  <a:pt x="157" y="8"/>
                  <a:pt x="155" y="8"/>
                </a:cubicBezTo>
                <a:cubicBezTo>
                  <a:pt x="151" y="10"/>
                  <a:pt x="143" y="9"/>
                  <a:pt x="140" y="6"/>
                </a:cubicBezTo>
                <a:cubicBezTo>
                  <a:pt x="139" y="5"/>
                  <a:pt x="139" y="3"/>
                  <a:pt x="137" y="1"/>
                </a:cubicBezTo>
                <a:cubicBezTo>
                  <a:pt x="136" y="0"/>
                  <a:pt x="134" y="0"/>
                  <a:pt x="132" y="0"/>
                </a:cubicBezTo>
                <a:cubicBezTo>
                  <a:pt x="133" y="1"/>
                  <a:pt x="133" y="1"/>
                  <a:pt x="133" y="1"/>
                </a:cubicBezTo>
                <a:cubicBezTo>
                  <a:pt x="133" y="6"/>
                  <a:pt x="134" y="8"/>
                  <a:pt x="128" y="9"/>
                </a:cubicBezTo>
                <a:cubicBezTo>
                  <a:pt x="125" y="10"/>
                  <a:pt x="120" y="13"/>
                  <a:pt x="117" y="15"/>
                </a:cubicBezTo>
                <a:cubicBezTo>
                  <a:pt x="116" y="16"/>
                  <a:pt x="113" y="18"/>
                  <a:pt x="113" y="20"/>
                </a:cubicBezTo>
                <a:cubicBezTo>
                  <a:pt x="113" y="23"/>
                  <a:pt x="111" y="21"/>
                  <a:pt x="110" y="23"/>
                </a:cubicBezTo>
                <a:cubicBezTo>
                  <a:pt x="108" y="27"/>
                  <a:pt x="112" y="28"/>
                  <a:pt x="113" y="31"/>
                </a:cubicBezTo>
                <a:cubicBezTo>
                  <a:pt x="110" y="33"/>
                  <a:pt x="108" y="34"/>
                  <a:pt x="107" y="38"/>
                </a:cubicBezTo>
                <a:cubicBezTo>
                  <a:pt x="105" y="38"/>
                  <a:pt x="106" y="40"/>
                  <a:pt x="106" y="41"/>
                </a:cubicBezTo>
                <a:cubicBezTo>
                  <a:pt x="106" y="43"/>
                  <a:pt x="103" y="43"/>
                  <a:pt x="102" y="44"/>
                </a:cubicBezTo>
                <a:cubicBezTo>
                  <a:pt x="101" y="46"/>
                  <a:pt x="101" y="50"/>
                  <a:pt x="101" y="52"/>
                </a:cubicBezTo>
                <a:cubicBezTo>
                  <a:pt x="101" y="54"/>
                  <a:pt x="104" y="55"/>
                  <a:pt x="103" y="57"/>
                </a:cubicBezTo>
                <a:cubicBezTo>
                  <a:pt x="101" y="57"/>
                  <a:pt x="96" y="56"/>
                  <a:pt x="94" y="58"/>
                </a:cubicBezTo>
                <a:cubicBezTo>
                  <a:pt x="94" y="60"/>
                  <a:pt x="94" y="62"/>
                  <a:pt x="94" y="63"/>
                </a:cubicBezTo>
                <a:cubicBezTo>
                  <a:pt x="93" y="65"/>
                  <a:pt x="92" y="66"/>
                  <a:pt x="92" y="68"/>
                </a:cubicBezTo>
                <a:cubicBezTo>
                  <a:pt x="90" y="68"/>
                  <a:pt x="88" y="68"/>
                  <a:pt x="87" y="67"/>
                </a:cubicBezTo>
                <a:cubicBezTo>
                  <a:pt x="85" y="65"/>
                  <a:pt x="82" y="66"/>
                  <a:pt x="81" y="66"/>
                </a:cubicBezTo>
                <a:cubicBezTo>
                  <a:pt x="75" y="66"/>
                  <a:pt x="70" y="65"/>
                  <a:pt x="65" y="65"/>
                </a:cubicBezTo>
                <a:cubicBezTo>
                  <a:pt x="65" y="70"/>
                  <a:pt x="63" y="74"/>
                  <a:pt x="61" y="77"/>
                </a:cubicBezTo>
                <a:cubicBezTo>
                  <a:pt x="61" y="79"/>
                  <a:pt x="60" y="81"/>
                  <a:pt x="58" y="82"/>
                </a:cubicBezTo>
                <a:cubicBezTo>
                  <a:pt x="56" y="82"/>
                  <a:pt x="55" y="80"/>
                  <a:pt x="55" y="78"/>
                </a:cubicBezTo>
                <a:cubicBezTo>
                  <a:pt x="54" y="78"/>
                  <a:pt x="53" y="77"/>
                  <a:pt x="52" y="77"/>
                </a:cubicBezTo>
                <a:cubicBezTo>
                  <a:pt x="52" y="83"/>
                  <a:pt x="52" y="88"/>
                  <a:pt x="52" y="93"/>
                </a:cubicBezTo>
                <a:cubicBezTo>
                  <a:pt x="52" y="94"/>
                  <a:pt x="52" y="96"/>
                  <a:pt x="52" y="98"/>
                </a:cubicBezTo>
                <a:cubicBezTo>
                  <a:pt x="52" y="100"/>
                  <a:pt x="54" y="99"/>
                  <a:pt x="54" y="100"/>
                </a:cubicBezTo>
                <a:cubicBezTo>
                  <a:pt x="57" y="104"/>
                  <a:pt x="55" y="109"/>
                  <a:pt x="54" y="113"/>
                </a:cubicBezTo>
                <a:cubicBezTo>
                  <a:pt x="54" y="115"/>
                  <a:pt x="53" y="118"/>
                  <a:pt x="53" y="120"/>
                </a:cubicBezTo>
                <a:cubicBezTo>
                  <a:pt x="54" y="123"/>
                  <a:pt x="58" y="123"/>
                  <a:pt x="60" y="123"/>
                </a:cubicBezTo>
                <a:cubicBezTo>
                  <a:pt x="61" y="123"/>
                  <a:pt x="67" y="123"/>
                  <a:pt x="67" y="123"/>
                </a:cubicBezTo>
                <a:cubicBezTo>
                  <a:pt x="69" y="125"/>
                  <a:pt x="68" y="128"/>
                  <a:pt x="67" y="131"/>
                </a:cubicBezTo>
                <a:cubicBezTo>
                  <a:pt x="66" y="132"/>
                  <a:pt x="65" y="134"/>
                  <a:pt x="62" y="133"/>
                </a:cubicBezTo>
                <a:cubicBezTo>
                  <a:pt x="62" y="132"/>
                  <a:pt x="63" y="130"/>
                  <a:pt x="62" y="128"/>
                </a:cubicBezTo>
                <a:cubicBezTo>
                  <a:pt x="60" y="127"/>
                  <a:pt x="52" y="126"/>
                  <a:pt x="52" y="130"/>
                </a:cubicBezTo>
                <a:cubicBezTo>
                  <a:pt x="48" y="131"/>
                  <a:pt x="50" y="125"/>
                  <a:pt x="50" y="123"/>
                </a:cubicBezTo>
                <a:cubicBezTo>
                  <a:pt x="46" y="120"/>
                  <a:pt x="40" y="121"/>
                  <a:pt x="35" y="120"/>
                </a:cubicBezTo>
                <a:cubicBezTo>
                  <a:pt x="35" y="117"/>
                  <a:pt x="31" y="118"/>
                  <a:pt x="29" y="118"/>
                </a:cubicBezTo>
                <a:cubicBezTo>
                  <a:pt x="29" y="122"/>
                  <a:pt x="26" y="125"/>
                  <a:pt x="28" y="129"/>
                </a:cubicBezTo>
                <a:cubicBezTo>
                  <a:pt x="29" y="130"/>
                  <a:pt x="31" y="129"/>
                  <a:pt x="32" y="129"/>
                </a:cubicBezTo>
                <a:cubicBezTo>
                  <a:pt x="32" y="133"/>
                  <a:pt x="36" y="131"/>
                  <a:pt x="37" y="134"/>
                </a:cubicBezTo>
                <a:cubicBezTo>
                  <a:pt x="39" y="138"/>
                  <a:pt x="34" y="142"/>
                  <a:pt x="34" y="147"/>
                </a:cubicBezTo>
                <a:cubicBezTo>
                  <a:pt x="35" y="146"/>
                  <a:pt x="37" y="147"/>
                  <a:pt x="37" y="147"/>
                </a:cubicBezTo>
                <a:cubicBezTo>
                  <a:pt x="38" y="149"/>
                  <a:pt x="40" y="149"/>
                  <a:pt x="41" y="151"/>
                </a:cubicBezTo>
                <a:cubicBezTo>
                  <a:pt x="42" y="153"/>
                  <a:pt x="41" y="156"/>
                  <a:pt x="41" y="159"/>
                </a:cubicBezTo>
                <a:cubicBezTo>
                  <a:pt x="41" y="164"/>
                  <a:pt x="44" y="170"/>
                  <a:pt x="43" y="176"/>
                </a:cubicBezTo>
                <a:cubicBezTo>
                  <a:pt x="42" y="176"/>
                  <a:pt x="41" y="176"/>
                  <a:pt x="40" y="176"/>
                </a:cubicBezTo>
                <a:cubicBezTo>
                  <a:pt x="40" y="178"/>
                  <a:pt x="40" y="182"/>
                  <a:pt x="38" y="183"/>
                </a:cubicBezTo>
                <a:cubicBezTo>
                  <a:pt x="36" y="185"/>
                  <a:pt x="33" y="184"/>
                  <a:pt x="33" y="187"/>
                </a:cubicBezTo>
                <a:cubicBezTo>
                  <a:pt x="31" y="187"/>
                  <a:pt x="28" y="187"/>
                  <a:pt x="27" y="187"/>
                </a:cubicBezTo>
                <a:cubicBezTo>
                  <a:pt x="30" y="189"/>
                  <a:pt x="30" y="190"/>
                  <a:pt x="30" y="194"/>
                </a:cubicBezTo>
                <a:cubicBezTo>
                  <a:pt x="28" y="194"/>
                  <a:pt x="27" y="194"/>
                  <a:pt x="25" y="194"/>
                </a:cubicBezTo>
                <a:cubicBezTo>
                  <a:pt x="23" y="197"/>
                  <a:pt x="22" y="202"/>
                  <a:pt x="19" y="204"/>
                </a:cubicBezTo>
                <a:cubicBezTo>
                  <a:pt x="18" y="205"/>
                  <a:pt x="16" y="204"/>
                  <a:pt x="15" y="204"/>
                </a:cubicBezTo>
                <a:cubicBezTo>
                  <a:pt x="14" y="204"/>
                  <a:pt x="14" y="205"/>
                  <a:pt x="13" y="205"/>
                </a:cubicBezTo>
                <a:cubicBezTo>
                  <a:pt x="11" y="207"/>
                  <a:pt x="10" y="208"/>
                  <a:pt x="8" y="209"/>
                </a:cubicBezTo>
                <a:cubicBezTo>
                  <a:pt x="7" y="212"/>
                  <a:pt x="7" y="216"/>
                  <a:pt x="5" y="219"/>
                </a:cubicBezTo>
                <a:cubicBezTo>
                  <a:pt x="3" y="222"/>
                  <a:pt x="1" y="224"/>
                  <a:pt x="0" y="227"/>
                </a:cubicBezTo>
                <a:cubicBezTo>
                  <a:pt x="0" y="228"/>
                  <a:pt x="0" y="229"/>
                  <a:pt x="0" y="229"/>
                </a:cubicBezTo>
                <a:cubicBezTo>
                  <a:pt x="0" y="229"/>
                  <a:pt x="0" y="229"/>
                  <a:pt x="0" y="229"/>
                </a:cubicBezTo>
                <a:cubicBezTo>
                  <a:pt x="3" y="229"/>
                  <a:pt x="7" y="228"/>
                  <a:pt x="10" y="229"/>
                </a:cubicBezTo>
                <a:cubicBezTo>
                  <a:pt x="12" y="229"/>
                  <a:pt x="13" y="228"/>
                  <a:pt x="16" y="227"/>
                </a:cubicBezTo>
                <a:cubicBezTo>
                  <a:pt x="17" y="227"/>
                  <a:pt x="19" y="228"/>
                  <a:pt x="20" y="227"/>
                </a:cubicBezTo>
                <a:cubicBezTo>
                  <a:pt x="21" y="227"/>
                  <a:pt x="22" y="227"/>
                  <a:pt x="23" y="226"/>
                </a:cubicBezTo>
                <a:cubicBezTo>
                  <a:pt x="24" y="222"/>
                  <a:pt x="26" y="223"/>
                  <a:pt x="29" y="223"/>
                </a:cubicBezTo>
                <a:cubicBezTo>
                  <a:pt x="33" y="222"/>
                  <a:pt x="33" y="218"/>
                  <a:pt x="37" y="218"/>
                </a:cubicBezTo>
                <a:cubicBezTo>
                  <a:pt x="39" y="219"/>
                  <a:pt x="41" y="218"/>
                  <a:pt x="42" y="220"/>
                </a:cubicBezTo>
                <a:cubicBezTo>
                  <a:pt x="42" y="221"/>
                  <a:pt x="42" y="223"/>
                  <a:pt x="44" y="223"/>
                </a:cubicBezTo>
                <a:cubicBezTo>
                  <a:pt x="46" y="223"/>
                  <a:pt x="46" y="221"/>
                  <a:pt x="47" y="220"/>
                </a:cubicBezTo>
                <a:cubicBezTo>
                  <a:pt x="47" y="218"/>
                  <a:pt x="48" y="219"/>
                  <a:pt x="49" y="219"/>
                </a:cubicBezTo>
                <a:cubicBezTo>
                  <a:pt x="50" y="217"/>
                  <a:pt x="49" y="215"/>
                  <a:pt x="51" y="216"/>
                </a:cubicBezTo>
                <a:cubicBezTo>
                  <a:pt x="51" y="215"/>
                  <a:pt x="51" y="214"/>
                  <a:pt x="51" y="214"/>
                </a:cubicBezTo>
                <a:cubicBezTo>
                  <a:pt x="50" y="214"/>
                  <a:pt x="50" y="213"/>
                  <a:pt x="49" y="213"/>
                </a:cubicBezTo>
                <a:cubicBezTo>
                  <a:pt x="49" y="212"/>
                  <a:pt x="48" y="209"/>
                  <a:pt x="50" y="209"/>
                </a:cubicBezTo>
                <a:cubicBezTo>
                  <a:pt x="51" y="208"/>
                  <a:pt x="52" y="208"/>
                  <a:pt x="51" y="207"/>
                </a:cubicBezTo>
                <a:cubicBezTo>
                  <a:pt x="51" y="207"/>
                  <a:pt x="51" y="207"/>
                  <a:pt x="51" y="207"/>
                </a:cubicBezTo>
                <a:cubicBezTo>
                  <a:pt x="51" y="205"/>
                  <a:pt x="50" y="203"/>
                  <a:pt x="50" y="201"/>
                </a:cubicBezTo>
                <a:cubicBezTo>
                  <a:pt x="53" y="200"/>
                  <a:pt x="54" y="199"/>
                  <a:pt x="56" y="197"/>
                </a:cubicBezTo>
                <a:cubicBezTo>
                  <a:pt x="59" y="198"/>
                  <a:pt x="61" y="202"/>
                  <a:pt x="62" y="205"/>
                </a:cubicBezTo>
                <a:cubicBezTo>
                  <a:pt x="64" y="206"/>
                  <a:pt x="61" y="207"/>
                  <a:pt x="60" y="208"/>
                </a:cubicBezTo>
                <a:cubicBezTo>
                  <a:pt x="62" y="214"/>
                  <a:pt x="68" y="205"/>
                  <a:pt x="70" y="205"/>
                </a:cubicBezTo>
                <a:cubicBezTo>
                  <a:pt x="71" y="204"/>
                  <a:pt x="71" y="203"/>
                  <a:pt x="71" y="202"/>
                </a:cubicBezTo>
                <a:cubicBezTo>
                  <a:pt x="72" y="201"/>
                  <a:pt x="74" y="202"/>
                  <a:pt x="75" y="203"/>
                </a:cubicBezTo>
                <a:cubicBezTo>
                  <a:pt x="76" y="204"/>
                  <a:pt x="77" y="206"/>
                  <a:pt x="78" y="206"/>
                </a:cubicBezTo>
                <a:cubicBezTo>
                  <a:pt x="80" y="206"/>
                  <a:pt x="81" y="203"/>
                  <a:pt x="84" y="203"/>
                </a:cubicBezTo>
                <a:cubicBezTo>
                  <a:pt x="84" y="202"/>
                  <a:pt x="84" y="202"/>
                  <a:pt x="83" y="202"/>
                </a:cubicBezTo>
                <a:cubicBezTo>
                  <a:pt x="83" y="200"/>
                  <a:pt x="83" y="198"/>
                  <a:pt x="86" y="199"/>
                </a:cubicBezTo>
                <a:cubicBezTo>
                  <a:pt x="86" y="198"/>
                  <a:pt x="86" y="197"/>
                  <a:pt x="84" y="197"/>
                </a:cubicBezTo>
                <a:cubicBezTo>
                  <a:pt x="84" y="195"/>
                  <a:pt x="81" y="195"/>
                  <a:pt x="82" y="193"/>
                </a:cubicBezTo>
                <a:cubicBezTo>
                  <a:pt x="82" y="191"/>
                  <a:pt x="83" y="190"/>
                  <a:pt x="84" y="190"/>
                </a:cubicBezTo>
                <a:cubicBezTo>
                  <a:pt x="87" y="189"/>
                  <a:pt x="85" y="185"/>
                  <a:pt x="86" y="185"/>
                </a:cubicBezTo>
                <a:cubicBezTo>
                  <a:pt x="88" y="185"/>
                  <a:pt x="89" y="185"/>
                  <a:pt x="91" y="185"/>
                </a:cubicBezTo>
                <a:cubicBezTo>
                  <a:pt x="93" y="185"/>
                  <a:pt x="95" y="185"/>
                  <a:pt x="96" y="184"/>
                </a:cubicBezTo>
                <a:cubicBezTo>
                  <a:pt x="98" y="183"/>
                  <a:pt x="99" y="179"/>
                  <a:pt x="101" y="179"/>
                </a:cubicBezTo>
                <a:cubicBezTo>
                  <a:pt x="100" y="179"/>
                  <a:pt x="100" y="179"/>
                  <a:pt x="100" y="179"/>
                </a:cubicBezTo>
                <a:cubicBezTo>
                  <a:pt x="100" y="178"/>
                  <a:pt x="95" y="177"/>
                  <a:pt x="97" y="175"/>
                </a:cubicBezTo>
                <a:cubicBezTo>
                  <a:pt x="100" y="172"/>
                  <a:pt x="101" y="176"/>
                  <a:pt x="103" y="177"/>
                </a:cubicBezTo>
                <a:cubicBezTo>
                  <a:pt x="103" y="175"/>
                  <a:pt x="104" y="172"/>
                  <a:pt x="105" y="171"/>
                </a:cubicBezTo>
                <a:cubicBezTo>
                  <a:pt x="106" y="171"/>
                  <a:pt x="106" y="173"/>
                  <a:pt x="107" y="174"/>
                </a:cubicBezTo>
                <a:cubicBezTo>
                  <a:pt x="107" y="173"/>
                  <a:pt x="107" y="173"/>
                  <a:pt x="108" y="172"/>
                </a:cubicBezTo>
                <a:cubicBezTo>
                  <a:pt x="111" y="175"/>
                  <a:pt x="111" y="169"/>
                  <a:pt x="111" y="167"/>
                </a:cubicBezTo>
                <a:cubicBezTo>
                  <a:pt x="112" y="167"/>
                  <a:pt x="112" y="167"/>
                  <a:pt x="112" y="168"/>
                </a:cubicBezTo>
                <a:cubicBezTo>
                  <a:pt x="112" y="170"/>
                  <a:pt x="114" y="175"/>
                  <a:pt x="117" y="174"/>
                </a:cubicBezTo>
                <a:cubicBezTo>
                  <a:pt x="117" y="173"/>
                  <a:pt x="118" y="173"/>
                  <a:pt x="119" y="173"/>
                </a:cubicBezTo>
                <a:cubicBezTo>
                  <a:pt x="120" y="176"/>
                  <a:pt x="122" y="178"/>
                  <a:pt x="123" y="181"/>
                </a:cubicBezTo>
                <a:cubicBezTo>
                  <a:pt x="123" y="184"/>
                  <a:pt x="126" y="183"/>
                  <a:pt x="128" y="183"/>
                </a:cubicBezTo>
                <a:cubicBezTo>
                  <a:pt x="131" y="183"/>
                  <a:pt x="133" y="184"/>
                  <a:pt x="136" y="186"/>
                </a:cubicBezTo>
                <a:cubicBezTo>
                  <a:pt x="138" y="186"/>
                  <a:pt x="141" y="186"/>
                  <a:pt x="144" y="186"/>
                </a:cubicBezTo>
                <a:cubicBezTo>
                  <a:pt x="144" y="185"/>
                  <a:pt x="144" y="185"/>
                  <a:pt x="144" y="184"/>
                </a:cubicBezTo>
                <a:cubicBezTo>
                  <a:pt x="148" y="184"/>
                  <a:pt x="147" y="180"/>
                  <a:pt x="151" y="180"/>
                </a:cubicBezTo>
                <a:cubicBezTo>
                  <a:pt x="150" y="180"/>
                  <a:pt x="148" y="177"/>
                  <a:pt x="148" y="176"/>
                </a:cubicBezTo>
                <a:cubicBezTo>
                  <a:pt x="149" y="175"/>
                  <a:pt x="150" y="176"/>
                  <a:pt x="151" y="176"/>
                </a:cubicBezTo>
                <a:cubicBezTo>
                  <a:pt x="152" y="176"/>
                  <a:pt x="152" y="175"/>
                  <a:pt x="153" y="174"/>
                </a:cubicBezTo>
                <a:cubicBezTo>
                  <a:pt x="154" y="173"/>
                  <a:pt x="161" y="174"/>
                  <a:pt x="160" y="171"/>
                </a:cubicBezTo>
                <a:cubicBezTo>
                  <a:pt x="159" y="171"/>
                  <a:pt x="158" y="170"/>
                  <a:pt x="159" y="169"/>
                </a:cubicBezTo>
                <a:cubicBezTo>
                  <a:pt x="160" y="168"/>
                  <a:pt x="161" y="168"/>
                  <a:pt x="164" y="168"/>
                </a:cubicBezTo>
                <a:cubicBezTo>
                  <a:pt x="164" y="170"/>
                  <a:pt x="163" y="172"/>
                  <a:pt x="165" y="173"/>
                </a:cubicBezTo>
                <a:cubicBezTo>
                  <a:pt x="165" y="173"/>
                  <a:pt x="165" y="174"/>
                  <a:pt x="165" y="174"/>
                </a:cubicBezTo>
                <a:cubicBezTo>
                  <a:pt x="165" y="173"/>
                  <a:pt x="165" y="173"/>
                  <a:pt x="165" y="172"/>
                </a:cubicBezTo>
                <a:cubicBezTo>
                  <a:pt x="167" y="170"/>
                  <a:pt x="169" y="169"/>
                  <a:pt x="171" y="166"/>
                </a:cubicBezTo>
                <a:cubicBezTo>
                  <a:pt x="172" y="165"/>
                  <a:pt x="172" y="164"/>
                  <a:pt x="173" y="162"/>
                </a:cubicBezTo>
                <a:cubicBezTo>
                  <a:pt x="174" y="161"/>
                  <a:pt x="175" y="158"/>
                  <a:pt x="177" y="157"/>
                </a:cubicBezTo>
                <a:cubicBezTo>
                  <a:pt x="178" y="155"/>
                  <a:pt x="181" y="155"/>
                  <a:pt x="183" y="154"/>
                </a:cubicBezTo>
                <a:cubicBezTo>
                  <a:pt x="185" y="152"/>
                  <a:pt x="184" y="151"/>
                  <a:pt x="187" y="150"/>
                </a:cubicBezTo>
                <a:cubicBezTo>
                  <a:pt x="189" y="149"/>
                  <a:pt x="190" y="147"/>
                  <a:pt x="192" y="147"/>
                </a:cubicBezTo>
                <a:cubicBezTo>
                  <a:pt x="192" y="146"/>
                  <a:pt x="192" y="146"/>
                  <a:pt x="192" y="145"/>
                </a:cubicBezTo>
                <a:cubicBezTo>
                  <a:pt x="191" y="145"/>
                  <a:pt x="191" y="145"/>
                  <a:pt x="190" y="145"/>
                </a:cubicBezTo>
                <a:cubicBezTo>
                  <a:pt x="189" y="146"/>
                  <a:pt x="188" y="146"/>
                  <a:pt x="186" y="146"/>
                </a:cubicBezTo>
                <a:cubicBezTo>
                  <a:pt x="187" y="145"/>
                  <a:pt x="189" y="144"/>
                  <a:pt x="190" y="143"/>
                </a:cubicBezTo>
                <a:cubicBezTo>
                  <a:pt x="189" y="143"/>
                  <a:pt x="188" y="142"/>
                  <a:pt x="187" y="142"/>
                </a:cubicBezTo>
                <a:cubicBezTo>
                  <a:pt x="187" y="144"/>
                  <a:pt x="186" y="146"/>
                  <a:pt x="184" y="147"/>
                </a:cubicBezTo>
                <a:cubicBezTo>
                  <a:pt x="184" y="148"/>
                  <a:pt x="183" y="148"/>
                  <a:pt x="182" y="148"/>
                </a:cubicBezTo>
                <a:cubicBezTo>
                  <a:pt x="183" y="147"/>
                  <a:pt x="183" y="143"/>
                  <a:pt x="183" y="142"/>
                </a:cubicBezTo>
                <a:cubicBezTo>
                  <a:pt x="184" y="141"/>
                  <a:pt x="186" y="139"/>
                  <a:pt x="186" y="138"/>
                </a:cubicBezTo>
                <a:cubicBezTo>
                  <a:pt x="188" y="137"/>
                  <a:pt x="191" y="136"/>
                  <a:pt x="193" y="135"/>
                </a:cubicBezTo>
                <a:cubicBezTo>
                  <a:pt x="196" y="133"/>
                  <a:pt x="200" y="130"/>
                  <a:pt x="202" y="133"/>
                </a:cubicBezTo>
                <a:cubicBezTo>
                  <a:pt x="204" y="136"/>
                  <a:pt x="201" y="138"/>
                  <a:pt x="200" y="139"/>
                </a:cubicBezTo>
                <a:cubicBezTo>
                  <a:pt x="199" y="140"/>
                  <a:pt x="193" y="143"/>
                  <a:pt x="193" y="142"/>
                </a:cubicBezTo>
                <a:cubicBezTo>
                  <a:pt x="193" y="143"/>
                  <a:pt x="193" y="144"/>
                  <a:pt x="193" y="145"/>
                </a:cubicBezTo>
                <a:cubicBezTo>
                  <a:pt x="194" y="146"/>
                  <a:pt x="194" y="144"/>
                  <a:pt x="195" y="144"/>
                </a:cubicBezTo>
                <a:cubicBezTo>
                  <a:pt x="196" y="143"/>
                  <a:pt x="198" y="143"/>
                  <a:pt x="199" y="142"/>
                </a:cubicBezTo>
                <a:cubicBezTo>
                  <a:pt x="201" y="142"/>
                  <a:pt x="204" y="142"/>
                  <a:pt x="206" y="141"/>
                </a:cubicBezTo>
                <a:cubicBezTo>
                  <a:pt x="210" y="139"/>
                  <a:pt x="214" y="137"/>
                  <a:pt x="218" y="135"/>
                </a:cubicBezTo>
                <a:cubicBezTo>
                  <a:pt x="223" y="133"/>
                  <a:pt x="228" y="134"/>
                  <a:pt x="233" y="132"/>
                </a:cubicBezTo>
                <a:cubicBezTo>
                  <a:pt x="236" y="130"/>
                  <a:pt x="241" y="129"/>
                  <a:pt x="242" y="125"/>
                </a:cubicBezTo>
                <a:cubicBezTo>
                  <a:pt x="243" y="123"/>
                  <a:pt x="243" y="120"/>
                  <a:pt x="246" y="120"/>
                </a:cubicBezTo>
                <a:cubicBezTo>
                  <a:pt x="246" y="117"/>
                  <a:pt x="253" y="115"/>
                  <a:pt x="255" y="114"/>
                </a:cubicBezTo>
                <a:cubicBezTo>
                  <a:pt x="256" y="113"/>
                  <a:pt x="259" y="113"/>
                  <a:pt x="260" y="112"/>
                </a:cubicBezTo>
                <a:cubicBezTo>
                  <a:pt x="261" y="111"/>
                  <a:pt x="261" y="108"/>
                  <a:pt x="261" y="106"/>
                </a:cubicBezTo>
                <a:cubicBezTo>
                  <a:pt x="260" y="106"/>
                  <a:pt x="259" y="106"/>
                  <a:pt x="258" y="106"/>
                </a:cubicBezTo>
                <a:cubicBezTo>
                  <a:pt x="258" y="102"/>
                  <a:pt x="263" y="100"/>
                  <a:pt x="267" y="98"/>
                </a:cubicBezTo>
                <a:cubicBezTo>
                  <a:pt x="270" y="96"/>
                  <a:pt x="273" y="92"/>
                  <a:pt x="275" y="89"/>
                </a:cubicBezTo>
                <a:cubicBezTo>
                  <a:pt x="274" y="88"/>
                  <a:pt x="274" y="88"/>
                  <a:pt x="273" y="88"/>
                </a:cubicBezTo>
                <a:cubicBezTo>
                  <a:pt x="272" y="89"/>
                  <a:pt x="273" y="89"/>
                  <a:pt x="272" y="90"/>
                </a:cubicBezTo>
                <a:cubicBezTo>
                  <a:pt x="272" y="90"/>
                  <a:pt x="271" y="90"/>
                  <a:pt x="270" y="90"/>
                </a:cubicBezTo>
                <a:cubicBezTo>
                  <a:pt x="270" y="90"/>
                  <a:pt x="269" y="91"/>
                  <a:pt x="269" y="91"/>
                </a:cubicBezTo>
                <a:cubicBezTo>
                  <a:pt x="268" y="92"/>
                  <a:pt x="267" y="91"/>
                  <a:pt x="265" y="92"/>
                </a:cubicBezTo>
                <a:cubicBezTo>
                  <a:pt x="264" y="92"/>
                  <a:pt x="264" y="93"/>
                  <a:pt x="263" y="93"/>
                </a:cubicBezTo>
                <a:cubicBezTo>
                  <a:pt x="263" y="89"/>
                  <a:pt x="264" y="88"/>
                  <a:pt x="269" y="88"/>
                </a:cubicBezTo>
                <a:cubicBezTo>
                  <a:pt x="274" y="88"/>
                  <a:pt x="270" y="83"/>
                  <a:pt x="269" y="81"/>
                </a:cubicBezTo>
                <a:cubicBezTo>
                  <a:pt x="267" y="78"/>
                  <a:pt x="266" y="75"/>
                  <a:pt x="265" y="73"/>
                </a:cubicBezTo>
                <a:cubicBezTo>
                  <a:pt x="265" y="71"/>
                  <a:pt x="265" y="64"/>
                  <a:pt x="267" y="63"/>
                </a:cubicBezTo>
                <a:cubicBezTo>
                  <a:pt x="267" y="61"/>
                  <a:pt x="269" y="59"/>
                  <a:pt x="271" y="58"/>
                </a:cubicBezTo>
                <a:cubicBezTo>
                  <a:pt x="273" y="56"/>
                  <a:pt x="275" y="54"/>
                  <a:pt x="277" y="53"/>
                </a:cubicBezTo>
                <a:cubicBezTo>
                  <a:pt x="279" y="52"/>
                  <a:pt x="282" y="50"/>
                  <a:pt x="285" y="50"/>
                </a:cubicBezTo>
                <a:cubicBezTo>
                  <a:pt x="286" y="50"/>
                  <a:pt x="287" y="50"/>
                  <a:pt x="289" y="50"/>
                </a:cubicBezTo>
                <a:cubicBezTo>
                  <a:pt x="291" y="50"/>
                  <a:pt x="292" y="51"/>
                  <a:pt x="294" y="51"/>
                </a:cubicBezTo>
                <a:cubicBezTo>
                  <a:pt x="294" y="51"/>
                  <a:pt x="296" y="47"/>
                  <a:pt x="297" y="47"/>
                </a:cubicBezTo>
                <a:cubicBezTo>
                  <a:pt x="298" y="46"/>
                  <a:pt x="298" y="46"/>
                  <a:pt x="298" y="46"/>
                </a:cubicBezTo>
                <a:cubicBezTo>
                  <a:pt x="299" y="41"/>
                  <a:pt x="296" y="41"/>
                  <a:pt x="293" y="38"/>
                </a:cubicBez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3" name="Freeform 295">
            <a:extLst>
              <a:ext uri="{FF2B5EF4-FFF2-40B4-BE49-F238E27FC236}">
                <a16:creationId xmlns:a16="http://schemas.microsoft.com/office/drawing/2014/main" id="{58B12276-E1E1-4D36-97A4-0819E27AAC13}"/>
              </a:ext>
            </a:extLst>
          </p:cNvPr>
          <p:cNvSpPr>
            <a:spLocks/>
          </p:cNvSpPr>
          <p:nvPr/>
        </p:nvSpPr>
        <p:spPr bwMode="auto">
          <a:xfrm>
            <a:off x="3555929" y="4250600"/>
            <a:ext cx="3060" cy="0"/>
          </a:xfrm>
          <a:custGeom>
            <a:avLst/>
            <a:gdLst>
              <a:gd name="T0" fmla="*/ 3 w 3"/>
              <a:gd name="T1" fmla="*/ 0 w 3"/>
              <a:gd name="T2" fmla="*/ 3 w 3"/>
            </a:gdLst>
            <a:ahLst/>
            <a:cxnLst>
              <a:cxn ang="0">
                <a:pos x="T0" y="0"/>
              </a:cxn>
              <a:cxn ang="0">
                <a:pos x="T1" y="0"/>
              </a:cxn>
              <a:cxn ang="0">
                <a:pos x="T2" y="0"/>
              </a:cxn>
            </a:cxnLst>
            <a:rect l="0" t="0" r="r" b="b"/>
            <a:pathLst>
              <a:path w="3">
                <a:moveTo>
                  <a:pt x="3" y="0"/>
                </a:moveTo>
                <a:lnTo>
                  <a:pt x="0" y="0"/>
                </a:lnTo>
                <a:lnTo>
                  <a:pt x="3"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4" name="Freeform 296">
            <a:extLst>
              <a:ext uri="{FF2B5EF4-FFF2-40B4-BE49-F238E27FC236}">
                <a16:creationId xmlns:a16="http://schemas.microsoft.com/office/drawing/2014/main" id="{0928441F-CA7E-4381-B66D-96D9486CD727}"/>
              </a:ext>
            </a:extLst>
          </p:cNvPr>
          <p:cNvSpPr>
            <a:spLocks/>
          </p:cNvSpPr>
          <p:nvPr/>
        </p:nvSpPr>
        <p:spPr bwMode="auto">
          <a:xfrm>
            <a:off x="3040897" y="4913774"/>
            <a:ext cx="0" cy="1971"/>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5" name="Freeform 297">
            <a:extLst>
              <a:ext uri="{FF2B5EF4-FFF2-40B4-BE49-F238E27FC236}">
                <a16:creationId xmlns:a16="http://schemas.microsoft.com/office/drawing/2014/main" id="{9525C576-82F5-4307-A799-718B6C6C07C6}"/>
              </a:ext>
            </a:extLst>
          </p:cNvPr>
          <p:cNvSpPr>
            <a:spLocks/>
          </p:cNvSpPr>
          <p:nvPr/>
        </p:nvSpPr>
        <p:spPr bwMode="auto">
          <a:xfrm>
            <a:off x="2672726" y="5387753"/>
            <a:ext cx="0" cy="1971"/>
          </a:xfrm>
          <a:custGeom>
            <a:avLst/>
            <a:gdLst>
              <a:gd name="T0" fmla="*/ 2 h 2"/>
              <a:gd name="T1" fmla="*/ 0 h 2"/>
              <a:gd name="T2" fmla="*/ 2 h 2"/>
            </a:gdLst>
            <a:ahLst/>
            <a:cxnLst>
              <a:cxn ang="0">
                <a:pos x="0" y="T0"/>
              </a:cxn>
              <a:cxn ang="0">
                <a:pos x="0" y="T1"/>
              </a:cxn>
              <a:cxn ang="0">
                <a:pos x="0" y="T2"/>
              </a:cxn>
            </a:cxnLst>
            <a:rect l="0" t="0" r="r" b="b"/>
            <a:pathLst>
              <a:path h="2">
                <a:moveTo>
                  <a:pt x="0" y="2"/>
                </a:moveTo>
                <a:lnTo>
                  <a:pt x="0"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6" name="Freeform 298">
            <a:extLst>
              <a:ext uri="{FF2B5EF4-FFF2-40B4-BE49-F238E27FC236}">
                <a16:creationId xmlns:a16="http://schemas.microsoft.com/office/drawing/2014/main" id="{1DB9E52E-7DCE-4CAE-A1F5-37FEA4551EA7}"/>
              </a:ext>
            </a:extLst>
          </p:cNvPr>
          <p:cNvSpPr>
            <a:spLocks/>
          </p:cNvSpPr>
          <p:nvPr/>
        </p:nvSpPr>
        <p:spPr bwMode="auto">
          <a:xfrm>
            <a:off x="2661508" y="5376914"/>
            <a:ext cx="2039" cy="3942"/>
          </a:xfrm>
          <a:custGeom>
            <a:avLst/>
            <a:gdLst>
              <a:gd name="T0" fmla="*/ 1 w 1"/>
              <a:gd name="T1" fmla="*/ 2 h 2"/>
              <a:gd name="T2" fmla="*/ 0 w 1"/>
              <a:gd name="T3" fmla="*/ 0 h 2"/>
              <a:gd name="T4" fmla="*/ 1 w 1"/>
              <a:gd name="T5" fmla="*/ 2 h 2"/>
            </a:gdLst>
            <a:ahLst/>
            <a:cxnLst>
              <a:cxn ang="0">
                <a:pos x="T0" y="T1"/>
              </a:cxn>
              <a:cxn ang="0">
                <a:pos x="T2" y="T3"/>
              </a:cxn>
              <a:cxn ang="0">
                <a:pos x="T4" y="T5"/>
              </a:cxn>
            </a:cxnLst>
            <a:rect l="0" t="0" r="r" b="b"/>
            <a:pathLst>
              <a:path w="1" h="2">
                <a:moveTo>
                  <a:pt x="1" y="2"/>
                </a:moveTo>
                <a:cubicBezTo>
                  <a:pt x="1" y="2"/>
                  <a:pt x="1" y="1"/>
                  <a:pt x="0" y="0"/>
                </a:cubicBezTo>
                <a:cubicBezTo>
                  <a:pt x="1" y="1"/>
                  <a:pt x="1" y="2"/>
                  <a:pt x="1"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7" name="Freeform 299">
            <a:extLst>
              <a:ext uri="{FF2B5EF4-FFF2-40B4-BE49-F238E27FC236}">
                <a16:creationId xmlns:a16="http://schemas.microsoft.com/office/drawing/2014/main" id="{3A592F78-F04C-4DFF-AB9A-17576E425417}"/>
              </a:ext>
            </a:extLst>
          </p:cNvPr>
          <p:cNvSpPr>
            <a:spLocks/>
          </p:cNvSpPr>
          <p:nvPr/>
        </p:nvSpPr>
        <p:spPr bwMode="auto">
          <a:xfrm>
            <a:off x="2536065" y="5089176"/>
            <a:ext cx="0" cy="1971"/>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0"/>
                  <a:pt x="0" y="1"/>
                  <a:pt x="0" y="1"/>
                </a:cubicBezTo>
                <a:cubicBezTo>
                  <a:pt x="0" y="1"/>
                  <a:pt x="0" y="1"/>
                  <a:pt x="0" y="1"/>
                </a:cubicBezTo>
                <a:cubicBezTo>
                  <a:pt x="0" y="1"/>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8" name="Rectangle 300">
            <a:extLst>
              <a:ext uri="{FF2B5EF4-FFF2-40B4-BE49-F238E27FC236}">
                <a16:creationId xmlns:a16="http://schemas.microsoft.com/office/drawing/2014/main" id="{8E9240B8-A13E-41B3-B487-AAFEA7B7B879}"/>
              </a:ext>
            </a:extLst>
          </p:cNvPr>
          <p:cNvSpPr>
            <a:spLocks noChangeArrowheads="1"/>
          </p:cNvSpPr>
          <p:nvPr/>
        </p:nvSpPr>
        <p:spPr bwMode="auto">
          <a:xfrm>
            <a:off x="2633972" y="5065526"/>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29" name="Freeform 301">
            <a:extLst>
              <a:ext uri="{FF2B5EF4-FFF2-40B4-BE49-F238E27FC236}">
                <a16:creationId xmlns:a16="http://schemas.microsoft.com/office/drawing/2014/main" id="{B2C10E55-F490-42F2-B576-FD2D1F68DB88}"/>
              </a:ext>
            </a:extLst>
          </p:cNvPr>
          <p:cNvSpPr>
            <a:spLocks/>
          </p:cNvSpPr>
          <p:nvPr/>
        </p:nvSpPr>
        <p:spPr bwMode="auto">
          <a:xfrm>
            <a:off x="2432038" y="488027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0" name="Freeform 302">
            <a:extLst>
              <a:ext uri="{FF2B5EF4-FFF2-40B4-BE49-F238E27FC236}">
                <a16:creationId xmlns:a16="http://schemas.microsoft.com/office/drawing/2014/main" id="{FC9D2177-E2C5-4D8E-9C1E-60944D7285BE}"/>
              </a:ext>
            </a:extLst>
          </p:cNvPr>
          <p:cNvSpPr>
            <a:spLocks/>
          </p:cNvSpPr>
          <p:nvPr/>
        </p:nvSpPr>
        <p:spPr bwMode="auto">
          <a:xfrm>
            <a:off x="2633972" y="506257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1" name="Freeform 303">
            <a:extLst>
              <a:ext uri="{FF2B5EF4-FFF2-40B4-BE49-F238E27FC236}">
                <a16:creationId xmlns:a16="http://schemas.microsoft.com/office/drawing/2014/main" id="{D204D7E6-D520-4412-945F-813956A5D81C}"/>
              </a:ext>
            </a:extLst>
          </p:cNvPr>
          <p:cNvSpPr>
            <a:spLocks/>
          </p:cNvSpPr>
          <p:nvPr/>
        </p:nvSpPr>
        <p:spPr bwMode="auto">
          <a:xfrm>
            <a:off x="2345350" y="4290016"/>
            <a:ext cx="510952" cy="727227"/>
          </a:xfrm>
          <a:custGeom>
            <a:avLst/>
            <a:gdLst>
              <a:gd name="T0" fmla="*/ 214 w 225"/>
              <a:gd name="T1" fmla="*/ 235 h 331"/>
              <a:gd name="T2" fmla="*/ 201 w 225"/>
              <a:gd name="T3" fmla="*/ 231 h 331"/>
              <a:gd name="T4" fmla="*/ 196 w 225"/>
              <a:gd name="T5" fmla="*/ 216 h 331"/>
              <a:gd name="T6" fmla="*/ 188 w 225"/>
              <a:gd name="T7" fmla="*/ 220 h 331"/>
              <a:gd name="T8" fmla="*/ 171 w 225"/>
              <a:gd name="T9" fmla="*/ 227 h 331"/>
              <a:gd name="T10" fmla="*/ 154 w 225"/>
              <a:gd name="T11" fmla="*/ 223 h 331"/>
              <a:gd name="T12" fmla="*/ 147 w 225"/>
              <a:gd name="T13" fmla="*/ 206 h 331"/>
              <a:gd name="T14" fmla="*/ 158 w 225"/>
              <a:gd name="T15" fmla="*/ 212 h 331"/>
              <a:gd name="T16" fmla="*/ 171 w 225"/>
              <a:gd name="T17" fmla="*/ 201 h 331"/>
              <a:gd name="T18" fmla="*/ 164 w 225"/>
              <a:gd name="T19" fmla="*/ 196 h 331"/>
              <a:gd name="T20" fmla="*/ 147 w 225"/>
              <a:gd name="T21" fmla="*/ 201 h 331"/>
              <a:gd name="T22" fmla="*/ 148 w 225"/>
              <a:gd name="T23" fmla="*/ 191 h 331"/>
              <a:gd name="T24" fmla="*/ 140 w 225"/>
              <a:gd name="T25" fmla="*/ 175 h 331"/>
              <a:gd name="T26" fmla="*/ 146 w 225"/>
              <a:gd name="T27" fmla="*/ 163 h 331"/>
              <a:gd name="T28" fmla="*/ 157 w 225"/>
              <a:gd name="T29" fmla="*/ 151 h 331"/>
              <a:gd name="T30" fmla="*/ 156 w 225"/>
              <a:gd name="T31" fmla="*/ 125 h 331"/>
              <a:gd name="T32" fmla="*/ 177 w 225"/>
              <a:gd name="T33" fmla="*/ 99 h 331"/>
              <a:gd name="T34" fmla="*/ 177 w 225"/>
              <a:gd name="T35" fmla="*/ 86 h 331"/>
              <a:gd name="T36" fmla="*/ 178 w 225"/>
              <a:gd name="T37" fmla="*/ 62 h 331"/>
              <a:gd name="T38" fmla="*/ 180 w 225"/>
              <a:gd name="T39" fmla="*/ 42 h 331"/>
              <a:gd name="T40" fmla="*/ 194 w 225"/>
              <a:gd name="T41" fmla="*/ 18 h 331"/>
              <a:gd name="T42" fmla="*/ 187 w 225"/>
              <a:gd name="T43" fmla="*/ 7 h 331"/>
              <a:gd name="T44" fmla="*/ 162 w 225"/>
              <a:gd name="T45" fmla="*/ 15 h 331"/>
              <a:gd name="T46" fmla="*/ 151 w 225"/>
              <a:gd name="T47" fmla="*/ 20 h 331"/>
              <a:gd name="T48" fmla="*/ 139 w 225"/>
              <a:gd name="T49" fmla="*/ 29 h 331"/>
              <a:gd name="T50" fmla="*/ 128 w 225"/>
              <a:gd name="T51" fmla="*/ 41 h 331"/>
              <a:gd name="T52" fmla="*/ 115 w 225"/>
              <a:gd name="T53" fmla="*/ 46 h 331"/>
              <a:gd name="T54" fmla="*/ 91 w 225"/>
              <a:gd name="T55" fmla="*/ 44 h 331"/>
              <a:gd name="T56" fmla="*/ 86 w 225"/>
              <a:gd name="T57" fmla="*/ 61 h 331"/>
              <a:gd name="T58" fmla="*/ 54 w 225"/>
              <a:gd name="T59" fmla="*/ 63 h 331"/>
              <a:gd name="T60" fmla="*/ 40 w 225"/>
              <a:gd name="T61" fmla="*/ 79 h 331"/>
              <a:gd name="T62" fmla="*/ 22 w 225"/>
              <a:gd name="T63" fmla="*/ 82 h 331"/>
              <a:gd name="T64" fmla="*/ 28 w 225"/>
              <a:gd name="T65" fmla="*/ 103 h 331"/>
              <a:gd name="T66" fmla="*/ 17 w 225"/>
              <a:gd name="T67" fmla="*/ 116 h 331"/>
              <a:gd name="T68" fmla="*/ 16 w 225"/>
              <a:gd name="T69" fmla="*/ 131 h 331"/>
              <a:gd name="T70" fmla="*/ 16 w 225"/>
              <a:gd name="T71" fmla="*/ 148 h 331"/>
              <a:gd name="T72" fmla="*/ 9 w 225"/>
              <a:gd name="T73" fmla="*/ 158 h 331"/>
              <a:gd name="T74" fmla="*/ 3 w 225"/>
              <a:gd name="T75" fmla="*/ 166 h 331"/>
              <a:gd name="T76" fmla="*/ 14 w 225"/>
              <a:gd name="T77" fmla="*/ 175 h 331"/>
              <a:gd name="T78" fmla="*/ 19 w 225"/>
              <a:gd name="T79" fmla="*/ 190 h 331"/>
              <a:gd name="T80" fmla="*/ 26 w 225"/>
              <a:gd name="T81" fmla="*/ 209 h 331"/>
              <a:gd name="T82" fmla="*/ 29 w 225"/>
              <a:gd name="T83" fmla="*/ 231 h 331"/>
              <a:gd name="T84" fmla="*/ 32 w 225"/>
              <a:gd name="T85" fmla="*/ 245 h 331"/>
              <a:gd name="T86" fmla="*/ 38 w 225"/>
              <a:gd name="T87" fmla="*/ 268 h 331"/>
              <a:gd name="T88" fmla="*/ 48 w 225"/>
              <a:gd name="T89" fmla="*/ 274 h 331"/>
              <a:gd name="T90" fmla="*/ 58 w 225"/>
              <a:gd name="T91" fmla="*/ 276 h 331"/>
              <a:gd name="T92" fmla="*/ 62 w 225"/>
              <a:gd name="T93" fmla="*/ 286 h 331"/>
              <a:gd name="T94" fmla="*/ 84 w 225"/>
              <a:gd name="T95" fmla="*/ 306 h 331"/>
              <a:gd name="T96" fmla="*/ 103 w 225"/>
              <a:gd name="T97" fmla="*/ 316 h 331"/>
              <a:gd name="T98" fmla="*/ 115 w 225"/>
              <a:gd name="T99" fmla="*/ 326 h 331"/>
              <a:gd name="T100" fmla="*/ 130 w 225"/>
              <a:gd name="T101" fmla="*/ 330 h 331"/>
              <a:gd name="T102" fmla="*/ 149 w 225"/>
              <a:gd name="T103" fmla="*/ 322 h 331"/>
              <a:gd name="T104" fmla="*/ 179 w 225"/>
              <a:gd name="T105" fmla="*/ 312 h 331"/>
              <a:gd name="T106" fmla="*/ 175 w 225"/>
              <a:gd name="T107" fmla="*/ 288 h 331"/>
              <a:gd name="T108" fmla="*/ 193 w 225"/>
              <a:gd name="T109" fmla="*/ 272 h 331"/>
              <a:gd name="T110" fmla="*/ 209 w 225"/>
              <a:gd name="T111" fmla="*/ 271 h 331"/>
              <a:gd name="T112" fmla="*/ 222 w 225"/>
              <a:gd name="T113" fmla="*/ 26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5" h="331">
                <a:moveTo>
                  <a:pt x="224" y="249"/>
                </a:moveTo>
                <a:cubicBezTo>
                  <a:pt x="221" y="247"/>
                  <a:pt x="218" y="248"/>
                  <a:pt x="215" y="248"/>
                </a:cubicBezTo>
                <a:cubicBezTo>
                  <a:pt x="215" y="247"/>
                  <a:pt x="215" y="246"/>
                  <a:pt x="214" y="245"/>
                </a:cubicBezTo>
                <a:cubicBezTo>
                  <a:pt x="214" y="244"/>
                  <a:pt x="214" y="242"/>
                  <a:pt x="214" y="241"/>
                </a:cubicBezTo>
                <a:cubicBezTo>
                  <a:pt x="214" y="240"/>
                  <a:pt x="216" y="236"/>
                  <a:pt x="214" y="235"/>
                </a:cubicBezTo>
                <a:cubicBezTo>
                  <a:pt x="213" y="234"/>
                  <a:pt x="206" y="234"/>
                  <a:pt x="206" y="236"/>
                </a:cubicBezTo>
                <a:cubicBezTo>
                  <a:pt x="205" y="236"/>
                  <a:pt x="205" y="236"/>
                  <a:pt x="205" y="236"/>
                </a:cubicBezTo>
                <a:cubicBezTo>
                  <a:pt x="205" y="235"/>
                  <a:pt x="206" y="233"/>
                  <a:pt x="205" y="232"/>
                </a:cubicBezTo>
                <a:cubicBezTo>
                  <a:pt x="205" y="232"/>
                  <a:pt x="204" y="231"/>
                  <a:pt x="204" y="231"/>
                </a:cubicBezTo>
                <a:cubicBezTo>
                  <a:pt x="203" y="231"/>
                  <a:pt x="202" y="232"/>
                  <a:pt x="201" y="231"/>
                </a:cubicBezTo>
                <a:cubicBezTo>
                  <a:pt x="199" y="230"/>
                  <a:pt x="201" y="229"/>
                  <a:pt x="202" y="230"/>
                </a:cubicBezTo>
                <a:cubicBezTo>
                  <a:pt x="202" y="228"/>
                  <a:pt x="204" y="222"/>
                  <a:pt x="201" y="221"/>
                </a:cubicBezTo>
                <a:cubicBezTo>
                  <a:pt x="200" y="220"/>
                  <a:pt x="196" y="220"/>
                  <a:pt x="196" y="222"/>
                </a:cubicBezTo>
                <a:cubicBezTo>
                  <a:pt x="196" y="222"/>
                  <a:pt x="195" y="222"/>
                  <a:pt x="195" y="222"/>
                </a:cubicBezTo>
                <a:cubicBezTo>
                  <a:pt x="195" y="220"/>
                  <a:pt x="196" y="219"/>
                  <a:pt x="196" y="216"/>
                </a:cubicBezTo>
                <a:cubicBezTo>
                  <a:pt x="196" y="216"/>
                  <a:pt x="195" y="216"/>
                  <a:pt x="195" y="216"/>
                </a:cubicBezTo>
                <a:cubicBezTo>
                  <a:pt x="194" y="217"/>
                  <a:pt x="195" y="218"/>
                  <a:pt x="194" y="218"/>
                </a:cubicBezTo>
                <a:cubicBezTo>
                  <a:pt x="194" y="218"/>
                  <a:pt x="193" y="218"/>
                  <a:pt x="193" y="218"/>
                </a:cubicBezTo>
                <a:cubicBezTo>
                  <a:pt x="193" y="216"/>
                  <a:pt x="189" y="217"/>
                  <a:pt x="187" y="217"/>
                </a:cubicBezTo>
                <a:cubicBezTo>
                  <a:pt x="188" y="218"/>
                  <a:pt x="188" y="219"/>
                  <a:pt x="188" y="220"/>
                </a:cubicBezTo>
                <a:cubicBezTo>
                  <a:pt x="186" y="220"/>
                  <a:pt x="185" y="221"/>
                  <a:pt x="184" y="223"/>
                </a:cubicBezTo>
                <a:cubicBezTo>
                  <a:pt x="183" y="224"/>
                  <a:pt x="181" y="224"/>
                  <a:pt x="180" y="224"/>
                </a:cubicBezTo>
                <a:cubicBezTo>
                  <a:pt x="180" y="225"/>
                  <a:pt x="180" y="225"/>
                  <a:pt x="180" y="225"/>
                </a:cubicBezTo>
                <a:cubicBezTo>
                  <a:pt x="177" y="225"/>
                  <a:pt x="174" y="224"/>
                  <a:pt x="172" y="224"/>
                </a:cubicBezTo>
                <a:cubicBezTo>
                  <a:pt x="172" y="225"/>
                  <a:pt x="172" y="226"/>
                  <a:pt x="171" y="227"/>
                </a:cubicBezTo>
                <a:cubicBezTo>
                  <a:pt x="171" y="225"/>
                  <a:pt x="171" y="225"/>
                  <a:pt x="171" y="225"/>
                </a:cubicBezTo>
                <a:cubicBezTo>
                  <a:pt x="167" y="225"/>
                  <a:pt x="168" y="222"/>
                  <a:pt x="168" y="220"/>
                </a:cubicBezTo>
                <a:cubicBezTo>
                  <a:pt x="166" y="220"/>
                  <a:pt x="161" y="220"/>
                  <a:pt x="159" y="218"/>
                </a:cubicBezTo>
                <a:cubicBezTo>
                  <a:pt x="158" y="217"/>
                  <a:pt x="157" y="215"/>
                  <a:pt x="155" y="216"/>
                </a:cubicBezTo>
                <a:cubicBezTo>
                  <a:pt x="154" y="217"/>
                  <a:pt x="155" y="223"/>
                  <a:pt x="154" y="223"/>
                </a:cubicBezTo>
                <a:cubicBezTo>
                  <a:pt x="152" y="223"/>
                  <a:pt x="149" y="223"/>
                  <a:pt x="147" y="222"/>
                </a:cubicBezTo>
                <a:cubicBezTo>
                  <a:pt x="147" y="221"/>
                  <a:pt x="148" y="219"/>
                  <a:pt x="148" y="217"/>
                </a:cubicBezTo>
                <a:cubicBezTo>
                  <a:pt x="152" y="217"/>
                  <a:pt x="152" y="214"/>
                  <a:pt x="150" y="212"/>
                </a:cubicBezTo>
                <a:cubicBezTo>
                  <a:pt x="149" y="211"/>
                  <a:pt x="148" y="211"/>
                  <a:pt x="147" y="210"/>
                </a:cubicBezTo>
                <a:cubicBezTo>
                  <a:pt x="146" y="209"/>
                  <a:pt x="147" y="208"/>
                  <a:pt x="147" y="206"/>
                </a:cubicBezTo>
                <a:cubicBezTo>
                  <a:pt x="146" y="206"/>
                  <a:pt x="144" y="205"/>
                  <a:pt x="143" y="205"/>
                </a:cubicBezTo>
                <a:cubicBezTo>
                  <a:pt x="143" y="204"/>
                  <a:pt x="143" y="203"/>
                  <a:pt x="143" y="202"/>
                </a:cubicBezTo>
                <a:cubicBezTo>
                  <a:pt x="147" y="203"/>
                  <a:pt x="150" y="205"/>
                  <a:pt x="151" y="208"/>
                </a:cubicBezTo>
                <a:cubicBezTo>
                  <a:pt x="152" y="211"/>
                  <a:pt x="155" y="209"/>
                  <a:pt x="156" y="213"/>
                </a:cubicBezTo>
                <a:cubicBezTo>
                  <a:pt x="157" y="214"/>
                  <a:pt x="157" y="213"/>
                  <a:pt x="158" y="212"/>
                </a:cubicBezTo>
                <a:cubicBezTo>
                  <a:pt x="161" y="211"/>
                  <a:pt x="164" y="213"/>
                  <a:pt x="166" y="216"/>
                </a:cubicBezTo>
                <a:cubicBezTo>
                  <a:pt x="168" y="220"/>
                  <a:pt x="173" y="215"/>
                  <a:pt x="168" y="213"/>
                </a:cubicBezTo>
                <a:cubicBezTo>
                  <a:pt x="166" y="212"/>
                  <a:pt x="165" y="208"/>
                  <a:pt x="167" y="206"/>
                </a:cubicBezTo>
                <a:cubicBezTo>
                  <a:pt x="169" y="205"/>
                  <a:pt x="174" y="207"/>
                  <a:pt x="174" y="204"/>
                </a:cubicBezTo>
                <a:cubicBezTo>
                  <a:pt x="172" y="204"/>
                  <a:pt x="171" y="202"/>
                  <a:pt x="171" y="201"/>
                </a:cubicBezTo>
                <a:cubicBezTo>
                  <a:pt x="170" y="200"/>
                  <a:pt x="170" y="200"/>
                  <a:pt x="170" y="199"/>
                </a:cubicBezTo>
                <a:cubicBezTo>
                  <a:pt x="170" y="197"/>
                  <a:pt x="169" y="198"/>
                  <a:pt x="168" y="197"/>
                </a:cubicBezTo>
                <a:cubicBezTo>
                  <a:pt x="168" y="198"/>
                  <a:pt x="169" y="202"/>
                  <a:pt x="168" y="202"/>
                </a:cubicBezTo>
                <a:cubicBezTo>
                  <a:pt x="168" y="203"/>
                  <a:pt x="165" y="200"/>
                  <a:pt x="164" y="200"/>
                </a:cubicBezTo>
                <a:cubicBezTo>
                  <a:pt x="164" y="199"/>
                  <a:pt x="164" y="198"/>
                  <a:pt x="164" y="196"/>
                </a:cubicBezTo>
                <a:cubicBezTo>
                  <a:pt x="163" y="196"/>
                  <a:pt x="163" y="196"/>
                  <a:pt x="163" y="196"/>
                </a:cubicBezTo>
                <a:cubicBezTo>
                  <a:pt x="163" y="198"/>
                  <a:pt x="160" y="197"/>
                  <a:pt x="158" y="197"/>
                </a:cubicBezTo>
                <a:cubicBezTo>
                  <a:pt x="155" y="197"/>
                  <a:pt x="155" y="199"/>
                  <a:pt x="155" y="201"/>
                </a:cubicBezTo>
                <a:cubicBezTo>
                  <a:pt x="154" y="201"/>
                  <a:pt x="153" y="201"/>
                  <a:pt x="152" y="201"/>
                </a:cubicBezTo>
                <a:cubicBezTo>
                  <a:pt x="151" y="200"/>
                  <a:pt x="149" y="201"/>
                  <a:pt x="147" y="201"/>
                </a:cubicBezTo>
                <a:cubicBezTo>
                  <a:pt x="145" y="200"/>
                  <a:pt x="146" y="197"/>
                  <a:pt x="146" y="196"/>
                </a:cubicBezTo>
                <a:cubicBezTo>
                  <a:pt x="144" y="196"/>
                  <a:pt x="144" y="195"/>
                  <a:pt x="144" y="193"/>
                </a:cubicBezTo>
                <a:cubicBezTo>
                  <a:pt x="144" y="193"/>
                  <a:pt x="144" y="193"/>
                  <a:pt x="144" y="193"/>
                </a:cubicBezTo>
                <a:cubicBezTo>
                  <a:pt x="145" y="193"/>
                  <a:pt x="145" y="193"/>
                  <a:pt x="145" y="192"/>
                </a:cubicBezTo>
                <a:cubicBezTo>
                  <a:pt x="145" y="191"/>
                  <a:pt x="146" y="191"/>
                  <a:pt x="148" y="191"/>
                </a:cubicBezTo>
                <a:cubicBezTo>
                  <a:pt x="148" y="189"/>
                  <a:pt x="147" y="189"/>
                  <a:pt x="145" y="189"/>
                </a:cubicBezTo>
                <a:cubicBezTo>
                  <a:pt x="143" y="190"/>
                  <a:pt x="143" y="188"/>
                  <a:pt x="141" y="187"/>
                </a:cubicBezTo>
                <a:cubicBezTo>
                  <a:pt x="141" y="186"/>
                  <a:pt x="140" y="186"/>
                  <a:pt x="139" y="185"/>
                </a:cubicBezTo>
                <a:cubicBezTo>
                  <a:pt x="138" y="184"/>
                  <a:pt x="138" y="182"/>
                  <a:pt x="138" y="180"/>
                </a:cubicBezTo>
                <a:cubicBezTo>
                  <a:pt x="139" y="180"/>
                  <a:pt x="140" y="175"/>
                  <a:pt x="140" y="175"/>
                </a:cubicBezTo>
                <a:cubicBezTo>
                  <a:pt x="140" y="175"/>
                  <a:pt x="141" y="174"/>
                  <a:pt x="141" y="175"/>
                </a:cubicBezTo>
                <a:cubicBezTo>
                  <a:pt x="142" y="171"/>
                  <a:pt x="142" y="168"/>
                  <a:pt x="143" y="165"/>
                </a:cubicBezTo>
                <a:cubicBezTo>
                  <a:pt x="139" y="165"/>
                  <a:pt x="139" y="164"/>
                  <a:pt x="139" y="161"/>
                </a:cubicBezTo>
                <a:cubicBezTo>
                  <a:pt x="140" y="161"/>
                  <a:pt x="140" y="160"/>
                  <a:pt x="141" y="159"/>
                </a:cubicBezTo>
                <a:cubicBezTo>
                  <a:pt x="142" y="160"/>
                  <a:pt x="143" y="163"/>
                  <a:pt x="146" y="163"/>
                </a:cubicBezTo>
                <a:cubicBezTo>
                  <a:pt x="148" y="163"/>
                  <a:pt x="150" y="162"/>
                  <a:pt x="152" y="163"/>
                </a:cubicBezTo>
                <a:cubicBezTo>
                  <a:pt x="154" y="163"/>
                  <a:pt x="155" y="165"/>
                  <a:pt x="156" y="162"/>
                </a:cubicBezTo>
                <a:cubicBezTo>
                  <a:pt x="158" y="160"/>
                  <a:pt x="161" y="160"/>
                  <a:pt x="159" y="157"/>
                </a:cubicBezTo>
                <a:cubicBezTo>
                  <a:pt x="159" y="157"/>
                  <a:pt x="158" y="156"/>
                  <a:pt x="158" y="156"/>
                </a:cubicBezTo>
                <a:cubicBezTo>
                  <a:pt x="157" y="155"/>
                  <a:pt x="157" y="152"/>
                  <a:pt x="157" y="151"/>
                </a:cubicBezTo>
                <a:cubicBezTo>
                  <a:pt x="157" y="148"/>
                  <a:pt x="154" y="146"/>
                  <a:pt x="152" y="144"/>
                </a:cubicBezTo>
                <a:cubicBezTo>
                  <a:pt x="150" y="142"/>
                  <a:pt x="154" y="141"/>
                  <a:pt x="154" y="139"/>
                </a:cubicBezTo>
                <a:cubicBezTo>
                  <a:pt x="154" y="136"/>
                  <a:pt x="154" y="134"/>
                  <a:pt x="158" y="134"/>
                </a:cubicBezTo>
                <a:cubicBezTo>
                  <a:pt x="158" y="133"/>
                  <a:pt x="158" y="132"/>
                  <a:pt x="158" y="131"/>
                </a:cubicBezTo>
                <a:cubicBezTo>
                  <a:pt x="155" y="131"/>
                  <a:pt x="155" y="128"/>
                  <a:pt x="156" y="125"/>
                </a:cubicBezTo>
                <a:cubicBezTo>
                  <a:pt x="159" y="116"/>
                  <a:pt x="172" y="122"/>
                  <a:pt x="179" y="122"/>
                </a:cubicBezTo>
                <a:cubicBezTo>
                  <a:pt x="179" y="117"/>
                  <a:pt x="177" y="108"/>
                  <a:pt x="181" y="104"/>
                </a:cubicBezTo>
                <a:cubicBezTo>
                  <a:pt x="183" y="104"/>
                  <a:pt x="185" y="104"/>
                  <a:pt x="185" y="101"/>
                </a:cubicBezTo>
                <a:cubicBezTo>
                  <a:pt x="185" y="101"/>
                  <a:pt x="184" y="101"/>
                  <a:pt x="183" y="101"/>
                </a:cubicBezTo>
                <a:cubicBezTo>
                  <a:pt x="182" y="99"/>
                  <a:pt x="178" y="99"/>
                  <a:pt x="177" y="99"/>
                </a:cubicBezTo>
                <a:cubicBezTo>
                  <a:pt x="173" y="99"/>
                  <a:pt x="170" y="97"/>
                  <a:pt x="167" y="96"/>
                </a:cubicBezTo>
                <a:cubicBezTo>
                  <a:pt x="166" y="92"/>
                  <a:pt x="172" y="94"/>
                  <a:pt x="175" y="93"/>
                </a:cubicBezTo>
                <a:cubicBezTo>
                  <a:pt x="175" y="92"/>
                  <a:pt x="177" y="90"/>
                  <a:pt x="178" y="90"/>
                </a:cubicBezTo>
                <a:cubicBezTo>
                  <a:pt x="178" y="89"/>
                  <a:pt x="178" y="88"/>
                  <a:pt x="179" y="88"/>
                </a:cubicBezTo>
                <a:cubicBezTo>
                  <a:pt x="179" y="86"/>
                  <a:pt x="179" y="86"/>
                  <a:pt x="177" y="86"/>
                </a:cubicBezTo>
                <a:cubicBezTo>
                  <a:pt x="178" y="84"/>
                  <a:pt x="177" y="82"/>
                  <a:pt x="177" y="80"/>
                </a:cubicBezTo>
                <a:cubicBezTo>
                  <a:pt x="178" y="80"/>
                  <a:pt x="179" y="80"/>
                  <a:pt x="180" y="80"/>
                </a:cubicBezTo>
                <a:cubicBezTo>
                  <a:pt x="180" y="78"/>
                  <a:pt x="177" y="76"/>
                  <a:pt x="179" y="74"/>
                </a:cubicBezTo>
                <a:cubicBezTo>
                  <a:pt x="181" y="71"/>
                  <a:pt x="181" y="69"/>
                  <a:pt x="181" y="66"/>
                </a:cubicBezTo>
                <a:cubicBezTo>
                  <a:pt x="182" y="62"/>
                  <a:pt x="180" y="63"/>
                  <a:pt x="178" y="62"/>
                </a:cubicBezTo>
                <a:cubicBezTo>
                  <a:pt x="175" y="60"/>
                  <a:pt x="178" y="57"/>
                  <a:pt x="180" y="58"/>
                </a:cubicBezTo>
                <a:cubicBezTo>
                  <a:pt x="181" y="52"/>
                  <a:pt x="189" y="47"/>
                  <a:pt x="194" y="47"/>
                </a:cubicBezTo>
                <a:cubicBezTo>
                  <a:pt x="195" y="44"/>
                  <a:pt x="190" y="44"/>
                  <a:pt x="189" y="44"/>
                </a:cubicBezTo>
                <a:cubicBezTo>
                  <a:pt x="187" y="44"/>
                  <a:pt x="186" y="44"/>
                  <a:pt x="184" y="44"/>
                </a:cubicBezTo>
                <a:cubicBezTo>
                  <a:pt x="182" y="43"/>
                  <a:pt x="182" y="42"/>
                  <a:pt x="180" y="42"/>
                </a:cubicBezTo>
                <a:cubicBezTo>
                  <a:pt x="179" y="39"/>
                  <a:pt x="181" y="39"/>
                  <a:pt x="183" y="39"/>
                </a:cubicBezTo>
                <a:cubicBezTo>
                  <a:pt x="184" y="36"/>
                  <a:pt x="184" y="36"/>
                  <a:pt x="187" y="35"/>
                </a:cubicBezTo>
                <a:cubicBezTo>
                  <a:pt x="187" y="34"/>
                  <a:pt x="187" y="33"/>
                  <a:pt x="187" y="32"/>
                </a:cubicBezTo>
                <a:cubicBezTo>
                  <a:pt x="189" y="32"/>
                  <a:pt x="193" y="28"/>
                  <a:pt x="193" y="27"/>
                </a:cubicBezTo>
                <a:cubicBezTo>
                  <a:pt x="194" y="24"/>
                  <a:pt x="190" y="18"/>
                  <a:pt x="194" y="18"/>
                </a:cubicBezTo>
                <a:cubicBezTo>
                  <a:pt x="194" y="17"/>
                  <a:pt x="194" y="16"/>
                  <a:pt x="194" y="15"/>
                </a:cubicBezTo>
                <a:cubicBezTo>
                  <a:pt x="193" y="15"/>
                  <a:pt x="193" y="11"/>
                  <a:pt x="193" y="10"/>
                </a:cubicBezTo>
                <a:cubicBezTo>
                  <a:pt x="194" y="10"/>
                  <a:pt x="194" y="10"/>
                  <a:pt x="195" y="10"/>
                </a:cubicBezTo>
                <a:cubicBezTo>
                  <a:pt x="194" y="7"/>
                  <a:pt x="194" y="7"/>
                  <a:pt x="194" y="7"/>
                </a:cubicBezTo>
                <a:cubicBezTo>
                  <a:pt x="194" y="7"/>
                  <a:pt x="188" y="5"/>
                  <a:pt x="187" y="7"/>
                </a:cubicBezTo>
                <a:cubicBezTo>
                  <a:pt x="183" y="13"/>
                  <a:pt x="184" y="2"/>
                  <a:pt x="183" y="0"/>
                </a:cubicBezTo>
                <a:cubicBezTo>
                  <a:pt x="179" y="0"/>
                  <a:pt x="180" y="0"/>
                  <a:pt x="178" y="3"/>
                </a:cubicBezTo>
                <a:cubicBezTo>
                  <a:pt x="177" y="6"/>
                  <a:pt x="174" y="7"/>
                  <a:pt x="172" y="9"/>
                </a:cubicBezTo>
                <a:cubicBezTo>
                  <a:pt x="170" y="13"/>
                  <a:pt x="163" y="6"/>
                  <a:pt x="160" y="13"/>
                </a:cubicBezTo>
                <a:cubicBezTo>
                  <a:pt x="162" y="13"/>
                  <a:pt x="162" y="14"/>
                  <a:pt x="162" y="15"/>
                </a:cubicBezTo>
                <a:cubicBezTo>
                  <a:pt x="162" y="17"/>
                  <a:pt x="162" y="17"/>
                  <a:pt x="160" y="17"/>
                </a:cubicBezTo>
                <a:cubicBezTo>
                  <a:pt x="160" y="18"/>
                  <a:pt x="160" y="20"/>
                  <a:pt x="160" y="20"/>
                </a:cubicBezTo>
                <a:cubicBezTo>
                  <a:pt x="159" y="21"/>
                  <a:pt x="159" y="21"/>
                  <a:pt x="159" y="21"/>
                </a:cubicBezTo>
                <a:cubicBezTo>
                  <a:pt x="156" y="23"/>
                  <a:pt x="154" y="23"/>
                  <a:pt x="151" y="22"/>
                </a:cubicBezTo>
                <a:cubicBezTo>
                  <a:pt x="151" y="21"/>
                  <a:pt x="151" y="21"/>
                  <a:pt x="151" y="20"/>
                </a:cubicBezTo>
                <a:cubicBezTo>
                  <a:pt x="151" y="20"/>
                  <a:pt x="151" y="20"/>
                  <a:pt x="151" y="20"/>
                </a:cubicBezTo>
                <a:cubicBezTo>
                  <a:pt x="151" y="22"/>
                  <a:pt x="150" y="24"/>
                  <a:pt x="151" y="25"/>
                </a:cubicBezTo>
                <a:cubicBezTo>
                  <a:pt x="153" y="26"/>
                  <a:pt x="153" y="27"/>
                  <a:pt x="150" y="28"/>
                </a:cubicBezTo>
                <a:cubicBezTo>
                  <a:pt x="147" y="29"/>
                  <a:pt x="147" y="35"/>
                  <a:pt x="145" y="29"/>
                </a:cubicBezTo>
                <a:cubicBezTo>
                  <a:pt x="143" y="30"/>
                  <a:pt x="141" y="28"/>
                  <a:pt x="139" y="29"/>
                </a:cubicBezTo>
                <a:cubicBezTo>
                  <a:pt x="137" y="29"/>
                  <a:pt x="137" y="31"/>
                  <a:pt x="135" y="32"/>
                </a:cubicBezTo>
                <a:cubicBezTo>
                  <a:pt x="134" y="33"/>
                  <a:pt x="135" y="36"/>
                  <a:pt x="133" y="36"/>
                </a:cubicBezTo>
                <a:cubicBezTo>
                  <a:pt x="132" y="36"/>
                  <a:pt x="130" y="35"/>
                  <a:pt x="128" y="35"/>
                </a:cubicBezTo>
                <a:cubicBezTo>
                  <a:pt x="128" y="36"/>
                  <a:pt x="129" y="37"/>
                  <a:pt x="129" y="38"/>
                </a:cubicBezTo>
                <a:cubicBezTo>
                  <a:pt x="130" y="39"/>
                  <a:pt x="128" y="40"/>
                  <a:pt x="128" y="41"/>
                </a:cubicBezTo>
                <a:cubicBezTo>
                  <a:pt x="128" y="43"/>
                  <a:pt x="129" y="46"/>
                  <a:pt x="131" y="47"/>
                </a:cubicBezTo>
                <a:cubicBezTo>
                  <a:pt x="131" y="48"/>
                  <a:pt x="130" y="49"/>
                  <a:pt x="129" y="50"/>
                </a:cubicBezTo>
                <a:cubicBezTo>
                  <a:pt x="126" y="48"/>
                  <a:pt x="126" y="47"/>
                  <a:pt x="122" y="47"/>
                </a:cubicBezTo>
                <a:cubicBezTo>
                  <a:pt x="115" y="44"/>
                  <a:pt x="115" y="44"/>
                  <a:pt x="115" y="44"/>
                </a:cubicBezTo>
                <a:cubicBezTo>
                  <a:pt x="115" y="46"/>
                  <a:pt x="115" y="46"/>
                  <a:pt x="115" y="46"/>
                </a:cubicBezTo>
                <a:cubicBezTo>
                  <a:pt x="113" y="46"/>
                  <a:pt x="110" y="46"/>
                  <a:pt x="108" y="45"/>
                </a:cubicBezTo>
                <a:cubicBezTo>
                  <a:pt x="107" y="44"/>
                  <a:pt x="105" y="40"/>
                  <a:pt x="102" y="40"/>
                </a:cubicBezTo>
                <a:cubicBezTo>
                  <a:pt x="102" y="42"/>
                  <a:pt x="98" y="41"/>
                  <a:pt x="98" y="40"/>
                </a:cubicBezTo>
                <a:cubicBezTo>
                  <a:pt x="96" y="38"/>
                  <a:pt x="95" y="36"/>
                  <a:pt x="92" y="37"/>
                </a:cubicBezTo>
                <a:cubicBezTo>
                  <a:pt x="92" y="39"/>
                  <a:pt x="91" y="41"/>
                  <a:pt x="91" y="44"/>
                </a:cubicBezTo>
                <a:cubicBezTo>
                  <a:pt x="91" y="46"/>
                  <a:pt x="93" y="48"/>
                  <a:pt x="93" y="51"/>
                </a:cubicBezTo>
                <a:cubicBezTo>
                  <a:pt x="91" y="51"/>
                  <a:pt x="90" y="53"/>
                  <a:pt x="91" y="55"/>
                </a:cubicBezTo>
                <a:cubicBezTo>
                  <a:pt x="92" y="57"/>
                  <a:pt x="92" y="58"/>
                  <a:pt x="92" y="60"/>
                </a:cubicBezTo>
                <a:cubicBezTo>
                  <a:pt x="92" y="62"/>
                  <a:pt x="92" y="65"/>
                  <a:pt x="90" y="63"/>
                </a:cubicBezTo>
                <a:cubicBezTo>
                  <a:pt x="88" y="62"/>
                  <a:pt x="89" y="61"/>
                  <a:pt x="86" y="61"/>
                </a:cubicBezTo>
                <a:cubicBezTo>
                  <a:pt x="86" y="62"/>
                  <a:pt x="86" y="63"/>
                  <a:pt x="86" y="64"/>
                </a:cubicBezTo>
                <a:cubicBezTo>
                  <a:pt x="81" y="64"/>
                  <a:pt x="75" y="62"/>
                  <a:pt x="71" y="63"/>
                </a:cubicBezTo>
                <a:cubicBezTo>
                  <a:pt x="71" y="65"/>
                  <a:pt x="72" y="66"/>
                  <a:pt x="70" y="67"/>
                </a:cubicBezTo>
                <a:cubicBezTo>
                  <a:pt x="69" y="68"/>
                  <a:pt x="67" y="68"/>
                  <a:pt x="66" y="67"/>
                </a:cubicBezTo>
                <a:cubicBezTo>
                  <a:pt x="63" y="63"/>
                  <a:pt x="58" y="63"/>
                  <a:pt x="54" y="63"/>
                </a:cubicBezTo>
                <a:cubicBezTo>
                  <a:pt x="55" y="63"/>
                  <a:pt x="54" y="66"/>
                  <a:pt x="54" y="67"/>
                </a:cubicBezTo>
                <a:cubicBezTo>
                  <a:pt x="54" y="67"/>
                  <a:pt x="53" y="67"/>
                  <a:pt x="52" y="67"/>
                </a:cubicBezTo>
                <a:cubicBezTo>
                  <a:pt x="52" y="70"/>
                  <a:pt x="51" y="72"/>
                  <a:pt x="48" y="72"/>
                </a:cubicBezTo>
                <a:cubicBezTo>
                  <a:pt x="47" y="72"/>
                  <a:pt x="43" y="73"/>
                  <a:pt x="43" y="74"/>
                </a:cubicBezTo>
                <a:cubicBezTo>
                  <a:pt x="39" y="74"/>
                  <a:pt x="37" y="77"/>
                  <a:pt x="40" y="79"/>
                </a:cubicBezTo>
                <a:cubicBezTo>
                  <a:pt x="38" y="79"/>
                  <a:pt x="36" y="80"/>
                  <a:pt x="34" y="80"/>
                </a:cubicBezTo>
                <a:cubicBezTo>
                  <a:pt x="34" y="78"/>
                  <a:pt x="34" y="77"/>
                  <a:pt x="32" y="76"/>
                </a:cubicBezTo>
                <a:cubicBezTo>
                  <a:pt x="30" y="76"/>
                  <a:pt x="28" y="75"/>
                  <a:pt x="27" y="77"/>
                </a:cubicBezTo>
                <a:cubicBezTo>
                  <a:pt x="26" y="79"/>
                  <a:pt x="27" y="79"/>
                  <a:pt x="24" y="79"/>
                </a:cubicBezTo>
                <a:cubicBezTo>
                  <a:pt x="22" y="80"/>
                  <a:pt x="22" y="81"/>
                  <a:pt x="22" y="82"/>
                </a:cubicBezTo>
                <a:cubicBezTo>
                  <a:pt x="20" y="83"/>
                  <a:pt x="20" y="80"/>
                  <a:pt x="18" y="81"/>
                </a:cubicBezTo>
                <a:cubicBezTo>
                  <a:pt x="17" y="83"/>
                  <a:pt x="23" y="87"/>
                  <a:pt x="21" y="89"/>
                </a:cubicBezTo>
                <a:cubicBezTo>
                  <a:pt x="20" y="90"/>
                  <a:pt x="19" y="90"/>
                  <a:pt x="20" y="93"/>
                </a:cubicBezTo>
                <a:cubicBezTo>
                  <a:pt x="20" y="94"/>
                  <a:pt x="22" y="96"/>
                  <a:pt x="22" y="94"/>
                </a:cubicBezTo>
                <a:cubicBezTo>
                  <a:pt x="27" y="93"/>
                  <a:pt x="28" y="100"/>
                  <a:pt x="28" y="103"/>
                </a:cubicBezTo>
                <a:cubicBezTo>
                  <a:pt x="26" y="103"/>
                  <a:pt x="24" y="103"/>
                  <a:pt x="21" y="104"/>
                </a:cubicBezTo>
                <a:cubicBezTo>
                  <a:pt x="20" y="107"/>
                  <a:pt x="24" y="106"/>
                  <a:pt x="26" y="107"/>
                </a:cubicBezTo>
                <a:cubicBezTo>
                  <a:pt x="28" y="109"/>
                  <a:pt x="24" y="113"/>
                  <a:pt x="22" y="113"/>
                </a:cubicBezTo>
                <a:cubicBezTo>
                  <a:pt x="22" y="114"/>
                  <a:pt x="22" y="116"/>
                  <a:pt x="22" y="117"/>
                </a:cubicBezTo>
                <a:cubicBezTo>
                  <a:pt x="20" y="117"/>
                  <a:pt x="19" y="116"/>
                  <a:pt x="17" y="116"/>
                </a:cubicBezTo>
                <a:cubicBezTo>
                  <a:pt x="17" y="117"/>
                  <a:pt x="17" y="117"/>
                  <a:pt x="17" y="117"/>
                </a:cubicBezTo>
                <a:cubicBezTo>
                  <a:pt x="18" y="117"/>
                  <a:pt x="18" y="117"/>
                  <a:pt x="18" y="118"/>
                </a:cubicBezTo>
                <a:cubicBezTo>
                  <a:pt x="15" y="118"/>
                  <a:pt x="7" y="119"/>
                  <a:pt x="8" y="124"/>
                </a:cubicBezTo>
                <a:cubicBezTo>
                  <a:pt x="12" y="124"/>
                  <a:pt x="12" y="124"/>
                  <a:pt x="15" y="126"/>
                </a:cubicBezTo>
                <a:cubicBezTo>
                  <a:pt x="16" y="127"/>
                  <a:pt x="19" y="130"/>
                  <a:pt x="16" y="131"/>
                </a:cubicBezTo>
                <a:cubicBezTo>
                  <a:pt x="17" y="133"/>
                  <a:pt x="15" y="136"/>
                  <a:pt x="15" y="138"/>
                </a:cubicBezTo>
                <a:cubicBezTo>
                  <a:pt x="17" y="138"/>
                  <a:pt x="19" y="140"/>
                  <a:pt x="18" y="142"/>
                </a:cubicBezTo>
                <a:cubicBezTo>
                  <a:pt x="18" y="142"/>
                  <a:pt x="17" y="142"/>
                  <a:pt x="17" y="143"/>
                </a:cubicBezTo>
                <a:cubicBezTo>
                  <a:pt x="17" y="144"/>
                  <a:pt x="14" y="144"/>
                  <a:pt x="14" y="144"/>
                </a:cubicBezTo>
                <a:cubicBezTo>
                  <a:pt x="13" y="146"/>
                  <a:pt x="17" y="145"/>
                  <a:pt x="16" y="148"/>
                </a:cubicBezTo>
                <a:cubicBezTo>
                  <a:pt x="16" y="148"/>
                  <a:pt x="16" y="148"/>
                  <a:pt x="16" y="148"/>
                </a:cubicBezTo>
                <a:cubicBezTo>
                  <a:pt x="15" y="150"/>
                  <a:pt x="16" y="153"/>
                  <a:pt x="14" y="154"/>
                </a:cubicBezTo>
                <a:cubicBezTo>
                  <a:pt x="13" y="155"/>
                  <a:pt x="13" y="156"/>
                  <a:pt x="13" y="158"/>
                </a:cubicBezTo>
                <a:cubicBezTo>
                  <a:pt x="11" y="158"/>
                  <a:pt x="10" y="156"/>
                  <a:pt x="9" y="156"/>
                </a:cubicBezTo>
                <a:cubicBezTo>
                  <a:pt x="9" y="157"/>
                  <a:pt x="9" y="158"/>
                  <a:pt x="9" y="158"/>
                </a:cubicBezTo>
                <a:cubicBezTo>
                  <a:pt x="7" y="158"/>
                  <a:pt x="5" y="158"/>
                  <a:pt x="3" y="158"/>
                </a:cubicBezTo>
                <a:cubicBezTo>
                  <a:pt x="3" y="159"/>
                  <a:pt x="3" y="159"/>
                  <a:pt x="3" y="159"/>
                </a:cubicBezTo>
                <a:cubicBezTo>
                  <a:pt x="4" y="160"/>
                  <a:pt x="6" y="160"/>
                  <a:pt x="6" y="162"/>
                </a:cubicBezTo>
                <a:cubicBezTo>
                  <a:pt x="4" y="162"/>
                  <a:pt x="0" y="160"/>
                  <a:pt x="1" y="163"/>
                </a:cubicBezTo>
                <a:cubicBezTo>
                  <a:pt x="3" y="164"/>
                  <a:pt x="2" y="165"/>
                  <a:pt x="3" y="166"/>
                </a:cubicBezTo>
                <a:cubicBezTo>
                  <a:pt x="4" y="166"/>
                  <a:pt x="6" y="165"/>
                  <a:pt x="7" y="166"/>
                </a:cubicBezTo>
                <a:cubicBezTo>
                  <a:pt x="8" y="166"/>
                  <a:pt x="8" y="168"/>
                  <a:pt x="9" y="168"/>
                </a:cubicBezTo>
                <a:cubicBezTo>
                  <a:pt x="10" y="169"/>
                  <a:pt x="11" y="168"/>
                  <a:pt x="12" y="169"/>
                </a:cubicBezTo>
                <a:cubicBezTo>
                  <a:pt x="13" y="170"/>
                  <a:pt x="12" y="172"/>
                  <a:pt x="12" y="172"/>
                </a:cubicBezTo>
                <a:cubicBezTo>
                  <a:pt x="13" y="174"/>
                  <a:pt x="14" y="173"/>
                  <a:pt x="14" y="175"/>
                </a:cubicBezTo>
                <a:cubicBezTo>
                  <a:pt x="14" y="177"/>
                  <a:pt x="14" y="179"/>
                  <a:pt x="18" y="179"/>
                </a:cubicBezTo>
                <a:cubicBezTo>
                  <a:pt x="18" y="180"/>
                  <a:pt x="16" y="180"/>
                  <a:pt x="16" y="182"/>
                </a:cubicBezTo>
                <a:cubicBezTo>
                  <a:pt x="16" y="182"/>
                  <a:pt x="17" y="184"/>
                  <a:pt x="17" y="185"/>
                </a:cubicBezTo>
                <a:cubicBezTo>
                  <a:pt x="17" y="186"/>
                  <a:pt x="18" y="186"/>
                  <a:pt x="18" y="187"/>
                </a:cubicBezTo>
                <a:cubicBezTo>
                  <a:pt x="19" y="188"/>
                  <a:pt x="20" y="188"/>
                  <a:pt x="19" y="190"/>
                </a:cubicBezTo>
                <a:cubicBezTo>
                  <a:pt x="19" y="190"/>
                  <a:pt x="19" y="190"/>
                  <a:pt x="19" y="190"/>
                </a:cubicBezTo>
                <a:cubicBezTo>
                  <a:pt x="19" y="191"/>
                  <a:pt x="19" y="191"/>
                  <a:pt x="19" y="191"/>
                </a:cubicBezTo>
                <a:cubicBezTo>
                  <a:pt x="22" y="191"/>
                  <a:pt x="19" y="197"/>
                  <a:pt x="18" y="198"/>
                </a:cubicBezTo>
                <a:cubicBezTo>
                  <a:pt x="21" y="199"/>
                  <a:pt x="24" y="203"/>
                  <a:pt x="25" y="206"/>
                </a:cubicBezTo>
                <a:cubicBezTo>
                  <a:pt x="25" y="207"/>
                  <a:pt x="26" y="208"/>
                  <a:pt x="26" y="209"/>
                </a:cubicBezTo>
                <a:cubicBezTo>
                  <a:pt x="26" y="210"/>
                  <a:pt x="27" y="210"/>
                  <a:pt x="27" y="211"/>
                </a:cubicBezTo>
                <a:cubicBezTo>
                  <a:pt x="27" y="212"/>
                  <a:pt x="27" y="214"/>
                  <a:pt x="27" y="216"/>
                </a:cubicBezTo>
                <a:cubicBezTo>
                  <a:pt x="28" y="216"/>
                  <a:pt x="30" y="216"/>
                  <a:pt x="30" y="218"/>
                </a:cubicBezTo>
                <a:cubicBezTo>
                  <a:pt x="26" y="219"/>
                  <a:pt x="29" y="221"/>
                  <a:pt x="29" y="224"/>
                </a:cubicBezTo>
                <a:cubicBezTo>
                  <a:pt x="30" y="227"/>
                  <a:pt x="30" y="229"/>
                  <a:pt x="29" y="231"/>
                </a:cubicBezTo>
                <a:cubicBezTo>
                  <a:pt x="29" y="231"/>
                  <a:pt x="26" y="232"/>
                  <a:pt x="26" y="233"/>
                </a:cubicBezTo>
                <a:cubicBezTo>
                  <a:pt x="25" y="234"/>
                  <a:pt x="27" y="234"/>
                  <a:pt x="28" y="234"/>
                </a:cubicBezTo>
                <a:cubicBezTo>
                  <a:pt x="29" y="235"/>
                  <a:pt x="29" y="235"/>
                  <a:pt x="30" y="237"/>
                </a:cubicBezTo>
                <a:cubicBezTo>
                  <a:pt x="30" y="238"/>
                  <a:pt x="30" y="239"/>
                  <a:pt x="31" y="241"/>
                </a:cubicBezTo>
                <a:cubicBezTo>
                  <a:pt x="32" y="242"/>
                  <a:pt x="32" y="243"/>
                  <a:pt x="32" y="245"/>
                </a:cubicBezTo>
                <a:cubicBezTo>
                  <a:pt x="32" y="246"/>
                  <a:pt x="32" y="247"/>
                  <a:pt x="32" y="249"/>
                </a:cubicBezTo>
                <a:cubicBezTo>
                  <a:pt x="32" y="250"/>
                  <a:pt x="32" y="251"/>
                  <a:pt x="32" y="252"/>
                </a:cubicBezTo>
                <a:cubicBezTo>
                  <a:pt x="33" y="254"/>
                  <a:pt x="34" y="253"/>
                  <a:pt x="35" y="254"/>
                </a:cubicBezTo>
                <a:cubicBezTo>
                  <a:pt x="32" y="256"/>
                  <a:pt x="35" y="259"/>
                  <a:pt x="36" y="262"/>
                </a:cubicBezTo>
                <a:cubicBezTo>
                  <a:pt x="37" y="264"/>
                  <a:pt x="37" y="266"/>
                  <a:pt x="38" y="268"/>
                </a:cubicBezTo>
                <a:cubicBezTo>
                  <a:pt x="38" y="268"/>
                  <a:pt x="39" y="268"/>
                  <a:pt x="40" y="268"/>
                </a:cubicBezTo>
                <a:cubicBezTo>
                  <a:pt x="42" y="268"/>
                  <a:pt x="42" y="267"/>
                  <a:pt x="44" y="267"/>
                </a:cubicBezTo>
                <a:cubicBezTo>
                  <a:pt x="45" y="267"/>
                  <a:pt x="44" y="270"/>
                  <a:pt x="44" y="270"/>
                </a:cubicBezTo>
                <a:cubicBezTo>
                  <a:pt x="46" y="270"/>
                  <a:pt x="48" y="272"/>
                  <a:pt x="46" y="272"/>
                </a:cubicBezTo>
                <a:cubicBezTo>
                  <a:pt x="46" y="273"/>
                  <a:pt x="47" y="274"/>
                  <a:pt x="48" y="274"/>
                </a:cubicBezTo>
                <a:cubicBezTo>
                  <a:pt x="48" y="272"/>
                  <a:pt x="49" y="272"/>
                  <a:pt x="51" y="273"/>
                </a:cubicBezTo>
                <a:cubicBezTo>
                  <a:pt x="54" y="275"/>
                  <a:pt x="51" y="275"/>
                  <a:pt x="52" y="276"/>
                </a:cubicBezTo>
                <a:cubicBezTo>
                  <a:pt x="53" y="277"/>
                  <a:pt x="54" y="277"/>
                  <a:pt x="55" y="277"/>
                </a:cubicBezTo>
                <a:cubicBezTo>
                  <a:pt x="55" y="277"/>
                  <a:pt x="55" y="278"/>
                  <a:pt x="55" y="279"/>
                </a:cubicBezTo>
                <a:cubicBezTo>
                  <a:pt x="55" y="278"/>
                  <a:pt x="57" y="276"/>
                  <a:pt x="58" y="276"/>
                </a:cubicBezTo>
                <a:cubicBezTo>
                  <a:pt x="58" y="278"/>
                  <a:pt x="58" y="279"/>
                  <a:pt x="57" y="280"/>
                </a:cubicBezTo>
                <a:cubicBezTo>
                  <a:pt x="59" y="280"/>
                  <a:pt x="60" y="282"/>
                  <a:pt x="60" y="283"/>
                </a:cubicBezTo>
                <a:cubicBezTo>
                  <a:pt x="62" y="283"/>
                  <a:pt x="62" y="283"/>
                  <a:pt x="62" y="283"/>
                </a:cubicBezTo>
                <a:cubicBezTo>
                  <a:pt x="62" y="282"/>
                  <a:pt x="65" y="282"/>
                  <a:pt x="64" y="283"/>
                </a:cubicBezTo>
                <a:cubicBezTo>
                  <a:pt x="64" y="285"/>
                  <a:pt x="62" y="285"/>
                  <a:pt x="62" y="286"/>
                </a:cubicBezTo>
                <a:cubicBezTo>
                  <a:pt x="62" y="288"/>
                  <a:pt x="63" y="288"/>
                  <a:pt x="63" y="290"/>
                </a:cubicBezTo>
                <a:cubicBezTo>
                  <a:pt x="63" y="293"/>
                  <a:pt x="64" y="292"/>
                  <a:pt x="67" y="293"/>
                </a:cubicBezTo>
                <a:cubicBezTo>
                  <a:pt x="69" y="293"/>
                  <a:pt x="71" y="298"/>
                  <a:pt x="71" y="300"/>
                </a:cubicBezTo>
                <a:cubicBezTo>
                  <a:pt x="74" y="300"/>
                  <a:pt x="75" y="302"/>
                  <a:pt x="77" y="303"/>
                </a:cubicBezTo>
                <a:cubicBezTo>
                  <a:pt x="78" y="305"/>
                  <a:pt x="83" y="304"/>
                  <a:pt x="84" y="306"/>
                </a:cubicBezTo>
                <a:cubicBezTo>
                  <a:pt x="84" y="309"/>
                  <a:pt x="85" y="310"/>
                  <a:pt x="88" y="312"/>
                </a:cubicBezTo>
                <a:cubicBezTo>
                  <a:pt x="89" y="312"/>
                  <a:pt x="91" y="312"/>
                  <a:pt x="92" y="312"/>
                </a:cubicBezTo>
                <a:cubicBezTo>
                  <a:pt x="94" y="312"/>
                  <a:pt x="96" y="311"/>
                  <a:pt x="98" y="311"/>
                </a:cubicBezTo>
                <a:cubicBezTo>
                  <a:pt x="98" y="312"/>
                  <a:pt x="98" y="314"/>
                  <a:pt x="98" y="315"/>
                </a:cubicBezTo>
                <a:cubicBezTo>
                  <a:pt x="99" y="315"/>
                  <a:pt x="102" y="315"/>
                  <a:pt x="103" y="316"/>
                </a:cubicBezTo>
                <a:cubicBezTo>
                  <a:pt x="103" y="317"/>
                  <a:pt x="104" y="319"/>
                  <a:pt x="104" y="319"/>
                </a:cubicBezTo>
                <a:cubicBezTo>
                  <a:pt x="104" y="319"/>
                  <a:pt x="104" y="319"/>
                  <a:pt x="104" y="319"/>
                </a:cubicBezTo>
                <a:cubicBezTo>
                  <a:pt x="106" y="318"/>
                  <a:pt x="107" y="321"/>
                  <a:pt x="109" y="322"/>
                </a:cubicBezTo>
                <a:cubicBezTo>
                  <a:pt x="111" y="322"/>
                  <a:pt x="114" y="322"/>
                  <a:pt x="114" y="324"/>
                </a:cubicBezTo>
                <a:cubicBezTo>
                  <a:pt x="114" y="324"/>
                  <a:pt x="115" y="325"/>
                  <a:pt x="115" y="326"/>
                </a:cubicBezTo>
                <a:cubicBezTo>
                  <a:pt x="115" y="326"/>
                  <a:pt x="115" y="326"/>
                  <a:pt x="115" y="326"/>
                </a:cubicBezTo>
                <a:cubicBezTo>
                  <a:pt x="117" y="326"/>
                  <a:pt x="119" y="325"/>
                  <a:pt x="120" y="326"/>
                </a:cubicBezTo>
                <a:cubicBezTo>
                  <a:pt x="121" y="327"/>
                  <a:pt x="121" y="331"/>
                  <a:pt x="121" y="331"/>
                </a:cubicBezTo>
                <a:cubicBezTo>
                  <a:pt x="122" y="331"/>
                  <a:pt x="123" y="330"/>
                  <a:pt x="125" y="330"/>
                </a:cubicBezTo>
                <a:cubicBezTo>
                  <a:pt x="126" y="330"/>
                  <a:pt x="128" y="330"/>
                  <a:pt x="130" y="330"/>
                </a:cubicBezTo>
                <a:cubicBezTo>
                  <a:pt x="135" y="330"/>
                  <a:pt x="135" y="330"/>
                  <a:pt x="136" y="326"/>
                </a:cubicBezTo>
                <a:cubicBezTo>
                  <a:pt x="136" y="323"/>
                  <a:pt x="139" y="321"/>
                  <a:pt x="142" y="321"/>
                </a:cubicBezTo>
                <a:cubicBezTo>
                  <a:pt x="143" y="321"/>
                  <a:pt x="145" y="320"/>
                  <a:pt x="146" y="321"/>
                </a:cubicBezTo>
                <a:cubicBezTo>
                  <a:pt x="147" y="322"/>
                  <a:pt x="148" y="324"/>
                  <a:pt x="149" y="324"/>
                </a:cubicBezTo>
                <a:cubicBezTo>
                  <a:pt x="149" y="323"/>
                  <a:pt x="150" y="322"/>
                  <a:pt x="149" y="322"/>
                </a:cubicBezTo>
                <a:cubicBezTo>
                  <a:pt x="153" y="321"/>
                  <a:pt x="155" y="321"/>
                  <a:pt x="158" y="322"/>
                </a:cubicBezTo>
                <a:cubicBezTo>
                  <a:pt x="160" y="322"/>
                  <a:pt x="164" y="324"/>
                  <a:pt x="166" y="324"/>
                </a:cubicBezTo>
                <a:cubicBezTo>
                  <a:pt x="166" y="322"/>
                  <a:pt x="166" y="319"/>
                  <a:pt x="168" y="317"/>
                </a:cubicBezTo>
                <a:cubicBezTo>
                  <a:pt x="171" y="315"/>
                  <a:pt x="175" y="315"/>
                  <a:pt x="178" y="315"/>
                </a:cubicBezTo>
                <a:cubicBezTo>
                  <a:pt x="178" y="314"/>
                  <a:pt x="178" y="312"/>
                  <a:pt x="179" y="312"/>
                </a:cubicBezTo>
                <a:cubicBezTo>
                  <a:pt x="180" y="311"/>
                  <a:pt x="181" y="311"/>
                  <a:pt x="181" y="310"/>
                </a:cubicBezTo>
                <a:cubicBezTo>
                  <a:pt x="181" y="308"/>
                  <a:pt x="182" y="306"/>
                  <a:pt x="181" y="304"/>
                </a:cubicBezTo>
                <a:cubicBezTo>
                  <a:pt x="180" y="300"/>
                  <a:pt x="170" y="303"/>
                  <a:pt x="167" y="300"/>
                </a:cubicBezTo>
                <a:cubicBezTo>
                  <a:pt x="169" y="299"/>
                  <a:pt x="173" y="297"/>
                  <a:pt x="174" y="296"/>
                </a:cubicBezTo>
                <a:cubicBezTo>
                  <a:pt x="176" y="294"/>
                  <a:pt x="175" y="290"/>
                  <a:pt x="175" y="288"/>
                </a:cubicBezTo>
                <a:cubicBezTo>
                  <a:pt x="175" y="288"/>
                  <a:pt x="174" y="288"/>
                  <a:pt x="174" y="288"/>
                </a:cubicBezTo>
                <a:cubicBezTo>
                  <a:pt x="175" y="285"/>
                  <a:pt x="174" y="282"/>
                  <a:pt x="174" y="280"/>
                </a:cubicBezTo>
                <a:cubicBezTo>
                  <a:pt x="177" y="280"/>
                  <a:pt x="182" y="281"/>
                  <a:pt x="183" y="278"/>
                </a:cubicBezTo>
                <a:cubicBezTo>
                  <a:pt x="185" y="276"/>
                  <a:pt x="185" y="273"/>
                  <a:pt x="185" y="271"/>
                </a:cubicBezTo>
                <a:cubicBezTo>
                  <a:pt x="186" y="269"/>
                  <a:pt x="192" y="271"/>
                  <a:pt x="193" y="272"/>
                </a:cubicBezTo>
                <a:cubicBezTo>
                  <a:pt x="196" y="276"/>
                  <a:pt x="196" y="270"/>
                  <a:pt x="199" y="271"/>
                </a:cubicBezTo>
                <a:cubicBezTo>
                  <a:pt x="200" y="272"/>
                  <a:pt x="201" y="274"/>
                  <a:pt x="202" y="274"/>
                </a:cubicBezTo>
                <a:cubicBezTo>
                  <a:pt x="204" y="275"/>
                  <a:pt x="205" y="275"/>
                  <a:pt x="206" y="275"/>
                </a:cubicBezTo>
                <a:cubicBezTo>
                  <a:pt x="206" y="275"/>
                  <a:pt x="206" y="275"/>
                  <a:pt x="206" y="275"/>
                </a:cubicBezTo>
                <a:cubicBezTo>
                  <a:pt x="207" y="274"/>
                  <a:pt x="207" y="272"/>
                  <a:pt x="209" y="271"/>
                </a:cubicBezTo>
                <a:cubicBezTo>
                  <a:pt x="210" y="270"/>
                  <a:pt x="213" y="270"/>
                  <a:pt x="213" y="269"/>
                </a:cubicBezTo>
                <a:cubicBezTo>
                  <a:pt x="211" y="269"/>
                  <a:pt x="208" y="266"/>
                  <a:pt x="211" y="265"/>
                </a:cubicBezTo>
                <a:cubicBezTo>
                  <a:pt x="214" y="265"/>
                  <a:pt x="215" y="270"/>
                  <a:pt x="217" y="270"/>
                </a:cubicBezTo>
                <a:cubicBezTo>
                  <a:pt x="220" y="270"/>
                  <a:pt x="217" y="264"/>
                  <a:pt x="218" y="263"/>
                </a:cubicBezTo>
                <a:cubicBezTo>
                  <a:pt x="218" y="260"/>
                  <a:pt x="220" y="260"/>
                  <a:pt x="222" y="260"/>
                </a:cubicBezTo>
                <a:cubicBezTo>
                  <a:pt x="222" y="259"/>
                  <a:pt x="222" y="257"/>
                  <a:pt x="223" y="257"/>
                </a:cubicBezTo>
                <a:cubicBezTo>
                  <a:pt x="224" y="255"/>
                  <a:pt x="225" y="249"/>
                  <a:pt x="224" y="249"/>
                </a:cubicBez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2" name="Freeform 304">
            <a:extLst>
              <a:ext uri="{FF2B5EF4-FFF2-40B4-BE49-F238E27FC236}">
                <a16:creationId xmlns:a16="http://schemas.microsoft.com/office/drawing/2014/main" id="{D08D2DCF-714C-4802-95FA-179ACC60E806}"/>
              </a:ext>
            </a:extLst>
          </p:cNvPr>
          <p:cNvSpPr>
            <a:spLocks/>
          </p:cNvSpPr>
          <p:nvPr/>
        </p:nvSpPr>
        <p:spPr bwMode="auto">
          <a:xfrm>
            <a:off x="2543204" y="5100016"/>
            <a:ext cx="2039" cy="1971"/>
          </a:xfrm>
          <a:custGeom>
            <a:avLst/>
            <a:gdLst>
              <a:gd name="T0" fmla="*/ 0 w 1"/>
              <a:gd name="T1" fmla="*/ 0 h 1"/>
              <a:gd name="T2" fmla="*/ 0 w 1"/>
              <a:gd name="T3" fmla="*/ 0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0"/>
                  <a:pt x="0" y="0"/>
                  <a:pt x="0" y="0"/>
                </a:cubicBez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3" name="Freeform 305">
            <a:extLst>
              <a:ext uri="{FF2B5EF4-FFF2-40B4-BE49-F238E27FC236}">
                <a16:creationId xmlns:a16="http://schemas.microsoft.com/office/drawing/2014/main" id="{3640EA1F-5003-43C0-A316-E601E7515496}"/>
              </a:ext>
            </a:extLst>
          </p:cNvPr>
          <p:cNvSpPr>
            <a:spLocks/>
          </p:cNvSpPr>
          <p:nvPr/>
        </p:nvSpPr>
        <p:spPr bwMode="auto">
          <a:xfrm>
            <a:off x="2581958" y="4812279"/>
            <a:ext cx="474237" cy="588285"/>
          </a:xfrm>
          <a:custGeom>
            <a:avLst/>
            <a:gdLst>
              <a:gd name="T0" fmla="*/ 121 w 209"/>
              <a:gd name="T1" fmla="*/ 214 h 268"/>
              <a:gd name="T2" fmla="*/ 104 w 209"/>
              <a:gd name="T3" fmla="*/ 218 h 268"/>
              <a:gd name="T4" fmla="*/ 95 w 209"/>
              <a:gd name="T5" fmla="*/ 224 h 268"/>
              <a:gd name="T6" fmla="*/ 90 w 209"/>
              <a:gd name="T7" fmla="*/ 242 h 268"/>
              <a:gd name="T8" fmla="*/ 90 w 209"/>
              <a:gd name="T9" fmla="*/ 246 h 268"/>
              <a:gd name="T10" fmla="*/ 81 w 209"/>
              <a:gd name="T11" fmla="*/ 256 h 268"/>
              <a:gd name="T12" fmla="*/ 72 w 209"/>
              <a:gd name="T13" fmla="*/ 262 h 268"/>
              <a:gd name="T14" fmla="*/ 61 w 209"/>
              <a:gd name="T15" fmla="*/ 267 h 268"/>
              <a:gd name="T16" fmla="*/ 54 w 209"/>
              <a:gd name="T17" fmla="*/ 268 h 268"/>
              <a:gd name="T18" fmla="*/ 39 w 209"/>
              <a:gd name="T19" fmla="*/ 255 h 268"/>
              <a:gd name="T20" fmla="*/ 42 w 209"/>
              <a:gd name="T21" fmla="*/ 247 h 268"/>
              <a:gd name="T22" fmla="*/ 46 w 209"/>
              <a:gd name="T23" fmla="*/ 232 h 268"/>
              <a:gd name="T24" fmla="*/ 50 w 209"/>
              <a:gd name="T25" fmla="*/ 207 h 268"/>
              <a:gd name="T26" fmla="*/ 43 w 209"/>
              <a:gd name="T27" fmla="*/ 192 h 268"/>
              <a:gd name="T28" fmla="*/ 47 w 209"/>
              <a:gd name="T29" fmla="*/ 170 h 268"/>
              <a:gd name="T30" fmla="*/ 35 w 209"/>
              <a:gd name="T31" fmla="*/ 162 h 268"/>
              <a:gd name="T32" fmla="*/ 28 w 209"/>
              <a:gd name="T33" fmla="*/ 147 h 268"/>
              <a:gd name="T34" fmla="*/ 21 w 209"/>
              <a:gd name="T35" fmla="*/ 121 h 268"/>
              <a:gd name="T36" fmla="*/ 10 w 209"/>
              <a:gd name="T37" fmla="*/ 112 h 268"/>
              <a:gd name="T38" fmla="*/ 5 w 209"/>
              <a:gd name="T39" fmla="*/ 100 h 268"/>
              <a:gd name="T40" fmla="*/ 10 w 209"/>
              <a:gd name="T41" fmla="*/ 88 h 268"/>
              <a:gd name="T42" fmla="*/ 26 w 209"/>
              <a:gd name="T43" fmla="*/ 92 h 268"/>
              <a:gd name="T44" fmla="*/ 45 w 209"/>
              <a:gd name="T45" fmla="*/ 86 h 268"/>
              <a:gd name="T46" fmla="*/ 64 w 209"/>
              <a:gd name="T47" fmla="*/ 79 h 268"/>
              <a:gd name="T48" fmla="*/ 77 w 209"/>
              <a:gd name="T49" fmla="*/ 66 h 268"/>
              <a:gd name="T50" fmla="*/ 70 w 209"/>
              <a:gd name="T51" fmla="*/ 50 h 268"/>
              <a:gd name="T52" fmla="*/ 89 w 209"/>
              <a:gd name="T53" fmla="*/ 34 h 268"/>
              <a:gd name="T54" fmla="*/ 103 w 209"/>
              <a:gd name="T55" fmla="*/ 40 h 268"/>
              <a:gd name="T56" fmla="*/ 123 w 209"/>
              <a:gd name="T57" fmla="*/ 28 h 268"/>
              <a:gd name="T58" fmla="*/ 146 w 209"/>
              <a:gd name="T59" fmla="*/ 26 h 268"/>
              <a:gd name="T60" fmla="*/ 161 w 209"/>
              <a:gd name="T61" fmla="*/ 19 h 268"/>
              <a:gd name="T62" fmla="*/ 173 w 209"/>
              <a:gd name="T63" fmla="*/ 15 h 268"/>
              <a:gd name="T64" fmla="*/ 187 w 209"/>
              <a:gd name="T65" fmla="*/ 11 h 268"/>
              <a:gd name="T66" fmla="*/ 197 w 209"/>
              <a:gd name="T67" fmla="*/ 2 h 268"/>
              <a:gd name="T68" fmla="*/ 202 w 209"/>
              <a:gd name="T69" fmla="*/ 3 h 268"/>
              <a:gd name="T70" fmla="*/ 205 w 209"/>
              <a:gd name="T71" fmla="*/ 33 h 268"/>
              <a:gd name="T72" fmla="*/ 196 w 209"/>
              <a:gd name="T73" fmla="*/ 52 h 268"/>
              <a:gd name="T74" fmla="*/ 197 w 209"/>
              <a:gd name="T75" fmla="*/ 58 h 268"/>
              <a:gd name="T76" fmla="*/ 187 w 209"/>
              <a:gd name="T77" fmla="*/ 67 h 268"/>
              <a:gd name="T78" fmla="*/ 185 w 209"/>
              <a:gd name="T79" fmla="*/ 72 h 268"/>
              <a:gd name="T80" fmla="*/ 184 w 209"/>
              <a:gd name="T81" fmla="*/ 76 h 268"/>
              <a:gd name="T82" fmla="*/ 180 w 209"/>
              <a:gd name="T83" fmla="*/ 95 h 268"/>
              <a:gd name="T84" fmla="*/ 181 w 209"/>
              <a:gd name="T85" fmla="*/ 109 h 268"/>
              <a:gd name="T86" fmla="*/ 182 w 209"/>
              <a:gd name="T87" fmla="*/ 158 h 268"/>
              <a:gd name="T88" fmla="*/ 181 w 209"/>
              <a:gd name="T89" fmla="*/ 162 h 268"/>
              <a:gd name="T90" fmla="*/ 181 w 209"/>
              <a:gd name="T91" fmla="*/ 160 h 268"/>
              <a:gd name="T92" fmla="*/ 168 w 209"/>
              <a:gd name="T93" fmla="*/ 159 h 268"/>
              <a:gd name="T94" fmla="*/ 162 w 209"/>
              <a:gd name="T95" fmla="*/ 161 h 268"/>
              <a:gd name="T96" fmla="*/ 152 w 209"/>
              <a:gd name="T97" fmla="*/ 167 h 268"/>
              <a:gd name="T98" fmla="*/ 148 w 209"/>
              <a:gd name="T99" fmla="*/ 177 h 268"/>
              <a:gd name="T100" fmla="*/ 135 w 209"/>
              <a:gd name="T101" fmla="*/ 206 h 268"/>
              <a:gd name="T102" fmla="*/ 144 w 209"/>
              <a:gd name="T103" fmla="*/ 21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9" h="268">
                <a:moveTo>
                  <a:pt x="128" y="212"/>
                </a:moveTo>
                <a:cubicBezTo>
                  <a:pt x="127" y="212"/>
                  <a:pt x="127" y="212"/>
                  <a:pt x="126" y="212"/>
                </a:cubicBezTo>
                <a:cubicBezTo>
                  <a:pt x="125" y="212"/>
                  <a:pt x="125" y="213"/>
                  <a:pt x="124" y="213"/>
                </a:cubicBezTo>
                <a:cubicBezTo>
                  <a:pt x="124" y="213"/>
                  <a:pt x="122" y="214"/>
                  <a:pt x="121" y="214"/>
                </a:cubicBezTo>
                <a:cubicBezTo>
                  <a:pt x="121" y="215"/>
                  <a:pt x="121" y="215"/>
                  <a:pt x="121" y="215"/>
                </a:cubicBezTo>
                <a:cubicBezTo>
                  <a:pt x="120" y="215"/>
                  <a:pt x="119" y="215"/>
                  <a:pt x="118" y="216"/>
                </a:cubicBezTo>
                <a:cubicBezTo>
                  <a:pt x="115" y="217"/>
                  <a:pt x="112" y="217"/>
                  <a:pt x="108" y="218"/>
                </a:cubicBezTo>
                <a:cubicBezTo>
                  <a:pt x="107" y="218"/>
                  <a:pt x="105" y="218"/>
                  <a:pt x="104" y="218"/>
                </a:cubicBezTo>
                <a:cubicBezTo>
                  <a:pt x="103" y="219"/>
                  <a:pt x="103" y="221"/>
                  <a:pt x="102" y="222"/>
                </a:cubicBezTo>
                <a:cubicBezTo>
                  <a:pt x="100" y="222"/>
                  <a:pt x="99" y="222"/>
                  <a:pt x="98" y="223"/>
                </a:cubicBezTo>
                <a:cubicBezTo>
                  <a:pt x="97" y="223"/>
                  <a:pt x="97" y="224"/>
                  <a:pt x="96" y="224"/>
                </a:cubicBezTo>
                <a:cubicBezTo>
                  <a:pt x="96" y="224"/>
                  <a:pt x="95" y="224"/>
                  <a:pt x="95" y="224"/>
                </a:cubicBezTo>
                <a:cubicBezTo>
                  <a:pt x="94" y="225"/>
                  <a:pt x="93" y="228"/>
                  <a:pt x="93" y="229"/>
                </a:cubicBezTo>
                <a:cubicBezTo>
                  <a:pt x="93" y="231"/>
                  <a:pt x="94" y="234"/>
                  <a:pt x="93" y="236"/>
                </a:cubicBezTo>
                <a:cubicBezTo>
                  <a:pt x="93" y="237"/>
                  <a:pt x="92" y="238"/>
                  <a:pt x="91" y="239"/>
                </a:cubicBezTo>
                <a:cubicBezTo>
                  <a:pt x="90" y="240"/>
                  <a:pt x="91" y="241"/>
                  <a:pt x="90" y="242"/>
                </a:cubicBezTo>
                <a:cubicBezTo>
                  <a:pt x="89" y="242"/>
                  <a:pt x="85" y="241"/>
                  <a:pt x="85" y="243"/>
                </a:cubicBezTo>
                <a:cubicBezTo>
                  <a:pt x="86" y="243"/>
                  <a:pt x="87" y="243"/>
                  <a:pt x="88" y="243"/>
                </a:cubicBezTo>
                <a:cubicBezTo>
                  <a:pt x="88" y="242"/>
                  <a:pt x="90" y="243"/>
                  <a:pt x="90" y="243"/>
                </a:cubicBezTo>
                <a:cubicBezTo>
                  <a:pt x="91" y="244"/>
                  <a:pt x="90" y="245"/>
                  <a:pt x="90" y="246"/>
                </a:cubicBezTo>
                <a:cubicBezTo>
                  <a:pt x="90" y="247"/>
                  <a:pt x="90" y="247"/>
                  <a:pt x="89" y="248"/>
                </a:cubicBezTo>
                <a:cubicBezTo>
                  <a:pt x="89" y="248"/>
                  <a:pt x="88" y="249"/>
                  <a:pt x="88" y="250"/>
                </a:cubicBezTo>
                <a:cubicBezTo>
                  <a:pt x="87" y="252"/>
                  <a:pt x="87" y="253"/>
                  <a:pt x="85" y="254"/>
                </a:cubicBezTo>
                <a:cubicBezTo>
                  <a:pt x="84" y="255"/>
                  <a:pt x="83" y="256"/>
                  <a:pt x="81" y="256"/>
                </a:cubicBezTo>
                <a:cubicBezTo>
                  <a:pt x="81" y="257"/>
                  <a:pt x="80" y="257"/>
                  <a:pt x="79" y="258"/>
                </a:cubicBezTo>
                <a:cubicBezTo>
                  <a:pt x="79" y="258"/>
                  <a:pt x="78" y="258"/>
                  <a:pt x="77" y="258"/>
                </a:cubicBezTo>
                <a:cubicBezTo>
                  <a:pt x="77" y="258"/>
                  <a:pt x="75" y="258"/>
                  <a:pt x="75" y="259"/>
                </a:cubicBezTo>
                <a:cubicBezTo>
                  <a:pt x="73" y="259"/>
                  <a:pt x="73" y="261"/>
                  <a:pt x="72" y="262"/>
                </a:cubicBezTo>
                <a:cubicBezTo>
                  <a:pt x="72" y="263"/>
                  <a:pt x="71" y="263"/>
                  <a:pt x="70" y="263"/>
                </a:cubicBezTo>
                <a:cubicBezTo>
                  <a:pt x="69" y="264"/>
                  <a:pt x="67" y="265"/>
                  <a:pt x="66" y="265"/>
                </a:cubicBezTo>
                <a:cubicBezTo>
                  <a:pt x="65" y="265"/>
                  <a:pt x="63" y="264"/>
                  <a:pt x="62" y="264"/>
                </a:cubicBezTo>
                <a:cubicBezTo>
                  <a:pt x="61" y="265"/>
                  <a:pt x="61" y="266"/>
                  <a:pt x="61" y="267"/>
                </a:cubicBezTo>
                <a:cubicBezTo>
                  <a:pt x="60" y="267"/>
                  <a:pt x="60" y="267"/>
                  <a:pt x="60" y="267"/>
                </a:cubicBezTo>
                <a:cubicBezTo>
                  <a:pt x="60" y="268"/>
                  <a:pt x="60" y="268"/>
                  <a:pt x="60" y="268"/>
                </a:cubicBezTo>
                <a:cubicBezTo>
                  <a:pt x="59" y="268"/>
                  <a:pt x="58" y="268"/>
                  <a:pt x="58" y="268"/>
                </a:cubicBezTo>
                <a:cubicBezTo>
                  <a:pt x="57" y="268"/>
                  <a:pt x="55" y="268"/>
                  <a:pt x="54" y="268"/>
                </a:cubicBezTo>
                <a:cubicBezTo>
                  <a:pt x="51" y="267"/>
                  <a:pt x="47" y="266"/>
                  <a:pt x="44" y="264"/>
                </a:cubicBezTo>
                <a:cubicBezTo>
                  <a:pt x="42" y="264"/>
                  <a:pt x="40" y="263"/>
                  <a:pt x="38" y="261"/>
                </a:cubicBezTo>
                <a:cubicBezTo>
                  <a:pt x="36" y="260"/>
                  <a:pt x="36" y="259"/>
                  <a:pt x="35" y="257"/>
                </a:cubicBezTo>
                <a:cubicBezTo>
                  <a:pt x="37" y="257"/>
                  <a:pt x="39" y="256"/>
                  <a:pt x="39" y="255"/>
                </a:cubicBezTo>
                <a:cubicBezTo>
                  <a:pt x="41" y="255"/>
                  <a:pt x="41" y="255"/>
                  <a:pt x="41" y="255"/>
                </a:cubicBezTo>
                <a:cubicBezTo>
                  <a:pt x="41" y="254"/>
                  <a:pt x="41" y="252"/>
                  <a:pt x="41" y="250"/>
                </a:cubicBezTo>
                <a:cubicBezTo>
                  <a:pt x="42" y="250"/>
                  <a:pt x="42" y="250"/>
                  <a:pt x="42" y="250"/>
                </a:cubicBezTo>
                <a:cubicBezTo>
                  <a:pt x="42" y="249"/>
                  <a:pt x="42" y="248"/>
                  <a:pt x="42" y="247"/>
                </a:cubicBezTo>
                <a:cubicBezTo>
                  <a:pt x="47" y="249"/>
                  <a:pt x="45" y="245"/>
                  <a:pt x="44" y="242"/>
                </a:cubicBezTo>
                <a:cubicBezTo>
                  <a:pt x="44" y="242"/>
                  <a:pt x="44" y="242"/>
                  <a:pt x="44" y="242"/>
                </a:cubicBezTo>
                <a:cubicBezTo>
                  <a:pt x="44" y="240"/>
                  <a:pt x="41" y="238"/>
                  <a:pt x="42" y="236"/>
                </a:cubicBezTo>
                <a:cubicBezTo>
                  <a:pt x="42" y="235"/>
                  <a:pt x="44" y="232"/>
                  <a:pt x="46" y="232"/>
                </a:cubicBezTo>
                <a:cubicBezTo>
                  <a:pt x="46" y="231"/>
                  <a:pt x="46" y="229"/>
                  <a:pt x="46" y="227"/>
                </a:cubicBezTo>
                <a:cubicBezTo>
                  <a:pt x="44" y="227"/>
                  <a:pt x="42" y="223"/>
                  <a:pt x="42" y="221"/>
                </a:cubicBezTo>
                <a:cubicBezTo>
                  <a:pt x="41" y="219"/>
                  <a:pt x="44" y="220"/>
                  <a:pt x="45" y="218"/>
                </a:cubicBezTo>
                <a:cubicBezTo>
                  <a:pt x="47" y="215"/>
                  <a:pt x="46" y="206"/>
                  <a:pt x="50" y="207"/>
                </a:cubicBezTo>
                <a:cubicBezTo>
                  <a:pt x="50" y="205"/>
                  <a:pt x="51" y="200"/>
                  <a:pt x="53" y="199"/>
                </a:cubicBezTo>
                <a:cubicBezTo>
                  <a:pt x="56" y="197"/>
                  <a:pt x="52" y="196"/>
                  <a:pt x="52" y="193"/>
                </a:cubicBezTo>
                <a:cubicBezTo>
                  <a:pt x="50" y="193"/>
                  <a:pt x="50" y="194"/>
                  <a:pt x="49" y="195"/>
                </a:cubicBezTo>
                <a:cubicBezTo>
                  <a:pt x="46" y="195"/>
                  <a:pt x="45" y="192"/>
                  <a:pt x="43" y="192"/>
                </a:cubicBezTo>
                <a:cubicBezTo>
                  <a:pt x="46" y="192"/>
                  <a:pt x="43" y="185"/>
                  <a:pt x="47" y="184"/>
                </a:cubicBezTo>
                <a:cubicBezTo>
                  <a:pt x="47" y="183"/>
                  <a:pt x="47" y="182"/>
                  <a:pt x="47" y="181"/>
                </a:cubicBezTo>
                <a:cubicBezTo>
                  <a:pt x="46" y="181"/>
                  <a:pt x="46" y="181"/>
                  <a:pt x="46" y="181"/>
                </a:cubicBezTo>
                <a:cubicBezTo>
                  <a:pt x="46" y="177"/>
                  <a:pt x="54" y="172"/>
                  <a:pt x="47" y="170"/>
                </a:cubicBezTo>
                <a:cubicBezTo>
                  <a:pt x="47" y="169"/>
                  <a:pt x="46" y="169"/>
                  <a:pt x="46" y="167"/>
                </a:cubicBezTo>
                <a:cubicBezTo>
                  <a:pt x="51" y="168"/>
                  <a:pt x="50" y="158"/>
                  <a:pt x="47" y="157"/>
                </a:cubicBezTo>
                <a:cubicBezTo>
                  <a:pt x="45" y="156"/>
                  <a:pt x="42" y="156"/>
                  <a:pt x="41" y="158"/>
                </a:cubicBezTo>
                <a:cubicBezTo>
                  <a:pt x="39" y="160"/>
                  <a:pt x="35" y="159"/>
                  <a:pt x="35" y="162"/>
                </a:cubicBezTo>
                <a:cubicBezTo>
                  <a:pt x="35" y="163"/>
                  <a:pt x="34" y="163"/>
                  <a:pt x="34" y="163"/>
                </a:cubicBezTo>
                <a:cubicBezTo>
                  <a:pt x="33" y="160"/>
                  <a:pt x="31" y="161"/>
                  <a:pt x="30" y="160"/>
                </a:cubicBezTo>
                <a:cubicBezTo>
                  <a:pt x="28" y="159"/>
                  <a:pt x="28" y="156"/>
                  <a:pt x="28" y="154"/>
                </a:cubicBezTo>
                <a:cubicBezTo>
                  <a:pt x="27" y="151"/>
                  <a:pt x="27" y="149"/>
                  <a:pt x="28" y="147"/>
                </a:cubicBezTo>
                <a:cubicBezTo>
                  <a:pt x="29" y="144"/>
                  <a:pt x="28" y="141"/>
                  <a:pt x="30" y="139"/>
                </a:cubicBezTo>
                <a:cubicBezTo>
                  <a:pt x="31" y="137"/>
                  <a:pt x="31" y="133"/>
                  <a:pt x="29" y="131"/>
                </a:cubicBezTo>
                <a:cubicBezTo>
                  <a:pt x="28" y="130"/>
                  <a:pt x="22" y="127"/>
                  <a:pt x="20" y="127"/>
                </a:cubicBezTo>
                <a:cubicBezTo>
                  <a:pt x="21" y="125"/>
                  <a:pt x="20" y="123"/>
                  <a:pt x="21" y="121"/>
                </a:cubicBezTo>
                <a:cubicBezTo>
                  <a:pt x="22" y="121"/>
                  <a:pt x="23" y="121"/>
                  <a:pt x="23" y="121"/>
                </a:cubicBezTo>
                <a:cubicBezTo>
                  <a:pt x="24" y="119"/>
                  <a:pt x="25" y="114"/>
                  <a:pt x="22" y="113"/>
                </a:cubicBezTo>
                <a:cubicBezTo>
                  <a:pt x="18" y="111"/>
                  <a:pt x="13" y="113"/>
                  <a:pt x="9" y="112"/>
                </a:cubicBezTo>
                <a:cubicBezTo>
                  <a:pt x="10" y="112"/>
                  <a:pt x="10" y="112"/>
                  <a:pt x="10" y="112"/>
                </a:cubicBezTo>
                <a:cubicBezTo>
                  <a:pt x="10" y="111"/>
                  <a:pt x="13" y="106"/>
                  <a:pt x="15" y="106"/>
                </a:cubicBezTo>
                <a:cubicBezTo>
                  <a:pt x="15" y="104"/>
                  <a:pt x="13" y="104"/>
                  <a:pt x="12" y="104"/>
                </a:cubicBezTo>
                <a:cubicBezTo>
                  <a:pt x="11" y="103"/>
                  <a:pt x="10" y="102"/>
                  <a:pt x="9" y="101"/>
                </a:cubicBezTo>
                <a:cubicBezTo>
                  <a:pt x="8" y="100"/>
                  <a:pt x="6" y="101"/>
                  <a:pt x="5" y="100"/>
                </a:cubicBezTo>
                <a:cubicBezTo>
                  <a:pt x="4" y="98"/>
                  <a:pt x="2" y="99"/>
                  <a:pt x="0" y="99"/>
                </a:cubicBezTo>
                <a:cubicBezTo>
                  <a:pt x="0" y="96"/>
                  <a:pt x="0" y="94"/>
                  <a:pt x="0" y="91"/>
                </a:cubicBezTo>
                <a:cubicBezTo>
                  <a:pt x="2" y="92"/>
                  <a:pt x="3" y="93"/>
                  <a:pt x="6" y="93"/>
                </a:cubicBezTo>
                <a:cubicBezTo>
                  <a:pt x="6" y="90"/>
                  <a:pt x="10" y="92"/>
                  <a:pt x="10" y="88"/>
                </a:cubicBezTo>
                <a:cubicBezTo>
                  <a:pt x="12" y="88"/>
                  <a:pt x="15" y="87"/>
                  <a:pt x="16" y="88"/>
                </a:cubicBezTo>
                <a:cubicBezTo>
                  <a:pt x="17" y="89"/>
                  <a:pt x="17" y="93"/>
                  <a:pt x="17" y="93"/>
                </a:cubicBezTo>
                <a:cubicBezTo>
                  <a:pt x="18" y="93"/>
                  <a:pt x="19" y="92"/>
                  <a:pt x="21" y="92"/>
                </a:cubicBezTo>
                <a:cubicBezTo>
                  <a:pt x="22" y="92"/>
                  <a:pt x="24" y="92"/>
                  <a:pt x="26" y="92"/>
                </a:cubicBezTo>
                <a:cubicBezTo>
                  <a:pt x="31" y="92"/>
                  <a:pt x="31" y="92"/>
                  <a:pt x="32" y="88"/>
                </a:cubicBezTo>
                <a:cubicBezTo>
                  <a:pt x="32" y="85"/>
                  <a:pt x="35" y="83"/>
                  <a:pt x="38" y="83"/>
                </a:cubicBezTo>
                <a:cubicBezTo>
                  <a:pt x="39" y="83"/>
                  <a:pt x="41" y="82"/>
                  <a:pt x="42" y="83"/>
                </a:cubicBezTo>
                <a:cubicBezTo>
                  <a:pt x="43" y="84"/>
                  <a:pt x="44" y="86"/>
                  <a:pt x="45" y="86"/>
                </a:cubicBezTo>
                <a:cubicBezTo>
                  <a:pt x="45" y="85"/>
                  <a:pt x="46" y="84"/>
                  <a:pt x="45" y="84"/>
                </a:cubicBezTo>
                <a:cubicBezTo>
                  <a:pt x="49" y="83"/>
                  <a:pt x="51" y="83"/>
                  <a:pt x="54" y="84"/>
                </a:cubicBezTo>
                <a:cubicBezTo>
                  <a:pt x="56" y="84"/>
                  <a:pt x="60" y="86"/>
                  <a:pt x="62" y="86"/>
                </a:cubicBezTo>
                <a:cubicBezTo>
                  <a:pt x="62" y="84"/>
                  <a:pt x="62" y="81"/>
                  <a:pt x="64" y="79"/>
                </a:cubicBezTo>
                <a:cubicBezTo>
                  <a:pt x="67" y="77"/>
                  <a:pt x="71" y="77"/>
                  <a:pt x="74" y="77"/>
                </a:cubicBezTo>
                <a:cubicBezTo>
                  <a:pt x="74" y="76"/>
                  <a:pt x="74" y="74"/>
                  <a:pt x="75" y="74"/>
                </a:cubicBezTo>
                <a:cubicBezTo>
                  <a:pt x="76" y="73"/>
                  <a:pt x="77" y="73"/>
                  <a:pt x="77" y="72"/>
                </a:cubicBezTo>
                <a:cubicBezTo>
                  <a:pt x="77" y="70"/>
                  <a:pt x="78" y="68"/>
                  <a:pt x="77" y="66"/>
                </a:cubicBezTo>
                <a:cubicBezTo>
                  <a:pt x="76" y="62"/>
                  <a:pt x="66" y="65"/>
                  <a:pt x="63" y="62"/>
                </a:cubicBezTo>
                <a:cubicBezTo>
                  <a:pt x="65" y="61"/>
                  <a:pt x="69" y="59"/>
                  <a:pt x="70" y="58"/>
                </a:cubicBezTo>
                <a:cubicBezTo>
                  <a:pt x="72" y="56"/>
                  <a:pt x="71" y="52"/>
                  <a:pt x="71" y="50"/>
                </a:cubicBezTo>
                <a:cubicBezTo>
                  <a:pt x="71" y="50"/>
                  <a:pt x="70" y="50"/>
                  <a:pt x="70" y="50"/>
                </a:cubicBezTo>
                <a:cubicBezTo>
                  <a:pt x="71" y="47"/>
                  <a:pt x="70" y="44"/>
                  <a:pt x="70" y="42"/>
                </a:cubicBezTo>
                <a:cubicBezTo>
                  <a:pt x="73" y="42"/>
                  <a:pt x="78" y="43"/>
                  <a:pt x="79" y="40"/>
                </a:cubicBezTo>
                <a:cubicBezTo>
                  <a:pt x="81" y="38"/>
                  <a:pt x="81" y="35"/>
                  <a:pt x="81" y="33"/>
                </a:cubicBezTo>
                <a:cubicBezTo>
                  <a:pt x="82" y="31"/>
                  <a:pt x="88" y="33"/>
                  <a:pt x="89" y="34"/>
                </a:cubicBezTo>
                <a:cubicBezTo>
                  <a:pt x="92" y="38"/>
                  <a:pt x="92" y="32"/>
                  <a:pt x="95" y="33"/>
                </a:cubicBezTo>
                <a:cubicBezTo>
                  <a:pt x="96" y="34"/>
                  <a:pt x="97" y="36"/>
                  <a:pt x="98" y="36"/>
                </a:cubicBezTo>
                <a:cubicBezTo>
                  <a:pt x="100" y="37"/>
                  <a:pt x="101" y="37"/>
                  <a:pt x="102" y="37"/>
                </a:cubicBezTo>
                <a:cubicBezTo>
                  <a:pt x="103" y="38"/>
                  <a:pt x="103" y="40"/>
                  <a:pt x="103" y="40"/>
                </a:cubicBezTo>
                <a:cubicBezTo>
                  <a:pt x="104" y="42"/>
                  <a:pt x="107" y="43"/>
                  <a:pt x="109" y="44"/>
                </a:cubicBezTo>
                <a:cubicBezTo>
                  <a:pt x="112" y="46"/>
                  <a:pt x="115" y="42"/>
                  <a:pt x="117" y="40"/>
                </a:cubicBezTo>
                <a:cubicBezTo>
                  <a:pt x="119" y="39"/>
                  <a:pt x="120" y="34"/>
                  <a:pt x="123" y="34"/>
                </a:cubicBezTo>
                <a:cubicBezTo>
                  <a:pt x="123" y="32"/>
                  <a:pt x="123" y="30"/>
                  <a:pt x="123" y="28"/>
                </a:cubicBezTo>
                <a:cubicBezTo>
                  <a:pt x="123" y="28"/>
                  <a:pt x="123" y="28"/>
                  <a:pt x="123" y="28"/>
                </a:cubicBezTo>
                <a:cubicBezTo>
                  <a:pt x="122" y="27"/>
                  <a:pt x="123" y="26"/>
                  <a:pt x="123" y="25"/>
                </a:cubicBezTo>
                <a:cubicBezTo>
                  <a:pt x="128" y="23"/>
                  <a:pt x="135" y="21"/>
                  <a:pt x="140" y="22"/>
                </a:cubicBezTo>
                <a:cubicBezTo>
                  <a:pt x="143" y="23"/>
                  <a:pt x="143" y="26"/>
                  <a:pt x="146" y="26"/>
                </a:cubicBezTo>
                <a:cubicBezTo>
                  <a:pt x="148" y="27"/>
                  <a:pt x="151" y="26"/>
                  <a:pt x="151" y="24"/>
                </a:cubicBezTo>
                <a:cubicBezTo>
                  <a:pt x="151" y="24"/>
                  <a:pt x="152" y="24"/>
                  <a:pt x="153" y="24"/>
                </a:cubicBezTo>
                <a:cubicBezTo>
                  <a:pt x="153" y="18"/>
                  <a:pt x="156" y="25"/>
                  <a:pt x="158" y="22"/>
                </a:cubicBezTo>
                <a:cubicBezTo>
                  <a:pt x="159" y="20"/>
                  <a:pt x="159" y="19"/>
                  <a:pt x="161" y="19"/>
                </a:cubicBezTo>
                <a:cubicBezTo>
                  <a:pt x="164" y="18"/>
                  <a:pt x="161" y="15"/>
                  <a:pt x="164" y="14"/>
                </a:cubicBezTo>
                <a:cubicBezTo>
                  <a:pt x="159" y="12"/>
                  <a:pt x="163" y="11"/>
                  <a:pt x="166" y="11"/>
                </a:cubicBezTo>
                <a:cubicBezTo>
                  <a:pt x="170" y="12"/>
                  <a:pt x="170" y="13"/>
                  <a:pt x="170" y="16"/>
                </a:cubicBezTo>
                <a:cubicBezTo>
                  <a:pt x="171" y="16"/>
                  <a:pt x="172" y="16"/>
                  <a:pt x="173" y="15"/>
                </a:cubicBezTo>
                <a:cubicBezTo>
                  <a:pt x="173" y="11"/>
                  <a:pt x="177" y="15"/>
                  <a:pt x="177" y="18"/>
                </a:cubicBezTo>
                <a:cubicBezTo>
                  <a:pt x="178" y="18"/>
                  <a:pt x="180" y="18"/>
                  <a:pt x="181" y="18"/>
                </a:cubicBezTo>
                <a:cubicBezTo>
                  <a:pt x="181" y="13"/>
                  <a:pt x="184" y="14"/>
                  <a:pt x="188" y="14"/>
                </a:cubicBezTo>
                <a:cubicBezTo>
                  <a:pt x="188" y="13"/>
                  <a:pt x="186" y="12"/>
                  <a:pt x="187" y="11"/>
                </a:cubicBezTo>
                <a:cubicBezTo>
                  <a:pt x="190" y="9"/>
                  <a:pt x="189" y="5"/>
                  <a:pt x="193" y="5"/>
                </a:cubicBezTo>
                <a:cubicBezTo>
                  <a:pt x="193" y="4"/>
                  <a:pt x="193" y="2"/>
                  <a:pt x="193" y="1"/>
                </a:cubicBezTo>
                <a:cubicBezTo>
                  <a:pt x="194" y="0"/>
                  <a:pt x="195" y="1"/>
                  <a:pt x="196" y="1"/>
                </a:cubicBezTo>
                <a:cubicBezTo>
                  <a:pt x="197" y="2"/>
                  <a:pt x="197" y="2"/>
                  <a:pt x="197" y="2"/>
                </a:cubicBezTo>
                <a:cubicBezTo>
                  <a:pt x="197" y="2"/>
                  <a:pt x="197" y="3"/>
                  <a:pt x="197" y="4"/>
                </a:cubicBezTo>
                <a:cubicBezTo>
                  <a:pt x="199" y="4"/>
                  <a:pt x="199" y="3"/>
                  <a:pt x="200" y="2"/>
                </a:cubicBezTo>
                <a:cubicBezTo>
                  <a:pt x="201" y="2"/>
                  <a:pt x="201" y="2"/>
                  <a:pt x="202" y="2"/>
                </a:cubicBezTo>
                <a:cubicBezTo>
                  <a:pt x="202" y="3"/>
                  <a:pt x="202" y="3"/>
                  <a:pt x="202" y="3"/>
                </a:cubicBezTo>
                <a:cubicBezTo>
                  <a:pt x="204" y="3"/>
                  <a:pt x="205" y="4"/>
                  <a:pt x="205" y="6"/>
                </a:cubicBezTo>
                <a:cubicBezTo>
                  <a:pt x="205" y="8"/>
                  <a:pt x="208" y="9"/>
                  <a:pt x="208" y="12"/>
                </a:cubicBezTo>
                <a:cubicBezTo>
                  <a:pt x="209" y="15"/>
                  <a:pt x="209" y="19"/>
                  <a:pt x="209" y="22"/>
                </a:cubicBezTo>
                <a:cubicBezTo>
                  <a:pt x="209" y="26"/>
                  <a:pt x="205" y="29"/>
                  <a:pt x="205" y="33"/>
                </a:cubicBezTo>
                <a:cubicBezTo>
                  <a:pt x="205" y="35"/>
                  <a:pt x="205" y="37"/>
                  <a:pt x="205" y="39"/>
                </a:cubicBezTo>
                <a:cubicBezTo>
                  <a:pt x="205" y="41"/>
                  <a:pt x="204" y="42"/>
                  <a:pt x="203" y="44"/>
                </a:cubicBezTo>
                <a:cubicBezTo>
                  <a:pt x="202" y="46"/>
                  <a:pt x="200" y="54"/>
                  <a:pt x="197" y="53"/>
                </a:cubicBezTo>
                <a:cubicBezTo>
                  <a:pt x="197" y="53"/>
                  <a:pt x="196" y="53"/>
                  <a:pt x="196" y="52"/>
                </a:cubicBezTo>
                <a:cubicBezTo>
                  <a:pt x="195" y="52"/>
                  <a:pt x="194" y="52"/>
                  <a:pt x="194" y="52"/>
                </a:cubicBezTo>
                <a:cubicBezTo>
                  <a:pt x="194" y="52"/>
                  <a:pt x="195" y="53"/>
                  <a:pt x="195" y="53"/>
                </a:cubicBezTo>
                <a:cubicBezTo>
                  <a:pt x="196" y="54"/>
                  <a:pt x="197" y="54"/>
                  <a:pt x="197" y="55"/>
                </a:cubicBezTo>
                <a:cubicBezTo>
                  <a:pt x="198" y="56"/>
                  <a:pt x="198" y="57"/>
                  <a:pt x="197" y="58"/>
                </a:cubicBezTo>
                <a:cubicBezTo>
                  <a:pt x="196" y="58"/>
                  <a:pt x="196" y="59"/>
                  <a:pt x="195" y="60"/>
                </a:cubicBezTo>
                <a:cubicBezTo>
                  <a:pt x="195" y="60"/>
                  <a:pt x="195" y="61"/>
                  <a:pt x="194" y="62"/>
                </a:cubicBezTo>
                <a:cubicBezTo>
                  <a:pt x="193" y="63"/>
                  <a:pt x="191" y="65"/>
                  <a:pt x="189" y="66"/>
                </a:cubicBezTo>
                <a:cubicBezTo>
                  <a:pt x="189" y="66"/>
                  <a:pt x="188" y="67"/>
                  <a:pt x="187" y="67"/>
                </a:cubicBezTo>
                <a:cubicBezTo>
                  <a:pt x="187" y="68"/>
                  <a:pt x="187" y="68"/>
                  <a:pt x="187" y="69"/>
                </a:cubicBezTo>
                <a:cubicBezTo>
                  <a:pt x="187" y="70"/>
                  <a:pt x="186" y="70"/>
                  <a:pt x="186" y="70"/>
                </a:cubicBezTo>
                <a:cubicBezTo>
                  <a:pt x="186" y="71"/>
                  <a:pt x="186" y="71"/>
                  <a:pt x="186" y="71"/>
                </a:cubicBezTo>
                <a:cubicBezTo>
                  <a:pt x="186" y="72"/>
                  <a:pt x="186" y="72"/>
                  <a:pt x="185" y="72"/>
                </a:cubicBezTo>
                <a:cubicBezTo>
                  <a:pt x="185" y="72"/>
                  <a:pt x="185" y="71"/>
                  <a:pt x="184" y="70"/>
                </a:cubicBezTo>
                <a:cubicBezTo>
                  <a:pt x="183" y="70"/>
                  <a:pt x="181" y="71"/>
                  <a:pt x="181" y="72"/>
                </a:cubicBezTo>
                <a:cubicBezTo>
                  <a:pt x="181" y="74"/>
                  <a:pt x="184" y="72"/>
                  <a:pt x="184" y="73"/>
                </a:cubicBezTo>
                <a:cubicBezTo>
                  <a:pt x="184" y="74"/>
                  <a:pt x="184" y="75"/>
                  <a:pt x="184" y="76"/>
                </a:cubicBezTo>
                <a:cubicBezTo>
                  <a:pt x="183" y="77"/>
                  <a:pt x="183" y="78"/>
                  <a:pt x="183" y="79"/>
                </a:cubicBezTo>
                <a:cubicBezTo>
                  <a:pt x="182" y="81"/>
                  <a:pt x="181" y="82"/>
                  <a:pt x="181" y="84"/>
                </a:cubicBezTo>
                <a:cubicBezTo>
                  <a:pt x="180" y="85"/>
                  <a:pt x="180" y="88"/>
                  <a:pt x="180" y="89"/>
                </a:cubicBezTo>
                <a:cubicBezTo>
                  <a:pt x="180" y="91"/>
                  <a:pt x="180" y="93"/>
                  <a:pt x="180" y="95"/>
                </a:cubicBezTo>
                <a:cubicBezTo>
                  <a:pt x="179" y="97"/>
                  <a:pt x="178" y="102"/>
                  <a:pt x="180" y="104"/>
                </a:cubicBezTo>
                <a:cubicBezTo>
                  <a:pt x="180" y="105"/>
                  <a:pt x="180" y="104"/>
                  <a:pt x="181" y="105"/>
                </a:cubicBezTo>
                <a:cubicBezTo>
                  <a:pt x="181" y="106"/>
                  <a:pt x="180" y="107"/>
                  <a:pt x="180" y="108"/>
                </a:cubicBezTo>
                <a:cubicBezTo>
                  <a:pt x="181" y="108"/>
                  <a:pt x="181" y="108"/>
                  <a:pt x="181" y="109"/>
                </a:cubicBezTo>
                <a:cubicBezTo>
                  <a:pt x="182" y="111"/>
                  <a:pt x="182" y="114"/>
                  <a:pt x="182" y="117"/>
                </a:cubicBezTo>
                <a:cubicBezTo>
                  <a:pt x="181" y="122"/>
                  <a:pt x="181" y="127"/>
                  <a:pt x="181" y="132"/>
                </a:cubicBezTo>
                <a:cubicBezTo>
                  <a:pt x="182" y="138"/>
                  <a:pt x="182" y="143"/>
                  <a:pt x="182" y="149"/>
                </a:cubicBezTo>
                <a:cubicBezTo>
                  <a:pt x="182" y="152"/>
                  <a:pt x="183" y="155"/>
                  <a:pt x="182" y="158"/>
                </a:cubicBezTo>
                <a:cubicBezTo>
                  <a:pt x="182" y="159"/>
                  <a:pt x="182" y="159"/>
                  <a:pt x="182" y="160"/>
                </a:cubicBezTo>
                <a:cubicBezTo>
                  <a:pt x="182" y="160"/>
                  <a:pt x="182" y="160"/>
                  <a:pt x="182" y="161"/>
                </a:cubicBezTo>
                <a:cubicBezTo>
                  <a:pt x="181" y="161"/>
                  <a:pt x="182" y="162"/>
                  <a:pt x="182" y="162"/>
                </a:cubicBezTo>
                <a:cubicBezTo>
                  <a:pt x="181" y="162"/>
                  <a:pt x="181" y="162"/>
                  <a:pt x="181" y="162"/>
                </a:cubicBezTo>
                <a:cubicBezTo>
                  <a:pt x="181" y="163"/>
                  <a:pt x="181" y="163"/>
                  <a:pt x="181" y="163"/>
                </a:cubicBezTo>
                <a:cubicBezTo>
                  <a:pt x="181" y="162"/>
                  <a:pt x="181" y="162"/>
                  <a:pt x="181" y="162"/>
                </a:cubicBezTo>
                <a:cubicBezTo>
                  <a:pt x="180" y="162"/>
                  <a:pt x="179" y="163"/>
                  <a:pt x="179" y="162"/>
                </a:cubicBezTo>
                <a:cubicBezTo>
                  <a:pt x="180" y="162"/>
                  <a:pt x="182" y="161"/>
                  <a:pt x="181" y="160"/>
                </a:cubicBezTo>
                <a:cubicBezTo>
                  <a:pt x="180" y="159"/>
                  <a:pt x="179" y="160"/>
                  <a:pt x="178" y="160"/>
                </a:cubicBezTo>
                <a:cubicBezTo>
                  <a:pt x="178" y="160"/>
                  <a:pt x="177" y="159"/>
                  <a:pt x="176" y="159"/>
                </a:cubicBezTo>
                <a:cubicBezTo>
                  <a:pt x="176" y="159"/>
                  <a:pt x="175" y="159"/>
                  <a:pt x="174" y="159"/>
                </a:cubicBezTo>
                <a:cubicBezTo>
                  <a:pt x="172" y="159"/>
                  <a:pt x="170" y="159"/>
                  <a:pt x="168" y="159"/>
                </a:cubicBezTo>
                <a:cubicBezTo>
                  <a:pt x="168" y="158"/>
                  <a:pt x="167" y="158"/>
                  <a:pt x="166" y="159"/>
                </a:cubicBezTo>
                <a:cubicBezTo>
                  <a:pt x="167" y="160"/>
                  <a:pt x="167" y="161"/>
                  <a:pt x="167" y="161"/>
                </a:cubicBezTo>
                <a:cubicBezTo>
                  <a:pt x="166" y="162"/>
                  <a:pt x="165" y="161"/>
                  <a:pt x="164" y="161"/>
                </a:cubicBezTo>
                <a:cubicBezTo>
                  <a:pt x="163" y="161"/>
                  <a:pt x="163" y="161"/>
                  <a:pt x="162" y="161"/>
                </a:cubicBezTo>
                <a:cubicBezTo>
                  <a:pt x="161" y="160"/>
                  <a:pt x="160" y="160"/>
                  <a:pt x="160" y="160"/>
                </a:cubicBezTo>
                <a:cubicBezTo>
                  <a:pt x="158" y="160"/>
                  <a:pt x="157" y="160"/>
                  <a:pt x="156" y="161"/>
                </a:cubicBezTo>
                <a:cubicBezTo>
                  <a:pt x="155" y="161"/>
                  <a:pt x="153" y="163"/>
                  <a:pt x="152" y="164"/>
                </a:cubicBezTo>
                <a:cubicBezTo>
                  <a:pt x="152" y="165"/>
                  <a:pt x="152" y="166"/>
                  <a:pt x="152" y="167"/>
                </a:cubicBezTo>
                <a:cubicBezTo>
                  <a:pt x="150" y="166"/>
                  <a:pt x="150" y="171"/>
                  <a:pt x="150" y="172"/>
                </a:cubicBezTo>
                <a:cubicBezTo>
                  <a:pt x="151" y="172"/>
                  <a:pt x="153" y="173"/>
                  <a:pt x="151" y="174"/>
                </a:cubicBezTo>
                <a:cubicBezTo>
                  <a:pt x="151" y="175"/>
                  <a:pt x="150" y="174"/>
                  <a:pt x="149" y="175"/>
                </a:cubicBezTo>
                <a:cubicBezTo>
                  <a:pt x="149" y="175"/>
                  <a:pt x="148" y="176"/>
                  <a:pt x="148" y="177"/>
                </a:cubicBezTo>
                <a:cubicBezTo>
                  <a:pt x="146" y="179"/>
                  <a:pt x="143" y="180"/>
                  <a:pt x="143" y="183"/>
                </a:cubicBezTo>
                <a:cubicBezTo>
                  <a:pt x="141" y="184"/>
                  <a:pt x="140" y="186"/>
                  <a:pt x="139" y="188"/>
                </a:cubicBezTo>
                <a:cubicBezTo>
                  <a:pt x="139" y="190"/>
                  <a:pt x="136" y="191"/>
                  <a:pt x="135" y="193"/>
                </a:cubicBezTo>
                <a:cubicBezTo>
                  <a:pt x="133" y="196"/>
                  <a:pt x="130" y="204"/>
                  <a:pt x="135" y="206"/>
                </a:cubicBezTo>
                <a:cubicBezTo>
                  <a:pt x="137" y="207"/>
                  <a:pt x="138" y="207"/>
                  <a:pt x="139" y="208"/>
                </a:cubicBezTo>
                <a:cubicBezTo>
                  <a:pt x="139" y="209"/>
                  <a:pt x="140" y="209"/>
                  <a:pt x="141" y="209"/>
                </a:cubicBezTo>
                <a:cubicBezTo>
                  <a:pt x="141" y="209"/>
                  <a:pt x="141" y="210"/>
                  <a:pt x="142" y="210"/>
                </a:cubicBezTo>
                <a:cubicBezTo>
                  <a:pt x="142" y="210"/>
                  <a:pt x="143" y="211"/>
                  <a:pt x="144" y="211"/>
                </a:cubicBezTo>
                <a:cubicBezTo>
                  <a:pt x="143" y="211"/>
                  <a:pt x="142" y="212"/>
                  <a:pt x="141" y="212"/>
                </a:cubicBezTo>
                <a:cubicBezTo>
                  <a:pt x="139" y="212"/>
                  <a:pt x="137" y="211"/>
                  <a:pt x="136" y="211"/>
                </a:cubicBezTo>
                <a:cubicBezTo>
                  <a:pt x="133" y="211"/>
                  <a:pt x="130" y="211"/>
                  <a:pt x="128" y="212"/>
                </a:cubicBez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4" name="Freeform 306">
            <a:extLst>
              <a:ext uri="{FF2B5EF4-FFF2-40B4-BE49-F238E27FC236}">
                <a16:creationId xmlns:a16="http://schemas.microsoft.com/office/drawing/2014/main" id="{C08B1C62-9373-4015-903B-3A20A8A1B096}"/>
              </a:ext>
            </a:extLst>
          </p:cNvPr>
          <p:cNvSpPr>
            <a:spLocks/>
          </p:cNvSpPr>
          <p:nvPr/>
        </p:nvSpPr>
        <p:spPr bwMode="auto">
          <a:xfrm>
            <a:off x="3050076" y="4821147"/>
            <a:ext cx="4080" cy="2956"/>
          </a:xfrm>
          <a:custGeom>
            <a:avLst/>
            <a:gdLst>
              <a:gd name="T0" fmla="*/ 2 w 2"/>
              <a:gd name="T1" fmla="*/ 1 h 1"/>
              <a:gd name="T2" fmla="*/ 0 w 2"/>
              <a:gd name="T3" fmla="*/ 0 h 1"/>
              <a:gd name="T4" fmla="*/ 2 w 2"/>
              <a:gd name="T5" fmla="*/ 1 h 1"/>
            </a:gdLst>
            <a:ahLst/>
            <a:cxnLst>
              <a:cxn ang="0">
                <a:pos x="T0" y="T1"/>
              </a:cxn>
              <a:cxn ang="0">
                <a:pos x="T2" y="T3"/>
              </a:cxn>
              <a:cxn ang="0">
                <a:pos x="T4" y="T5"/>
              </a:cxn>
            </a:cxnLst>
            <a:rect l="0" t="0" r="r" b="b"/>
            <a:pathLst>
              <a:path w="2" h="1">
                <a:moveTo>
                  <a:pt x="2" y="1"/>
                </a:moveTo>
                <a:cubicBezTo>
                  <a:pt x="1" y="1"/>
                  <a:pt x="1" y="1"/>
                  <a:pt x="0" y="0"/>
                </a:cubicBezTo>
                <a:cubicBezTo>
                  <a:pt x="1" y="1"/>
                  <a:pt x="1" y="1"/>
                  <a:pt x="2"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5" name="Freeform 307">
            <a:extLst>
              <a:ext uri="{FF2B5EF4-FFF2-40B4-BE49-F238E27FC236}">
                <a16:creationId xmlns:a16="http://schemas.microsoft.com/office/drawing/2014/main" id="{0FD90A37-576D-46EE-9B12-0CD07E2646C9}"/>
              </a:ext>
            </a:extLst>
          </p:cNvPr>
          <p:cNvSpPr>
            <a:spLocks/>
          </p:cNvSpPr>
          <p:nvPr/>
        </p:nvSpPr>
        <p:spPr bwMode="auto">
          <a:xfrm>
            <a:off x="2811428" y="3284907"/>
            <a:ext cx="13258" cy="1971"/>
          </a:xfrm>
          <a:custGeom>
            <a:avLst/>
            <a:gdLst>
              <a:gd name="T0" fmla="*/ 0 w 6"/>
              <a:gd name="T1" fmla="*/ 1 h 1"/>
              <a:gd name="T2" fmla="*/ 1 w 6"/>
              <a:gd name="T3" fmla="*/ 1 h 1"/>
              <a:gd name="T4" fmla="*/ 1 w 6"/>
              <a:gd name="T5" fmla="*/ 1 h 1"/>
              <a:gd name="T6" fmla="*/ 6 w 6"/>
              <a:gd name="T7" fmla="*/ 0 h 1"/>
              <a:gd name="T8" fmla="*/ 6 w 6"/>
              <a:gd name="T9" fmla="*/ 0 h 1"/>
              <a:gd name="T10" fmla="*/ 0 w 6"/>
              <a:gd name="T11" fmla="*/ 1 h 1"/>
            </a:gdLst>
            <a:ahLst/>
            <a:cxnLst>
              <a:cxn ang="0">
                <a:pos x="T0" y="T1"/>
              </a:cxn>
              <a:cxn ang="0">
                <a:pos x="T2" y="T3"/>
              </a:cxn>
              <a:cxn ang="0">
                <a:pos x="T4" y="T5"/>
              </a:cxn>
              <a:cxn ang="0">
                <a:pos x="T6" y="T7"/>
              </a:cxn>
              <a:cxn ang="0">
                <a:pos x="T8" y="T9"/>
              </a:cxn>
              <a:cxn ang="0">
                <a:pos x="T10" y="T11"/>
              </a:cxn>
            </a:cxnLst>
            <a:rect l="0" t="0" r="r" b="b"/>
            <a:pathLst>
              <a:path w="6" h="1">
                <a:moveTo>
                  <a:pt x="0" y="1"/>
                </a:moveTo>
                <a:cubicBezTo>
                  <a:pt x="1" y="1"/>
                  <a:pt x="1" y="1"/>
                  <a:pt x="1" y="1"/>
                </a:cubicBezTo>
                <a:cubicBezTo>
                  <a:pt x="1" y="1"/>
                  <a:pt x="1" y="1"/>
                  <a:pt x="1" y="1"/>
                </a:cubicBezTo>
                <a:cubicBezTo>
                  <a:pt x="2" y="0"/>
                  <a:pt x="4" y="1"/>
                  <a:pt x="6" y="0"/>
                </a:cubicBezTo>
                <a:cubicBezTo>
                  <a:pt x="6" y="0"/>
                  <a:pt x="6" y="0"/>
                  <a:pt x="6" y="0"/>
                </a:cubicBezTo>
                <a:cubicBezTo>
                  <a:pt x="4" y="1"/>
                  <a:pt x="2" y="0"/>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6" name="Freeform 308">
            <a:extLst>
              <a:ext uri="{FF2B5EF4-FFF2-40B4-BE49-F238E27FC236}">
                <a16:creationId xmlns:a16="http://schemas.microsoft.com/office/drawing/2014/main" id="{F10DD57C-8D0E-4004-A7EE-81CC3F286F2D}"/>
              </a:ext>
            </a:extLst>
          </p:cNvPr>
          <p:cNvSpPr>
            <a:spLocks/>
          </p:cNvSpPr>
          <p:nvPr/>
        </p:nvSpPr>
        <p:spPr bwMode="auto">
          <a:xfrm>
            <a:off x="2824686" y="32849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7" name="Freeform 309">
            <a:extLst>
              <a:ext uri="{FF2B5EF4-FFF2-40B4-BE49-F238E27FC236}">
                <a16:creationId xmlns:a16="http://schemas.microsoft.com/office/drawing/2014/main" id="{85181807-87E3-4170-8033-BBDEE8356E86}"/>
              </a:ext>
            </a:extLst>
          </p:cNvPr>
          <p:cNvSpPr>
            <a:spLocks/>
          </p:cNvSpPr>
          <p:nvPr/>
        </p:nvSpPr>
        <p:spPr bwMode="auto">
          <a:xfrm>
            <a:off x="2824686" y="328490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39" name="Freeform 310">
            <a:extLst>
              <a:ext uri="{FF2B5EF4-FFF2-40B4-BE49-F238E27FC236}">
                <a16:creationId xmlns:a16="http://schemas.microsoft.com/office/drawing/2014/main" id="{2A4F84B3-0E8A-4067-8E16-E0EA765D061C}"/>
              </a:ext>
            </a:extLst>
          </p:cNvPr>
          <p:cNvSpPr>
            <a:spLocks/>
          </p:cNvSpPr>
          <p:nvPr/>
        </p:nvSpPr>
        <p:spPr bwMode="auto">
          <a:xfrm>
            <a:off x="2824686" y="3284907"/>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0" name="Rectangle 311">
            <a:extLst>
              <a:ext uri="{FF2B5EF4-FFF2-40B4-BE49-F238E27FC236}">
                <a16:creationId xmlns:a16="http://schemas.microsoft.com/office/drawing/2014/main" id="{DB3FB92C-2636-4AB0-93D8-6251A6B562BB}"/>
              </a:ext>
            </a:extLst>
          </p:cNvPr>
          <p:cNvSpPr>
            <a:spLocks noChangeArrowheads="1"/>
          </p:cNvSpPr>
          <p:nvPr/>
        </p:nvSpPr>
        <p:spPr bwMode="auto">
          <a:xfrm>
            <a:off x="2826726" y="328490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1" name="Freeform 312">
            <a:extLst>
              <a:ext uri="{FF2B5EF4-FFF2-40B4-BE49-F238E27FC236}">
                <a16:creationId xmlns:a16="http://schemas.microsoft.com/office/drawing/2014/main" id="{1281E91A-A6F3-4BB2-80A5-5B5880CC64C5}"/>
              </a:ext>
            </a:extLst>
          </p:cNvPr>
          <p:cNvSpPr>
            <a:spLocks/>
          </p:cNvSpPr>
          <p:nvPr/>
        </p:nvSpPr>
        <p:spPr bwMode="auto">
          <a:xfrm>
            <a:off x="2674767" y="3076001"/>
            <a:ext cx="4080" cy="2956"/>
          </a:xfrm>
          <a:custGeom>
            <a:avLst/>
            <a:gdLst>
              <a:gd name="T0" fmla="*/ 0 w 2"/>
              <a:gd name="T1" fmla="*/ 0 h 1"/>
              <a:gd name="T2" fmla="*/ 2 w 2"/>
              <a:gd name="T3" fmla="*/ 1 h 1"/>
              <a:gd name="T4" fmla="*/ 0 w 2"/>
              <a:gd name="T5" fmla="*/ 1 h 1"/>
              <a:gd name="T6" fmla="*/ 0 w 2"/>
              <a:gd name="T7" fmla="*/ 0 h 1"/>
            </a:gdLst>
            <a:ahLst/>
            <a:cxnLst>
              <a:cxn ang="0">
                <a:pos x="T0" y="T1"/>
              </a:cxn>
              <a:cxn ang="0">
                <a:pos x="T2" y="T3"/>
              </a:cxn>
              <a:cxn ang="0">
                <a:pos x="T4" y="T5"/>
              </a:cxn>
              <a:cxn ang="0">
                <a:pos x="T6" y="T7"/>
              </a:cxn>
            </a:cxnLst>
            <a:rect l="0" t="0" r="r" b="b"/>
            <a:pathLst>
              <a:path w="2" h="1">
                <a:moveTo>
                  <a:pt x="0" y="0"/>
                </a:moveTo>
                <a:cubicBezTo>
                  <a:pt x="2" y="1"/>
                  <a:pt x="2" y="1"/>
                  <a:pt x="2" y="1"/>
                </a:cubicBezTo>
                <a:cubicBezTo>
                  <a:pt x="1" y="1"/>
                  <a:pt x="1" y="1"/>
                  <a:pt x="0" y="1"/>
                </a:cubicBez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2" name="Freeform 313">
            <a:extLst>
              <a:ext uri="{FF2B5EF4-FFF2-40B4-BE49-F238E27FC236}">
                <a16:creationId xmlns:a16="http://schemas.microsoft.com/office/drawing/2014/main" id="{F50C6F54-B091-4B1E-8749-5C2640B6B323}"/>
              </a:ext>
            </a:extLst>
          </p:cNvPr>
          <p:cNvSpPr>
            <a:spLocks/>
          </p:cNvSpPr>
          <p:nvPr/>
        </p:nvSpPr>
        <p:spPr bwMode="auto">
          <a:xfrm>
            <a:off x="2841004" y="2907498"/>
            <a:ext cx="351854" cy="304489"/>
          </a:xfrm>
          <a:custGeom>
            <a:avLst/>
            <a:gdLst>
              <a:gd name="T0" fmla="*/ 65 w 155"/>
              <a:gd name="T1" fmla="*/ 8 h 139"/>
              <a:gd name="T2" fmla="*/ 69 w 155"/>
              <a:gd name="T3" fmla="*/ 3 h 139"/>
              <a:gd name="T4" fmla="*/ 74 w 155"/>
              <a:gd name="T5" fmla="*/ 6 h 139"/>
              <a:gd name="T6" fmla="*/ 80 w 155"/>
              <a:gd name="T7" fmla="*/ 14 h 139"/>
              <a:gd name="T8" fmla="*/ 86 w 155"/>
              <a:gd name="T9" fmla="*/ 21 h 139"/>
              <a:gd name="T10" fmla="*/ 94 w 155"/>
              <a:gd name="T11" fmla="*/ 26 h 139"/>
              <a:gd name="T12" fmla="*/ 104 w 155"/>
              <a:gd name="T13" fmla="*/ 26 h 139"/>
              <a:gd name="T14" fmla="*/ 113 w 155"/>
              <a:gd name="T15" fmla="*/ 33 h 139"/>
              <a:gd name="T16" fmla="*/ 116 w 155"/>
              <a:gd name="T17" fmla="*/ 36 h 139"/>
              <a:gd name="T18" fmla="*/ 120 w 155"/>
              <a:gd name="T19" fmla="*/ 47 h 139"/>
              <a:gd name="T20" fmla="*/ 132 w 155"/>
              <a:gd name="T21" fmla="*/ 49 h 139"/>
              <a:gd name="T22" fmla="*/ 140 w 155"/>
              <a:gd name="T23" fmla="*/ 53 h 139"/>
              <a:gd name="T24" fmla="*/ 148 w 155"/>
              <a:gd name="T25" fmla="*/ 60 h 139"/>
              <a:gd name="T26" fmla="*/ 152 w 155"/>
              <a:gd name="T27" fmla="*/ 67 h 139"/>
              <a:gd name="T28" fmla="*/ 143 w 155"/>
              <a:gd name="T29" fmla="*/ 75 h 139"/>
              <a:gd name="T30" fmla="*/ 137 w 155"/>
              <a:gd name="T31" fmla="*/ 80 h 139"/>
              <a:gd name="T32" fmla="*/ 129 w 155"/>
              <a:gd name="T33" fmla="*/ 86 h 139"/>
              <a:gd name="T34" fmla="*/ 125 w 155"/>
              <a:gd name="T35" fmla="*/ 97 h 139"/>
              <a:gd name="T36" fmla="*/ 125 w 155"/>
              <a:gd name="T37" fmla="*/ 109 h 139"/>
              <a:gd name="T38" fmla="*/ 123 w 155"/>
              <a:gd name="T39" fmla="*/ 111 h 139"/>
              <a:gd name="T40" fmla="*/ 119 w 155"/>
              <a:gd name="T41" fmla="*/ 119 h 139"/>
              <a:gd name="T42" fmla="*/ 111 w 155"/>
              <a:gd name="T43" fmla="*/ 132 h 139"/>
              <a:gd name="T44" fmla="*/ 110 w 155"/>
              <a:gd name="T45" fmla="*/ 138 h 139"/>
              <a:gd name="T46" fmla="*/ 103 w 155"/>
              <a:gd name="T47" fmla="*/ 135 h 139"/>
              <a:gd name="T48" fmla="*/ 100 w 155"/>
              <a:gd name="T49" fmla="*/ 130 h 139"/>
              <a:gd name="T50" fmla="*/ 82 w 155"/>
              <a:gd name="T51" fmla="*/ 130 h 139"/>
              <a:gd name="T52" fmla="*/ 69 w 155"/>
              <a:gd name="T53" fmla="*/ 122 h 139"/>
              <a:gd name="T54" fmla="*/ 57 w 155"/>
              <a:gd name="T55" fmla="*/ 114 h 139"/>
              <a:gd name="T56" fmla="*/ 52 w 155"/>
              <a:gd name="T57" fmla="*/ 106 h 139"/>
              <a:gd name="T58" fmla="*/ 52 w 155"/>
              <a:gd name="T59" fmla="*/ 99 h 139"/>
              <a:gd name="T60" fmla="*/ 37 w 155"/>
              <a:gd name="T61" fmla="*/ 84 h 139"/>
              <a:gd name="T62" fmla="*/ 25 w 155"/>
              <a:gd name="T63" fmla="*/ 88 h 139"/>
              <a:gd name="T64" fmla="*/ 16 w 155"/>
              <a:gd name="T65" fmla="*/ 90 h 139"/>
              <a:gd name="T66" fmla="*/ 7 w 155"/>
              <a:gd name="T67" fmla="*/ 86 h 139"/>
              <a:gd name="T68" fmla="*/ 9 w 155"/>
              <a:gd name="T69" fmla="*/ 71 h 139"/>
              <a:gd name="T70" fmla="*/ 17 w 155"/>
              <a:gd name="T71" fmla="*/ 61 h 139"/>
              <a:gd name="T72" fmla="*/ 1 w 155"/>
              <a:gd name="T73" fmla="*/ 50 h 139"/>
              <a:gd name="T74" fmla="*/ 9 w 155"/>
              <a:gd name="T75" fmla="*/ 47 h 139"/>
              <a:gd name="T76" fmla="*/ 7 w 155"/>
              <a:gd name="T77" fmla="*/ 36 h 139"/>
              <a:gd name="T78" fmla="*/ 11 w 155"/>
              <a:gd name="T79" fmla="*/ 27 h 139"/>
              <a:gd name="T80" fmla="*/ 10 w 155"/>
              <a:gd name="T81" fmla="*/ 23 h 139"/>
              <a:gd name="T82" fmla="*/ 13 w 155"/>
              <a:gd name="T83" fmla="*/ 21 h 139"/>
              <a:gd name="T84" fmla="*/ 24 w 155"/>
              <a:gd name="T85" fmla="*/ 16 h 139"/>
              <a:gd name="T86" fmla="*/ 34 w 155"/>
              <a:gd name="T87" fmla="*/ 10 h 139"/>
              <a:gd name="T88" fmla="*/ 51 w 155"/>
              <a:gd name="T89" fmla="*/ 12 h 139"/>
              <a:gd name="T90" fmla="*/ 68 w 155"/>
              <a:gd name="T91" fmla="*/ 17 h 139"/>
              <a:gd name="T92" fmla="*/ 63 w 155"/>
              <a:gd name="T93" fmla="*/ 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5" h="139">
                <a:moveTo>
                  <a:pt x="63" y="9"/>
                </a:moveTo>
                <a:cubicBezTo>
                  <a:pt x="64" y="9"/>
                  <a:pt x="65" y="9"/>
                  <a:pt x="65" y="8"/>
                </a:cubicBezTo>
                <a:cubicBezTo>
                  <a:pt x="66" y="6"/>
                  <a:pt x="65" y="5"/>
                  <a:pt x="67" y="4"/>
                </a:cubicBezTo>
                <a:cubicBezTo>
                  <a:pt x="67" y="3"/>
                  <a:pt x="69" y="4"/>
                  <a:pt x="69" y="3"/>
                </a:cubicBezTo>
                <a:cubicBezTo>
                  <a:pt x="70" y="2"/>
                  <a:pt x="69" y="1"/>
                  <a:pt x="70" y="0"/>
                </a:cubicBezTo>
                <a:cubicBezTo>
                  <a:pt x="71" y="0"/>
                  <a:pt x="76" y="6"/>
                  <a:pt x="74" y="6"/>
                </a:cubicBezTo>
                <a:cubicBezTo>
                  <a:pt x="75" y="6"/>
                  <a:pt x="76" y="7"/>
                  <a:pt x="77" y="7"/>
                </a:cubicBezTo>
                <a:cubicBezTo>
                  <a:pt x="78" y="10"/>
                  <a:pt x="76" y="13"/>
                  <a:pt x="80" y="14"/>
                </a:cubicBezTo>
                <a:cubicBezTo>
                  <a:pt x="82" y="15"/>
                  <a:pt x="81" y="17"/>
                  <a:pt x="82" y="18"/>
                </a:cubicBezTo>
                <a:cubicBezTo>
                  <a:pt x="83" y="20"/>
                  <a:pt x="85" y="20"/>
                  <a:pt x="86" y="21"/>
                </a:cubicBezTo>
                <a:cubicBezTo>
                  <a:pt x="88" y="23"/>
                  <a:pt x="89" y="28"/>
                  <a:pt x="94" y="27"/>
                </a:cubicBezTo>
                <a:cubicBezTo>
                  <a:pt x="94" y="26"/>
                  <a:pt x="94" y="26"/>
                  <a:pt x="94" y="26"/>
                </a:cubicBezTo>
                <a:cubicBezTo>
                  <a:pt x="95" y="26"/>
                  <a:pt x="97" y="25"/>
                  <a:pt x="98" y="24"/>
                </a:cubicBezTo>
                <a:cubicBezTo>
                  <a:pt x="101" y="24"/>
                  <a:pt x="102" y="26"/>
                  <a:pt x="104" y="26"/>
                </a:cubicBezTo>
                <a:cubicBezTo>
                  <a:pt x="104" y="28"/>
                  <a:pt x="107" y="32"/>
                  <a:pt x="109" y="32"/>
                </a:cubicBezTo>
                <a:cubicBezTo>
                  <a:pt x="110" y="33"/>
                  <a:pt x="111" y="32"/>
                  <a:pt x="113" y="33"/>
                </a:cubicBezTo>
                <a:cubicBezTo>
                  <a:pt x="113" y="33"/>
                  <a:pt x="114" y="33"/>
                  <a:pt x="115" y="34"/>
                </a:cubicBezTo>
                <a:cubicBezTo>
                  <a:pt x="116" y="35"/>
                  <a:pt x="115" y="35"/>
                  <a:pt x="116" y="36"/>
                </a:cubicBezTo>
                <a:cubicBezTo>
                  <a:pt x="117" y="37"/>
                  <a:pt x="117" y="38"/>
                  <a:pt x="119" y="38"/>
                </a:cubicBezTo>
                <a:cubicBezTo>
                  <a:pt x="118" y="41"/>
                  <a:pt x="119" y="45"/>
                  <a:pt x="120" y="47"/>
                </a:cubicBezTo>
                <a:cubicBezTo>
                  <a:pt x="121" y="48"/>
                  <a:pt x="124" y="48"/>
                  <a:pt x="126" y="48"/>
                </a:cubicBezTo>
                <a:cubicBezTo>
                  <a:pt x="128" y="48"/>
                  <a:pt x="130" y="49"/>
                  <a:pt x="132" y="49"/>
                </a:cubicBezTo>
                <a:cubicBezTo>
                  <a:pt x="134" y="50"/>
                  <a:pt x="135" y="51"/>
                  <a:pt x="136" y="52"/>
                </a:cubicBezTo>
                <a:cubicBezTo>
                  <a:pt x="138" y="52"/>
                  <a:pt x="138" y="52"/>
                  <a:pt x="140" y="53"/>
                </a:cubicBezTo>
                <a:cubicBezTo>
                  <a:pt x="142" y="53"/>
                  <a:pt x="142" y="55"/>
                  <a:pt x="143" y="57"/>
                </a:cubicBezTo>
                <a:cubicBezTo>
                  <a:pt x="145" y="60"/>
                  <a:pt x="145" y="60"/>
                  <a:pt x="148" y="60"/>
                </a:cubicBezTo>
                <a:cubicBezTo>
                  <a:pt x="150" y="61"/>
                  <a:pt x="151" y="62"/>
                  <a:pt x="152" y="63"/>
                </a:cubicBezTo>
                <a:cubicBezTo>
                  <a:pt x="152" y="63"/>
                  <a:pt x="155" y="68"/>
                  <a:pt x="152" y="67"/>
                </a:cubicBezTo>
                <a:cubicBezTo>
                  <a:pt x="150" y="67"/>
                  <a:pt x="149" y="67"/>
                  <a:pt x="148" y="69"/>
                </a:cubicBezTo>
                <a:cubicBezTo>
                  <a:pt x="147" y="71"/>
                  <a:pt x="144" y="73"/>
                  <a:pt x="143" y="75"/>
                </a:cubicBezTo>
                <a:cubicBezTo>
                  <a:pt x="142" y="75"/>
                  <a:pt x="140" y="75"/>
                  <a:pt x="138" y="76"/>
                </a:cubicBezTo>
                <a:cubicBezTo>
                  <a:pt x="137" y="77"/>
                  <a:pt x="137" y="79"/>
                  <a:pt x="137" y="80"/>
                </a:cubicBezTo>
                <a:cubicBezTo>
                  <a:pt x="136" y="82"/>
                  <a:pt x="135" y="83"/>
                  <a:pt x="133" y="84"/>
                </a:cubicBezTo>
                <a:cubicBezTo>
                  <a:pt x="132" y="84"/>
                  <a:pt x="130" y="84"/>
                  <a:pt x="129" y="86"/>
                </a:cubicBezTo>
                <a:cubicBezTo>
                  <a:pt x="128" y="88"/>
                  <a:pt x="131" y="93"/>
                  <a:pt x="129" y="95"/>
                </a:cubicBezTo>
                <a:cubicBezTo>
                  <a:pt x="127" y="97"/>
                  <a:pt x="126" y="96"/>
                  <a:pt x="125" y="97"/>
                </a:cubicBezTo>
                <a:cubicBezTo>
                  <a:pt x="124" y="99"/>
                  <a:pt x="125" y="101"/>
                  <a:pt x="123" y="101"/>
                </a:cubicBezTo>
                <a:cubicBezTo>
                  <a:pt x="122" y="104"/>
                  <a:pt x="124" y="107"/>
                  <a:pt x="125" y="109"/>
                </a:cubicBezTo>
                <a:cubicBezTo>
                  <a:pt x="126" y="109"/>
                  <a:pt x="126" y="110"/>
                  <a:pt x="126" y="111"/>
                </a:cubicBezTo>
                <a:cubicBezTo>
                  <a:pt x="125" y="111"/>
                  <a:pt x="124" y="111"/>
                  <a:pt x="123" y="111"/>
                </a:cubicBezTo>
                <a:cubicBezTo>
                  <a:pt x="123" y="112"/>
                  <a:pt x="122" y="112"/>
                  <a:pt x="122" y="113"/>
                </a:cubicBezTo>
                <a:cubicBezTo>
                  <a:pt x="121" y="114"/>
                  <a:pt x="120" y="117"/>
                  <a:pt x="119" y="119"/>
                </a:cubicBezTo>
                <a:cubicBezTo>
                  <a:pt x="117" y="122"/>
                  <a:pt x="115" y="125"/>
                  <a:pt x="113" y="127"/>
                </a:cubicBezTo>
                <a:cubicBezTo>
                  <a:pt x="112" y="128"/>
                  <a:pt x="110" y="130"/>
                  <a:pt x="111" y="132"/>
                </a:cubicBezTo>
                <a:cubicBezTo>
                  <a:pt x="111" y="133"/>
                  <a:pt x="112" y="134"/>
                  <a:pt x="113" y="134"/>
                </a:cubicBezTo>
                <a:cubicBezTo>
                  <a:pt x="111" y="135"/>
                  <a:pt x="111" y="137"/>
                  <a:pt x="110" y="138"/>
                </a:cubicBezTo>
                <a:cubicBezTo>
                  <a:pt x="109" y="139"/>
                  <a:pt x="107" y="138"/>
                  <a:pt x="106" y="138"/>
                </a:cubicBezTo>
                <a:cubicBezTo>
                  <a:pt x="107" y="135"/>
                  <a:pt x="103" y="137"/>
                  <a:pt x="103" y="135"/>
                </a:cubicBezTo>
                <a:cubicBezTo>
                  <a:pt x="102" y="134"/>
                  <a:pt x="101" y="134"/>
                  <a:pt x="100" y="135"/>
                </a:cubicBezTo>
                <a:cubicBezTo>
                  <a:pt x="100" y="133"/>
                  <a:pt x="100" y="132"/>
                  <a:pt x="100" y="130"/>
                </a:cubicBezTo>
                <a:cubicBezTo>
                  <a:pt x="97" y="130"/>
                  <a:pt x="94" y="132"/>
                  <a:pt x="90" y="131"/>
                </a:cubicBezTo>
                <a:cubicBezTo>
                  <a:pt x="87" y="130"/>
                  <a:pt x="85" y="130"/>
                  <a:pt x="82" y="130"/>
                </a:cubicBezTo>
                <a:cubicBezTo>
                  <a:pt x="82" y="127"/>
                  <a:pt x="81" y="127"/>
                  <a:pt x="78" y="126"/>
                </a:cubicBezTo>
                <a:cubicBezTo>
                  <a:pt x="75" y="125"/>
                  <a:pt x="72" y="122"/>
                  <a:pt x="69" y="122"/>
                </a:cubicBezTo>
                <a:cubicBezTo>
                  <a:pt x="69" y="119"/>
                  <a:pt x="69" y="117"/>
                  <a:pt x="64" y="116"/>
                </a:cubicBezTo>
                <a:cubicBezTo>
                  <a:pt x="61" y="116"/>
                  <a:pt x="57" y="118"/>
                  <a:pt x="57" y="114"/>
                </a:cubicBezTo>
                <a:cubicBezTo>
                  <a:pt x="54" y="113"/>
                  <a:pt x="54" y="110"/>
                  <a:pt x="51" y="109"/>
                </a:cubicBezTo>
                <a:cubicBezTo>
                  <a:pt x="51" y="108"/>
                  <a:pt x="52" y="107"/>
                  <a:pt x="52" y="106"/>
                </a:cubicBezTo>
                <a:cubicBezTo>
                  <a:pt x="54" y="106"/>
                  <a:pt x="59" y="106"/>
                  <a:pt x="59" y="104"/>
                </a:cubicBezTo>
                <a:cubicBezTo>
                  <a:pt x="58" y="102"/>
                  <a:pt x="53" y="100"/>
                  <a:pt x="52" y="99"/>
                </a:cubicBezTo>
                <a:cubicBezTo>
                  <a:pt x="49" y="97"/>
                  <a:pt x="45" y="94"/>
                  <a:pt x="42" y="91"/>
                </a:cubicBezTo>
                <a:cubicBezTo>
                  <a:pt x="40" y="89"/>
                  <a:pt x="40" y="86"/>
                  <a:pt x="37" y="84"/>
                </a:cubicBezTo>
                <a:cubicBezTo>
                  <a:pt x="34" y="82"/>
                  <a:pt x="32" y="85"/>
                  <a:pt x="29" y="84"/>
                </a:cubicBezTo>
                <a:cubicBezTo>
                  <a:pt x="27" y="84"/>
                  <a:pt x="27" y="87"/>
                  <a:pt x="25" y="88"/>
                </a:cubicBezTo>
                <a:cubicBezTo>
                  <a:pt x="22" y="89"/>
                  <a:pt x="23" y="91"/>
                  <a:pt x="21" y="93"/>
                </a:cubicBezTo>
                <a:cubicBezTo>
                  <a:pt x="19" y="94"/>
                  <a:pt x="17" y="90"/>
                  <a:pt x="16" y="90"/>
                </a:cubicBezTo>
                <a:cubicBezTo>
                  <a:pt x="17" y="88"/>
                  <a:pt x="16" y="86"/>
                  <a:pt x="16" y="85"/>
                </a:cubicBezTo>
                <a:cubicBezTo>
                  <a:pt x="14" y="86"/>
                  <a:pt x="10" y="87"/>
                  <a:pt x="7" y="86"/>
                </a:cubicBezTo>
                <a:cubicBezTo>
                  <a:pt x="6" y="85"/>
                  <a:pt x="6" y="81"/>
                  <a:pt x="5" y="79"/>
                </a:cubicBezTo>
                <a:cubicBezTo>
                  <a:pt x="3" y="76"/>
                  <a:pt x="7" y="73"/>
                  <a:pt x="9" y="71"/>
                </a:cubicBezTo>
                <a:cubicBezTo>
                  <a:pt x="11" y="69"/>
                  <a:pt x="12" y="65"/>
                  <a:pt x="13" y="62"/>
                </a:cubicBezTo>
                <a:cubicBezTo>
                  <a:pt x="14" y="62"/>
                  <a:pt x="15" y="61"/>
                  <a:pt x="17" y="61"/>
                </a:cubicBezTo>
                <a:cubicBezTo>
                  <a:pt x="13" y="59"/>
                  <a:pt x="9" y="59"/>
                  <a:pt x="6" y="56"/>
                </a:cubicBezTo>
                <a:cubicBezTo>
                  <a:pt x="4" y="55"/>
                  <a:pt x="0" y="53"/>
                  <a:pt x="1" y="50"/>
                </a:cubicBezTo>
                <a:cubicBezTo>
                  <a:pt x="3" y="49"/>
                  <a:pt x="3" y="49"/>
                  <a:pt x="3" y="49"/>
                </a:cubicBezTo>
                <a:cubicBezTo>
                  <a:pt x="5" y="48"/>
                  <a:pt x="7" y="48"/>
                  <a:pt x="9" y="47"/>
                </a:cubicBezTo>
                <a:cubicBezTo>
                  <a:pt x="10" y="46"/>
                  <a:pt x="10" y="43"/>
                  <a:pt x="7" y="43"/>
                </a:cubicBezTo>
                <a:cubicBezTo>
                  <a:pt x="8" y="41"/>
                  <a:pt x="10" y="36"/>
                  <a:pt x="7" y="36"/>
                </a:cubicBezTo>
                <a:cubicBezTo>
                  <a:pt x="7" y="34"/>
                  <a:pt x="9" y="28"/>
                  <a:pt x="11" y="28"/>
                </a:cubicBezTo>
                <a:cubicBezTo>
                  <a:pt x="11" y="27"/>
                  <a:pt x="11" y="27"/>
                  <a:pt x="11" y="27"/>
                </a:cubicBezTo>
                <a:cubicBezTo>
                  <a:pt x="11" y="27"/>
                  <a:pt x="11" y="27"/>
                  <a:pt x="11" y="27"/>
                </a:cubicBezTo>
                <a:cubicBezTo>
                  <a:pt x="10" y="26"/>
                  <a:pt x="10" y="25"/>
                  <a:pt x="10" y="23"/>
                </a:cubicBezTo>
                <a:cubicBezTo>
                  <a:pt x="11" y="23"/>
                  <a:pt x="15" y="24"/>
                  <a:pt x="14" y="21"/>
                </a:cubicBezTo>
                <a:cubicBezTo>
                  <a:pt x="14" y="22"/>
                  <a:pt x="13" y="21"/>
                  <a:pt x="13" y="21"/>
                </a:cubicBezTo>
                <a:cubicBezTo>
                  <a:pt x="13" y="19"/>
                  <a:pt x="17" y="13"/>
                  <a:pt x="20" y="14"/>
                </a:cubicBezTo>
                <a:cubicBezTo>
                  <a:pt x="22" y="15"/>
                  <a:pt x="22" y="17"/>
                  <a:pt x="24" y="16"/>
                </a:cubicBezTo>
                <a:cubicBezTo>
                  <a:pt x="25" y="16"/>
                  <a:pt x="26" y="13"/>
                  <a:pt x="26" y="12"/>
                </a:cubicBezTo>
                <a:cubicBezTo>
                  <a:pt x="28" y="11"/>
                  <a:pt x="32" y="13"/>
                  <a:pt x="34" y="10"/>
                </a:cubicBezTo>
                <a:cubicBezTo>
                  <a:pt x="37" y="10"/>
                  <a:pt x="42" y="11"/>
                  <a:pt x="44" y="11"/>
                </a:cubicBezTo>
                <a:cubicBezTo>
                  <a:pt x="47" y="12"/>
                  <a:pt x="48" y="12"/>
                  <a:pt x="51" y="12"/>
                </a:cubicBezTo>
                <a:cubicBezTo>
                  <a:pt x="54" y="13"/>
                  <a:pt x="61" y="14"/>
                  <a:pt x="61" y="18"/>
                </a:cubicBezTo>
                <a:cubicBezTo>
                  <a:pt x="62" y="18"/>
                  <a:pt x="69" y="18"/>
                  <a:pt x="68" y="17"/>
                </a:cubicBezTo>
                <a:cubicBezTo>
                  <a:pt x="68" y="16"/>
                  <a:pt x="67" y="14"/>
                  <a:pt x="66" y="13"/>
                </a:cubicBezTo>
                <a:cubicBezTo>
                  <a:pt x="65" y="11"/>
                  <a:pt x="64" y="10"/>
                  <a:pt x="63" y="9"/>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3" name="Freeform 314">
            <a:extLst>
              <a:ext uri="{FF2B5EF4-FFF2-40B4-BE49-F238E27FC236}">
                <a16:creationId xmlns:a16="http://schemas.microsoft.com/office/drawing/2014/main" id="{18AD4B3F-A1D1-46C7-ABC3-FDDAF783AC4A}"/>
              </a:ext>
            </a:extLst>
          </p:cNvPr>
          <p:cNvSpPr>
            <a:spLocks/>
          </p:cNvSpPr>
          <p:nvPr/>
        </p:nvSpPr>
        <p:spPr bwMode="auto">
          <a:xfrm>
            <a:off x="2985825" y="2927206"/>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4" name="Freeform 315">
            <a:extLst>
              <a:ext uri="{FF2B5EF4-FFF2-40B4-BE49-F238E27FC236}">
                <a16:creationId xmlns:a16="http://schemas.microsoft.com/office/drawing/2014/main" id="{AE330667-6E28-42F9-85A2-6AF0151C64CB}"/>
              </a:ext>
            </a:extLst>
          </p:cNvPr>
          <p:cNvSpPr>
            <a:spLocks/>
          </p:cNvSpPr>
          <p:nvPr/>
        </p:nvSpPr>
        <p:spPr bwMode="auto">
          <a:xfrm>
            <a:off x="2985825" y="2927206"/>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5" name="Freeform 316">
            <a:extLst>
              <a:ext uri="{FF2B5EF4-FFF2-40B4-BE49-F238E27FC236}">
                <a16:creationId xmlns:a16="http://schemas.microsoft.com/office/drawing/2014/main" id="{D822FE21-BD34-4BE1-AB86-0180A0A16456}"/>
              </a:ext>
            </a:extLst>
          </p:cNvPr>
          <p:cNvSpPr>
            <a:spLocks/>
          </p:cNvSpPr>
          <p:nvPr/>
        </p:nvSpPr>
        <p:spPr bwMode="auto">
          <a:xfrm>
            <a:off x="3008262" y="2657206"/>
            <a:ext cx="3060"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0"/>
                  <a:pt x="1" y="1"/>
                  <a:pt x="1" y="1"/>
                </a:cubicBezTo>
                <a:cubicBezTo>
                  <a:pt x="1" y="1"/>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6" name="Freeform 317">
            <a:extLst>
              <a:ext uri="{FF2B5EF4-FFF2-40B4-BE49-F238E27FC236}">
                <a16:creationId xmlns:a16="http://schemas.microsoft.com/office/drawing/2014/main" id="{EE3DAC39-1FED-4F4F-B68B-9F7723085789}"/>
              </a:ext>
            </a:extLst>
          </p:cNvPr>
          <p:cNvSpPr>
            <a:spLocks/>
          </p:cNvSpPr>
          <p:nvPr/>
        </p:nvSpPr>
        <p:spPr bwMode="auto">
          <a:xfrm>
            <a:off x="3006221" y="2643410"/>
            <a:ext cx="2039" cy="8869"/>
          </a:xfrm>
          <a:custGeom>
            <a:avLst/>
            <a:gdLst>
              <a:gd name="T0" fmla="*/ 0 w 1"/>
              <a:gd name="T1" fmla="*/ 0 h 4"/>
              <a:gd name="T2" fmla="*/ 0 w 1"/>
              <a:gd name="T3" fmla="*/ 0 h 4"/>
              <a:gd name="T4" fmla="*/ 1 w 1"/>
              <a:gd name="T5" fmla="*/ 4 h 4"/>
              <a:gd name="T6" fmla="*/ 0 w 1"/>
              <a:gd name="T7" fmla="*/ 0 h 4"/>
            </a:gdLst>
            <a:ahLst/>
            <a:cxnLst>
              <a:cxn ang="0">
                <a:pos x="T0" y="T1"/>
              </a:cxn>
              <a:cxn ang="0">
                <a:pos x="T2" y="T3"/>
              </a:cxn>
              <a:cxn ang="0">
                <a:pos x="T4" y="T5"/>
              </a:cxn>
              <a:cxn ang="0">
                <a:pos x="T6" y="T7"/>
              </a:cxn>
            </a:cxnLst>
            <a:rect l="0" t="0" r="r" b="b"/>
            <a:pathLst>
              <a:path w="1" h="4">
                <a:moveTo>
                  <a:pt x="0" y="0"/>
                </a:moveTo>
                <a:cubicBezTo>
                  <a:pt x="0" y="0"/>
                  <a:pt x="0" y="0"/>
                  <a:pt x="0" y="0"/>
                </a:cubicBezTo>
                <a:cubicBezTo>
                  <a:pt x="0" y="1"/>
                  <a:pt x="0" y="3"/>
                  <a:pt x="1" y="4"/>
                </a:cubicBezTo>
                <a:cubicBezTo>
                  <a:pt x="0" y="3"/>
                  <a:pt x="0" y="1"/>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7" name="Freeform 318">
            <a:extLst>
              <a:ext uri="{FF2B5EF4-FFF2-40B4-BE49-F238E27FC236}">
                <a16:creationId xmlns:a16="http://schemas.microsoft.com/office/drawing/2014/main" id="{6ACFA4D8-3FC5-4273-8F14-D4AC924E5687}"/>
              </a:ext>
            </a:extLst>
          </p:cNvPr>
          <p:cNvSpPr>
            <a:spLocks/>
          </p:cNvSpPr>
          <p:nvPr/>
        </p:nvSpPr>
        <p:spPr bwMode="auto">
          <a:xfrm>
            <a:off x="2952169" y="2800089"/>
            <a:ext cx="2039"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8" name="Freeform 319">
            <a:extLst>
              <a:ext uri="{FF2B5EF4-FFF2-40B4-BE49-F238E27FC236}">
                <a16:creationId xmlns:a16="http://schemas.microsoft.com/office/drawing/2014/main" id="{429AED6E-554F-4B48-B03B-870BDD5CED11}"/>
              </a:ext>
            </a:extLst>
          </p:cNvPr>
          <p:cNvSpPr>
            <a:spLocks/>
          </p:cNvSpPr>
          <p:nvPr/>
        </p:nvSpPr>
        <p:spPr bwMode="auto">
          <a:xfrm>
            <a:off x="2950130" y="2795162"/>
            <a:ext cx="2039" cy="1971"/>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1" y="0"/>
                  <a:pt x="1" y="1"/>
                  <a:pt x="1" y="1"/>
                </a:cubicBezTo>
                <a:cubicBezTo>
                  <a:pt x="1" y="1"/>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49" name="Freeform 320">
            <a:extLst>
              <a:ext uri="{FF2B5EF4-FFF2-40B4-BE49-F238E27FC236}">
                <a16:creationId xmlns:a16="http://schemas.microsoft.com/office/drawing/2014/main" id="{CA4406CF-C9B5-40F8-ABF6-6536157657E8}"/>
              </a:ext>
            </a:extLst>
          </p:cNvPr>
          <p:cNvSpPr>
            <a:spLocks/>
          </p:cNvSpPr>
          <p:nvPr/>
        </p:nvSpPr>
        <p:spPr bwMode="auto">
          <a:xfrm>
            <a:off x="2654015" y="2708627"/>
            <a:ext cx="344714" cy="314344"/>
          </a:xfrm>
          <a:custGeom>
            <a:avLst/>
            <a:gdLst>
              <a:gd name="T0" fmla="*/ 146 w 152"/>
              <a:gd name="T1" fmla="*/ 100 h 143"/>
              <a:gd name="T2" fmla="*/ 144 w 152"/>
              <a:gd name="T3" fmla="*/ 93 h 143"/>
              <a:gd name="T4" fmla="*/ 140 w 152"/>
              <a:gd name="T5" fmla="*/ 88 h 143"/>
              <a:gd name="T6" fmla="*/ 143 w 152"/>
              <a:gd name="T7" fmla="*/ 79 h 143"/>
              <a:gd name="T8" fmla="*/ 138 w 152"/>
              <a:gd name="T9" fmla="*/ 63 h 143"/>
              <a:gd name="T10" fmla="*/ 135 w 152"/>
              <a:gd name="T11" fmla="*/ 57 h 143"/>
              <a:gd name="T12" fmla="*/ 131 w 152"/>
              <a:gd name="T13" fmla="*/ 51 h 143"/>
              <a:gd name="T14" fmla="*/ 133 w 152"/>
              <a:gd name="T15" fmla="*/ 45 h 143"/>
              <a:gd name="T16" fmla="*/ 132 w 152"/>
              <a:gd name="T17" fmla="*/ 43 h 143"/>
              <a:gd name="T18" fmla="*/ 127 w 152"/>
              <a:gd name="T19" fmla="*/ 40 h 143"/>
              <a:gd name="T20" fmla="*/ 126 w 152"/>
              <a:gd name="T21" fmla="*/ 39 h 143"/>
              <a:gd name="T22" fmla="*/ 122 w 152"/>
              <a:gd name="T23" fmla="*/ 29 h 143"/>
              <a:gd name="T24" fmla="*/ 117 w 152"/>
              <a:gd name="T25" fmla="*/ 31 h 143"/>
              <a:gd name="T26" fmla="*/ 109 w 152"/>
              <a:gd name="T27" fmla="*/ 30 h 143"/>
              <a:gd name="T28" fmla="*/ 106 w 152"/>
              <a:gd name="T29" fmla="*/ 22 h 143"/>
              <a:gd name="T30" fmla="*/ 102 w 152"/>
              <a:gd name="T31" fmla="*/ 14 h 143"/>
              <a:gd name="T32" fmla="*/ 86 w 152"/>
              <a:gd name="T33" fmla="*/ 18 h 143"/>
              <a:gd name="T34" fmla="*/ 75 w 152"/>
              <a:gd name="T35" fmla="*/ 13 h 143"/>
              <a:gd name="T36" fmla="*/ 67 w 152"/>
              <a:gd name="T37" fmla="*/ 9 h 143"/>
              <a:gd name="T38" fmla="*/ 60 w 152"/>
              <a:gd name="T39" fmla="*/ 6 h 143"/>
              <a:gd name="T40" fmla="*/ 47 w 152"/>
              <a:gd name="T41" fmla="*/ 1 h 143"/>
              <a:gd name="T42" fmla="*/ 34 w 152"/>
              <a:gd name="T43" fmla="*/ 9 h 143"/>
              <a:gd name="T44" fmla="*/ 27 w 152"/>
              <a:gd name="T45" fmla="*/ 12 h 143"/>
              <a:gd name="T46" fmla="*/ 24 w 152"/>
              <a:gd name="T47" fmla="*/ 14 h 143"/>
              <a:gd name="T48" fmla="*/ 19 w 152"/>
              <a:gd name="T49" fmla="*/ 12 h 143"/>
              <a:gd name="T50" fmla="*/ 16 w 152"/>
              <a:gd name="T51" fmla="*/ 16 h 143"/>
              <a:gd name="T52" fmla="*/ 19 w 152"/>
              <a:gd name="T53" fmla="*/ 23 h 143"/>
              <a:gd name="T54" fmla="*/ 15 w 152"/>
              <a:gd name="T55" fmla="*/ 32 h 143"/>
              <a:gd name="T56" fmla="*/ 13 w 152"/>
              <a:gd name="T57" fmla="*/ 33 h 143"/>
              <a:gd name="T58" fmla="*/ 12 w 152"/>
              <a:gd name="T59" fmla="*/ 33 h 143"/>
              <a:gd name="T60" fmla="*/ 16 w 152"/>
              <a:gd name="T61" fmla="*/ 40 h 143"/>
              <a:gd name="T62" fmla="*/ 9 w 152"/>
              <a:gd name="T63" fmla="*/ 46 h 143"/>
              <a:gd name="T64" fmla="*/ 3 w 152"/>
              <a:gd name="T65" fmla="*/ 53 h 143"/>
              <a:gd name="T66" fmla="*/ 6 w 152"/>
              <a:gd name="T67" fmla="*/ 55 h 143"/>
              <a:gd name="T68" fmla="*/ 17 w 152"/>
              <a:gd name="T69" fmla="*/ 66 h 143"/>
              <a:gd name="T70" fmla="*/ 23 w 152"/>
              <a:gd name="T71" fmla="*/ 82 h 143"/>
              <a:gd name="T72" fmla="*/ 30 w 152"/>
              <a:gd name="T73" fmla="*/ 87 h 143"/>
              <a:gd name="T74" fmla="*/ 38 w 152"/>
              <a:gd name="T75" fmla="*/ 92 h 143"/>
              <a:gd name="T76" fmla="*/ 42 w 152"/>
              <a:gd name="T77" fmla="*/ 95 h 143"/>
              <a:gd name="T78" fmla="*/ 42 w 152"/>
              <a:gd name="T79" fmla="*/ 105 h 143"/>
              <a:gd name="T80" fmla="*/ 57 w 152"/>
              <a:gd name="T81" fmla="*/ 117 h 143"/>
              <a:gd name="T82" fmla="*/ 67 w 152"/>
              <a:gd name="T83" fmla="*/ 127 h 143"/>
              <a:gd name="T84" fmla="*/ 74 w 152"/>
              <a:gd name="T85" fmla="*/ 138 h 143"/>
              <a:gd name="T86" fmla="*/ 84 w 152"/>
              <a:gd name="T87" fmla="*/ 141 h 143"/>
              <a:gd name="T88" fmla="*/ 86 w 152"/>
              <a:gd name="T89" fmla="*/ 140 h 143"/>
              <a:gd name="T90" fmla="*/ 92 w 152"/>
              <a:gd name="T91" fmla="*/ 138 h 143"/>
              <a:gd name="T92" fmla="*/ 90 w 152"/>
              <a:gd name="T93" fmla="*/ 127 h 143"/>
              <a:gd name="T94" fmla="*/ 94 w 152"/>
              <a:gd name="T95" fmla="*/ 118 h 143"/>
              <a:gd name="T96" fmla="*/ 93 w 152"/>
              <a:gd name="T97" fmla="*/ 114 h 143"/>
              <a:gd name="T98" fmla="*/ 96 w 152"/>
              <a:gd name="T99" fmla="*/ 112 h 143"/>
              <a:gd name="T100" fmla="*/ 107 w 152"/>
              <a:gd name="T101" fmla="*/ 107 h 143"/>
              <a:gd name="T102" fmla="*/ 117 w 152"/>
              <a:gd name="T103" fmla="*/ 101 h 143"/>
              <a:gd name="T104" fmla="*/ 134 w 152"/>
              <a:gd name="T105" fmla="*/ 103 h 143"/>
              <a:gd name="T106" fmla="*/ 151 w 152"/>
              <a:gd name="T107" fmla="*/ 108 h 143"/>
              <a:gd name="T108" fmla="*/ 146 w 152"/>
              <a:gd name="T109" fmla="*/ 10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52" h="143">
                <a:moveTo>
                  <a:pt x="146" y="100"/>
                </a:moveTo>
                <a:cubicBezTo>
                  <a:pt x="146" y="100"/>
                  <a:pt x="146" y="100"/>
                  <a:pt x="146" y="100"/>
                </a:cubicBezTo>
                <a:cubicBezTo>
                  <a:pt x="145" y="100"/>
                  <a:pt x="145" y="100"/>
                  <a:pt x="144" y="99"/>
                </a:cubicBezTo>
                <a:cubicBezTo>
                  <a:pt x="143" y="98"/>
                  <a:pt x="144" y="95"/>
                  <a:pt x="144" y="93"/>
                </a:cubicBezTo>
                <a:cubicBezTo>
                  <a:pt x="143" y="94"/>
                  <a:pt x="142" y="94"/>
                  <a:pt x="142" y="94"/>
                </a:cubicBezTo>
                <a:cubicBezTo>
                  <a:pt x="141" y="95"/>
                  <a:pt x="140" y="89"/>
                  <a:pt x="140" y="88"/>
                </a:cubicBezTo>
                <a:cubicBezTo>
                  <a:pt x="141" y="87"/>
                  <a:pt x="142" y="86"/>
                  <a:pt x="143" y="85"/>
                </a:cubicBezTo>
                <a:cubicBezTo>
                  <a:pt x="143" y="84"/>
                  <a:pt x="143" y="80"/>
                  <a:pt x="143" y="79"/>
                </a:cubicBezTo>
                <a:cubicBezTo>
                  <a:pt x="143" y="74"/>
                  <a:pt x="139" y="70"/>
                  <a:pt x="138" y="66"/>
                </a:cubicBezTo>
                <a:cubicBezTo>
                  <a:pt x="138" y="65"/>
                  <a:pt x="138" y="63"/>
                  <a:pt x="138" y="63"/>
                </a:cubicBezTo>
                <a:cubicBezTo>
                  <a:pt x="137" y="62"/>
                  <a:pt x="137" y="62"/>
                  <a:pt x="136" y="62"/>
                </a:cubicBezTo>
                <a:cubicBezTo>
                  <a:pt x="134" y="60"/>
                  <a:pt x="135" y="59"/>
                  <a:pt x="135" y="57"/>
                </a:cubicBezTo>
                <a:cubicBezTo>
                  <a:pt x="135" y="56"/>
                  <a:pt x="135" y="55"/>
                  <a:pt x="135" y="54"/>
                </a:cubicBezTo>
                <a:cubicBezTo>
                  <a:pt x="134" y="53"/>
                  <a:pt x="131" y="53"/>
                  <a:pt x="131" y="51"/>
                </a:cubicBezTo>
                <a:cubicBezTo>
                  <a:pt x="131" y="50"/>
                  <a:pt x="132" y="49"/>
                  <a:pt x="133" y="48"/>
                </a:cubicBezTo>
                <a:cubicBezTo>
                  <a:pt x="133" y="47"/>
                  <a:pt x="133" y="46"/>
                  <a:pt x="133" y="45"/>
                </a:cubicBezTo>
                <a:cubicBezTo>
                  <a:pt x="133" y="44"/>
                  <a:pt x="133" y="44"/>
                  <a:pt x="133" y="43"/>
                </a:cubicBezTo>
                <a:cubicBezTo>
                  <a:pt x="132" y="43"/>
                  <a:pt x="132" y="43"/>
                  <a:pt x="132" y="43"/>
                </a:cubicBezTo>
                <a:cubicBezTo>
                  <a:pt x="131" y="43"/>
                  <a:pt x="131" y="43"/>
                  <a:pt x="130" y="42"/>
                </a:cubicBezTo>
                <a:cubicBezTo>
                  <a:pt x="129" y="41"/>
                  <a:pt x="129" y="40"/>
                  <a:pt x="127" y="40"/>
                </a:cubicBezTo>
                <a:cubicBezTo>
                  <a:pt x="126" y="40"/>
                  <a:pt x="124" y="40"/>
                  <a:pt x="123" y="41"/>
                </a:cubicBezTo>
                <a:cubicBezTo>
                  <a:pt x="124" y="40"/>
                  <a:pt x="124" y="38"/>
                  <a:pt x="126" y="39"/>
                </a:cubicBezTo>
                <a:cubicBezTo>
                  <a:pt x="127" y="36"/>
                  <a:pt x="130" y="24"/>
                  <a:pt x="123" y="28"/>
                </a:cubicBezTo>
                <a:cubicBezTo>
                  <a:pt x="122" y="28"/>
                  <a:pt x="122" y="29"/>
                  <a:pt x="122" y="29"/>
                </a:cubicBezTo>
                <a:cubicBezTo>
                  <a:pt x="121" y="29"/>
                  <a:pt x="120" y="29"/>
                  <a:pt x="120" y="29"/>
                </a:cubicBezTo>
                <a:cubicBezTo>
                  <a:pt x="119" y="30"/>
                  <a:pt x="119" y="31"/>
                  <a:pt x="117" y="31"/>
                </a:cubicBezTo>
                <a:cubicBezTo>
                  <a:pt x="116" y="32"/>
                  <a:pt x="115" y="31"/>
                  <a:pt x="113" y="31"/>
                </a:cubicBezTo>
                <a:cubicBezTo>
                  <a:pt x="112" y="30"/>
                  <a:pt x="111" y="31"/>
                  <a:pt x="109" y="30"/>
                </a:cubicBezTo>
                <a:cubicBezTo>
                  <a:pt x="109" y="29"/>
                  <a:pt x="110" y="27"/>
                  <a:pt x="109" y="26"/>
                </a:cubicBezTo>
                <a:cubicBezTo>
                  <a:pt x="109" y="24"/>
                  <a:pt x="107" y="23"/>
                  <a:pt x="106" y="22"/>
                </a:cubicBezTo>
                <a:cubicBezTo>
                  <a:pt x="105" y="20"/>
                  <a:pt x="103" y="20"/>
                  <a:pt x="102" y="18"/>
                </a:cubicBezTo>
                <a:cubicBezTo>
                  <a:pt x="101" y="17"/>
                  <a:pt x="102" y="15"/>
                  <a:pt x="102" y="14"/>
                </a:cubicBezTo>
                <a:cubicBezTo>
                  <a:pt x="99" y="13"/>
                  <a:pt x="97" y="16"/>
                  <a:pt x="95" y="16"/>
                </a:cubicBezTo>
                <a:cubicBezTo>
                  <a:pt x="92" y="17"/>
                  <a:pt x="89" y="18"/>
                  <a:pt x="86" y="18"/>
                </a:cubicBezTo>
                <a:cubicBezTo>
                  <a:pt x="83" y="18"/>
                  <a:pt x="80" y="18"/>
                  <a:pt x="78" y="16"/>
                </a:cubicBezTo>
                <a:cubicBezTo>
                  <a:pt x="77" y="14"/>
                  <a:pt x="77" y="13"/>
                  <a:pt x="75" y="13"/>
                </a:cubicBezTo>
                <a:cubicBezTo>
                  <a:pt x="74" y="13"/>
                  <a:pt x="72" y="13"/>
                  <a:pt x="70" y="13"/>
                </a:cubicBezTo>
                <a:cubicBezTo>
                  <a:pt x="70" y="12"/>
                  <a:pt x="68" y="11"/>
                  <a:pt x="67" y="9"/>
                </a:cubicBezTo>
                <a:cubicBezTo>
                  <a:pt x="66" y="7"/>
                  <a:pt x="67" y="7"/>
                  <a:pt x="64" y="7"/>
                </a:cubicBezTo>
                <a:cubicBezTo>
                  <a:pt x="63" y="7"/>
                  <a:pt x="61" y="7"/>
                  <a:pt x="60" y="6"/>
                </a:cubicBezTo>
                <a:cubicBezTo>
                  <a:pt x="58" y="5"/>
                  <a:pt x="59" y="3"/>
                  <a:pt x="59" y="2"/>
                </a:cubicBezTo>
                <a:cubicBezTo>
                  <a:pt x="55" y="1"/>
                  <a:pt x="51" y="1"/>
                  <a:pt x="47" y="1"/>
                </a:cubicBezTo>
                <a:cubicBezTo>
                  <a:pt x="43" y="1"/>
                  <a:pt x="39" y="0"/>
                  <a:pt x="38" y="4"/>
                </a:cubicBezTo>
                <a:cubicBezTo>
                  <a:pt x="36" y="5"/>
                  <a:pt x="37" y="8"/>
                  <a:pt x="34" y="9"/>
                </a:cubicBezTo>
                <a:cubicBezTo>
                  <a:pt x="33" y="10"/>
                  <a:pt x="30" y="9"/>
                  <a:pt x="28" y="9"/>
                </a:cubicBezTo>
                <a:cubicBezTo>
                  <a:pt x="27" y="10"/>
                  <a:pt x="27" y="11"/>
                  <a:pt x="27" y="12"/>
                </a:cubicBezTo>
                <a:cubicBezTo>
                  <a:pt x="26" y="12"/>
                  <a:pt x="26" y="12"/>
                  <a:pt x="25" y="12"/>
                </a:cubicBezTo>
                <a:cubicBezTo>
                  <a:pt x="25" y="13"/>
                  <a:pt x="25" y="13"/>
                  <a:pt x="24" y="14"/>
                </a:cubicBezTo>
                <a:cubicBezTo>
                  <a:pt x="23" y="15"/>
                  <a:pt x="23" y="15"/>
                  <a:pt x="21" y="14"/>
                </a:cubicBezTo>
                <a:cubicBezTo>
                  <a:pt x="20" y="14"/>
                  <a:pt x="20" y="13"/>
                  <a:pt x="19" y="12"/>
                </a:cubicBezTo>
                <a:cubicBezTo>
                  <a:pt x="18" y="12"/>
                  <a:pt x="18" y="12"/>
                  <a:pt x="17" y="12"/>
                </a:cubicBezTo>
                <a:cubicBezTo>
                  <a:pt x="16" y="14"/>
                  <a:pt x="16" y="15"/>
                  <a:pt x="16" y="16"/>
                </a:cubicBezTo>
                <a:cubicBezTo>
                  <a:pt x="18" y="16"/>
                  <a:pt x="19" y="16"/>
                  <a:pt x="19" y="18"/>
                </a:cubicBezTo>
                <a:cubicBezTo>
                  <a:pt x="20" y="20"/>
                  <a:pt x="19" y="21"/>
                  <a:pt x="19" y="23"/>
                </a:cubicBezTo>
                <a:cubicBezTo>
                  <a:pt x="18" y="26"/>
                  <a:pt x="19" y="29"/>
                  <a:pt x="16" y="31"/>
                </a:cubicBezTo>
                <a:cubicBezTo>
                  <a:pt x="16" y="31"/>
                  <a:pt x="15" y="31"/>
                  <a:pt x="15" y="32"/>
                </a:cubicBezTo>
                <a:cubicBezTo>
                  <a:pt x="14" y="32"/>
                  <a:pt x="14" y="32"/>
                  <a:pt x="14" y="32"/>
                </a:cubicBezTo>
                <a:cubicBezTo>
                  <a:pt x="13" y="32"/>
                  <a:pt x="14" y="33"/>
                  <a:pt x="13" y="33"/>
                </a:cubicBezTo>
                <a:cubicBezTo>
                  <a:pt x="13" y="33"/>
                  <a:pt x="12" y="33"/>
                  <a:pt x="12" y="33"/>
                </a:cubicBezTo>
                <a:cubicBezTo>
                  <a:pt x="12" y="33"/>
                  <a:pt x="12" y="33"/>
                  <a:pt x="12" y="33"/>
                </a:cubicBezTo>
                <a:cubicBezTo>
                  <a:pt x="12" y="34"/>
                  <a:pt x="12" y="35"/>
                  <a:pt x="13" y="35"/>
                </a:cubicBezTo>
                <a:cubicBezTo>
                  <a:pt x="14" y="37"/>
                  <a:pt x="16" y="38"/>
                  <a:pt x="16" y="40"/>
                </a:cubicBezTo>
                <a:cubicBezTo>
                  <a:pt x="14" y="40"/>
                  <a:pt x="12" y="40"/>
                  <a:pt x="11" y="42"/>
                </a:cubicBezTo>
                <a:cubicBezTo>
                  <a:pt x="9" y="46"/>
                  <a:pt x="9" y="46"/>
                  <a:pt x="9" y="46"/>
                </a:cubicBezTo>
                <a:cubicBezTo>
                  <a:pt x="7" y="46"/>
                  <a:pt x="3" y="45"/>
                  <a:pt x="4" y="48"/>
                </a:cubicBezTo>
                <a:cubicBezTo>
                  <a:pt x="4" y="50"/>
                  <a:pt x="5" y="52"/>
                  <a:pt x="3" y="53"/>
                </a:cubicBezTo>
                <a:cubicBezTo>
                  <a:pt x="2" y="53"/>
                  <a:pt x="1" y="53"/>
                  <a:pt x="0" y="54"/>
                </a:cubicBezTo>
                <a:cubicBezTo>
                  <a:pt x="2" y="55"/>
                  <a:pt x="4" y="54"/>
                  <a:pt x="6" y="55"/>
                </a:cubicBezTo>
                <a:cubicBezTo>
                  <a:pt x="8" y="56"/>
                  <a:pt x="11" y="57"/>
                  <a:pt x="12" y="58"/>
                </a:cubicBezTo>
                <a:cubicBezTo>
                  <a:pt x="13" y="59"/>
                  <a:pt x="17" y="65"/>
                  <a:pt x="17" y="66"/>
                </a:cubicBezTo>
                <a:cubicBezTo>
                  <a:pt x="10" y="65"/>
                  <a:pt x="18" y="75"/>
                  <a:pt x="19" y="76"/>
                </a:cubicBezTo>
                <a:cubicBezTo>
                  <a:pt x="21" y="78"/>
                  <a:pt x="22" y="80"/>
                  <a:pt x="23" y="82"/>
                </a:cubicBezTo>
                <a:cubicBezTo>
                  <a:pt x="24" y="84"/>
                  <a:pt x="23" y="87"/>
                  <a:pt x="23" y="89"/>
                </a:cubicBezTo>
                <a:cubicBezTo>
                  <a:pt x="26" y="89"/>
                  <a:pt x="30" y="90"/>
                  <a:pt x="30" y="87"/>
                </a:cubicBezTo>
                <a:cubicBezTo>
                  <a:pt x="31" y="84"/>
                  <a:pt x="32" y="84"/>
                  <a:pt x="34" y="87"/>
                </a:cubicBezTo>
                <a:cubicBezTo>
                  <a:pt x="35" y="88"/>
                  <a:pt x="36" y="92"/>
                  <a:pt x="38" y="92"/>
                </a:cubicBezTo>
                <a:cubicBezTo>
                  <a:pt x="40" y="93"/>
                  <a:pt x="42" y="91"/>
                  <a:pt x="42" y="94"/>
                </a:cubicBezTo>
                <a:cubicBezTo>
                  <a:pt x="42" y="95"/>
                  <a:pt x="42" y="95"/>
                  <a:pt x="42" y="95"/>
                </a:cubicBezTo>
                <a:cubicBezTo>
                  <a:pt x="42" y="96"/>
                  <a:pt x="43" y="99"/>
                  <a:pt x="43" y="100"/>
                </a:cubicBezTo>
                <a:cubicBezTo>
                  <a:pt x="42" y="102"/>
                  <a:pt x="41" y="103"/>
                  <a:pt x="42" y="105"/>
                </a:cubicBezTo>
                <a:cubicBezTo>
                  <a:pt x="45" y="108"/>
                  <a:pt x="49" y="108"/>
                  <a:pt x="52" y="110"/>
                </a:cubicBezTo>
                <a:cubicBezTo>
                  <a:pt x="54" y="112"/>
                  <a:pt x="55" y="115"/>
                  <a:pt x="57" y="117"/>
                </a:cubicBezTo>
                <a:cubicBezTo>
                  <a:pt x="59" y="119"/>
                  <a:pt x="61" y="121"/>
                  <a:pt x="62" y="122"/>
                </a:cubicBezTo>
                <a:cubicBezTo>
                  <a:pt x="64" y="124"/>
                  <a:pt x="67" y="125"/>
                  <a:pt x="67" y="127"/>
                </a:cubicBezTo>
                <a:cubicBezTo>
                  <a:pt x="67" y="129"/>
                  <a:pt x="67" y="132"/>
                  <a:pt x="67" y="134"/>
                </a:cubicBezTo>
                <a:cubicBezTo>
                  <a:pt x="70" y="135"/>
                  <a:pt x="72" y="135"/>
                  <a:pt x="74" y="138"/>
                </a:cubicBezTo>
                <a:cubicBezTo>
                  <a:pt x="76" y="140"/>
                  <a:pt x="79" y="139"/>
                  <a:pt x="81" y="140"/>
                </a:cubicBezTo>
                <a:cubicBezTo>
                  <a:pt x="81" y="143"/>
                  <a:pt x="82" y="143"/>
                  <a:pt x="84" y="141"/>
                </a:cubicBezTo>
                <a:cubicBezTo>
                  <a:pt x="84" y="141"/>
                  <a:pt x="84" y="141"/>
                  <a:pt x="84" y="141"/>
                </a:cubicBezTo>
                <a:cubicBezTo>
                  <a:pt x="86" y="140"/>
                  <a:pt x="86" y="140"/>
                  <a:pt x="86" y="140"/>
                </a:cubicBezTo>
                <a:cubicBezTo>
                  <a:pt x="86" y="140"/>
                  <a:pt x="86" y="140"/>
                  <a:pt x="86" y="140"/>
                </a:cubicBezTo>
                <a:cubicBezTo>
                  <a:pt x="88" y="139"/>
                  <a:pt x="90" y="139"/>
                  <a:pt x="92" y="138"/>
                </a:cubicBezTo>
                <a:cubicBezTo>
                  <a:pt x="93" y="137"/>
                  <a:pt x="93" y="134"/>
                  <a:pt x="90" y="134"/>
                </a:cubicBezTo>
                <a:cubicBezTo>
                  <a:pt x="91" y="132"/>
                  <a:pt x="93" y="127"/>
                  <a:pt x="90" y="127"/>
                </a:cubicBezTo>
                <a:cubicBezTo>
                  <a:pt x="90" y="125"/>
                  <a:pt x="92" y="119"/>
                  <a:pt x="94" y="119"/>
                </a:cubicBezTo>
                <a:cubicBezTo>
                  <a:pt x="94" y="118"/>
                  <a:pt x="94" y="118"/>
                  <a:pt x="94" y="118"/>
                </a:cubicBezTo>
                <a:cubicBezTo>
                  <a:pt x="94" y="118"/>
                  <a:pt x="94" y="118"/>
                  <a:pt x="94" y="118"/>
                </a:cubicBezTo>
                <a:cubicBezTo>
                  <a:pt x="93" y="117"/>
                  <a:pt x="93" y="116"/>
                  <a:pt x="93" y="114"/>
                </a:cubicBezTo>
                <a:cubicBezTo>
                  <a:pt x="94" y="114"/>
                  <a:pt x="98" y="115"/>
                  <a:pt x="97" y="112"/>
                </a:cubicBezTo>
                <a:cubicBezTo>
                  <a:pt x="97" y="113"/>
                  <a:pt x="96" y="112"/>
                  <a:pt x="96" y="112"/>
                </a:cubicBezTo>
                <a:cubicBezTo>
                  <a:pt x="96" y="110"/>
                  <a:pt x="100" y="104"/>
                  <a:pt x="103" y="105"/>
                </a:cubicBezTo>
                <a:cubicBezTo>
                  <a:pt x="105" y="106"/>
                  <a:pt x="105" y="108"/>
                  <a:pt x="107" y="107"/>
                </a:cubicBezTo>
                <a:cubicBezTo>
                  <a:pt x="108" y="107"/>
                  <a:pt x="109" y="104"/>
                  <a:pt x="109" y="103"/>
                </a:cubicBezTo>
                <a:cubicBezTo>
                  <a:pt x="111" y="102"/>
                  <a:pt x="115" y="104"/>
                  <a:pt x="117" y="101"/>
                </a:cubicBezTo>
                <a:cubicBezTo>
                  <a:pt x="120" y="101"/>
                  <a:pt x="125" y="102"/>
                  <a:pt x="127" y="102"/>
                </a:cubicBezTo>
                <a:cubicBezTo>
                  <a:pt x="130" y="103"/>
                  <a:pt x="131" y="103"/>
                  <a:pt x="134" y="103"/>
                </a:cubicBezTo>
                <a:cubicBezTo>
                  <a:pt x="137" y="104"/>
                  <a:pt x="144" y="105"/>
                  <a:pt x="144" y="109"/>
                </a:cubicBezTo>
                <a:cubicBezTo>
                  <a:pt x="145" y="109"/>
                  <a:pt x="152" y="109"/>
                  <a:pt x="151" y="108"/>
                </a:cubicBezTo>
                <a:cubicBezTo>
                  <a:pt x="151" y="107"/>
                  <a:pt x="150" y="105"/>
                  <a:pt x="149" y="104"/>
                </a:cubicBezTo>
                <a:cubicBezTo>
                  <a:pt x="148" y="102"/>
                  <a:pt x="147" y="101"/>
                  <a:pt x="146" y="100"/>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0" name="Freeform 321">
            <a:extLst>
              <a:ext uri="{FF2B5EF4-FFF2-40B4-BE49-F238E27FC236}">
                <a16:creationId xmlns:a16="http://schemas.microsoft.com/office/drawing/2014/main" id="{41233218-D88E-469D-AA3D-AF1AF55E2FCF}"/>
              </a:ext>
            </a:extLst>
          </p:cNvPr>
          <p:cNvSpPr>
            <a:spLocks/>
          </p:cNvSpPr>
          <p:nvPr/>
        </p:nvSpPr>
        <p:spPr bwMode="auto">
          <a:xfrm>
            <a:off x="3356035" y="371552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1" name="Freeform 322">
            <a:extLst>
              <a:ext uri="{FF2B5EF4-FFF2-40B4-BE49-F238E27FC236}">
                <a16:creationId xmlns:a16="http://schemas.microsoft.com/office/drawing/2014/main" id="{DAF57B55-DAE9-4CD0-AC6A-069797A5E4C2}"/>
              </a:ext>
            </a:extLst>
          </p:cNvPr>
          <p:cNvSpPr>
            <a:spLocks/>
          </p:cNvSpPr>
          <p:nvPr/>
        </p:nvSpPr>
        <p:spPr bwMode="auto">
          <a:xfrm>
            <a:off x="3353995" y="3708629"/>
            <a:ext cx="0" cy="1971"/>
          </a:xfrm>
          <a:custGeom>
            <a:avLst/>
            <a:gdLst>
              <a:gd name="T0" fmla="*/ 2 h 2"/>
              <a:gd name="T1" fmla="*/ 0 h 2"/>
              <a:gd name="T2" fmla="*/ 2 h 2"/>
            </a:gdLst>
            <a:ahLst/>
            <a:cxnLst>
              <a:cxn ang="0">
                <a:pos x="0" y="T0"/>
              </a:cxn>
              <a:cxn ang="0">
                <a:pos x="0" y="T1"/>
              </a:cxn>
              <a:cxn ang="0">
                <a:pos x="0" y="T2"/>
              </a:cxn>
            </a:cxnLst>
            <a:rect l="0" t="0" r="r" b="b"/>
            <a:pathLst>
              <a:path h="2">
                <a:moveTo>
                  <a:pt x="0" y="2"/>
                </a:moveTo>
                <a:lnTo>
                  <a:pt x="0"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2" name="Freeform 323">
            <a:extLst>
              <a:ext uri="{FF2B5EF4-FFF2-40B4-BE49-F238E27FC236}">
                <a16:creationId xmlns:a16="http://schemas.microsoft.com/office/drawing/2014/main" id="{455ECB74-1C3B-401C-8228-888F21CE2F46}"/>
              </a:ext>
            </a:extLst>
          </p:cNvPr>
          <p:cNvSpPr>
            <a:spLocks/>
          </p:cNvSpPr>
          <p:nvPr/>
        </p:nvSpPr>
        <p:spPr bwMode="auto">
          <a:xfrm>
            <a:off x="3356035" y="371552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3" name="Freeform 324">
            <a:extLst>
              <a:ext uri="{FF2B5EF4-FFF2-40B4-BE49-F238E27FC236}">
                <a16:creationId xmlns:a16="http://schemas.microsoft.com/office/drawing/2014/main" id="{4B786396-A77F-477B-AFC8-D517AEF93EBB}"/>
              </a:ext>
            </a:extLst>
          </p:cNvPr>
          <p:cNvSpPr>
            <a:spLocks/>
          </p:cNvSpPr>
          <p:nvPr/>
        </p:nvSpPr>
        <p:spPr bwMode="auto">
          <a:xfrm>
            <a:off x="3356035" y="3715527"/>
            <a:ext cx="3060" cy="0"/>
          </a:xfrm>
          <a:custGeom>
            <a:avLst/>
            <a:gdLst>
              <a:gd name="T0" fmla="*/ 3 w 3"/>
              <a:gd name="T1" fmla="*/ 0 w 3"/>
              <a:gd name="T2" fmla="*/ 3 w 3"/>
            </a:gdLst>
            <a:ahLst/>
            <a:cxnLst>
              <a:cxn ang="0">
                <a:pos x="T0" y="0"/>
              </a:cxn>
              <a:cxn ang="0">
                <a:pos x="T1" y="0"/>
              </a:cxn>
              <a:cxn ang="0">
                <a:pos x="T2" y="0"/>
              </a:cxn>
            </a:cxnLst>
            <a:rect l="0" t="0" r="r" b="b"/>
            <a:pathLst>
              <a:path w="3">
                <a:moveTo>
                  <a:pt x="3" y="0"/>
                </a:moveTo>
                <a:lnTo>
                  <a:pt x="0" y="0"/>
                </a:lnTo>
                <a:lnTo>
                  <a:pt x="3"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4" name="Rectangle 325">
            <a:extLst>
              <a:ext uri="{FF2B5EF4-FFF2-40B4-BE49-F238E27FC236}">
                <a16:creationId xmlns:a16="http://schemas.microsoft.com/office/drawing/2014/main" id="{32E8D507-5FD5-4A51-A2B3-524C95BC9F4F}"/>
              </a:ext>
            </a:extLst>
          </p:cNvPr>
          <p:cNvSpPr>
            <a:spLocks noChangeArrowheads="1"/>
          </p:cNvSpPr>
          <p:nvPr/>
        </p:nvSpPr>
        <p:spPr bwMode="auto">
          <a:xfrm>
            <a:off x="3096989" y="320114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5" name="Freeform 326">
            <a:extLst>
              <a:ext uri="{FF2B5EF4-FFF2-40B4-BE49-F238E27FC236}">
                <a16:creationId xmlns:a16="http://schemas.microsoft.com/office/drawing/2014/main" id="{0B53C47A-C7E3-425A-9827-807842B24736}"/>
              </a:ext>
            </a:extLst>
          </p:cNvPr>
          <p:cNvSpPr>
            <a:spLocks/>
          </p:cNvSpPr>
          <p:nvPr/>
        </p:nvSpPr>
        <p:spPr bwMode="auto">
          <a:xfrm>
            <a:off x="3431505" y="3655417"/>
            <a:ext cx="2039" cy="2956"/>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1"/>
                  <a:pt x="1" y="0"/>
                  <a:pt x="1"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6" name="Freeform 327">
            <a:extLst>
              <a:ext uri="{FF2B5EF4-FFF2-40B4-BE49-F238E27FC236}">
                <a16:creationId xmlns:a16="http://schemas.microsoft.com/office/drawing/2014/main" id="{D7103EC0-7E99-4146-9348-A64B9B8D4595}"/>
              </a:ext>
            </a:extLst>
          </p:cNvPr>
          <p:cNvSpPr>
            <a:spLocks/>
          </p:cNvSpPr>
          <p:nvPr/>
        </p:nvSpPr>
        <p:spPr bwMode="auto">
          <a:xfrm>
            <a:off x="3433545" y="3649505"/>
            <a:ext cx="2039" cy="5912"/>
          </a:xfrm>
          <a:custGeom>
            <a:avLst/>
            <a:gdLst>
              <a:gd name="T0" fmla="*/ 1 w 1"/>
              <a:gd name="T1" fmla="*/ 0 h 3"/>
              <a:gd name="T2" fmla="*/ 0 w 1"/>
              <a:gd name="T3" fmla="*/ 3 h 3"/>
              <a:gd name="T4" fmla="*/ 1 w 1"/>
              <a:gd name="T5" fmla="*/ 0 h 3"/>
            </a:gdLst>
            <a:ahLst/>
            <a:cxnLst>
              <a:cxn ang="0">
                <a:pos x="T0" y="T1"/>
              </a:cxn>
              <a:cxn ang="0">
                <a:pos x="T2" y="T3"/>
              </a:cxn>
              <a:cxn ang="0">
                <a:pos x="T4" y="T5"/>
              </a:cxn>
            </a:cxnLst>
            <a:rect l="0" t="0" r="r" b="b"/>
            <a:pathLst>
              <a:path w="1" h="3">
                <a:moveTo>
                  <a:pt x="1" y="0"/>
                </a:moveTo>
                <a:cubicBezTo>
                  <a:pt x="1" y="1"/>
                  <a:pt x="1" y="2"/>
                  <a:pt x="0" y="3"/>
                </a:cubicBezTo>
                <a:cubicBezTo>
                  <a:pt x="1" y="2"/>
                  <a:pt x="1" y="1"/>
                  <a:pt x="1"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7" name="Freeform 328">
            <a:extLst>
              <a:ext uri="{FF2B5EF4-FFF2-40B4-BE49-F238E27FC236}">
                <a16:creationId xmlns:a16="http://schemas.microsoft.com/office/drawing/2014/main" id="{AA9F92B9-FD9F-4ABA-A18C-18B85C9F73BB}"/>
              </a:ext>
            </a:extLst>
          </p:cNvPr>
          <p:cNvSpPr>
            <a:spLocks/>
          </p:cNvSpPr>
          <p:nvPr/>
        </p:nvSpPr>
        <p:spPr bwMode="auto">
          <a:xfrm>
            <a:off x="3429466" y="3658373"/>
            <a:ext cx="0" cy="1971"/>
          </a:xfrm>
          <a:custGeom>
            <a:avLst/>
            <a:gdLst>
              <a:gd name="T0" fmla="*/ 2 h 2"/>
              <a:gd name="T1" fmla="*/ 0 h 2"/>
              <a:gd name="T2" fmla="*/ 2 h 2"/>
            </a:gdLst>
            <a:ahLst/>
            <a:cxnLst>
              <a:cxn ang="0">
                <a:pos x="0" y="T0"/>
              </a:cxn>
              <a:cxn ang="0">
                <a:pos x="0" y="T1"/>
              </a:cxn>
              <a:cxn ang="0">
                <a:pos x="0" y="T2"/>
              </a:cxn>
            </a:cxnLst>
            <a:rect l="0" t="0" r="r" b="b"/>
            <a:pathLst>
              <a:path h="2">
                <a:moveTo>
                  <a:pt x="0" y="2"/>
                </a:moveTo>
                <a:lnTo>
                  <a:pt x="0"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8" name="Freeform 329">
            <a:extLst>
              <a:ext uri="{FF2B5EF4-FFF2-40B4-BE49-F238E27FC236}">
                <a16:creationId xmlns:a16="http://schemas.microsoft.com/office/drawing/2014/main" id="{326A50D1-4EFB-4DD8-9D95-4362D95FA9FD}"/>
              </a:ext>
            </a:extLst>
          </p:cNvPr>
          <p:cNvSpPr>
            <a:spLocks/>
          </p:cNvSpPr>
          <p:nvPr/>
        </p:nvSpPr>
        <p:spPr bwMode="auto">
          <a:xfrm>
            <a:off x="3435585" y="3644578"/>
            <a:ext cx="0" cy="4927"/>
          </a:xfrm>
          <a:custGeom>
            <a:avLst/>
            <a:gdLst>
              <a:gd name="T0" fmla="*/ 2 h 2"/>
              <a:gd name="T1" fmla="*/ 0 h 2"/>
              <a:gd name="T2" fmla="*/ 2 h 2"/>
            </a:gdLst>
            <a:ahLst/>
            <a:cxnLst>
              <a:cxn ang="0">
                <a:pos x="0" y="T0"/>
              </a:cxn>
              <a:cxn ang="0">
                <a:pos x="0" y="T1"/>
              </a:cxn>
              <a:cxn ang="0">
                <a:pos x="0" y="T2"/>
              </a:cxn>
            </a:cxnLst>
            <a:rect l="0" t="0" r="r" b="b"/>
            <a:pathLst>
              <a:path h="2">
                <a:moveTo>
                  <a:pt x="0" y="2"/>
                </a:moveTo>
                <a:cubicBezTo>
                  <a:pt x="0" y="2"/>
                  <a:pt x="0" y="1"/>
                  <a:pt x="0" y="0"/>
                </a:cubicBezTo>
                <a:cubicBezTo>
                  <a:pt x="0" y="1"/>
                  <a:pt x="0" y="2"/>
                  <a:pt x="0"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59" name="Freeform 330">
            <a:extLst>
              <a:ext uri="{FF2B5EF4-FFF2-40B4-BE49-F238E27FC236}">
                <a16:creationId xmlns:a16="http://schemas.microsoft.com/office/drawing/2014/main" id="{EF26A2A3-C927-431B-8C6E-374930D2A95E}"/>
              </a:ext>
            </a:extLst>
          </p:cNvPr>
          <p:cNvSpPr>
            <a:spLocks/>
          </p:cNvSpPr>
          <p:nvPr/>
        </p:nvSpPr>
        <p:spPr bwMode="auto">
          <a:xfrm>
            <a:off x="3431505" y="3638666"/>
            <a:ext cx="2039" cy="1971"/>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lnTo>
                  <a:pt x="2"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0" name="Freeform 331">
            <a:extLst>
              <a:ext uri="{FF2B5EF4-FFF2-40B4-BE49-F238E27FC236}">
                <a16:creationId xmlns:a16="http://schemas.microsoft.com/office/drawing/2014/main" id="{156CD9F6-4EBF-476B-A8FF-81A7581EF77F}"/>
              </a:ext>
            </a:extLst>
          </p:cNvPr>
          <p:cNvSpPr>
            <a:spLocks/>
          </p:cNvSpPr>
          <p:nvPr/>
        </p:nvSpPr>
        <p:spPr bwMode="auto">
          <a:xfrm>
            <a:off x="3413147" y="3578557"/>
            <a:ext cx="477296" cy="346861"/>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1" name="Rectangle 332">
            <a:extLst>
              <a:ext uri="{FF2B5EF4-FFF2-40B4-BE49-F238E27FC236}">
                <a16:creationId xmlns:a16="http://schemas.microsoft.com/office/drawing/2014/main" id="{78B925E9-4C5D-4B58-842A-4DAD303B3E03}"/>
              </a:ext>
            </a:extLst>
          </p:cNvPr>
          <p:cNvSpPr>
            <a:spLocks noChangeArrowheads="1"/>
          </p:cNvSpPr>
          <p:nvPr/>
        </p:nvSpPr>
        <p:spPr bwMode="auto">
          <a:xfrm>
            <a:off x="3429466" y="3635710"/>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2" name="Freeform 333">
            <a:extLst>
              <a:ext uri="{FF2B5EF4-FFF2-40B4-BE49-F238E27FC236}">
                <a16:creationId xmlns:a16="http://schemas.microsoft.com/office/drawing/2014/main" id="{7FF97DC0-5AA5-435B-8E13-23DE3DC7D484}"/>
              </a:ext>
            </a:extLst>
          </p:cNvPr>
          <p:cNvSpPr>
            <a:spLocks/>
          </p:cNvSpPr>
          <p:nvPr/>
        </p:nvSpPr>
        <p:spPr bwMode="auto">
          <a:xfrm>
            <a:off x="3390710" y="3692863"/>
            <a:ext cx="26516" cy="8869"/>
          </a:xfrm>
          <a:custGeom>
            <a:avLst/>
            <a:gdLst>
              <a:gd name="T0" fmla="*/ 0 w 26"/>
              <a:gd name="T1" fmla="*/ 0 h 9"/>
              <a:gd name="T2" fmla="*/ 26 w 26"/>
              <a:gd name="T3" fmla="*/ 9 h 9"/>
              <a:gd name="T4" fmla="*/ 0 w 26"/>
              <a:gd name="T5" fmla="*/ 0 h 9"/>
              <a:gd name="T6" fmla="*/ 0 w 26"/>
              <a:gd name="T7" fmla="*/ 0 h 9"/>
            </a:gdLst>
            <a:ahLst/>
            <a:cxnLst>
              <a:cxn ang="0">
                <a:pos x="T0" y="T1"/>
              </a:cxn>
              <a:cxn ang="0">
                <a:pos x="T2" y="T3"/>
              </a:cxn>
              <a:cxn ang="0">
                <a:pos x="T4" y="T5"/>
              </a:cxn>
              <a:cxn ang="0">
                <a:pos x="T6" y="T7"/>
              </a:cxn>
            </a:cxnLst>
            <a:rect l="0" t="0" r="r" b="b"/>
            <a:pathLst>
              <a:path w="26" h="9">
                <a:moveTo>
                  <a:pt x="0" y="0"/>
                </a:moveTo>
                <a:lnTo>
                  <a:pt x="26" y="9"/>
                </a:ln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3" name="Freeform 334">
            <a:extLst>
              <a:ext uri="{FF2B5EF4-FFF2-40B4-BE49-F238E27FC236}">
                <a16:creationId xmlns:a16="http://schemas.microsoft.com/office/drawing/2014/main" id="{BD7282CF-DAC0-41A7-B22B-65D3E8CCB94E}"/>
              </a:ext>
            </a:extLst>
          </p:cNvPr>
          <p:cNvSpPr>
            <a:spLocks/>
          </p:cNvSpPr>
          <p:nvPr/>
        </p:nvSpPr>
        <p:spPr bwMode="auto">
          <a:xfrm>
            <a:off x="3433545" y="3640637"/>
            <a:ext cx="2039" cy="3942"/>
          </a:xfrm>
          <a:custGeom>
            <a:avLst/>
            <a:gdLst>
              <a:gd name="T0" fmla="*/ 1 w 1"/>
              <a:gd name="T1" fmla="*/ 2 h 2"/>
              <a:gd name="T2" fmla="*/ 0 w 1"/>
              <a:gd name="T3" fmla="*/ 0 h 2"/>
              <a:gd name="T4" fmla="*/ 1 w 1"/>
              <a:gd name="T5" fmla="*/ 2 h 2"/>
            </a:gdLst>
            <a:ahLst/>
            <a:cxnLst>
              <a:cxn ang="0">
                <a:pos x="T0" y="T1"/>
              </a:cxn>
              <a:cxn ang="0">
                <a:pos x="T2" y="T3"/>
              </a:cxn>
              <a:cxn ang="0">
                <a:pos x="T4" y="T5"/>
              </a:cxn>
            </a:cxnLst>
            <a:rect l="0" t="0" r="r" b="b"/>
            <a:pathLst>
              <a:path w="1" h="2">
                <a:moveTo>
                  <a:pt x="1" y="2"/>
                </a:moveTo>
                <a:cubicBezTo>
                  <a:pt x="0" y="1"/>
                  <a:pt x="0" y="1"/>
                  <a:pt x="0" y="0"/>
                </a:cubicBezTo>
                <a:cubicBezTo>
                  <a:pt x="0" y="1"/>
                  <a:pt x="0" y="1"/>
                  <a:pt x="1"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4" name="Freeform 335">
            <a:extLst>
              <a:ext uri="{FF2B5EF4-FFF2-40B4-BE49-F238E27FC236}">
                <a16:creationId xmlns:a16="http://schemas.microsoft.com/office/drawing/2014/main" id="{BEDBAFB5-AA96-4681-948E-70B0A7A99116}"/>
              </a:ext>
            </a:extLst>
          </p:cNvPr>
          <p:cNvSpPr>
            <a:spLocks/>
          </p:cNvSpPr>
          <p:nvPr/>
        </p:nvSpPr>
        <p:spPr bwMode="auto">
          <a:xfrm>
            <a:off x="2415721" y="3401184"/>
            <a:ext cx="951533" cy="601095"/>
          </a:xfrm>
          <a:custGeom>
            <a:avLst/>
            <a:gdLst>
              <a:gd name="T0" fmla="*/ 401 w 419"/>
              <a:gd name="T1" fmla="*/ 157 h 274"/>
              <a:gd name="T2" fmla="*/ 362 w 419"/>
              <a:gd name="T3" fmla="*/ 157 h 274"/>
              <a:gd name="T4" fmla="*/ 374 w 419"/>
              <a:gd name="T5" fmla="*/ 188 h 274"/>
              <a:gd name="T6" fmla="*/ 358 w 419"/>
              <a:gd name="T7" fmla="*/ 210 h 274"/>
              <a:gd name="T8" fmla="*/ 332 w 419"/>
              <a:gd name="T9" fmla="*/ 224 h 274"/>
              <a:gd name="T10" fmla="*/ 321 w 419"/>
              <a:gd name="T11" fmla="*/ 246 h 274"/>
              <a:gd name="T12" fmla="*/ 289 w 419"/>
              <a:gd name="T13" fmla="*/ 258 h 274"/>
              <a:gd name="T14" fmla="*/ 250 w 419"/>
              <a:gd name="T15" fmla="*/ 254 h 274"/>
              <a:gd name="T16" fmla="*/ 229 w 419"/>
              <a:gd name="T17" fmla="*/ 260 h 274"/>
              <a:gd name="T18" fmla="*/ 197 w 419"/>
              <a:gd name="T19" fmla="*/ 255 h 274"/>
              <a:gd name="T20" fmla="*/ 165 w 419"/>
              <a:gd name="T21" fmla="*/ 254 h 274"/>
              <a:gd name="T22" fmla="*/ 140 w 419"/>
              <a:gd name="T23" fmla="*/ 247 h 274"/>
              <a:gd name="T24" fmla="*/ 122 w 419"/>
              <a:gd name="T25" fmla="*/ 267 h 274"/>
              <a:gd name="T26" fmla="*/ 99 w 419"/>
              <a:gd name="T27" fmla="*/ 271 h 274"/>
              <a:gd name="T28" fmla="*/ 59 w 419"/>
              <a:gd name="T29" fmla="*/ 256 h 274"/>
              <a:gd name="T30" fmla="*/ 12 w 419"/>
              <a:gd name="T31" fmla="*/ 230 h 274"/>
              <a:gd name="T32" fmla="*/ 5 w 419"/>
              <a:gd name="T33" fmla="*/ 198 h 274"/>
              <a:gd name="T34" fmla="*/ 20 w 419"/>
              <a:gd name="T35" fmla="*/ 175 h 274"/>
              <a:gd name="T36" fmla="*/ 31 w 419"/>
              <a:gd name="T37" fmla="*/ 160 h 274"/>
              <a:gd name="T38" fmla="*/ 53 w 419"/>
              <a:gd name="T39" fmla="*/ 124 h 274"/>
              <a:gd name="T40" fmla="*/ 44 w 419"/>
              <a:gd name="T41" fmla="*/ 100 h 274"/>
              <a:gd name="T42" fmla="*/ 54 w 419"/>
              <a:gd name="T43" fmla="*/ 85 h 274"/>
              <a:gd name="T44" fmla="*/ 69 w 419"/>
              <a:gd name="T45" fmla="*/ 95 h 274"/>
              <a:gd name="T46" fmla="*/ 94 w 419"/>
              <a:gd name="T47" fmla="*/ 109 h 274"/>
              <a:gd name="T48" fmla="*/ 82 w 419"/>
              <a:gd name="T49" fmla="*/ 129 h 274"/>
              <a:gd name="T50" fmla="*/ 99 w 419"/>
              <a:gd name="T51" fmla="*/ 130 h 274"/>
              <a:gd name="T52" fmla="*/ 132 w 419"/>
              <a:gd name="T53" fmla="*/ 121 h 274"/>
              <a:gd name="T54" fmla="*/ 142 w 419"/>
              <a:gd name="T55" fmla="*/ 108 h 274"/>
              <a:gd name="T56" fmla="*/ 145 w 419"/>
              <a:gd name="T57" fmla="*/ 87 h 274"/>
              <a:gd name="T58" fmla="*/ 169 w 419"/>
              <a:gd name="T59" fmla="*/ 71 h 274"/>
              <a:gd name="T60" fmla="*/ 132 w 419"/>
              <a:gd name="T61" fmla="*/ 63 h 274"/>
              <a:gd name="T62" fmla="*/ 163 w 419"/>
              <a:gd name="T63" fmla="*/ 24 h 274"/>
              <a:gd name="T64" fmla="*/ 207 w 419"/>
              <a:gd name="T65" fmla="*/ 4 h 274"/>
              <a:gd name="T66" fmla="*/ 232 w 419"/>
              <a:gd name="T67" fmla="*/ 2 h 274"/>
              <a:gd name="T68" fmla="*/ 248 w 419"/>
              <a:gd name="T69" fmla="*/ 27 h 274"/>
              <a:gd name="T70" fmla="*/ 233 w 419"/>
              <a:gd name="T71" fmla="*/ 52 h 274"/>
              <a:gd name="T72" fmla="*/ 212 w 419"/>
              <a:gd name="T73" fmla="*/ 66 h 274"/>
              <a:gd name="T74" fmla="*/ 203 w 419"/>
              <a:gd name="T75" fmla="*/ 93 h 274"/>
              <a:gd name="T76" fmla="*/ 223 w 419"/>
              <a:gd name="T77" fmla="*/ 120 h 274"/>
              <a:gd name="T78" fmla="*/ 237 w 419"/>
              <a:gd name="T79" fmla="*/ 114 h 274"/>
              <a:gd name="T80" fmla="*/ 227 w 419"/>
              <a:gd name="T81" fmla="*/ 93 h 274"/>
              <a:gd name="T82" fmla="*/ 232 w 419"/>
              <a:gd name="T83" fmla="*/ 68 h 274"/>
              <a:gd name="T84" fmla="*/ 235 w 419"/>
              <a:gd name="T85" fmla="*/ 75 h 274"/>
              <a:gd name="T86" fmla="*/ 240 w 419"/>
              <a:gd name="T87" fmla="*/ 78 h 274"/>
              <a:gd name="T88" fmla="*/ 256 w 419"/>
              <a:gd name="T89" fmla="*/ 80 h 274"/>
              <a:gd name="T90" fmla="*/ 267 w 419"/>
              <a:gd name="T91" fmla="*/ 84 h 274"/>
              <a:gd name="T92" fmla="*/ 301 w 419"/>
              <a:gd name="T93" fmla="*/ 71 h 274"/>
              <a:gd name="T94" fmla="*/ 303 w 419"/>
              <a:gd name="T95" fmla="*/ 89 h 274"/>
              <a:gd name="T96" fmla="*/ 314 w 419"/>
              <a:gd name="T97" fmla="*/ 87 h 274"/>
              <a:gd name="T98" fmla="*/ 325 w 419"/>
              <a:gd name="T99" fmla="*/ 85 h 274"/>
              <a:gd name="T100" fmla="*/ 325 w 419"/>
              <a:gd name="T101" fmla="*/ 96 h 274"/>
              <a:gd name="T102" fmla="*/ 352 w 419"/>
              <a:gd name="T103" fmla="*/ 85 h 274"/>
              <a:gd name="T104" fmla="*/ 367 w 419"/>
              <a:gd name="T105" fmla="*/ 91 h 274"/>
              <a:gd name="T106" fmla="*/ 390 w 419"/>
              <a:gd name="T107" fmla="*/ 109 h 274"/>
              <a:gd name="T108" fmla="*/ 413 w 419"/>
              <a:gd name="T109" fmla="*/ 110 h 274"/>
              <a:gd name="T110" fmla="*/ 413 w 419"/>
              <a:gd name="T111" fmla="*/ 124 h 274"/>
              <a:gd name="T112" fmla="*/ 415 w 419"/>
              <a:gd name="T113" fmla="*/ 14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9" h="274">
                <a:moveTo>
                  <a:pt x="415" y="144"/>
                </a:moveTo>
                <a:cubicBezTo>
                  <a:pt x="414" y="145"/>
                  <a:pt x="414" y="147"/>
                  <a:pt x="412" y="147"/>
                </a:cubicBezTo>
                <a:cubicBezTo>
                  <a:pt x="410" y="148"/>
                  <a:pt x="408" y="147"/>
                  <a:pt x="408" y="149"/>
                </a:cubicBezTo>
                <a:cubicBezTo>
                  <a:pt x="408" y="150"/>
                  <a:pt x="408" y="152"/>
                  <a:pt x="407" y="153"/>
                </a:cubicBezTo>
                <a:cubicBezTo>
                  <a:pt x="405" y="153"/>
                  <a:pt x="404" y="152"/>
                  <a:pt x="403" y="152"/>
                </a:cubicBezTo>
                <a:cubicBezTo>
                  <a:pt x="402" y="153"/>
                  <a:pt x="403" y="156"/>
                  <a:pt x="401" y="157"/>
                </a:cubicBezTo>
                <a:cubicBezTo>
                  <a:pt x="400" y="157"/>
                  <a:pt x="400" y="155"/>
                  <a:pt x="399" y="154"/>
                </a:cubicBezTo>
                <a:cubicBezTo>
                  <a:pt x="397" y="153"/>
                  <a:pt x="395" y="154"/>
                  <a:pt x="394" y="154"/>
                </a:cubicBezTo>
                <a:cubicBezTo>
                  <a:pt x="394" y="151"/>
                  <a:pt x="389" y="153"/>
                  <a:pt x="387" y="153"/>
                </a:cubicBezTo>
                <a:cubicBezTo>
                  <a:pt x="388" y="149"/>
                  <a:pt x="369" y="151"/>
                  <a:pt x="366" y="151"/>
                </a:cubicBezTo>
                <a:cubicBezTo>
                  <a:pt x="367" y="144"/>
                  <a:pt x="356" y="148"/>
                  <a:pt x="360" y="151"/>
                </a:cubicBezTo>
                <a:cubicBezTo>
                  <a:pt x="362" y="153"/>
                  <a:pt x="366" y="154"/>
                  <a:pt x="362" y="157"/>
                </a:cubicBezTo>
                <a:cubicBezTo>
                  <a:pt x="359" y="160"/>
                  <a:pt x="356" y="162"/>
                  <a:pt x="360" y="166"/>
                </a:cubicBezTo>
                <a:cubicBezTo>
                  <a:pt x="362" y="168"/>
                  <a:pt x="365" y="164"/>
                  <a:pt x="367" y="165"/>
                </a:cubicBezTo>
                <a:cubicBezTo>
                  <a:pt x="369" y="166"/>
                  <a:pt x="371" y="169"/>
                  <a:pt x="372" y="166"/>
                </a:cubicBezTo>
                <a:cubicBezTo>
                  <a:pt x="374" y="167"/>
                  <a:pt x="375" y="169"/>
                  <a:pt x="375" y="170"/>
                </a:cubicBezTo>
                <a:cubicBezTo>
                  <a:pt x="379" y="170"/>
                  <a:pt x="383" y="177"/>
                  <a:pt x="384" y="180"/>
                </a:cubicBezTo>
                <a:cubicBezTo>
                  <a:pt x="385" y="188"/>
                  <a:pt x="380" y="188"/>
                  <a:pt x="374" y="188"/>
                </a:cubicBezTo>
                <a:cubicBezTo>
                  <a:pt x="374" y="190"/>
                  <a:pt x="373" y="190"/>
                  <a:pt x="371" y="191"/>
                </a:cubicBezTo>
                <a:cubicBezTo>
                  <a:pt x="370" y="192"/>
                  <a:pt x="370" y="194"/>
                  <a:pt x="370" y="196"/>
                </a:cubicBezTo>
                <a:cubicBezTo>
                  <a:pt x="370" y="198"/>
                  <a:pt x="368" y="198"/>
                  <a:pt x="367" y="199"/>
                </a:cubicBezTo>
                <a:cubicBezTo>
                  <a:pt x="365" y="201"/>
                  <a:pt x="366" y="202"/>
                  <a:pt x="365" y="204"/>
                </a:cubicBezTo>
                <a:cubicBezTo>
                  <a:pt x="365" y="206"/>
                  <a:pt x="363" y="206"/>
                  <a:pt x="361" y="207"/>
                </a:cubicBezTo>
                <a:cubicBezTo>
                  <a:pt x="359" y="208"/>
                  <a:pt x="359" y="209"/>
                  <a:pt x="358" y="210"/>
                </a:cubicBezTo>
                <a:cubicBezTo>
                  <a:pt x="357" y="212"/>
                  <a:pt x="351" y="211"/>
                  <a:pt x="351" y="215"/>
                </a:cubicBezTo>
                <a:cubicBezTo>
                  <a:pt x="349" y="215"/>
                  <a:pt x="348" y="214"/>
                  <a:pt x="347" y="214"/>
                </a:cubicBezTo>
                <a:cubicBezTo>
                  <a:pt x="345" y="214"/>
                  <a:pt x="345" y="214"/>
                  <a:pt x="344" y="215"/>
                </a:cubicBezTo>
                <a:cubicBezTo>
                  <a:pt x="341" y="216"/>
                  <a:pt x="338" y="215"/>
                  <a:pt x="335" y="215"/>
                </a:cubicBezTo>
                <a:cubicBezTo>
                  <a:pt x="335" y="218"/>
                  <a:pt x="335" y="221"/>
                  <a:pt x="335" y="224"/>
                </a:cubicBezTo>
                <a:cubicBezTo>
                  <a:pt x="334" y="224"/>
                  <a:pt x="333" y="224"/>
                  <a:pt x="332" y="224"/>
                </a:cubicBezTo>
                <a:cubicBezTo>
                  <a:pt x="331" y="225"/>
                  <a:pt x="328" y="229"/>
                  <a:pt x="330" y="230"/>
                </a:cubicBezTo>
                <a:cubicBezTo>
                  <a:pt x="330" y="231"/>
                  <a:pt x="330" y="232"/>
                  <a:pt x="330" y="233"/>
                </a:cubicBezTo>
                <a:cubicBezTo>
                  <a:pt x="328" y="234"/>
                  <a:pt x="327" y="232"/>
                  <a:pt x="324" y="232"/>
                </a:cubicBezTo>
                <a:cubicBezTo>
                  <a:pt x="324" y="234"/>
                  <a:pt x="324" y="236"/>
                  <a:pt x="324" y="238"/>
                </a:cubicBezTo>
                <a:cubicBezTo>
                  <a:pt x="322" y="239"/>
                  <a:pt x="320" y="238"/>
                  <a:pt x="320" y="240"/>
                </a:cubicBezTo>
                <a:cubicBezTo>
                  <a:pt x="320" y="242"/>
                  <a:pt x="321" y="244"/>
                  <a:pt x="321" y="246"/>
                </a:cubicBezTo>
                <a:cubicBezTo>
                  <a:pt x="322" y="249"/>
                  <a:pt x="320" y="252"/>
                  <a:pt x="316" y="252"/>
                </a:cubicBezTo>
                <a:cubicBezTo>
                  <a:pt x="316" y="257"/>
                  <a:pt x="319" y="268"/>
                  <a:pt x="311" y="269"/>
                </a:cubicBezTo>
                <a:cubicBezTo>
                  <a:pt x="304" y="270"/>
                  <a:pt x="304" y="270"/>
                  <a:pt x="304" y="270"/>
                </a:cubicBezTo>
                <a:cubicBezTo>
                  <a:pt x="301" y="269"/>
                  <a:pt x="298" y="266"/>
                  <a:pt x="297" y="262"/>
                </a:cubicBezTo>
                <a:cubicBezTo>
                  <a:pt x="296" y="260"/>
                  <a:pt x="293" y="260"/>
                  <a:pt x="293" y="259"/>
                </a:cubicBezTo>
                <a:cubicBezTo>
                  <a:pt x="291" y="259"/>
                  <a:pt x="290" y="259"/>
                  <a:pt x="289" y="258"/>
                </a:cubicBezTo>
                <a:cubicBezTo>
                  <a:pt x="288" y="257"/>
                  <a:pt x="287" y="258"/>
                  <a:pt x="286" y="258"/>
                </a:cubicBezTo>
                <a:cubicBezTo>
                  <a:pt x="284" y="260"/>
                  <a:pt x="283" y="261"/>
                  <a:pt x="280" y="261"/>
                </a:cubicBezTo>
                <a:cubicBezTo>
                  <a:pt x="277" y="261"/>
                  <a:pt x="274" y="261"/>
                  <a:pt x="272" y="260"/>
                </a:cubicBezTo>
                <a:cubicBezTo>
                  <a:pt x="268" y="258"/>
                  <a:pt x="266" y="258"/>
                  <a:pt x="262" y="258"/>
                </a:cubicBezTo>
                <a:cubicBezTo>
                  <a:pt x="261" y="259"/>
                  <a:pt x="255" y="260"/>
                  <a:pt x="255" y="258"/>
                </a:cubicBezTo>
                <a:cubicBezTo>
                  <a:pt x="255" y="255"/>
                  <a:pt x="252" y="254"/>
                  <a:pt x="250" y="254"/>
                </a:cubicBezTo>
                <a:cubicBezTo>
                  <a:pt x="246" y="254"/>
                  <a:pt x="247" y="252"/>
                  <a:pt x="245" y="251"/>
                </a:cubicBezTo>
                <a:cubicBezTo>
                  <a:pt x="242" y="249"/>
                  <a:pt x="242" y="253"/>
                  <a:pt x="241" y="254"/>
                </a:cubicBezTo>
                <a:cubicBezTo>
                  <a:pt x="240" y="254"/>
                  <a:pt x="239" y="254"/>
                  <a:pt x="238" y="255"/>
                </a:cubicBezTo>
                <a:cubicBezTo>
                  <a:pt x="238" y="255"/>
                  <a:pt x="238" y="256"/>
                  <a:pt x="238" y="256"/>
                </a:cubicBezTo>
                <a:cubicBezTo>
                  <a:pt x="235" y="256"/>
                  <a:pt x="232" y="255"/>
                  <a:pt x="229" y="255"/>
                </a:cubicBezTo>
                <a:cubicBezTo>
                  <a:pt x="229" y="257"/>
                  <a:pt x="229" y="258"/>
                  <a:pt x="229" y="260"/>
                </a:cubicBezTo>
                <a:cubicBezTo>
                  <a:pt x="225" y="260"/>
                  <a:pt x="220" y="263"/>
                  <a:pt x="216" y="261"/>
                </a:cubicBezTo>
                <a:cubicBezTo>
                  <a:pt x="214" y="260"/>
                  <a:pt x="212" y="256"/>
                  <a:pt x="209" y="257"/>
                </a:cubicBezTo>
                <a:cubicBezTo>
                  <a:pt x="208" y="258"/>
                  <a:pt x="206" y="260"/>
                  <a:pt x="205" y="258"/>
                </a:cubicBezTo>
                <a:cubicBezTo>
                  <a:pt x="204" y="256"/>
                  <a:pt x="205" y="255"/>
                  <a:pt x="205" y="253"/>
                </a:cubicBezTo>
                <a:cubicBezTo>
                  <a:pt x="203" y="253"/>
                  <a:pt x="203" y="255"/>
                  <a:pt x="202" y="256"/>
                </a:cubicBezTo>
                <a:cubicBezTo>
                  <a:pt x="200" y="257"/>
                  <a:pt x="199" y="255"/>
                  <a:pt x="197" y="255"/>
                </a:cubicBezTo>
                <a:cubicBezTo>
                  <a:pt x="194" y="253"/>
                  <a:pt x="191" y="256"/>
                  <a:pt x="190" y="259"/>
                </a:cubicBezTo>
                <a:cubicBezTo>
                  <a:pt x="183" y="260"/>
                  <a:pt x="178" y="263"/>
                  <a:pt x="171" y="262"/>
                </a:cubicBezTo>
                <a:cubicBezTo>
                  <a:pt x="168" y="261"/>
                  <a:pt x="167" y="262"/>
                  <a:pt x="166" y="260"/>
                </a:cubicBezTo>
                <a:cubicBezTo>
                  <a:pt x="164" y="258"/>
                  <a:pt x="162" y="261"/>
                  <a:pt x="162" y="262"/>
                </a:cubicBezTo>
                <a:cubicBezTo>
                  <a:pt x="160" y="262"/>
                  <a:pt x="159" y="256"/>
                  <a:pt x="158" y="254"/>
                </a:cubicBezTo>
                <a:cubicBezTo>
                  <a:pt x="160" y="254"/>
                  <a:pt x="163" y="255"/>
                  <a:pt x="165" y="254"/>
                </a:cubicBezTo>
                <a:cubicBezTo>
                  <a:pt x="165" y="255"/>
                  <a:pt x="165" y="256"/>
                  <a:pt x="165" y="256"/>
                </a:cubicBezTo>
                <a:cubicBezTo>
                  <a:pt x="166" y="256"/>
                  <a:pt x="167" y="255"/>
                  <a:pt x="168" y="255"/>
                </a:cubicBezTo>
                <a:cubicBezTo>
                  <a:pt x="165" y="252"/>
                  <a:pt x="164" y="245"/>
                  <a:pt x="160" y="244"/>
                </a:cubicBezTo>
                <a:cubicBezTo>
                  <a:pt x="155" y="243"/>
                  <a:pt x="153" y="245"/>
                  <a:pt x="150" y="248"/>
                </a:cubicBezTo>
                <a:cubicBezTo>
                  <a:pt x="149" y="248"/>
                  <a:pt x="147" y="248"/>
                  <a:pt x="146" y="249"/>
                </a:cubicBezTo>
                <a:cubicBezTo>
                  <a:pt x="146" y="246"/>
                  <a:pt x="141" y="247"/>
                  <a:pt x="140" y="247"/>
                </a:cubicBezTo>
                <a:cubicBezTo>
                  <a:pt x="136" y="248"/>
                  <a:pt x="134" y="249"/>
                  <a:pt x="131" y="250"/>
                </a:cubicBezTo>
                <a:cubicBezTo>
                  <a:pt x="131" y="252"/>
                  <a:pt x="130" y="253"/>
                  <a:pt x="128" y="253"/>
                </a:cubicBezTo>
                <a:cubicBezTo>
                  <a:pt x="129" y="254"/>
                  <a:pt x="129" y="257"/>
                  <a:pt x="127" y="258"/>
                </a:cubicBezTo>
                <a:cubicBezTo>
                  <a:pt x="125" y="258"/>
                  <a:pt x="124" y="258"/>
                  <a:pt x="124" y="260"/>
                </a:cubicBezTo>
                <a:cubicBezTo>
                  <a:pt x="122" y="260"/>
                  <a:pt x="121" y="262"/>
                  <a:pt x="119" y="264"/>
                </a:cubicBezTo>
                <a:cubicBezTo>
                  <a:pt x="122" y="264"/>
                  <a:pt x="123" y="265"/>
                  <a:pt x="122" y="267"/>
                </a:cubicBezTo>
                <a:cubicBezTo>
                  <a:pt x="120" y="267"/>
                  <a:pt x="119" y="269"/>
                  <a:pt x="118" y="269"/>
                </a:cubicBezTo>
                <a:cubicBezTo>
                  <a:pt x="116" y="270"/>
                  <a:pt x="114" y="269"/>
                  <a:pt x="113" y="269"/>
                </a:cubicBezTo>
                <a:cubicBezTo>
                  <a:pt x="112" y="271"/>
                  <a:pt x="113" y="273"/>
                  <a:pt x="111" y="273"/>
                </a:cubicBezTo>
                <a:cubicBezTo>
                  <a:pt x="110" y="273"/>
                  <a:pt x="108" y="273"/>
                  <a:pt x="107" y="273"/>
                </a:cubicBezTo>
                <a:cubicBezTo>
                  <a:pt x="105" y="273"/>
                  <a:pt x="99" y="274"/>
                  <a:pt x="99" y="271"/>
                </a:cubicBezTo>
                <a:cubicBezTo>
                  <a:pt x="99" y="271"/>
                  <a:pt x="99" y="271"/>
                  <a:pt x="99" y="271"/>
                </a:cubicBezTo>
                <a:cubicBezTo>
                  <a:pt x="100" y="269"/>
                  <a:pt x="99" y="261"/>
                  <a:pt x="97" y="260"/>
                </a:cubicBezTo>
                <a:cubicBezTo>
                  <a:pt x="96" y="260"/>
                  <a:pt x="93" y="260"/>
                  <a:pt x="92" y="259"/>
                </a:cubicBezTo>
                <a:cubicBezTo>
                  <a:pt x="91" y="256"/>
                  <a:pt x="90" y="257"/>
                  <a:pt x="87" y="257"/>
                </a:cubicBezTo>
                <a:cubicBezTo>
                  <a:pt x="82" y="257"/>
                  <a:pt x="76" y="259"/>
                  <a:pt x="71" y="257"/>
                </a:cubicBezTo>
                <a:cubicBezTo>
                  <a:pt x="69" y="256"/>
                  <a:pt x="67" y="256"/>
                  <a:pt x="65" y="257"/>
                </a:cubicBezTo>
                <a:cubicBezTo>
                  <a:pt x="63" y="257"/>
                  <a:pt x="61" y="256"/>
                  <a:pt x="59" y="256"/>
                </a:cubicBezTo>
                <a:cubicBezTo>
                  <a:pt x="54" y="256"/>
                  <a:pt x="53" y="254"/>
                  <a:pt x="51" y="250"/>
                </a:cubicBezTo>
                <a:cubicBezTo>
                  <a:pt x="49" y="245"/>
                  <a:pt x="47" y="244"/>
                  <a:pt x="42" y="243"/>
                </a:cubicBezTo>
                <a:cubicBezTo>
                  <a:pt x="38" y="243"/>
                  <a:pt x="32" y="246"/>
                  <a:pt x="28" y="243"/>
                </a:cubicBezTo>
                <a:cubicBezTo>
                  <a:pt x="25" y="239"/>
                  <a:pt x="26" y="235"/>
                  <a:pt x="25" y="231"/>
                </a:cubicBezTo>
                <a:cubicBezTo>
                  <a:pt x="19" y="226"/>
                  <a:pt x="19" y="226"/>
                  <a:pt x="19" y="226"/>
                </a:cubicBezTo>
                <a:cubicBezTo>
                  <a:pt x="16" y="226"/>
                  <a:pt x="17" y="232"/>
                  <a:pt x="12" y="230"/>
                </a:cubicBezTo>
                <a:cubicBezTo>
                  <a:pt x="10" y="230"/>
                  <a:pt x="9" y="228"/>
                  <a:pt x="7" y="228"/>
                </a:cubicBezTo>
                <a:cubicBezTo>
                  <a:pt x="6" y="227"/>
                  <a:pt x="6" y="226"/>
                  <a:pt x="5" y="224"/>
                </a:cubicBezTo>
                <a:cubicBezTo>
                  <a:pt x="5" y="222"/>
                  <a:pt x="8" y="220"/>
                  <a:pt x="7" y="218"/>
                </a:cubicBezTo>
                <a:cubicBezTo>
                  <a:pt x="6" y="216"/>
                  <a:pt x="5" y="214"/>
                  <a:pt x="3" y="212"/>
                </a:cubicBezTo>
                <a:cubicBezTo>
                  <a:pt x="0" y="208"/>
                  <a:pt x="14" y="208"/>
                  <a:pt x="15" y="208"/>
                </a:cubicBezTo>
                <a:cubicBezTo>
                  <a:pt x="16" y="200"/>
                  <a:pt x="3" y="206"/>
                  <a:pt x="5" y="198"/>
                </a:cubicBezTo>
                <a:cubicBezTo>
                  <a:pt x="8" y="198"/>
                  <a:pt x="10" y="200"/>
                  <a:pt x="12" y="198"/>
                </a:cubicBezTo>
                <a:cubicBezTo>
                  <a:pt x="14" y="197"/>
                  <a:pt x="14" y="195"/>
                  <a:pt x="15" y="194"/>
                </a:cubicBezTo>
                <a:cubicBezTo>
                  <a:pt x="19" y="193"/>
                  <a:pt x="20" y="194"/>
                  <a:pt x="23" y="191"/>
                </a:cubicBezTo>
                <a:cubicBezTo>
                  <a:pt x="25" y="189"/>
                  <a:pt x="27" y="187"/>
                  <a:pt x="27" y="184"/>
                </a:cubicBezTo>
                <a:cubicBezTo>
                  <a:pt x="27" y="181"/>
                  <a:pt x="25" y="182"/>
                  <a:pt x="23" y="181"/>
                </a:cubicBezTo>
                <a:cubicBezTo>
                  <a:pt x="20" y="180"/>
                  <a:pt x="20" y="177"/>
                  <a:pt x="20" y="175"/>
                </a:cubicBezTo>
                <a:cubicBezTo>
                  <a:pt x="20" y="174"/>
                  <a:pt x="20" y="173"/>
                  <a:pt x="20" y="172"/>
                </a:cubicBezTo>
                <a:cubicBezTo>
                  <a:pt x="21" y="172"/>
                  <a:pt x="21" y="172"/>
                  <a:pt x="21" y="172"/>
                </a:cubicBezTo>
                <a:cubicBezTo>
                  <a:pt x="22" y="172"/>
                  <a:pt x="22" y="172"/>
                  <a:pt x="22" y="171"/>
                </a:cubicBezTo>
                <a:cubicBezTo>
                  <a:pt x="22" y="170"/>
                  <a:pt x="26" y="171"/>
                  <a:pt x="27" y="172"/>
                </a:cubicBezTo>
                <a:cubicBezTo>
                  <a:pt x="29" y="168"/>
                  <a:pt x="36" y="170"/>
                  <a:pt x="39" y="166"/>
                </a:cubicBezTo>
                <a:cubicBezTo>
                  <a:pt x="41" y="163"/>
                  <a:pt x="33" y="161"/>
                  <a:pt x="31" y="160"/>
                </a:cubicBezTo>
                <a:cubicBezTo>
                  <a:pt x="34" y="158"/>
                  <a:pt x="32" y="157"/>
                  <a:pt x="33" y="155"/>
                </a:cubicBezTo>
                <a:cubicBezTo>
                  <a:pt x="37" y="153"/>
                  <a:pt x="42" y="152"/>
                  <a:pt x="47" y="150"/>
                </a:cubicBezTo>
                <a:cubicBezTo>
                  <a:pt x="50" y="148"/>
                  <a:pt x="51" y="144"/>
                  <a:pt x="51" y="141"/>
                </a:cubicBezTo>
                <a:cubicBezTo>
                  <a:pt x="51" y="139"/>
                  <a:pt x="50" y="137"/>
                  <a:pt x="50" y="135"/>
                </a:cubicBezTo>
                <a:cubicBezTo>
                  <a:pt x="51" y="132"/>
                  <a:pt x="52" y="131"/>
                  <a:pt x="54" y="129"/>
                </a:cubicBezTo>
                <a:cubicBezTo>
                  <a:pt x="55" y="127"/>
                  <a:pt x="54" y="126"/>
                  <a:pt x="53" y="124"/>
                </a:cubicBezTo>
                <a:cubicBezTo>
                  <a:pt x="52" y="122"/>
                  <a:pt x="52" y="119"/>
                  <a:pt x="52" y="117"/>
                </a:cubicBezTo>
                <a:cubicBezTo>
                  <a:pt x="49" y="116"/>
                  <a:pt x="47" y="116"/>
                  <a:pt x="44" y="116"/>
                </a:cubicBezTo>
                <a:cubicBezTo>
                  <a:pt x="45" y="115"/>
                  <a:pt x="47" y="114"/>
                  <a:pt x="47" y="112"/>
                </a:cubicBezTo>
                <a:cubicBezTo>
                  <a:pt x="48" y="111"/>
                  <a:pt x="46" y="108"/>
                  <a:pt x="49" y="107"/>
                </a:cubicBezTo>
                <a:cubicBezTo>
                  <a:pt x="48" y="106"/>
                  <a:pt x="46" y="105"/>
                  <a:pt x="44" y="105"/>
                </a:cubicBezTo>
                <a:cubicBezTo>
                  <a:pt x="44" y="103"/>
                  <a:pt x="43" y="101"/>
                  <a:pt x="44" y="100"/>
                </a:cubicBezTo>
                <a:cubicBezTo>
                  <a:pt x="45" y="98"/>
                  <a:pt x="48" y="98"/>
                  <a:pt x="48" y="97"/>
                </a:cubicBezTo>
                <a:cubicBezTo>
                  <a:pt x="48" y="94"/>
                  <a:pt x="44" y="90"/>
                  <a:pt x="50" y="91"/>
                </a:cubicBezTo>
                <a:cubicBezTo>
                  <a:pt x="49" y="93"/>
                  <a:pt x="51" y="92"/>
                  <a:pt x="52" y="93"/>
                </a:cubicBezTo>
                <a:cubicBezTo>
                  <a:pt x="53" y="94"/>
                  <a:pt x="54" y="96"/>
                  <a:pt x="56" y="95"/>
                </a:cubicBezTo>
                <a:cubicBezTo>
                  <a:pt x="56" y="90"/>
                  <a:pt x="47" y="86"/>
                  <a:pt x="50" y="81"/>
                </a:cubicBezTo>
                <a:cubicBezTo>
                  <a:pt x="53" y="81"/>
                  <a:pt x="53" y="84"/>
                  <a:pt x="54" y="85"/>
                </a:cubicBezTo>
                <a:cubicBezTo>
                  <a:pt x="55" y="87"/>
                  <a:pt x="59" y="87"/>
                  <a:pt x="60" y="86"/>
                </a:cubicBezTo>
                <a:cubicBezTo>
                  <a:pt x="63" y="85"/>
                  <a:pt x="62" y="82"/>
                  <a:pt x="63" y="80"/>
                </a:cubicBezTo>
                <a:cubicBezTo>
                  <a:pt x="65" y="77"/>
                  <a:pt x="70" y="78"/>
                  <a:pt x="73" y="78"/>
                </a:cubicBezTo>
                <a:cubicBezTo>
                  <a:pt x="73" y="81"/>
                  <a:pt x="73" y="83"/>
                  <a:pt x="72" y="85"/>
                </a:cubicBezTo>
                <a:cubicBezTo>
                  <a:pt x="69" y="84"/>
                  <a:pt x="70" y="88"/>
                  <a:pt x="70" y="90"/>
                </a:cubicBezTo>
                <a:cubicBezTo>
                  <a:pt x="66" y="90"/>
                  <a:pt x="65" y="94"/>
                  <a:pt x="69" y="95"/>
                </a:cubicBezTo>
                <a:cubicBezTo>
                  <a:pt x="73" y="96"/>
                  <a:pt x="78" y="96"/>
                  <a:pt x="82" y="96"/>
                </a:cubicBezTo>
                <a:cubicBezTo>
                  <a:pt x="81" y="101"/>
                  <a:pt x="85" y="98"/>
                  <a:pt x="87" y="96"/>
                </a:cubicBezTo>
                <a:cubicBezTo>
                  <a:pt x="90" y="95"/>
                  <a:pt x="91" y="94"/>
                  <a:pt x="94" y="95"/>
                </a:cubicBezTo>
                <a:cubicBezTo>
                  <a:pt x="95" y="97"/>
                  <a:pt x="94" y="100"/>
                  <a:pt x="94" y="103"/>
                </a:cubicBezTo>
                <a:cubicBezTo>
                  <a:pt x="96" y="103"/>
                  <a:pt x="97" y="103"/>
                  <a:pt x="99" y="103"/>
                </a:cubicBezTo>
                <a:cubicBezTo>
                  <a:pt x="99" y="106"/>
                  <a:pt x="98" y="114"/>
                  <a:pt x="94" y="109"/>
                </a:cubicBezTo>
                <a:cubicBezTo>
                  <a:pt x="91" y="109"/>
                  <a:pt x="90" y="112"/>
                  <a:pt x="91" y="114"/>
                </a:cubicBezTo>
                <a:cubicBezTo>
                  <a:pt x="91" y="116"/>
                  <a:pt x="93" y="115"/>
                  <a:pt x="93" y="118"/>
                </a:cubicBezTo>
                <a:cubicBezTo>
                  <a:pt x="93" y="120"/>
                  <a:pt x="92" y="121"/>
                  <a:pt x="92" y="123"/>
                </a:cubicBezTo>
                <a:cubicBezTo>
                  <a:pt x="93" y="126"/>
                  <a:pt x="96" y="125"/>
                  <a:pt x="96" y="127"/>
                </a:cubicBezTo>
                <a:cubicBezTo>
                  <a:pt x="93" y="128"/>
                  <a:pt x="92" y="130"/>
                  <a:pt x="88" y="130"/>
                </a:cubicBezTo>
                <a:cubicBezTo>
                  <a:pt x="86" y="131"/>
                  <a:pt x="84" y="130"/>
                  <a:pt x="82" y="129"/>
                </a:cubicBezTo>
                <a:cubicBezTo>
                  <a:pt x="78" y="127"/>
                  <a:pt x="78" y="135"/>
                  <a:pt x="79" y="137"/>
                </a:cubicBezTo>
                <a:cubicBezTo>
                  <a:pt x="84" y="137"/>
                  <a:pt x="83" y="140"/>
                  <a:pt x="87" y="142"/>
                </a:cubicBezTo>
                <a:cubicBezTo>
                  <a:pt x="87" y="140"/>
                  <a:pt x="87" y="138"/>
                  <a:pt x="88" y="137"/>
                </a:cubicBezTo>
                <a:cubicBezTo>
                  <a:pt x="90" y="136"/>
                  <a:pt x="94" y="137"/>
                  <a:pt x="97" y="137"/>
                </a:cubicBezTo>
                <a:cubicBezTo>
                  <a:pt x="97" y="136"/>
                  <a:pt x="98" y="135"/>
                  <a:pt x="100" y="136"/>
                </a:cubicBezTo>
                <a:cubicBezTo>
                  <a:pt x="100" y="133"/>
                  <a:pt x="99" y="132"/>
                  <a:pt x="99" y="130"/>
                </a:cubicBezTo>
                <a:cubicBezTo>
                  <a:pt x="101" y="130"/>
                  <a:pt x="103" y="130"/>
                  <a:pt x="104" y="128"/>
                </a:cubicBezTo>
                <a:cubicBezTo>
                  <a:pt x="106" y="126"/>
                  <a:pt x="108" y="123"/>
                  <a:pt x="108" y="120"/>
                </a:cubicBezTo>
                <a:cubicBezTo>
                  <a:pt x="111" y="119"/>
                  <a:pt x="114" y="121"/>
                  <a:pt x="118" y="122"/>
                </a:cubicBezTo>
                <a:cubicBezTo>
                  <a:pt x="121" y="122"/>
                  <a:pt x="124" y="122"/>
                  <a:pt x="127" y="124"/>
                </a:cubicBezTo>
                <a:cubicBezTo>
                  <a:pt x="127" y="123"/>
                  <a:pt x="128" y="122"/>
                  <a:pt x="128" y="121"/>
                </a:cubicBezTo>
                <a:cubicBezTo>
                  <a:pt x="129" y="121"/>
                  <a:pt x="130" y="121"/>
                  <a:pt x="132" y="121"/>
                </a:cubicBezTo>
                <a:cubicBezTo>
                  <a:pt x="132" y="120"/>
                  <a:pt x="132" y="120"/>
                  <a:pt x="132" y="120"/>
                </a:cubicBezTo>
                <a:cubicBezTo>
                  <a:pt x="132" y="121"/>
                  <a:pt x="132" y="123"/>
                  <a:pt x="132" y="124"/>
                </a:cubicBezTo>
                <a:cubicBezTo>
                  <a:pt x="134" y="124"/>
                  <a:pt x="135" y="126"/>
                  <a:pt x="137" y="125"/>
                </a:cubicBezTo>
                <a:cubicBezTo>
                  <a:pt x="137" y="127"/>
                  <a:pt x="138" y="129"/>
                  <a:pt x="140" y="129"/>
                </a:cubicBezTo>
                <a:cubicBezTo>
                  <a:pt x="140" y="126"/>
                  <a:pt x="145" y="126"/>
                  <a:pt x="145" y="124"/>
                </a:cubicBezTo>
                <a:cubicBezTo>
                  <a:pt x="141" y="123"/>
                  <a:pt x="143" y="111"/>
                  <a:pt x="142" y="108"/>
                </a:cubicBezTo>
                <a:cubicBezTo>
                  <a:pt x="145" y="107"/>
                  <a:pt x="146" y="110"/>
                  <a:pt x="148" y="111"/>
                </a:cubicBezTo>
                <a:cubicBezTo>
                  <a:pt x="152" y="112"/>
                  <a:pt x="153" y="107"/>
                  <a:pt x="153" y="105"/>
                </a:cubicBezTo>
                <a:cubicBezTo>
                  <a:pt x="153" y="101"/>
                  <a:pt x="152" y="100"/>
                  <a:pt x="149" y="99"/>
                </a:cubicBezTo>
                <a:cubicBezTo>
                  <a:pt x="145" y="98"/>
                  <a:pt x="143" y="97"/>
                  <a:pt x="142" y="94"/>
                </a:cubicBezTo>
                <a:cubicBezTo>
                  <a:pt x="144" y="94"/>
                  <a:pt x="148" y="94"/>
                  <a:pt x="147" y="91"/>
                </a:cubicBezTo>
                <a:cubicBezTo>
                  <a:pt x="147" y="89"/>
                  <a:pt x="145" y="89"/>
                  <a:pt x="145" y="87"/>
                </a:cubicBezTo>
                <a:cubicBezTo>
                  <a:pt x="144" y="86"/>
                  <a:pt x="145" y="84"/>
                  <a:pt x="145" y="83"/>
                </a:cubicBezTo>
                <a:cubicBezTo>
                  <a:pt x="149" y="82"/>
                  <a:pt x="152" y="83"/>
                  <a:pt x="156" y="83"/>
                </a:cubicBezTo>
                <a:cubicBezTo>
                  <a:pt x="159" y="82"/>
                  <a:pt x="161" y="81"/>
                  <a:pt x="164" y="80"/>
                </a:cubicBezTo>
                <a:cubicBezTo>
                  <a:pt x="164" y="80"/>
                  <a:pt x="164" y="82"/>
                  <a:pt x="164" y="82"/>
                </a:cubicBezTo>
                <a:cubicBezTo>
                  <a:pt x="166" y="82"/>
                  <a:pt x="167" y="81"/>
                  <a:pt x="169" y="82"/>
                </a:cubicBezTo>
                <a:cubicBezTo>
                  <a:pt x="169" y="78"/>
                  <a:pt x="169" y="75"/>
                  <a:pt x="169" y="71"/>
                </a:cubicBezTo>
                <a:cubicBezTo>
                  <a:pt x="166" y="72"/>
                  <a:pt x="167" y="68"/>
                  <a:pt x="167" y="66"/>
                </a:cubicBezTo>
                <a:cubicBezTo>
                  <a:pt x="163" y="66"/>
                  <a:pt x="162" y="67"/>
                  <a:pt x="161" y="71"/>
                </a:cubicBezTo>
                <a:cubicBezTo>
                  <a:pt x="160" y="71"/>
                  <a:pt x="159" y="70"/>
                  <a:pt x="158" y="69"/>
                </a:cubicBezTo>
                <a:cubicBezTo>
                  <a:pt x="156" y="69"/>
                  <a:pt x="155" y="70"/>
                  <a:pt x="153" y="70"/>
                </a:cubicBezTo>
                <a:cubicBezTo>
                  <a:pt x="148" y="71"/>
                  <a:pt x="142" y="70"/>
                  <a:pt x="137" y="68"/>
                </a:cubicBezTo>
                <a:cubicBezTo>
                  <a:pt x="134" y="67"/>
                  <a:pt x="133" y="66"/>
                  <a:pt x="132" y="63"/>
                </a:cubicBezTo>
                <a:cubicBezTo>
                  <a:pt x="131" y="59"/>
                  <a:pt x="130" y="54"/>
                  <a:pt x="128" y="50"/>
                </a:cubicBezTo>
                <a:cubicBezTo>
                  <a:pt x="132" y="51"/>
                  <a:pt x="130" y="46"/>
                  <a:pt x="132" y="44"/>
                </a:cubicBezTo>
                <a:cubicBezTo>
                  <a:pt x="136" y="44"/>
                  <a:pt x="140" y="43"/>
                  <a:pt x="143" y="39"/>
                </a:cubicBezTo>
                <a:cubicBezTo>
                  <a:pt x="145" y="36"/>
                  <a:pt x="148" y="31"/>
                  <a:pt x="153" y="30"/>
                </a:cubicBezTo>
                <a:cubicBezTo>
                  <a:pt x="155" y="30"/>
                  <a:pt x="158" y="30"/>
                  <a:pt x="160" y="28"/>
                </a:cubicBezTo>
                <a:cubicBezTo>
                  <a:pt x="161" y="26"/>
                  <a:pt x="161" y="25"/>
                  <a:pt x="163" y="24"/>
                </a:cubicBezTo>
                <a:cubicBezTo>
                  <a:pt x="166" y="23"/>
                  <a:pt x="171" y="23"/>
                  <a:pt x="173" y="20"/>
                </a:cubicBezTo>
                <a:cubicBezTo>
                  <a:pt x="176" y="20"/>
                  <a:pt x="179" y="19"/>
                  <a:pt x="181" y="17"/>
                </a:cubicBezTo>
                <a:cubicBezTo>
                  <a:pt x="182" y="16"/>
                  <a:pt x="183" y="15"/>
                  <a:pt x="184" y="14"/>
                </a:cubicBezTo>
                <a:cubicBezTo>
                  <a:pt x="186" y="13"/>
                  <a:pt x="188" y="13"/>
                  <a:pt x="190" y="13"/>
                </a:cubicBezTo>
                <a:cubicBezTo>
                  <a:pt x="191" y="5"/>
                  <a:pt x="201" y="8"/>
                  <a:pt x="206" y="7"/>
                </a:cubicBezTo>
                <a:cubicBezTo>
                  <a:pt x="207" y="4"/>
                  <a:pt x="207" y="4"/>
                  <a:pt x="207" y="4"/>
                </a:cubicBezTo>
                <a:cubicBezTo>
                  <a:pt x="208" y="2"/>
                  <a:pt x="210" y="1"/>
                  <a:pt x="211" y="0"/>
                </a:cubicBezTo>
                <a:cubicBezTo>
                  <a:pt x="211" y="0"/>
                  <a:pt x="211" y="0"/>
                  <a:pt x="211" y="0"/>
                </a:cubicBezTo>
                <a:cubicBezTo>
                  <a:pt x="212" y="0"/>
                  <a:pt x="212" y="0"/>
                  <a:pt x="212" y="0"/>
                </a:cubicBezTo>
                <a:cubicBezTo>
                  <a:pt x="214" y="1"/>
                  <a:pt x="216" y="0"/>
                  <a:pt x="218" y="0"/>
                </a:cubicBezTo>
                <a:cubicBezTo>
                  <a:pt x="220" y="0"/>
                  <a:pt x="222" y="2"/>
                  <a:pt x="225" y="2"/>
                </a:cubicBezTo>
                <a:cubicBezTo>
                  <a:pt x="227" y="2"/>
                  <a:pt x="229" y="2"/>
                  <a:pt x="232" y="2"/>
                </a:cubicBezTo>
                <a:cubicBezTo>
                  <a:pt x="232" y="1"/>
                  <a:pt x="232" y="1"/>
                  <a:pt x="232" y="1"/>
                </a:cubicBezTo>
                <a:cubicBezTo>
                  <a:pt x="236" y="1"/>
                  <a:pt x="237" y="2"/>
                  <a:pt x="239" y="4"/>
                </a:cubicBezTo>
                <a:cubicBezTo>
                  <a:pt x="239" y="6"/>
                  <a:pt x="241" y="6"/>
                  <a:pt x="243" y="7"/>
                </a:cubicBezTo>
                <a:cubicBezTo>
                  <a:pt x="245" y="7"/>
                  <a:pt x="245" y="9"/>
                  <a:pt x="245" y="11"/>
                </a:cubicBezTo>
                <a:cubicBezTo>
                  <a:pt x="245" y="14"/>
                  <a:pt x="247" y="16"/>
                  <a:pt x="248" y="18"/>
                </a:cubicBezTo>
                <a:cubicBezTo>
                  <a:pt x="250" y="21"/>
                  <a:pt x="248" y="24"/>
                  <a:pt x="248" y="27"/>
                </a:cubicBezTo>
                <a:cubicBezTo>
                  <a:pt x="244" y="28"/>
                  <a:pt x="246" y="31"/>
                  <a:pt x="244" y="31"/>
                </a:cubicBezTo>
                <a:cubicBezTo>
                  <a:pt x="243" y="33"/>
                  <a:pt x="244" y="34"/>
                  <a:pt x="243" y="36"/>
                </a:cubicBezTo>
                <a:cubicBezTo>
                  <a:pt x="241" y="37"/>
                  <a:pt x="241" y="41"/>
                  <a:pt x="239" y="43"/>
                </a:cubicBezTo>
                <a:cubicBezTo>
                  <a:pt x="238" y="45"/>
                  <a:pt x="236" y="47"/>
                  <a:pt x="236" y="49"/>
                </a:cubicBezTo>
                <a:cubicBezTo>
                  <a:pt x="234" y="47"/>
                  <a:pt x="234" y="51"/>
                  <a:pt x="234" y="52"/>
                </a:cubicBezTo>
                <a:cubicBezTo>
                  <a:pt x="233" y="52"/>
                  <a:pt x="233" y="52"/>
                  <a:pt x="233" y="52"/>
                </a:cubicBezTo>
                <a:cubicBezTo>
                  <a:pt x="233" y="54"/>
                  <a:pt x="236" y="56"/>
                  <a:pt x="235" y="57"/>
                </a:cubicBezTo>
                <a:cubicBezTo>
                  <a:pt x="234" y="59"/>
                  <a:pt x="233" y="58"/>
                  <a:pt x="231" y="58"/>
                </a:cubicBezTo>
                <a:cubicBezTo>
                  <a:pt x="230" y="58"/>
                  <a:pt x="229" y="59"/>
                  <a:pt x="228" y="60"/>
                </a:cubicBezTo>
                <a:cubicBezTo>
                  <a:pt x="225" y="61"/>
                  <a:pt x="222" y="60"/>
                  <a:pt x="219" y="60"/>
                </a:cubicBezTo>
                <a:cubicBezTo>
                  <a:pt x="216" y="60"/>
                  <a:pt x="217" y="64"/>
                  <a:pt x="216" y="66"/>
                </a:cubicBezTo>
                <a:cubicBezTo>
                  <a:pt x="215" y="66"/>
                  <a:pt x="213" y="65"/>
                  <a:pt x="212" y="66"/>
                </a:cubicBezTo>
                <a:cubicBezTo>
                  <a:pt x="212" y="67"/>
                  <a:pt x="212" y="69"/>
                  <a:pt x="212" y="70"/>
                </a:cubicBezTo>
                <a:cubicBezTo>
                  <a:pt x="212" y="72"/>
                  <a:pt x="211" y="77"/>
                  <a:pt x="215" y="77"/>
                </a:cubicBezTo>
                <a:cubicBezTo>
                  <a:pt x="215" y="78"/>
                  <a:pt x="216" y="79"/>
                  <a:pt x="216" y="81"/>
                </a:cubicBezTo>
                <a:cubicBezTo>
                  <a:pt x="213" y="80"/>
                  <a:pt x="214" y="84"/>
                  <a:pt x="211" y="83"/>
                </a:cubicBezTo>
                <a:cubicBezTo>
                  <a:pt x="211" y="86"/>
                  <a:pt x="211" y="88"/>
                  <a:pt x="209" y="90"/>
                </a:cubicBezTo>
                <a:cubicBezTo>
                  <a:pt x="208" y="91"/>
                  <a:pt x="205" y="93"/>
                  <a:pt x="203" y="93"/>
                </a:cubicBezTo>
                <a:cubicBezTo>
                  <a:pt x="203" y="96"/>
                  <a:pt x="212" y="108"/>
                  <a:pt x="206" y="110"/>
                </a:cubicBezTo>
                <a:cubicBezTo>
                  <a:pt x="205" y="112"/>
                  <a:pt x="207" y="112"/>
                  <a:pt x="209" y="113"/>
                </a:cubicBezTo>
                <a:cubicBezTo>
                  <a:pt x="214" y="114"/>
                  <a:pt x="211" y="119"/>
                  <a:pt x="211" y="122"/>
                </a:cubicBezTo>
                <a:cubicBezTo>
                  <a:pt x="212" y="122"/>
                  <a:pt x="213" y="123"/>
                  <a:pt x="215" y="123"/>
                </a:cubicBezTo>
                <a:cubicBezTo>
                  <a:pt x="215" y="120"/>
                  <a:pt x="215" y="118"/>
                  <a:pt x="218" y="117"/>
                </a:cubicBezTo>
                <a:cubicBezTo>
                  <a:pt x="218" y="120"/>
                  <a:pt x="221" y="118"/>
                  <a:pt x="223" y="120"/>
                </a:cubicBezTo>
                <a:cubicBezTo>
                  <a:pt x="225" y="121"/>
                  <a:pt x="223" y="126"/>
                  <a:pt x="227" y="126"/>
                </a:cubicBezTo>
                <a:cubicBezTo>
                  <a:pt x="227" y="126"/>
                  <a:pt x="228" y="125"/>
                  <a:pt x="227" y="125"/>
                </a:cubicBezTo>
                <a:cubicBezTo>
                  <a:pt x="229" y="124"/>
                  <a:pt x="232" y="124"/>
                  <a:pt x="232" y="127"/>
                </a:cubicBezTo>
                <a:cubicBezTo>
                  <a:pt x="235" y="126"/>
                  <a:pt x="236" y="124"/>
                  <a:pt x="239" y="123"/>
                </a:cubicBezTo>
                <a:cubicBezTo>
                  <a:pt x="239" y="121"/>
                  <a:pt x="240" y="119"/>
                  <a:pt x="241" y="118"/>
                </a:cubicBezTo>
                <a:cubicBezTo>
                  <a:pt x="240" y="117"/>
                  <a:pt x="239" y="115"/>
                  <a:pt x="237" y="114"/>
                </a:cubicBezTo>
                <a:cubicBezTo>
                  <a:pt x="237" y="113"/>
                  <a:pt x="238" y="112"/>
                  <a:pt x="239" y="112"/>
                </a:cubicBezTo>
                <a:cubicBezTo>
                  <a:pt x="239" y="111"/>
                  <a:pt x="239" y="110"/>
                  <a:pt x="239" y="109"/>
                </a:cubicBezTo>
                <a:cubicBezTo>
                  <a:pt x="239" y="108"/>
                  <a:pt x="237" y="108"/>
                  <a:pt x="237" y="106"/>
                </a:cubicBezTo>
                <a:cubicBezTo>
                  <a:pt x="235" y="106"/>
                  <a:pt x="233" y="108"/>
                  <a:pt x="230" y="107"/>
                </a:cubicBezTo>
                <a:cubicBezTo>
                  <a:pt x="230" y="103"/>
                  <a:pt x="232" y="99"/>
                  <a:pt x="232" y="96"/>
                </a:cubicBezTo>
                <a:cubicBezTo>
                  <a:pt x="231" y="93"/>
                  <a:pt x="228" y="95"/>
                  <a:pt x="227" y="93"/>
                </a:cubicBezTo>
                <a:cubicBezTo>
                  <a:pt x="226" y="91"/>
                  <a:pt x="229" y="82"/>
                  <a:pt x="224" y="82"/>
                </a:cubicBezTo>
                <a:cubicBezTo>
                  <a:pt x="223" y="80"/>
                  <a:pt x="225" y="76"/>
                  <a:pt x="222" y="74"/>
                </a:cubicBezTo>
                <a:cubicBezTo>
                  <a:pt x="221" y="74"/>
                  <a:pt x="217" y="74"/>
                  <a:pt x="218" y="72"/>
                </a:cubicBezTo>
                <a:cubicBezTo>
                  <a:pt x="220" y="72"/>
                  <a:pt x="221" y="70"/>
                  <a:pt x="223" y="68"/>
                </a:cubicBezTo>
                <a:cubicBezTo>
                  <a:pt x="226" y="67"/>
                  <a:pt x="228" y="67"/>
                  <a:pt x="228" y="71"/>
                </a:cubicBezTo>
                <a:cubicBezTo>
                  <a:pt x="231" y="71"/>
                  <a:pt x="232" y="71"/>
                  <a:pt x="232" y="68"/>
                </a:cubicBezTo>
                <a:cubicBezTo>
                  <a:pt x="233" y="68"/>
                  <a:pt x="234" y="68"/>
                  <a:pt x="234" y="68"/>
                </a:cubicBezTo>
                <a:cubicBezTo>
                  <a:pt x="234" y="67"/>
                  <a:pt x="234" y="66"/>
                  <a:pt x="234" y="65"/>
                </a:cubicBezTo>
                <a:cubicBezTo>
                  <a:pt x="237" y="65"/>
                  <a:pt x="238" y="62"/>
                  <a:pt x="240" y="62"/>
                </a:cubicBezTo>
                <a:cubicBezTo>
                  <a:pt x="241" y="63"/>
                  <a:pt x="240" y="64"/>
                  <a:pt x="239" y="65"/>
                </a:cubicBezTo>
                <a:cubicBezTo>
                  <a:pt x="238" y="67"/>
                  <a:pt x="241" y="69"/>
                  <a:pt x="241" y="71"/>
                </a:cubicBezTo>
                <a:cubicBezTo>
                  <a:pt x="238" y="71"/>
                  <a:pt x="235" y="71"/>
                  <a:pt x="235" y="75"/>
                </a:cubicBezTo>
                <a:cubicBezTo>
                  <a:pt x="236" y="75"/>
                  <a:pt x="237" y="76"/>
                  <a:pt x="237" y="76"/>
                </a:cubicBezTo>
                <a:cubicBezTo>
                  <a:pt x="237" y="75"/>
                  <a:pt x="238" y="74"/>
                  <a:pt x="238" y="73"/>
                </a:cubicBezTo>
                <a:cubicBezTo>
                  <a:pt x="238" y="73"/>
                  <a:pt x="239" y="73"/>
                  <a:pt x="240" y="73"/>
                </a:cubicBezTo>
                <a:cubicBezTo>
                  <a:pt x="240" y="75"/>
                  <a:pt x="240" y="77"/>
                  <a:pt x="238" y="78"/>
                </a:cubicBezTo>
                <a:cubicBezTo>
                  <a:pt x="238" y="78"/>
                  <a:pt x="238" y="79"/>
                  <a:pt x="238" y="80"/>
                </a:cubicBezTo>
                <a:cubicBezTo>
                  <a:pt x="239" y="80"/>
                  <a:pt x="240" y="79"/>
                  <a:pt x="240" y="78"/>
                </a:cubicBezTo>
                <a:cubicBezTo>
                  <a:pt x="241" y="78"/>
                  <a:pt x="243" y="77"/>
                  <a:pt x="244" y="77"/>
                </a:cubicBezTo>
                <a:cubicBezTo>
                  <a:pt x="245" y="78"/>
                  <a:pt x="243" y="80"/>
                  <a:pt x="246" y="81"/>
                </a:cubicBezTo>
                <a:cubicBezTo>
                  <a:pt x="245" y="81"/>
                  <a:pt x="246" y="82"/>
                  <a:pt x="246" y="82"/>
                </a:cubicBezTo>
                <a:cubicBezTo>
                  <a:pt x="247" y="82"/>
                  <a:pt x="248" y="81"/>
                  <a:pt x="250" y="81"/>
                </a:cubicBezTo>
                <a:cubicBezTo>
                  <a:pt x="252" y="82"/>
                  <a:pt x="253" y="83"/>
                  <a:pt x="256" y="82"/>
                </a:cubicBezTo>
                <a:cubicBezTo>
                  <a:pt x="256" y="82"/>
                  <a:pt x="256" y="81"/>
                  <a:pt x="256" y="80"/>
                </a:cubicBezTo>
                <a:cubicBezTo>
                  <a:pt x="258" y="80"/>
                  <a:pt x="255" y="74"/>
                  <a:pt x="255" y="73"/>
                </a:cubicBezTo>
                <a:cubicBezTo>
                  <a:pt x="257" y="73"/>
                  <a:pt x="258" y="75"/>
                  <a:pt x="260" y="74"/>
                </a:cubicBezTo>
                <a:cubicBezTo>
                  <a:pt x="259" y="78"/>
                  <a:pt x="262" y="77"/>
                  <a:pt x="264" y="77"/>
                </a:cubicBezTo>
                <a:cubicBezTo>
                  <a:pt x="265" y="79"/>
                  <a:pt x="254" y="87"/>
                  <a:pt x="261" y="88"/>
                </a:cubicBezTo>
                <a:cubicBezTo>
                  <a:pt x="262" y="86"/>
                  <a:pt x="260" y="85"/>
                  <a:pt x="262" y="84"/>
                </a:cubicBezTo>
                <a:cubicBezTo>
                  <a:pt x="263" y="83"/>
                  <a:pt x="265" y="84"/>
                  <a:pt x="267" y="84"/>
                </a:cubicBezTo>
                <a:cubicBezTo>
                  <a:pt x="267" y="80"/>
                  <a:pt x="270" y="81"/>
                  <a:pt x="270" y="84"/>
                </a:cubicBezTo>
                <a:cubicBezTo>
                  <a:pt x="274" y="84"/>
                  <a:pt x="278" y="84"/>
                  <a:pt x="282" y="84"/>
                </a:cubicBezTo>
                <a:cubicBezTo>
                  <a:pt x="282" y="83"/>
                  <a:pt x="281" y="76"/>
                  <a:pt x="284" y="78"/>
                </a:cubicBezTo>
                <a:cubicBezTo>
                  <a:pt x="286" y="79"/>
                  <a:pt x="292" y="76"/>
                  <a:pt x="290" y="73"/>
                </a:cubicBezTo>
                <a:cubicBezTo>
                  <a:pt x="292" y="73"/>
                  <a:pt x="294" y="73"/>
                  <a:pt x="295" y="74"/>
                </a:cubicBezTo>
                <a:cubicBezTo>
                  <a:pt x="295" y="72"/>
                  <a:pt x="300" y="71"/>
                  <a:pt x="301" y="71"/>
                </a:cubicBezTo>
                <a:cubicBezTo>
                  <a:pt x="301" y="73"/>
                  <a:pt x="301" y="75"/>
                  <a:pt x="303" y="76"/>
                </a:cubicBezTo>
                <a:cubicBezTo>
                  <a:pt x="304" y="77"/>
                  <a:pt x="306" y="79"/>
                  <a:pt x="308" y="80"/>
                </a:cubicBezTo>
                <a:cubicBezTo>
                  <a:pt x="308" y="84"/>
                  <a:pt x="303" y="83"/>
                  <a:pt x="304" y="86"/>
                </a:cubicBezTo>
                <a:cubicBezTo>
                  <a:pt x="305" y="87"/>
                  <a:pt x="305" y="87"/>
                  <a:pt x="305" y="87"/>
                </a:cubicBezTo>
                <a:cubicBezTo>
                  <a:pt x="304" y="88"/>
                  <a:pt x="304" y="88"/>
                  <a:pt x="304" y="88"/>
                </a:cubicBezTo>
                <a:cubicBezTo>
                  <a:pt x="303" y="88"/>
                  <a:pt x="303" y="88"/>
                  <a:pt x="303" y="89"/>
                </a:cubicBezTo>
                <a:cubicBezTo>
                  <a:pt x="302" y="89"/>
                  <a:pt x="301" y="90"/>
                  <a:pt x="301" y="91"/>
                </a:cubicBezTo>
                <a:cubicBezTo>
                  <a:pt x="302" y="91"/>
                  <a:pt x="303" y="91"/>
                  <a:pt x="304" y="90"/>
                </a:cubicBezTo>
                <a:cubicBezTo>
                  <a:pt x="304" y="89"/>
                  <a:pt x="306" y="87"/>
                  <a:pt x="308" y="88"/>
                </a:cubicBezTo>
                <a:cubicBezTo>
                  <a:pt x="309" y="89"/>
                  <a:pt x="309" y="91"/>
                  <a:pt x="309" y="92"/>
                </a:cubicBezTo>
                <a:cubicBezTo>
                  <a:pt x="312" y="93"/>
                  <a:pt x="311" y="88"/>
                  <a:pt x="311" y="87"/>
                </a:cubicBezTo>
                <a:cubicBezTo>
                  <a:pt x="312" y="86"/>
                  <a:pt x="313" y="86"/>
                  <a:pt x="314" y="87"/>
                </a:cubicBezTo>
                <a:cubicBezTo>
                  <a:pt x="314" y="86"/>
                  <a:pt x="315" y="86"/>
                  <a:pt x="315" y="85"/>
                </a:cubicBezTo>
                <a:cubicBezTo>
                  <a:pt x="317" y="85"/>
                  <a:pt x="316" y="86"/>
                  <a:pt x="317" y="87"/>
                </a:cubicBezTo>
                <a:cubicBezTo>
                  <a:pt x="318" y="89"/>
                  <a:pt x="321" y="88"/>
                  <a:pt x="322" y="88"/>
                </a:cubicBezTo>
                <a:cubicBezTo>
                  <a:pt x="322" y="87"/>
                  <a:pt x="322" y="87"/>
                  <a:pt x="322" y="87"/>
                </a:cubicBezTo>
                <a:cubicBezTo>
                  <a:pt x="321" y="87"/>
                  <a:pt x="321" y="86"/>
                  <a:pt x="321" y="85"/>
                </a:cubicBezTo>
                <a:cubicBezTo>
                  <a:pt x="322" y="85"/>
                  <a:pt x="324" y="85"/>
                  <a:pt x="325" y="85"/>
                </a:cubicBezTo>
                <a:cubicBezTo>
                  <a:pt x="325" y="86"/>
                  <a:pt x="325" y="87"/>
                  <a:pt x="325" y="87"/>
                </a:cubicBezTo>
                <a:cubicBezTo>
                  <a:pt x="326" y="86"/>
                  <a:pt x="326" y="85"/>
                  <a:pt x="326" y="85"/>
                </a:cubicBezTo>
                <a:cubicBezTo>
                  <a:pt x="327" y="85"/>
                  <a:pt x="328" y="85"/>
                  <a:pt x="329" y="85"/>
                </a:cubicBezTo>
                <a:cubicBezTo>
                  <a:pt x="329" y="85"/>
                  <a:pt x="329" y="86"/>
                  <a:pt x="328" y="86"/>
                </a:cubicBezTo>
                <a:cubicBezTo>
                  <a:pt x="327" y="87"/>
                  <a:pt x="327" y="88"/>
                  <a:pt x="327" y="90"/>
                </a:cubicBezTo>
                <a:cubicBezTo>
                  <a:pt x="327" y="92"/>
                  <a:pt x="326" y="94"/>
                  <a:pt x="325" y="96"/>
                </a:cubicBezTo>
                <a:cubicBezTo>
                  <a:pt x="328" y="97"/>
                  <a:pt x="329" y="94"/>
                  <a:pt x="331" y="94"/>
                </a:cubicBezTo>
                <a:cubicBezTo>
                  <a:pt x="331" y="96"/>
                  <a:pt x="341" y="95"/>
                  <a:pt x="343" y="95"/>
                </a:cubicBezTo>
                <a:cubicBezTo>
                  <a:pt x="341" y="91"/>
                  <a:pt x="347" y="89"/>
                  <a:pt x="345" y="86"/>
                </a:cubicBezTo>
                <a:cubicBezTo>
                  <a:pt x="345" y="85"/>
                  <a:pt x="346" y="85"/>
                  <a:pt x="347" y="85"/>
                </a:cubicBezTo>
                <a:cubicBezTo>
                  <a:pt x="347" y="86"/>
                  <a:pt x="347" y="87"/>
                  <a:pt x="348" y="87"/>
                </a:cubicBezTo>
                <a:cubicBezTo>
                  <a:pt x="348" y="86"/>
                  <a:pt x="350" y="84"/>
                  <a:pt x="352" y="85"/>
                </a:cubicBezTo>
                <a:cubicBezTo>
                  <a:pt x="352" y="85"/>
                  <a:pt x="352" y="86"/>
                  <a:pt x="352" y="86"/>
                </a:cubicBezTo>
                <a:cubicBezTo>
                  <a:pt x="353" y="87"/>
                  <a:pt x="354" y="88"/>
                  <a:pt x="356" y="88"/>
                </a:cubicBezTo>
                <a:cubicBezTo>
                  <a:pt x="355" y="86"/>
                  <a:pt x="357" y="85"/>
                  <a:pt x="357" y="83"/>
                </a:cubicBezTo>
                <a:cubicBezTo>
                  <a:pt x="358" y="83"/>
                  <a:pt x="360" y="82"/>
                  <a:pt x="362" y="83"/>
                </a:cubicBezTo>
                <a:cubicBezTo>
                  <a:pt x="364" y="85"/>
                  <a:pt x="361" y="88"/>
                  <a:pt x="362" y="90"/>
                </a:cubicBezTo>
                <a:cubicBezTo>
                  <a:pt x="363" y="90"/>
                  <a:pt x="367" y="89"/>
                  <a:pt x="367" y="91"/>
                </a:cubicBezTo>
                <a:cubicBezTo>
                  <a:pt x="368" y="95"/>
                  <a:pt x="373" y="93"/>
                  <a:pt x="376" y="94"/>
                </a:cubicBezTo>
                <a:cubicBezTo>
                  <a:pt x="376" y="96"/>
                  <a:pt x="375" y="99"/>
                  <a:pt x="376" y="101"/>
                </a:cubicBezTo>
                <a:cubicBezTo>
                  <a:pt x="378" y="103"/>
                  <a:pt x="382" y="101"/>
                  <a:pt x="385" y="102"/>
                </a:cubicBezTo>
                <a:cubicBezTo>
                  <a:pt x="385" y="102"/>
                  <a:pt x="385" y="103"/>
                  <a:pt x="385" y="104"/>
                </a:cubicBezTo>
                <a:cubicBezTo>
                  <a:pt x="386" y="104"/>
                  <a:pt x="388" y="104"/>
                  <a:pt x="390" y="104"/>
                </a:cubicBezTo>
                <a:cubicBezTo>
                  <a:pt x="390" y="106"/>
                  <a:pt x="390" y="108"/>
                  <a:pt x="390" y="109"/>
                </a:cubicBezTo>
                <a:cubicBezTo>
                  <a:pt x="391" y="109"/>
                  <a:pt x="392" y="109"/>
                  <a:pt x="393" y="109"/>
                </a:cubicBezTo>
                <a:cubicBezTo>
                  <a:pt x="393" y="110"/>
                  <a:pt x="393" y="111"/>
                  <a:pt x="393" y="112"/>
                </a:cubicBezTo>
                <a:cubicBezTo>
                  <a:pt x="395" y="112"/>
                  <a:pt x="395" y="114"/>
                  <a:pt x="397" y="114"/>
                </a:cubicBezTo>
                <a:cubicBezTo>
                  <a:pt x="397" y="112"/>
                  <a:pt x="396" y="111"/>
                  <a:pt x="397" y="110"/>
                </a:cubicBezTo>
                <a:cubicBezTo>
                  <a:pt x="400" y="110"/>
                  <a:pt x="407" y="111"/>
                  <a:pt x="409" y="109"/>
                </a:cubicBezTo>
                <a:cubicBezTo>
                  <a:pt x="410" y="108"/>
                  <a:pt x="412" y="109"/>
                  <a:pt x="413" y="110"/>
                </a:cubicBezTo>
                <a:cubicBezTo>
                  <a:pt x="413" y="110"/>
                  <a:pt x="413" y="111"/>
                  <a:pt x="413" y="112"/>
                </a:cubicBezTo>
                <a:cubicBezTo>
                  <a:pt x="414" y="113"/>
                  <a:pt x="415" y="112"/>
                  <a:pt x="416" y="113"/>
                </a:cubicBezTo>
                <a:cubicBezTo>
                  <a:pt x="419" y="116"/>
                  <a:pt x="414" y="118"/>
                  <a:pt x="412" y="116"/>
                </a:cubicBezTo>
                <a:cubicBezTo>
                  <a:pt x="411" y="118"/>
                  <a:pt x="411" y="119"/>
                  <a:pt x="411" y="120"/>
                </a:cubicBezTo>
                <a:cubicBezTo>
                  <a:pt x="412" y="120"/>
                  <a:pt x="412" y="120"/>
                  <a:pt x="413" y="120"/>
                </a:cubicBezTo>
                <a:cubicBezTo>
                  <a:pt x="413" y="122"/>
                  <a:pt x="413" y="123"/>
                  <a:pt x="413" y="124"/>
                </a:cubicBezTo>
                <a:cubicBezTo>
                  <a:pt x="416" y="124"/>
                  <a:pt x="416" y="127"/>
                  <a:pt x="415" y="129"/>
                </a:cubicBezTo>
                <a:cubicBezTo>
                  <a:pt x="414" y="132"/>
                  <a:pt x="412" y="133"/>
                  <a:pt x="412" y="136"/>
                </a:cubicBezTo>
                <a:cubicBezTo>
                  <a:pt x="411" y="136"/>
                  <a:pt x="411" y="136"/>
                  <a:pt x="410" y="136"/>
                </a:cubicBezTo>
                <a:cubicBezTo>
                  <a:pt x="410" y="136"/>
                  <a:pt x="410" y="137"/>
                  <a:pt x="410" y="138"/>
                </a:cubicBezTo>
                <a:cubicBezTo>
                  <a:pt x="411" y="138"/>
                  <a:pt x="413" y="139"/>
                  <a:pt x="413" y="140"/>
                </a:cubicBezTo>
                <a:cubicBezTo>
                  <a:pt x="414" y="142"/>
                  <a:pt x="413" y="144"/>
                  <a:pt x="415" y="143"/>
                </a:cubicBezTo>
                <a:lnTo>
                  <a:pt x="415" y="144"/>
                </a:ln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5" name="Rectangle 336">
            <a:extLst>
              <a:ext uri="{FF2B5EF4-FFF2-40B4-BE49-F238E27FC236}">
                <a16:creationId xmlns:a16="http://schemas.microsoft.com/office/drawing/2014/main" id="{B0AB3222-6FB0-4501-9694-52B57F5C6752}"/>
              </a:ext>
            </a:extLst>
          </p:cNvPr>
          <p:cNvSpPr>
            <a:spLocks noChangeArrowheads="1"/>
          </p:cNvSpPr>
          <p:nvPr/>
        </p:nvSpPr>
        <p:spPr bwMode="auto">
          <a:xfrm>
            <a:off x="2847123" y="3014907"/>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6" name="Freeform 337">
            <a:extLst>
              <a:ext uri="{FF2B5EF4-FFF2-40B4-BE49-F238E27FC236}">
                <a16:creationId xmlns:a16="http://schemas.microsoft.com/office/drawing/2014/main" id="{2A2C481C-3A2E-4553-9355-4FD26EA8F9ED}"/>
              </a:ext>
            </a:extLst>
          </p:cNvPr>
          <p:cNvSpPr>
            <a:spLocks/>
          </p:cNvSpPr>
          <p:nvPr/>
        </p:nvSpPr>
        <p:spPr bwMode="auto">
          <a:xfrm>
            <a:off x="2750236" y="2940016"/>
            <a:ext cx="2039"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7" name="Freeform 338">
            <a:extLst>
              <a:ext uri="{FF2B5EF4-FFF2-40B4-BE49-F238E27FC236}">
                <a16:creationId xmlns:a16="http://schemas.microsoft.com/office/drawing/2014/main" id="{E3485C54-A7B9-45C4-9947-85A1267692AC}"/>
              </a:ext>
            </a:extLst>
          </p:cNvPr>
          <p:cNvSpPr>
            <a:spLocks/>
          </p:cNvSpPr>
          <p:nvPr/>
        </p:nvSpPr>
        <p:spPr bwMode="auto">
          <a:xfrm>
            <a:off x="2747176" y="2938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8" name="Freeform 339">
            <a:extLst>
              <a:ext uri="{FF2B5EF4-FFF2-40B4-BE49-F238E27FC236}">
                <a16:creationId xmlns:a16="http://schemas.microsoft.com/office/drawing/2014/main" id="{0B00BBDB-565C-48F9-B224-D2C353B20A8A}"/>
              </a:ext>
            </a:extLst>
          </p:cNvPr>
          <p:cNvSpPr>
            <a:spLocks/>
          </p:cNvSpPr>
          <p:nvPr/>
        </p:nvSpPr>
        <p:spPr bwMode="auto">
          <a:xfrm>
            <a:off x="2735958" y="2909469"/>
            <a:ext cx="2039" cy="0"/>
          </a:xfrm>
          <a:custGeom>
            <a:avLst/>
            <a:gdLst>
              <a:gd name="T0" fmla="*/ 2 w 2"/>
              <a:gd name="T1" fmla="*/ 0 w 2"/>
              <a:gd name="T2" fmla="*/ 2 w 2"/>
            </a:gdLst>
            <a:ahLst/>
            <a:cxnLst>
              <a:cxn ang="0">
                <a:pos x="T0" y="0"/>
              </a:cxn>
              <a:cxn ang="0">
                <a:pos x="T1" y="0"/>
              </a:cxn>
              <a:cxn ang="0">
                <a:pos x="T2" y="0"/>
              </a:cxn>
            </a:cxnLst>
            <a:rect l="0" t="0" r="r" b="b"/>
            <a:pathLst>
              <a:path w="2">
                <a:moveTo>
                  <a:pt x="2" y="0"/>
                </a:moveTo>
                <a:lnTo>
                  <a:pt x="0" y="0"/>
                </a:lnTo>
                <a:lnTo>
                  <a:pt x="2"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69" name="Freeform 340">
            <a:extLst>
              <a:ext uri="{FF2B5EF4-FFF2-40B4-BE49-F238E27FC236}">
                <a16:creationId xmlns:a16="http://schemas.microsoft.com/office/drawing/2014/main" id="{F75C703F-0A4B-44CA-891B-C029E44C1AEC}"/>
              </a:ext>
            </a:extLst>
          </p:cNvPr>
          <p:cNvSpPr>
            <a:spLocks/>
          </p:cNvSpPr>
          <p:nvPr/>
        </p:nvSpPr>
        <p:spPr bwMode="auto">
          <a:xfrm>
            <a:off x="4417713" y="3501695"/>
            <a:ext cx="179496" cy="191168"/>
          </a:xfrm>
          <a:custGeom>
            <a:avLst/>
            <a:gdLst>
              <a:gd name="T0" fmla="*/ 72 w 79"/>
              <a:gd name="T1" fmla="*/ 17 h 87"/>
              <a:gd name="T2" fmla="*/ 74 w 79"/>
              <a:gd name="T3" fmla="*/ 11 h 87"/>
              <a:gd name="T4" fmla="*/ 69 w 79"/>
              <a:gd name="T5" fmla="*/ 1 h 87"/>
              <a:gd name="T6" fmla="*/ 64 w 79"/>
              <a:gd name="T7" fmla="*/ 4 h 87"/>
              <a:gd name="T8" fmla="*/ 63 w 79"/>
              <a:gd name="T9" fmla="*/ 8 h 87"/>
              <a:gd name="T10" fmla="*/ 54 w 79"/>
              <a:gd name="T11" fmla="*/ 9 h 87"/>
              <a:gd name="T12" fmla="*/ 50 w 79"/>
              <a:gd name="T13" fmla="*/ 9 h 87"/>
              <a:gd name="T14" fmla="*/ 46 w 79"/>
              <a:gd name="T15" fmla="*/ 9 h 87"/>
              <a:gd name="T16" fmla="*/ 37 w 79"/>
              <a:gd name="T17" fmla="*/ 10 h 87"/>
              <a:gd name="T18" fmla="*/ 34 w 79"/>
              <a:gd name="T19" fmla="*/ 16 h 87"/>
              <a:gd name="T20" fmla="*/ 28 w 79"/>
              <a:gd name="T21" fmla="*/ 24 h 87"/>
              <a:gd name="T22" fmla="*/ 20 w 79"/>
              <a:gd name="T23" fmla="*/ 21 h 87"/>
              <a:gd name="T24" fmla="*/ 17 w 79"/>
              <a:gd name="T25" fmla="*/ 23 h 87"/>
              <a:gd name="T26" fmla="*/ 14 w 79"/>
              <a:gd name="T27" fmla="*/ 30 h 87"/>
              <a:gd name="T28" fmla="*/ 10 w 79"/>
              <a:gd name="T29" fmla="*/ 34 h 87"/>
              <a:gd name="T30" fmla="*/ 9 w 79"/>
              <a:gd name="T31" fmla="*/ 45 h 87"/>
              <a:gd name="T32" fmla="*/ 4 w 79"/>
              <a:gd name="T33" fmla="*/ 55 h 87"/>
              <a:gd name="T34" fmla="*/ 2 w 79"/>
              <a:gd name="T35" fmla="*/ 62 h 87"/>
              <a:gd name="T36" fmla="*/ 2 w 79"/>
              <a:gd name="T37" fmla="*/ 69 h 87"/>
              <a:gd name="T38" fmla="*/ 0 w 79"/>
              <a:gd name="T39" fmla="*/ 75 h 87"/>
              <a:gd name="T40" fmla="*/ 9 w 79"/>
              <a:gd name="T41" fmla="*/ 77 h 87"/>
              <a:gd name="T42" fmla="*/ 18 w 79"/>
              <a:gd name="T43" fmla="*/ 77 h 87"/>
              <a:gd name="T44" fmla="*/ 22 w 79"/>
              <a:gd name="T45" fmla="*/ 79 h 87"/>
              <a:gd name="T46" fmla="*/ 28 w 79"/>
              <a:gd name="T47" fmla="*/ 78 h 87"/>
              <a:gd name="T48" fmla="*/ 39 w 79"/>
              <a:gd name="T49" fmla="*/ 83 h 87"/>
              <a:gd name="T50" fmla="*/ 52 w 79"/>
              <a:gd name="T51" fmla="*/ 86 h 87"/>
              <a:gd name="T52" fmla="*/ 60 w 79"/>
              <a:gd name="T53" fmla="*/ 68 h 87"/>
              <a:gd name="T54" fmla="*/ 63 w 79"/>
              <a:gd name="T55" fmla="*/ 61 h 87"/>
              <a:gd name="T56" fmla="*/ 64 w 79"/>
              <a:gd name="T57" fmla="*/ 58 h 87"/>
              <a:gd name="T58" fmla="*/ 67 w 79"/>
              <a:gd name="T59" fmla="*/ 52 h 87"/>
              <a:gd name="T60" fmla="*/ 70 w 79"/>
              <a:gd name="T61" fmla="*/ 46 h 87"/>
              <a:gd name="T62" fmla="*/ 73 w 79"/>
              <a:gd name="T63" fmla="*/ 41 h 87"/>
              <a:gd name="T64" fmla="*/ 78 w 79"/>
              <a:gd name="T65" fmla="*/ 32 h 87"/>
              <a:gd name="T66" fmla="*/ 79 w 79"/>
              <a:gd name="T67" fmla="*/ 26 h 87"/>
              <a:gd name="T68" fmla="*/ 72 w 79"/>
              <a:gd name="T69" fmla="*/ 2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87">
                <a:moveTo>
                  <a:pt x="72" y="23"/>
                </a:moveTo>
                <a:cubicBezTo>
                  <a:pt x="72" y="21"/>
                  <a:pt x="72" y="19"/>
                  <a:pt x="72" y="17"/>
                </a:cubicBezTo>
                <a:cubicBezTo>
                  <a:pt x="73" y="16"/>
                  <a:pt x="74" y="16"/>
                  <a:pt x="74" y="15"/>
                </a:cubicBezTo>
                <a:cubicBezTo>
                  <a:pt x="74" y="15"/>
                  <a:pt x="74" y="12"/>
                  <a:pt x="74" y="11"/>
                </a:cubicBezTo>
                <a:cubicBezTo>
                  <a:pt x="73" y="10"/>
                  <a:pt x="71" y="9"/>
                  <a:pt x="69" y="9"/>
                </a:cubicBezTo>
                <a:cubicBezTo>
                  <a:pt x="69" y="7"/>
                  <a:pt x="69" y="4"/>
                  <a:pt x="69" y="1"/>
                </a:cubicBezTo>
                <a:cubicBezTo>
                  <a:pt x="68" y="1"/>
                  <a:pt x="68" y="1"/>
                  <a:pt x="68" y="0"/>
                </a:cubicBezTo>
                <a:cubicBezTo>
                  <a:pt x="67" y="0"/>
                  <a:pt x="65" y="4"/>
                  <a:pt x="64" y="4"/>
                </a:cubicBezTo>
                <a:cubicBezTo>
                  <a:pt x="64" y="5"/>
                  <a:pt x="64" y="5"/>
                  <a:pt x="63" y="6"/>
                </a:cubicBezTo>
                <a:cubicBezTo>
                  <a:pt x="63" y="6"/>
                  <a:pt x="63" y="7"/>
                  <a:pt x="63" y="8"/>
                </a:cubicBezTo>
                <a:cubicBezTo>
                  <a:pt x="62" y="9"/>
                  <a:pt x="60" y="8"/>
                  <a:pt x="59" y="8"/>
                </a:cubicBezTo>
                <a:cubicBezTo>
                  <a:pt x="57" y="8"/>
                  <a:pt x="56" y="9"/>
                  <a:pt x="54" y="9"/>
                </a:cubicBezTo>
                <a:cubicBezTo>
                  <a:pt x="53" y="10"/>
                  <a:pt x="53" y="10"/>
                  <a:pt x="52" y="10"/>
                </a:cubicBezTo>
                <a:cubicBezTo>
                  <a:pt x="51" y="10"/>
                  <a:pt x="52" y="9"/>
                  <a:pt x="50" y="9"/>
                </a:cubicBezTo>
                <a:cubicBezTo>
                  <a:pt x="50" y="9"/>
                  <a:pt x="49" y="10"/>
                  <a:pt x="49" y="10"/>
                </a:cubicBezTo>
                <a:cubicBezTo>
                  <a:pt x="48" y="10"/>
                  <a:pt x="47" y="10"/>
                  <a:pt x="46" y="9"/>
                </a:cubicBezTo>
                <a:cubicBezTo>
                  <a:pt x="45" y="9"/>
                  <a:pt x="43" y="9"/>
                  <a:pt x="42" y="9"/>
                </a:cubicBezTo>
                <a:cubicBezTo>
                  <a:pt x="40" y="9"/>
                  <a:pt x="39" y="9"/>
                  <a:pt x="37" y="10"/>
                </a:cubicBezTo>
                <a:cubicBezTo>
                  <a:pt x="35" y="10"/>
                  <a:pt x="33" y="10"/>
                  <a:pt x="32" y="12"/>
                </a:cubicBezTo>
                <a:cubicBezTo>
                  <a:pt x="34" y="12"/>
                  <a:pt x="35" y="14"/>
                  <a:pt x="34" y="16"/>
                </a:cubicBezTo>
                <a:cubicBezTo>
                  <a:pt x="33" y="17"/>
                  <a:pt x="32" y="17"/>
                  <a:pt x="31" y="18"/>
                </a:cubicBezTo>
                <a:cubicBezTo>
                  <a:pt x="29" y="20"/>
                  <a:pt x="29" y="22"/>
                  <a:pt x="28" y="24"/>
                </a:cubicBezTo>
                <a:cubicBezTo>
                  <a:pt x="26" y="24"/>
                  <a:pt x="25" y="23"/>
                  <a:pt x="23" y="22"/>
                </a:cubicBezTo>
                <a:cubicBezTo>
                  <a:pt x="22" y="21"/>
                  <a:pt x="21" y="21"/>
                  <a:pt x="20" y="21"/>
                </a:cubicBezTo>
                <a:cubicBezTo>
                  <a:pt x="20" y="22"/>
                  <a:pt x="20" y="22"/>
                  <a:pt x="20" y="22"/>
                </a:cubicBezTo>
                <a:cubicBezTo>
                  <a:pt x="18" y="22"/>
                  <a:pt x="18" y="22"/>
                  <a:pt x="17" y="23"/>
                </a:cubicBezTo>
                <a:cubicBezTo>
                  <a:pt x="16" y="24"/>
                  <a:pt x="15" y="25"/>
                  <a:pt x="14" y="26"/>
                </a:cubicBezTo>
                <a:cubicBezTo>
                  <a:pt x="14" y="27"/>
                  <a:pt x="14" y="29"/>
                  <a:pt x="14" y="30"/>
                </a:cubicBezTo>
                <a:cubicBezTo>
                  <a:pt x="14" y="31"/>
                  <a:pt x="13" y="32"/>
                  <a:pt x="12" y="33"/>
                </a:cubicBezTo>
                <a:cubicBezTo>
                  <a:pt x="12" y="33"/>
                  <a:pt x="11" y="33"/>
                  <a:pt x="10" y="34"/>
                </a:cubicBezTo>
                <a:cubicBezTo>
                  <a:pt x="11" y="36"/>
                  <a:pt x="11" y="37"/>
                  <a:pt x="10" y="39"/>
                </a:cubicBezTo>
                <a:cubicBezTo>
                  <a:pt x="10" y="41"/>
                  <a:pt x="10" y="43"/>
                  <a:pt x="9" y="45"/>
                </a:cubicBezTo>
                <a:cubicBezTo>
                  <a:pt x="8" y="45"/>
                  <a:pt x="6" y="44"/>
                  <a:pt x="4" y="44"/>
                </a:cubicBezTo>
                <a:cubicBezTo>
                  <a:pt x="4" y="48"/>
                  <a:pt x="4" y="51"/>
                  <a:pt x="4" y="55"/>
                </a:cubicBezTo>
                <a:cubicBezTo>
                  <a:pt x="4" y="57"/>
                  <a:pt x="3" y="58"/>
                  <a:pt x="2" y="60"/>
                </a:cubicBezTo>
                <a:cubicBezTo>
                  <a:pt x="2" y="61"/>
                  <a:pt x="2" y="61"/>
                  <a:pt x="2" y="62"/>
                </a:cubicBezTo>
                <a:cubicBezTo>
                  <a:pt x="2" y="63"/>
                  <a:pt x="2" y="63"/>
                  <a:pt x="2" y="63"/>
                </a:cubicBezTo>
                <a:cubicBezTo>
                  <a:pt x="3" y="65"/>
                  <a:pt x="2" y="67"/>
                  <a:pt x="2" y="69"/>
                </a:cubicBezTo>
                <a:cubicBezTo>
                  <a:pt x="2" y="70"/>
                  <a:pt x="3" y="72"/>
                  <a:pt x="2" y="72"/>
                </a:cubicBezTo>
                <a:cubicBezTo>
                  <a:pt x="1" y="74"/>
                  <a:pt x="0" y="74"/>
                  <a:pt x="0" y="75"/>
                </a:cubicBezTo>
                <a:cubicBezTo>
                  <a:pt x="3" y="76"/>
                  <a:pt x="4" y="76"/>
                  <a:pt x="7" y="76"/>
                </a:cubicBezTo>
                <a:cubicBezTo>
                  <a:pt x="8" y="77"/>
                  <a:pt x="8" y="77"/>
                  <a:pt x="9" y="77"/>
                </a:cubicBezTo>
                <a:cubicBezTo>
                  <a:pt x="10" y="78"/>
                  <a:pt x="12" y="78"/>
                  <a:pt x="13" y="78"/>
                </a:cubicBezTo>
                <a:cubicBezTo>
                  <a:pt x="14" y="78"/>
                  <a:pt x="16" y="77"/>
                  <a:pt x="18" y="77"/>
                </a:cubicBezTo>
                <a:cubicBezTo>
                  <a:pt x="18" y="77"/>
                  <a:pt x="18" y="76"/>
                  <a:pt x="19" y="76"/>
                </a:cubicBezTo>
                <a:cubicBezTo>
                  <a:pt x="20" y="76"/>
                  <a:pt x="22" y="78"/>
                  <a:pt x="22" y="79"/>
                </a:cubicBezTo>
                <a:cubicBezTo>
                  <a:pt x="23" y="80"/>
                  <a:pt x="25" y="82"/>
                  <a:pt x="26" y="82"/>
                </a:cubicBezTo>
                <a:cubicBezTo>
                  <a:pt x="29" y="82"/>
                  <a:pt x="28" y="80"/>
                  <a:pt x="28" y="78"/>
                </a:cubicBezTo>
                <a:cubicBezTo>
                  <a:pt x="30" y="78"/>
                  <a:pt x="34" y="77"/>
                  <a:pt x="35" y="78"/>
                </a:cubicBezTo>
                <a:cubicBezTo>
                  <a:pt x="37" y="79"/>
                  <a:pt x="37" y="83"/>
                  <a:pt x="39" y="83"/>
                </a:cubicBezTo>
                <a:cubicBezTo>
                  <a:pt x="39" y="80"/>
                  <a:pt x="44" y="80"/>
                  <a:pt x="46" y="81"/>
                </a:cubicBezTo>
                <a:cubicBezTo>
                  <a:pt x="49" y="82"/>
                  <a:pt x="51" y="84"/>
                  <a:pt x="52" y="86"/>
                </a:cubicBezTo>
                <a:cubicBezTo>
                  <a:pt x="56" y="87"/>
                  <a:pt x="58" y="74"/>
                  <a:pt x="59" y="72"/>
                </a:cubicBezTo>
                <a:cubicBezTo>
                  <a:pt x="59" y="71"/>
                  <a:pt x="59" y="69"/>
                  <a:pt x="60" y="68"/>
                </a:cubicBezTo>
                <a:cubicBezTo>
                  <a:pt x="60" y="67"/>
                  <a:pt x="61" y="66"/>
                  <a:pt x="62" y="65"/>
                </a:cubicBezTo>
                <a:cubicBezTo>
                  <a:pt x="62" y="64"/>
                  <a:pt x="62" y="63"/>
                  <a:pt x="63" y="61"/>
                </a:cubicBezTo>
                <a:cubicBezTo>
                  <a:pt x="63" y="61"/>
                  <a:pt x="64" y="61"/>
                  <a:pt x="64" y="60"/>
                </a:cubicBezTo>
                <a:cubicBezTo>
                  <a:pt x="64" y="59"/>
                  <a:pt x="64" y="59"/>
                  <a:pt x="64" y="58"/>
                </a:cubicBezTo>
                <a:cubicBezTo>
                  <a:pt x="64" y="56"/>
                  <a:pt x="65" y="56"/>
                  <a:pt x="65" y="55"/>
                </a:cubicBezTo>
                <a:cubicBezTo>
                  <a:pt x="66" y="53"/>
                  <a:pt x="65" y="53"/>
                  <a:pt x="67" y="52"/>
                </a:cubicBezTo>
                <a:cubicBezTo>
                  <a:pt x="68" y="52"/>
                  <a:pt x="70" y="52"/>
                  <a:pt x="70" y="50"/>
                </a:cubicBezTo>
                <a:cubicBezTo>
                  <a:pt x="71" y="49"/>
                  <a:pt x="70" y="47"/>
                  <a:pt x="70" y="46"/>
                </a:cubicBezTo>
                <a:cubicBezTo>
                  <a:pt x="72" y="46"/>
                  <a:pt x="73" y="45"/>
                  <a:pt x="73" y="44"/>
                </a:cubicBezTo>
                <a:cubicBezTo>
                  <a:pt x="73" y="43"/>
                  <a:pt x="73" y="42"/>
                  <a:pt x="73" y="41"/>
                </a:cubicBezTo>
                <a:cubicBezTo>
                  <a:pt x="74" y="39"/>
                  <a:pt x="76" y="39"/>
                  <a:pt x="77" y="37"/>
                </a:cubicBezTo>
                <a:cubicBezTo>
                  <a:pt x="78" y="36"/>
                  <a:pt x="77" y="34"/>
                  <a:pt x="78" y="32"/>
                </a:cubicBezTo>
                <a:cubicBezTo>
                  <a:pt x="79" y="31"/>
                  <a:pt x="79" y="30"/>
                  <a:pt x="79" y="30"/>
                </a:cubicBezTo>
                <a:cubicBezTo>
                  <a:pt x="79" y="29"/>
                  <a:pt x="79" y="28"/>
                  <a:pt x="79" y="26"/>
                </a:cubicBezTo>
                <a:cubicBezTo>
                  <a:pt x="77" y="26"/>
                  <a:pt x="77" y="26"/>
                  <a:pt x="75" y="25"/>
                </a:cubicBezTo>
                <a:cubicBezTo>
                  <a:pt x="74" y="24"/>
                  <a:pt x="73" y="23"/>
                  <a:pt x="72" y="23"/>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0" name="Freeform 341">
            <a:extLst>
              <a:ext uri="{FF2B5EF4-FFF2-40B4-BE49-F238E27FC236}">
                <a16:creationId xmlns:a16="http://schemas.microsoft.com/office/drawing/2014/main" id="{91C02C3A-FC04-462C-9487-1B44C7DF5500}"/>
              </a:ext>
            </a:extLst>
          </p:cNvPr>
          <p:cNvSpPr>
            <a:spLocks/>
          </p:cNvSpPr>
          <p:nvPr/>
        </p:nvSpPr>
        <p:spPr bwMode="auto">
          <a:xfrm>
            <a:off x="3892483" y="336176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1" name="Freeform 342">
            <a:extLst>
              <a:ext uri="{FF2B5EF4-FFF2-40B4-BE49-F238E27FC236}">
                <a16:creationId xmlns:a16="http://schemas.microsoft.com/office/drawing/2014/main" id="{630CA72E-C68E-44A0-91F7-9779E6D717ED}"/>
              </a:ext>
            </a:extLst>
          </p:cNvPr>
          <p:cNvSpPr>
            <a:spLocks/>
          </p:cNvSpPr>
          <p:nvPr/>
        </p:nvSpPr>
        <p:spPr bwMode="auto">
          <a:xfrm>
            <a:off x="3890443" y="336373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2" name="Freeform 343">
            <a:extLst>
              <a:ext uri="{FF2B5EF4-FFF2-40B4-BE49-F238E27FC236}">
                <a16:creationId xmlns:a16="http://schemas.microsoft.com/office/drawing/2014/main" id="{6E56C5EA-AC8B-4294-B8FC-1FA3E0D52618}"/>
              </a:ext>
            </a:extLst>
          </p:cNvPr>
          <p:cNvSpPr>
            <a:spLocks/>
          </p:cNvSpPr>
          <p:nvPr/>
        </p:nvSpPr>
        <p:spPr bwMode="auto">
          <a:xfrm>
            <a:off x="3890443" y="3354870"/>
            <a:ext cx="2039" cy="4927"/>
          </a:xfrm>
          <a:custGeom>
            <a:avLst/>
            <a:gdLst>
              <a:gd name="T0" fmla="*/ 1 w 1"/>
              <a:gd name="T1" fmla="*/ 2 h 2"/>
              <a:gd name="T2" fmla="*/ 0 w 1"/>
              <a:gd name="T3" fmla="*/ 0 h 2"/>
              <a:gd name="T4" fmla="*/ 0 w 1"/>
              <a:gd name="T5" fmla="*/ 0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0" y="0"/>
                </a:cubicBezTo>
                <a:cubicBezTo>
                  <a:pt x="0" y="0"/>
                  <a:pt x="0" y="0"/>
                  <a:pt x="0" y="0"/>
                </a:cubicBezTo>
                <a:cubicBezTo>
                  <a:pt x="1" y="1"/>
                  <a:pt x="1" y="1"/>
                  <a:pt x="1" y="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3" name="Freeform 344">
            <a:extLst>
              <a:ext uri="{FF2B5EF4-FFF2-40B4-BE49-F238E27FC236}">
                <a16:creationId xmlns:a16="http://schemas.microsoft.com/office/drawing/2014/main" id="{328CBE01-0B7A-493C-BA39-1A99B52177FA}"/>
              </a:ext>
            </a:extLst>
          </p:cNvPr>
          <p:cNvSpPr>
            <a:spLocks/>
          </p:cNvSpPr>
          <p:nvPr/>
        </p:nvSpPr>
        <p:spPr bwMode="auto">
          <a:xfrm>
            <a:off x="3892483" y="3359797"/>
            <a:ext cx="0" cy="1971"/>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4" name="Freeform 345">
            <a:extLst>
              <a:ext uri="{FF2B5EF4-FFF2-40B4-BE49-F238E27FC236}">
                <a16:creationId xmlns:a16="http://schemas.microsoft.com/office/drawing/2014/main" id="{B6F84E9D-82A1-4D57-A980-5E3FDD87226C}"/>
              </a:ext>
            </a:extLst>
          </p:cNvPr>
          <p:cNvSpPr>
            <a:spLocks/>
          </p:cNvSpPr>
          <p:nvPr/>
        </p:nvSpPr>
        <p:spPr bwMode="auto">
          <a:xfrm>
            <a:off x="3892483" y="335979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5" name="Freeform 346">
            <a:extLst>
              <a:ext uri="{FF2B5EF4-FFF2-40B4-BE49-F238E27FC236}">
                <a16:creationId xmlns:a16="http://schemas.microsoft.com/office/drawing/2014/main" id="{BE04ADA9-07F0-4B6E-BCCB-11EC95D251EC}"/>
              </a:ext>
            </a:extLst>
          </p:cNvPr>
          <p:cNvSpPr>
            <a:spLocks/>
          </p:cNvSpPr>
          <p:nvPr/>
        </p:nvSpPr>
        <p:spPr bwMode="auto">
          <a:xfrm>
            <a:off x="3974072" y="336570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6" name="Freeform 347">
            <a:extLst>
              <a:ext uri="{FF2B5EF4-FFF2-40B4-BE49-F238E27FC236}">
                <a16:creationId xmlns:a16="http://schemas.microsoft.com/office/drawing/2014/main" id="{5429C537-ABC3-4DBB-8819-02021ADB6624}"/>
              </a:ext>
            </a:extLst>
          </p:cNvPr>
          <p:cNvSpPr>
            <a:spLocks/>
          </p:cNvSpPr>
          <p:nvPr/>
        </p:nvSpPr>
        <p:spPr bwMode="auto">
          <a:xfrm>
            <a:off x="3972033" y="3365709"/>
            <a:ext cx="2039" cy="0"/>
          </a:xfrm>
          <a:custGeom>
            <a:avLst/>
            <a:gdLst>
              <a:gd name="T0" fmla="*/ 0 w 2"/>
              <a:gd name="T1" fmla="*/ 2 w 2"/>
              <a:gd name="T2" fmla="*/ 0 w 2"/>
            </a:gdLst>
            <a:ahLst/>
            <a:cxnLst>
              <a:cxn ang="0">
                <a:pos x="T0" y="0"/>
              </a:cxn>
              <a:cxn ang="0">
                <a:pos x="T1" y="0"/>
              </a:cxn>
              <a:cxn ang="0">
                <a:pos x="T2" y="0"/>
              </a:cxn>
            </a:cxnLst>
            <a:rect l="0" t="0" r="r" b="b"/>
            <a:pathLst>
              <a:path w="2">
                <a:moveTo>
                  <a:pt x="0" y="0"/>
                </a:moveTo>
                <a:lnTo>
                  <a:pt x="2"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7" name="Freeform 348">
            <a:extLst>
              <a:ext uri="{FF2B5EF4-FFF2-40B4-BE49-F238E27FC236}">
                <a16:creationId xmlns:a16="http://schemas.microsoft.com/office/drawing/2014/main" id="{7ED09059-89A5-404E-B3C4-8ED00F0AE8F8}"/>
              </a:ext>
            </a:extLst>
          </p:cNvPr>
          <p:cNvSpPr>
            <a:spLocks/>
          </p:cNvSpPr>
          <p:nvPr/>
        </p:nvSpPr>
        <p:spPr bwMode="auto">
          <a:xfrm>
            <a:off x="3972033" y="336866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8" name="Freeform 349">
            <a:extLst>
              <a:ext uri="{FF2B5EF4-FFF2-40B4-BE49-F238E27FC236}">
                <a16:creationId xmlns:a16="http://schemas.microsoft.com/office/drawing/2014/main" id="{AA237FA4-04BC-4951-85B2-026ED5BC90CC}"/>
              </a:ext>
            </a:extLst>
          </p:cNvPr>
          <p:cNvSpPr>
            <a:spLocks/>
          </p:cNvSpPr>
          <p:nvPr/>
        </p:nvSpPr>
        <p:spPr bwMode="auto">
          <a:xfrm>
            <a:off x="3972033" y="3370636"/>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79" name="Freeform 350">
            <a:extLst>
              <a:ext uri="{FF2B5EF4-FFF2-40B4-BE49-F238E27FC236}">
                <a16:creationId xmlns:a16="http://schemas.microsoft.com/office/drawing/2014/main" id="{1B5D3438-1538-43F6-8254-0AA3ADA3E91A}"/>
              </a:ext>
            </a:extLst>
          </p:cNvPr>
          <p:cNvSpPr>
            <a:spLocks/>
          </p:cNvSpPr>
          <p:nvPr/>
        </p:nvSpPr>
        <p:spPr bwMode="auto">
          <a:xfrm>
            <a:off x="3976112" y="3365709"/>
            <a:ext cx="30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0" y="0"/>
                  <a:pt x="1" y="0"/>
                </a:cubicBezTo>
                <a:cubicBezTo>
                  <a:pt x="0" y="0"/>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0" name="Freeform 351">
            <a:extLst>
              <a:ext uri="{FF2B5EF4-FFF2-40B4-BE49-F238E27FC236}">
                <a16:creationId xmlns:a16="http://schemas.microsoft.com/office/drawing/2014/main" id="{6952D3A4-722C-44A5-A03D-C120BB6B60E9}"/>
              </a:ext>
            </a:extLst>
          </p:cNvPr>
          <p:cNvSpPr>
            <a:spLocks/>
          </p:cNvSpPr>
          <p:nvPr/>
        </p:nvSpPr>
        <p:spPr bwMode="auto">
          <a:xfrm>
            <a:off x="3972033" y="3365709"/>
            <a:ext cx="0" cy="2956"/>
          </a:xfrm>
          <a:custGeom>
            <a:avLst/>
            <a:gdLst>
              <a:gd name="T0" fmla="*/ 3 h 3"/>
              <a:gd name="T1" fmla="*/ 0 h 3"/>
              <a:gd name="T2" fmla="*/ 3 h 3"/>
            </a:gdLst>
            <a:ahLst/>
            <a:cxnLst>
              <a:cxn ang="0">
                <a:pos x="0" y="T0"/>
              </a:cxn>
              <a:cxn ang="0">
                <a:pos x="0" y="T1"/>
              </a:cxn>
              <a:cxn ang="0">
                <a:pos x="0" y="T2"/>
              </a:cxn>
            </a:cxnLst>
            <a:rect l="0" t="0" r="r" b="b"/>
            <a:pathLst>
              <a:path h="3">
                <a:moveTo>
                  <a:pt x="0" y="3"/>
                </a:moveTo>
                <a:lnTo>
                  <a:pt x="0" y="0"/>
                </a:lnTo>
                <a:lnTo>
                  <a:pt x="0" y="3"/>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1" name="Freeform 352">
            <a:extLst>
              <a:ext uri="{FF2B5EF4-FFF2-40B4-BE49-F238E27FC236}">
                <a16:creationId xmlns:a16="http://schemas.microsoft.com/office/drawing/2014/main" id="{6109F84A-27E5-4FD9-97EF-74721C57C8A0}"/>
              </a:ext>
            </a:extLst>
          </p:cNvPr>
          <p:cNvSpPr>
            <a:spLocks/>
          </p:cNvSpPr>
          <p:nvPr/>
        </p:nvSpPr>
        <p:spPr bwMode="auto">
          <a:xfrm>
            <a:off x="3681372" y="3365710"/>
            <a:ext cx="408966" cy="602080"/>
          </a:xfrm>
          <a:custGeom>
            <a:avLst/>
            <a:gdLst>
              <a:gd name="T0" fmla="*/ 162 w 180"/>
              <a:gd name="T1" fmla="*/ 22 h 274"/>
              <a:gd name="T2" fmla="*/ 131 w 180"/>
              <a:gd name="T3" fmla="*/ 12 h 274"/>
              <a:gd name="T4" fmla="*/ 114 w 180"/>
              <a:gd name="T5" fmla="*/ 2 h 274"/>
              <a:gd name="T6" fmla="*/ 92 w 180"/>
              <a:gd name="T7" fmla="*/ 0 h 274"/>
              <a:gd name="T8" fmla="*/ 102 w 180"/>
              <a:gd name="T9" fmla="*/ 26 h 274"/>
              <a:gd name="T10" fmla="*/ 102 w 180"/>
              <a:gd name="T11" fmla="*/ 26 h 274"/>
              <a:gd name="T12" fmla="*/ 102 w 180"/>
              <a:gd name="T13" fmla="*/ 26 h 274"/>
              <a:gd name="T14" fmla="*/ 101 w 180"/>
              <a:gd name="T15" fmla="*/ 26 h 274"/>
              <a:gd name="T16" fmla="*/ 101 w 180"/>
              <a:gd name="T17" fmla="*/ 27 h 274"/>
              <a:gd name="T18" fmla="*/ 101 w 180"/>
              <a:gd name="T19" fmla="*/ 27 h 274"/>
              <a:gd name="T20" fmla="*/ 101 w 180"/>
              <a:gd name="T21" fmla="*/ 27 h 274"/>
              <a:gd name="T22" fmla="*/ 100 w 180"/>
              <a:gd name="T23" fmla="*/ 27 h 274"/>
              <a:gd name="T24" fmla="*/ 100 w 180"/>
              <a:gd name="T25" fmla="*/ 27 h 274"/>
              <a:gd name="T26" fmla="*/ 100 w 180"/>
              <a:gd name="T27" fmla="*/ 27 h 274"/>
              <a:gd name="T28" fmla="*/ 100 w 180"/>
              <a:gd name="T29" fmla="*/ 28 h 274"/>
              <a:gd name="T30" fmla="*/ 100 w 180"/>
              <a:gd name="T31" fmla="*/ 28 h 274"/>
              <a:gd name="T32" fmla="*/ 99 w 180"/>
              <a:gd name="T33" fmla="*/ 28 h 274"/>
              <a:gd name="T34" fmla="*/ 99 w 180"/>
              <a:gd name="T35" fmla="*/ 28 h 274"/>
              <a:gd name="T36" fmla="*/ 99 w 180"/>
              <a:gd name="T37" fmla="*/ 28 h 274"/>
              <a:gd name="T38" fmla="*/ 99 w 180"/>
              <a:gd name="T39" fmla="*/ 29 h 274"/>
              <a:gd name="T40" fmla="*/ 93 w 180"/>
              <a:gd name="T41" fmla="*/ 55 h 274"/>
              <a:gd name="T42" fmla="*/ 89 w 180"/>
              <a:gd name="T43" fmla="*/ 88 h 274"/>
              <a:gd name="T44" fmla="*/ 91 w 180"/>
              <a:gd name="T45" fmla="*/ 124 h 274"/>
              <a:gd name="T46" fmla="*/ 78 w 180"/>
              <a:gd name="T47" fmla="*/ 152 h 274"/>
              <a:gd name="T48" fmla="*/ 64 w 180"/>
              <a:gd name="T49" fmla="*/ 162 h 274"/>
              <a:gd name="T50" fmla="*/ 35 w 180"/>
              <a:gd name="T51" fmla="*/ 175 h 274"/>
              <a:gd name="T52" fmla="*/ 2 w 180"/>
              <a:gd name="T53" fmla="*/ 184 h 274"/>
              <a:gd name="T54" fmla="*/ 24 w 180"/>
              <a:gd name="T55" fmla="*/ 207 h 274"/>
              <a:gd name="T56" fmla="*/ 37 w 180"/>
              <a:gd name="T57" fmla="*/ 226 h 274"/>
              <a:gd name="T58" fmla="*/ 42 w 180"/>
              <a:gd name="T59" fmla="*/ 245 h 274"/>
              <a:gd name="T60" fmla="*/ 74 w 180"/>
              <a:gd name="T61" fmla="*/ 266 h 274"/>
              <a:gd name="T62" fmla="*/ 98 w 180"/>
              <a:gd name="T63" fmla="*/ 258 h 274"/>
              <a:gd name="T64" fmla="*/ 110 w 180"/>
              <a:gd name="T65" fmla="*/ 250 h 274"/>
              <a:gd name="T66" fmla="*/ 119 w 180"/>
              <a:gd name="T67" fmla="*/ 261 h 274"/>
              <a:gd name="T68" fmla="*/ 139 w 180"/>
              <a:gd name="T69" fmla="*/ 240 h 274"/>
              <a:gd name="T70" fmla="*/ 141 w 180"/>
              <a:gd name="T71" fmla="*/ 218 h 274"/>
              <a:gd name="T72" fmla="*/ 136 w 180"/>
              <a:gd name="T73" fmla="*/ 192 h 274"/>
              <a:gd name="T74" fmla="*/ 125 w 180"/>
              <a:gd name="T75" fmla="*/ 175 h 274"/>
              <a:gd name="T76" fmla="*/ 127 w 180"/>
              <a:gd name="T77" fmla="*/ 142 h 274"/>
              <a:gd name="T78" fmla="*/ 97 w 180"/>
              <a:gd name="T79" fmla="*/ 125 h 274"/>
              <a:gd name="T80" fmla="*/ 111 w 180"/>
              <a:gd name="T81" fmla="*/ 115 h 274"/>
              <a:gd name="T82" fmla="*/ 137 w 180"/>
              <a:gd name="T83" fmla="*/ 99 h 274"/>
              <a:gd name="T84" fmla="*/ 120 w 180"/>
              <a:gd name="T85" fmla="*/ 85 h 274"/>
              <a:gd name="T86" fmla="*/ 102 w 180"/>
              <a:gd name="T87" fmla="*/ 61 h 274"/>
              <a:gd name="T88" fmla="*/ 111 w 180"/>
              <a:gd name="T89" fmla="*/ 46 h 274"/>
              <a:gd name="T90" fmla="*/ 115 w 180"/>
              <a:gd name="T91" fmla="*/ 40 h 274"/>
              <a:gd name="T92" fmla="*/ 117 w 180"/>
              <a:gd name="T93" fmla="*/ 39 h 274"/>
              <a:gd name="T94" fmla="*/ 127 w 180"/>
              <a:gd name="T95" fmla="*/ 55 h 274"/>
              <a:gd name="T96" fmla="*/ 139 w 180"/>
              <a:gd name="T97" fmla="*/ 49 h 274"/>
              <a:gd name="T98" fmla="*/ 144 w 180"/>
              <a:gd name="T99" fmla="*/ 51 h 274"/>
              <a:gd name="T100" fmla="*/ 144 w 180"/>
              <a:gd name="T101" fmla="*/ 51 h 274"/>
              <a:gd name="T102" fmla="*/ 144 w 180"/>
              <a:gd name="T103" fmla="*/ 52 h 274"/>
              <a:gd name="T104" fmla="*/ 144 w 180"/>
              <a:gd name="T105" fmla="*/ 52 h 274"/>
              <a:gd name="T106" fmla="*/ 156 w 180"/>
              <a:gd name="T107" fmla="*/ 59 h 274"/>
              <a:gd name="T108" fmla="*/ 172 w 180"/>
              <a:gd name="T109" fmla="*/ 45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0" h="274">
                <a:moveTo>
                  <a:pt x="177" y="34"/>
                </a:moveTo>
                <a:cubicBezTo>
                  <a:pt x="176" y="32"/>
                  <a:pt x="177" y="28"/>
                  <a:pt x="178" y="26"/>
                </a:cubicBezTo>
                <a:cubicBezTo>
                  <a:pt x="179" y="25"/>
                  <a:pt x="179" y="24"/>
                  <a:pt x="179" y="23"/>
                </a:cubicBezTo>
                <a:cubicBezTo>
                  <a:pt x="178" y="24"/>
                  <a:pt x="177" y="24"/>
                  <a:pt x="176" y="24"/>
                </a:cubicBezTo>
                <a:cubicBezTo>
                  <a:pt x="173" y="25"/>
                  <a:pt x="170" y="25"/>
                  <a:pt x="167" y="24"/>
                </a:cubicBezTo>
                <a:cubicBezTo>
                  <a:pt x="165" y="24"/>
                  <a:pt x="163" y="25"/>
                  <a:pt x="160" y="26"/>
                </a:cubicBezTo>
                <a:cubicBezTo>
                  <a:pt x="160" y="24"/>
                  <a:pt x="161" y="23"/>
                  <a:pt x="162" y="22"/>
                </a:cubicBezTo>
                <a:cubicBezTo>
                  <a:pt x="161" y="22"/>
                  <a:pt x="159" y="22"/>
                  <a:pt x="158" y="21"/>
                </a:cubicBezTo>
                <a:cubicBezTo>
                  <a:pt x="156" y="21"/>
                  <a:pt x="155" y="19"/>
                  <a:pt x="154" y="19"/>
                </a:cubicBezTo>
                <a:cubicBezTo>
                  <a:pt x="150" y="17"/>
                  <a:pt x="148" y="21"/>
                  <a:pt x="145" y="21"/>
                </a:cubicBezTo>
                <a:cubicBezTo>
                  <a:pt x="143" y="20"/>
                  <a:pt x="142" y="20"/>
                  <a:pt x="140" y="19"/>
                </a:cubicBezTo>
                <a:cubicBezTo>
                  <a:pt x="139" y="17"/>
                  <a:pt x="140" y="16"/>
                  <a:pt x="138" y="16"/>
                </a:cubicBezTo>
                <a:cubicBezTo>
                  <a:pt x="135" y="15"/>
                  <a:pt x="135" y="16"/>
                  <a:pt x="133" y="14"/>
                </a:cubicBezTo>
                <a:cubicBezTo>
                  <a:pt x="133" y="14"/>
                  <a:pt x="131" y="13"/>
                  <a:pt x="131" y="12"/>
                </a:cubicBezTo>
                <a:cubicBezTo>
                  <a:pt x="130" y="11"/>
                  <a:pt x="130" y="9"/>
                  <a:pt x="129" y="8"/>
                </a:cubicBezTo>
                <a:cubicBezTo>
                  <a:pt x="127" y="5"/>
                  <a:pt x="127" y="7"/>
                  <a:pt x="128" y="4"/>
                </a:cubicBezTo>
                <a:cubicBezTo>
                  <a:pt x="128" y="3"/>
                  <a:pt x="128" y="3"/>
                  <a:pt x="128" y="3"/>
                </a:cubicBezTo>
                <a:cubicBezTo>
                  <a:pt x="127" y="3"/>
                  <a:pt x="127" y="3"/>
                  <a:pt x="126" y="2"/>
                </a:cubicBezTo>
                <a:cubicBezTo>
                  <a:pt x="125" y="3"/>
                  <a:pt x="125" y="4"/>
                  <a:pt x="124" y="4"/>
                </a:cubicBezTo>
                <a:cubicBezTo>
                  <a:pt x="123" y="1"/>
                  <a:pt x="123" y="4"/>
                  <a:pt x="120" y="3"/>
                </a:cubicBezTo>
                <a:cubicBezTo>
                  <a:pt x="118" y="3"/>
                  <a:pt x="117" y="0"/>
                  <a:pt x="114" y="2"/>
                </a:cubicBezTo>
                <a:cubicBezTo>
                  <a:pt x="114" y="3"/>
                  <a:pt x="114" y="3"/>
                  <a:pt x="114" y="4"/>
                </a:cubicBezTo>
                <a:cubicBezTo>
                  <a:pt x="111" y="6"/>
                  <a:pt x="110" y="8"/>
                  <a:pt x="106" y="6"/>
                </a:cubicBezTo>
                <a:cubicBezTo>
                  <a:pt x="104" y="5"/>
                  <a:pt x="104" y="5"/>
                  <a:pt x="102" y="5"/>
                </a:cubicBezTo>
                <a:cubicBezTo>
                  <a:pt x="100" y="5"/>
                  <a:pt x="98" y="5"/>
                  <a:pt x="96" y="5"/>
                </a:cubicBezTo>
                <a:cubicBezTo>
                  <a:pt x="95" y="4"/>
                  <a:pt x="95" y="4"/>
                  <a:pt x="95" y="4"/>
                </a:cubicBezTo>
                <a:cubicBezTo>
                  <a:pt x="93" y="2"/>
                  <a:pt x="95" y="1"/>
                  <a:pt x="91" y="0"/>
                </a:cubicBezTo>
                <a:cubicBezTo>
                  <a:pt x="92" y="0"/>
                  <a:pt x="92" y="0"/>
                  <a:pt x="92" y="0"/>
                </a:cubicBezTo>
                <a:cubicBezTo>
                  <a:pt x="93" y="2"/>
                  <a:pt x="91" y="8"/>
                  <a:pt x="92" y="9"/>
                </a:cubicBezTo>
                <a:cubicBezTo>
                  <a:pt x="93" y="10"/>
                  <a:pt x="95" y="8"/>
                  <a:pt x="96" y="10"/>
                </a:cubicBezTo>
                <a:cubicBezTo>
                  <a:pt x="97" y="11"/>
                  <a:pt x="95" y="13"/>
                  <a:pt x="98" y="12"/>
                </a:cubicBezTo>
                <a:cubicBezTo>
                  <a:pt x="98" y="14"/>
                  <a:pt x="97" y="15"/>
                  <a:pt x="97" y="17"/>
                </a:cubicBezTo>
                <a:cubicBezTo>
                  <a:pt x="98" y="19"/>
                  <a:pt x="99" y="19"/>
                  <a:pt x="100" y="21"/>
                </a:cubicBezTo>
                <a:cubicBezTo>
                  <a:pt x="101" y="22"/>
                  <a:pt x="102" y="25"/>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2" y="26"/>
                  <a:pt x="102" y="26"/>
                  <a:pt x="102"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6"/>
                  <a:pt x="101" y="26"/>
                  <a:pt x="101" y="26"/>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7"/>
                  <a:pt x="100" y="27"/>
                  <a:pt x="100" y="27"/>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100" y="28"/>
                  <a:pt x="100" y="28"/>
                  <a:pt x="100"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8"/>
                  <a:pt x="99" y="28"/>
                  <a:pt x="99" y="28"/>
                </a:cubicBezTo>
                <a:cubicBezTo>
                  <a:pt x="99" y="29"/>
                  <a:pt x="99" y="29"/>
                  <a:pt x="99" y="29"/>
                </a:cubicBezTo>
                <a:cubicBezTo>
                  <a:pt x="99" y="29"/>
                  <a:pt x="99" y="29"/>
                  <a:pt x="99" y="29"/>
                </a:cubicBezTo>
                <a:cubicBezTo>
                  <a:pt x="99" y="29"/>
                  <a:pt x="99" y="29"/>
                  <a:pt x="99" y="29"/>
                </a:cubicBezTo>
                <a:cubicBezTo>
                  <a:pt x="99" y="29"/>
                  <a:pt x="99" y="29"/>
                  <a:pt x="99" y="29"/>
                </a:cubicBezTo>
                <a:cubicBezTo>
                  <a:pt x="99" y="29"/>
                  <a:pt x="99" y="29"/>
                  <a:pt x="99" y="29"/>
                </a:cubicBezTo>
                <a:cubicBezTo>
                  <a:pt x="99" y="29"/>
                  <a:pt x="99" y="29"/>
                  <a:pt x="99" y="29"/>
                </a:cubicBezTo>
                <a:cubicBezTo>
                  <a:pt x="99" y="30"/>
                  <a:pt x="99" y="31"/>
                  <a:pt x="99" y="31"/>
                </a:cubicBezTo>
                <a:cubicBezTo>
                  <a:pt x="99" y="33"/>
                  <a:pt x="99" y="34"/>
                  <a:pt x="99" y="34"/>
                </a:cubicBezTo>
                <a:cubicBezTo>
                  <a:pt x="102" y="38"/>
                  <a:pt x="102" y="38"/>
                  <a:pt x="102" y="38"/>
                </a:cubicBezTo>
                <a:cubicBezTo>
                  <a:pt x="103" y="41"/>
                  <a:pt x="106" y="44"/>
                  <a:pt x="103" y="47"/>
                </a:cubicBezTo>
                <a:cubicBezTo>
                  <a:pt x="102" y="48"/>
                  <a:pt x="101" y="49"/>
                  <a:pt x="99" y="50"/>
                </a:cubicBezTo>
                <a:cubicBezTo>
                  <a:pt x="98" y="50"/>
                  <a:pt x="97" y="52"/>
                  <a:pt x="96" y="53"/>
                </a:cubicBezTo>
                <a:cubicBezTo>
                  <a:pt x="96" y="54"/>
                  <a:pt x="94" y="54"/>
                  <a:pt x="93" y="55"/>
                </a:cubicBezTo>
                <a:cubicBezTo>
                  <a:pt x="92" y="56"/>
                  <a:pt x="92" y="58"/>
                  <a:pt x="91" y="59"/>
                </a:cubicBezTo>
                <a:cubicBezTo>
                  <a:pt x="90" y="59"/>
                  <a:pt x="88" y="59"/>
                  <a:pt x="87" y="59"/>
                </a:cubicBezTo>
                <a:cubicBezTo>
                  <a:pt x="87" y="62"/>
                  <a:pt x="84" y="65"/>
                  <a:pt x="85" y="68"/>
                </a:cubicBezTo>
                <a:cubicBezTo>
                  <a:pt x="86" y="70"/>
                  <a:pt x="89" y="70"/>
                  <a:pt x="89" y="72"/>
                </a:cubicBezTo>
                <a:cubicBezTo>
                  <a:pt x="96" y="73"/>
                  <a:pt x="97" y="80"/>
                  <a:pt x="97" y="85"/>
                </a:cubicBezTo>
                <a:cubicBezTo>
                  <a:pt x="95" y="85"/>
                  <a:pt x="94" y="83"/>
                  <a:pt x="92" y="83"/>
                </a:cubicBezTo>
                <a:cubicBezTo>
                  <a:pt x="89" y="84"/>
                  <a:pt x="89" y="86"/>
                  <a:pt x="89" y="88"/>
                </a:cubicBezTo>
                <a:cubicBezTo>
                  <a:pt x="87" y="88"/>
                  <a:pt x="86" y="88"/>
                  <a:pt x="84" y="88"/>
                </a:cubicBezTo>
                <a:cubicBezTo>
                  <a:pt x="84" y="90"/>
                  <a:pt x="87" y="97"/>
                  <a:pt x="89" y="97"/>
                </a:cubicBezTo>
                <a:cubicBezTo>
                  <a:pt x="88" y="99"/>
                  <a:pt x="85" y="100"/>
                  <a:pt x="85" y="102"/>
                </a:cubicBezTo>
                <a:cubicBezTo>
                  <a:pt x="85" y="104"/>
                  <a:pt x="88" y="105"/>
                  <a:pt x="89" y="107"/>
                </a:cubicBezTo>
                <a:cubicBezTo>
                  <a:pt x="92" y="111"/>
                  <a:pt x="90" y="115"/>
                  <a:pt x="90" y="119"/>
                </a:cubicBezTo>
                <a:cubicBezTo>
                  <a:pt x="89" y="119"/>
                  <a:pt x="89" y="120"/>
                  <a:pt x="88" y="120"/>
                </a:cubicBezTo>
                <a:cubicBezTo>
                  <a:pt x="87" y="123"/>
                  <a:pt x="90" y="122"/>
                  <a:pt x="91" y="124"/>
                </a:cubicBezTo>
                <a:cubicBezTo>
                  <a:pt x="92" y="126"/>
                  <a:pt x="91" y="128"/>
                  <a:pt x="91" y="130"/>
                </a:cubicBezTo>
                <a:cubicBezTo>
                  <a:pt x="90" y="130"/>
                  <a:pt x="88" y="130"/>
                  <a:pt x="86" y="130"/>
                </a:cubicBezTo>
                <a:cubicBezTo>
                  <a:pt x="87" y="132"/>
                  <a:pt x="83" y="134"/>
                  <a:pt x="88" y="135"/>
                </a:cubicBezTo>
                <a:cubicBezTo>
                  <a:pt x="88" y="139"/>
                  <a:pt x="87" y="141"/>
                  <a:pt x="84" y="144"/>
                </a:cubicBezTo>
                <a:cubicBezTo>
                  <a:pt x="84" y="145"/>
                  <a:pt x="80" y="146"/>
                  <a:pt x="80" y="148"/>
                </a:cubicBezTo>
                <a:cubicBezTo>
                  <a:pt x="82" y="148"/>
                  <a:pt x="82" y="149"/>
                  <a:pt x="83" y="150"/>
                </a:cubicBezTo>
                <a:cubicBezTo>
                  <a:pt x="81" y="150"/>
                  <a:pt x="78" y="150"/>
                  <a:pt x="78" y="152"/>
                </a:cubicBezTo>
                <a:cubicBezTo>
                  <a:pt x="74" y="150"/>
                  <a:pt x="75" y="154"/>
                  <a:pt x="74" y="156"/>
                </a:cubicBezTo>
                <a:cubicBezTo>
                  <a:pt x="74" y="156"/>
                  <a:pt x="74" y="156"/>
                  <a:pt x="74" y="156"/>
                </a:cubicBezTo>
                <a:cubicBezTo>
                  <a:pt x="74" y="157"/>
                  <a:pt x="74" y="158"/>
                  <a:pt x="74" y="159"/>
                </a:cubicBezTo>
                <a:cubicBezTo>
                  <a:pt x="71" y="159"/>
                  <a:pt x="71" y="157"/>
                  <a:pt x="69" y="156"/>
                </a:cubicBezTo>
                <a:cubicBezTo>
                  <a:pt x="68" y="156"/>
                  <a:pt x="66" y="155"/>
                  <a:pt x="64" y="156"/>
                </a:cubicBezTo>
                <a:cubicBezTo>
                  <a:pt x="63" y="156"/>
                  <a:pt x="66" y="159"/>
                  <a:pt x="66" y="160"/>
                </a:cubicBezTo>
                <a:cubicBezTo>
                  <a:pt x="66" y="161"/>
                  <a:pt x="65" y="161"/>
                  <a:pt x="64" y="162"/>
                </a:cubicBezTo>
                <a:cubicBezTo>
                  <a:pt x="64" y="163"/>
                  <a:pt x="64" y="164"/>
                  <a:pt x="64" y="165"/>
                </a:cubicBezTo>
                <a:cubicBezTo>
                  <a:pt x="62" y="165"/>
                  <a:pt x="61" y="164"/>
                  <a:pt x="59" y="164"/>
                </a:cubicBezTo>
                <a:cubicBezTo>
                  <a:pt x="60" y="165"/>
                  <a:pt x="61" y="166"/>
                  <a:pt x="60" y="167"/>
                </a:cubicBezTo>
                <a:cubicBezTo>
                  <a:pt x="56" y="168"/>
                  <a:pt x="54" y="165"/>
                  <a:pt x="50" y="165"/>
                </a:cubicBezTo>
                <a:cubicBezTo>
                  <a:pt x="48" y="164"/>
                  <a:pt x="48" y="167"/>
                  <a:pt x="48" y="168"/>
                </a:cubicBezTo>
                <a:cubicBezTo>
                  <a:pt x="44" y="164"/>
                  <a:pt x="45" y="173"/>
                  <a:pt x="42" y="173"/>
                </a:cubicBezTo>
                <a:cubicBezTo>
                  <a:pt x="40" y="174"/>
                  <a:pt x="37" y="174"/>
                  <a:pt x="35" y="175"/>
                </a:cubicBezTo>
                <a:cubicBezTo>
                  <a:pt x="33" y="176"/>
                  <a:pt x="30" y="178"/>
                  <a:pt x="28" y="179"/>
                </a:cubicBezTo>
                <a:cubicBezTo>
                  <a:pt x="26" y="181"/>
                  <a:pt x="25" y="181"/>
                  <a:pt x="24" y="184"/>
                </a:cubicBezTo>
                <a:cubicBezTo>
                  <a:pt x="24" y="186"/>
                  <a:pt x="23" y="186"/>
                  <a:pt x="21" y="186"/>
                </a:cubicBezTo>
                <a:cubicBezTo>
                  <a:pt x="17" y="186"/>
                  <a:pt x="16" y="184"/>
                  <a:pt x="15" y="180"/>
                </a:cubicBezTo>
                <a:cubicBezTo>
                  <a:pt x="13" y="180"/>
                  <a:pt x="11" y="180"/>
                  <a:pt x="9" y="180"/>
                </a:cubicBezTo>
                <a:cubicBezTo>
                  <a:pt x="9" y="182"/>
                  <a:pt x="11" y="183"/>
                  <a:pt x="10" y="184"/>
                </a:cubicBezTo>
                <a:cubicBezTo>
                  <a:pt x="8" y="184"/>
                  <a:pt x="5" y="184"/>
                  <a:pt x="2" y="184"/>
                </a:cubicBezTo>
                <a:cubicBezTo>
                  <a:pt x="4" y="185"/>
                  <a:pt x="5" y="192"/>
                  <a:pt x="2" y="192"/>
                </a:cubicBezTo>
                <a:cubicBezTo>
                  <a:pt x="1" y="193"/>
                  <a:pt x="0" y="196"/>
                  <a:pt x="0" y="197"/>
                </a:cubicBezTo>
                <a:cubicBezTo>
                  <a:pt x="1" y="197"/>
                  <a:pt x="4" y="197"/>
                  <a:pt x="4" y="198"/>
                </a:cubicBezTo>
                <a:cubicBezTo>
                  <a:pt x="4" y="199"/>
                  <a:pt x="4" y="200"/>
                  <a:pt x="6" y="200"/>
                </a:cubicBezTo>
                <a:cubicBezTo>
                  <a:pt x="9" y="199"/>
                  <a:pt x="11" y="200"/>
                  <a:pt x="12" y="203"/>
                </a:cubicBezTo>
                <a:cubicBezTo>
                  <a:pt x="15" y="202"/>
                  <a:pt x="16" y="204"/>
                  <a:pt x="17" y="206"/>
                </a:cubicBezTo>
                <a:cubicBezTo>
                  <a:pt x="19" y="209"/>
                  <a:pt x="21" y="207"/>
                  <a:pt x="24" y="207"/>
                </a:cubicBezTo>
                <a:cubicBezTo>
                  <a:pt x="24" y="208"/>
                  <a:pt x="25" y="209"/>
                  <a:pt x="26" y="209"/>
                </a:cubicBezTo>
                <a:cubicBezTo>
                  <a:pt x="26" y="208"/>
                  <a:pt x="26" y="208"/>
                  <a:pt x="26" y="208"/>
                </a:cubicBezTo>
                <a:cubicBezTo>
                  <a:pt x="28" y="208"/>
                  <a:pt x="34" y="207"/>
                  <a:pt x="33" y="210"/>
                </a:cubicBezTo>
                <a:cubicBezTo>
                  <a:pt x="30" y="211"/>
                  <a:pt x="27" y="214"/>
                  <a:pt x="30" y="217"/>
                </a:cubicBezTo>
                <a:cubicBezTo>
                  <a:pt x="30" y="218"/>
                  <a:pt x="32" y="220"/>
                  <a:pt x="33" y="220"/>
                </a:cubicBezTo>
                <a:cubicBezTo>
                  <a:pt x="34" y="222"/>
                  <a:pt x="36" y="223"/>
                  <a:pt x="38" y="223"/>
                </a:cubicBezTo>
                <a:cubicBezTo>
                  <a:pt x="38" y="224"/>
                  <a:pt x="38" y="225"/>
                  <a:pt x="37" y="226"/>
                </a:cubicBezTo>
                <a:cubicBezTo>
                  <a:pt x="39" y="226"/>
                  <a:pt x="40" y="226"/>
                  <a:pt x="41" y="226"/>
                </a:cubicBezTo>
                <a:cubicBezTo>
                  <a:pt x="40" y="228"/>
                  <a:pt x="44" y="229"/>
                  <a:pt x="45" y="231"/>
                </a:cubicBezTo>
                <a:cubicBezTo>
                  <a:pt x="46" y="233"/>
                  <a:pt x="44" y="232"/>
                  <a:pt x="43" y="234"/>
                </a:cubicBezTo>
                <a:cubicBezTo>
                  <a:pt x="45" y="235"/>
                  <a:pt x="47" y="235"/>
                  <a:pt x="47" y="238"/>
                </a:cubicBezTo>
                <a:cubicBezTo>
                  <a:pt x="47" y="241"/>
                  <a:pt x="48" y="239"/>
                  <a:pt x="50" y="241"/>
                </a:cubicBezTo>
                <a:cubicBezTo>
                  <a:pt x="48" y="241"/>
                  <a:pt x="47" y="244"/>
                  <a:pt x="44" y="244"/>
                </a:cubicBezTo>
                <a:cubicBezTo>
                  <a:pt x="43" y="244"/>
                  <a:pt x="43" y="244"/>
                  <a:pt x="42" y="245"/>
                </a:cubicBezTo>
                <a:cubicBezTo>
                  <a:pt x="43" y="245"/>
                  <a:pt x="43" y="245"/>
                  <a:pt x="44" y="245"/>
                </a:cubicBezTo>
                <a:cubicBezTo>
                  <a:pt x="45" y="251"/>
                  <a:pt x="50" y="248"/>
                  <a:pt x="54" y="251"/>
                </a:cubicBezTo>
                <a:cubicBezTo>
                  <a:pt x="57" y="254"/>
                  <a:pt x="53" y="257"/>
                  <a:pt x="55" y="260"/>
                </a:cubicBezTo>
                <a:cubicBezTo>
                  <a:pt x="56" y="261"/>
                  <a:pt x="59" y="263"/>
                  <a:pt x="59" y="260"/>
                </a:cubicBezTo>
                <a:cubicBezTo>
                  <a:pt x="62" y="259"/>
                  <a:pt x="62" y="260"/>
                  <a:pt x="63" y="257"/>
                </a:cubicBezTo>
                <a:cubicBezTo>
                  <a:pt x="66" y="256"/>
                  <a:pt x="67" y="259"/>
                  <a:pt x="67" y="262"/>
                </a:cubicBezTo>
                <a:cubicBezTo>
                  <a:pt x="68" y="265"/>
                  <a:pt x="72" y="264"/>
                  <a:pt x="74" y="266"/>
                </a:cubicBezTo>
                <a:cubicBezTo>
                  <a:pt x="77" y="269"/>
                  <a:pt x="80" y="269"/>
                  <a:pt x="79" y="274"/>
                </a:cubicBezTo>
                <a:cubicBezTo>
                  <a:pt x="81" y="273"/>
                  <a:pt x="82" y="272"/>
                  <a:pt x="84" y="271"/>
                </a:cubicBezTo>
                <a:cubicBezTo>
                  <a:pt x="87" y="270"/>
                  <a:pt x="90" y="271"/>
                  <a:pt x="91" y="267"/>
                </a:cubicBezTo>
                <a:cubicBezTo>
                  <a:pt x="91" y="266"/>
                  <a:pt x="91" y="266"/>
                  <a:pt x="92" y="264"/>
                </a:cubicBezTo>
                <a:cubicBezTo>
                  <a:pt x="92" y="263"/>
                  <a:pt x="94" y="263"/>
                  <a:pt x="95" y="262"/>
                </a:cubicBezTo>
                <a:cubicBezTo>
                  <a:pt x="96" y="261"/>
                  <a:pt x="96" y="260"/>
                  <a:pt x="97" y="259"/>
                </a:cubicBezTo>
                <a:cubicBezTo>
                  <a:pt x="97" y="259"/>
                  <a:pt x="98" y="259"/>
                  <a:pt x="98" y="258"/>
                </a:cubicBezTo>
                <a:cubicBezTo>
                  <a:pt x="99" y="257"/>
                  <a:pt x="99" y="256"/>
                  <a:pt x="100" y="256"/>
                </a:cubicBezTo>
                <a:cubicBezTo>
                  <a:pt x="102" y="255"/>
                  <a:pt x="102" y="256"/>
                  <a:pt x="103" y="255"/>
                </a:cubicBezTo>
                <a:cubicBezTo>
                  <a:pt x="104" y="253"/>
                  <a:pt x="103" y="253"/>
                  <a:pt x="105" y="252"/>
                </a:cubicBezTo>
                <a:cubicBezTo>
                  <a:pt x="105" y="252"/>
                  <a:pt x="107" y="252"/>
                  <a:pt x="107" y="252"/>
                </a:cubicBezTo>
                <a:cubicBezTo>
                  <a:pt x="108" y="250"/>
                  <a:pt x="108" y="248"/>
                  <a:pt x="108" y="247"/>
                </a:cubicBezTo>
                <a:cubicBezTo>
                  <a:pt x="107" y="245"/>
                  <a:pt x="106" y="244"/>
                  <a:pt x="105" y="243"/>
                </a:cubicBezTo>
                <a:cubicBezTo>
                  <a:pt x="110" y="242"/>
                  <a:pt x="110" y="247"/>
                  <a:pt x="110" y="250"/>
                </a:cubicBezTo>
                <a:cubicBezTo>
                  <a:pt x="109" y="252"/>
                  <a:pt x="108" y="253"/>
                  <a:pt x="107" y="254"/>
                </a:cubicBezTo>
                <a:cubicBezTo>
                  <a:pt x="107" y="256"/>
                  <a:pt x="108" y="257"/>
                  <a:pt x="109" y="258"/>
                </a:cubicBezTo>
                <a:cubicBezTo>
                  <a:pt x="110" y="259"/>
                  <a:pt x="110" y="259"/>
                  <a:pt x="110" y="261"/>
                </a:cubicBezTo>
                <a:cubicBezTo>
                  <a:pt x="110" y="261"/>
                  <a:pt x="110" y="263"/>
                  <a:pt x="110" y="263"/>
                </a:cubicBezTo>
                <a:cubicBezTo>
                  <a:pt x="111" y="265"/>
                  <a:pt x="113" y="262"/>
                  <a:pt x="114" y="261"/>
                </a:cubicBezTo>
                <a:cubicBezTo>
                  <a:pt x="115" y="260"/>
                  <a:pt x="115" y="259"/>
                  <a:pt x="116" y="258"/>
                </a:cubicBezTo>
                <a:cubicBezTo>
                  <a:pt x="119" y="257"/>
                  <a:pt x="120" y="258"/>
                  <a:pt x="119" y="261"/>
                </a:cubicBezTo>
                <a:cubicBezTo>
                  <a:pt x="120" y="261"/>
                  <a:pt x="121" y="261"/>
                  <a:pt x="122" y="261"/>
                </a:cubicBezTo>
                <a:cubicBezTo>
                  <a:pt x="122" y="257"/>
                  <a:pt x="122" y="257"/>
                  <a:pt x="125" y="257"/>
                </a:cubicBezTo>
                <a:cubicBezTo>
                  <a:pt x="125" y="256"/>
                  <a:pt x="125" y="253"/>
                  <a:pt x="125" y="252"/>
                </a:cubicBezTo>
                <a:cubicBezTo>
                  <a:pt x="125" y="251"/>
                  <a:pt x="126" y="250"/>
                  <a:pt x="126" y="248"/>
                </a:cubicBezTo>
                <a:cubicBezTo>
                  <a:pt x="129" y="248"/>
                  <a:pt x="133" y="249"/>
                  <a:pt x="133" y="246"/>
                </a:cubicBezTo>
                <a:cubicBezTo>
                  <a:pt x="135" y="245"/>
                  <a:pt x="136" y="244"/>
                  <a:pt x="137" y="242"/>
                </a:cubicBezTo>
                <a:cubicBezTo>
                  <a:pt x="138" y="241"/>
                  <a:pt x="137" y="241"/>
                  <a:pt x="139" y="240"/>
                </a:cubicBezTo>
                <a:cubicBezTo>
                  <a:pt x="140" y="240"/>
                  <a:pt x="141" y="240"/>
                  <a:pt x="142" y="240"/>
                </a:cubicBezTo>
                <a:cubicBezTo>
                  <a:pt x="144" y="241"/>
                  <a:pt x="146" y="243"/>
                  <a:pt x="147" y="244"/>
                </a:cubicBezTo>
                <a:cubicBezTo>
                  <a:pt x="147" y="245"/>
                  <a:pt x="148" y="246"/>
                  <a:pt x="149" y="246"/>
                </a:cubicBezTo>
                <a:cubicBezTo>
                  <a:pt x="148" y="244"/>
                  <a:pt x="148" y="243"/>
                  <a:pt x="147" y="241"/>
                </a:cubicBezTo>
                <a:cubicBezTo>
                  <a:pt x="145" y="238"/>
                  <a:pt x="144" y="236"/>
                  <a:pt x="144" y="232"/>
                </a:cubicBezTo>
                <a:cubicBezTo>
                  <a:pt x="144" y="228"/>
                  <a:pt x="143" y="226"/>
                  <a:pt x="141" y="222"/>
                </a:cubicBezTo>
                <a:cubicBezTo>
                  <a:pt x="141" y="221"/>
                  <a:pt x="141" y="219"/>
                  <a:pt x="141" y="218"/>
                </a:cubicBezTo>
                <a:cubicBezTo>
                  <a:pt x="140" y="216"/>
                  <a:pt x="139" y="214"/>
                  <a:pt x="141" y="214"/>
                </a:cubicBezTo>
                <a:cubicBezTo>
                  <a:pt x="141" y="212"/>
                  <a:pt x="141" y="211"/>
                  <a:pt x="141" y="209"/>
                </a:cubicBezTo>
                <a:cubicBezTo>
                  <a:pt x="140" y="208"/>
                  <a:pt x="139" y="208"/>
                  <a:pt x="139" y="207"/>
                </a:cubicBezTo>
                <a:cubicBezTo>
                  <a:pt x="138" y="206"/>
                  <a:pt x="138" y="206"/>
                  <a:pt x="137" y="205"/>
                </a:cubicBezTo>
                <a:cubicBezTo>
                  <a:pt x="138" y="203"/>
                  <a:pt x="137" y="198"/>
                  <a:pt x="140" y="197"/>
                </a:cubicBezTo>
                <a:cubicBezTo>
                  <a:pt x="140" y="195"/>
                  <a:pt x="141" y="194"/>
                  <a:pt x="143" y="194"/>
                </a:cubicBezTo>
                <a:cubicBezTo>
                  <a:pt x="142" y="194"/>
                  <a:pt x="137" y="192"/>
                  <a:pt x="136" y="192"/>
                </a:cubicBezTo>
                <a:cubicBezTo>
                  <a:pt x="133" y="192"/>
                  <a:pt x="131" y="197"/>
                  <a:pt x="130" y="193"/>
                </a:cubicBezTo>
                <a:cubicBezTo>
                  <a:pt x="129" y="191"/>
                  <a:pt x="130" y="188"/>
                  <a:pt x="131" y="186"/>
                </a:cubicBezTo>
                <a:cubicBezTo>
                  <a:pt x="131" y="185"/>
                  <a:pt x="131" y="184"/>
                  <a:pt x="131" y="184"/>
                </a:cubicBezTo>
                <a:cubicBezTo>
                  <a:pt x="131" y="183"/>
                  <a:pt x="132" y="183"/>
                  <a:pt x="132" y="182"/>
                </a:cubicBezTo>
                <a:cubicBezTo>
                  <a:pt x="133" y="180"/>
                  <a:pt x="131" y="180"/>
                  <a:pt x="129" y="179"/>
                </a:cubicBezTo>
                <a:cubicBezTo>
                  <a:pt x="128" y="179"/>
                  <a:pt x="127" y="178"/>
                  <a:pt x="125" y="177"/>
                </a:cubicBezTo>
                <a:cubicBezTo>
                  <a:pt x="125" y="176"/>
                  <a:pt x="125" y="175"/>
                  <a:pt x="125" y="175"/>
                </a:cubicBezTo>
                <a:cubicBezTo>
                  <a:pt x="124" y="175"/>
                  <a:pt x="122" y="175"/>
                  <a:pt x="122" y="175"/>
                </a:cubicBezTo>
                <a:cubicBezTo>
                  <a:pt x="122" y="172"/>
                  <a:pt x="121" y="169"/>
                  <a:pt x="122" y="166"/>
                </a:cubicBezTo>
                <a:cubicBezTo>
                  <a:pt x="122" y="165"/>
                  <a:pt x="122" y="163"/>
                  <a:pt x="123" y="163"/>
                </a:cubicBezTo>
                <a:cubicBezTo>
                  <a:pt x="124" y="162"/>
                  <a:pt x="125" y="163"/>
                  <a:pt x="126" y="162"/>
                </a:cubicBezTo>
                <a:cubicBezTo>
                  <a:pt x="128" y="162"/>
                  <a:pt x="127" y="161"/>
                  <a:pt x="128" y="160"/>
                </a:cubicBezTo>
                <a:cubicBezTo>
                  <a:pt x="129" y="157"/>
                  <a:pt x="130" y="156"/>
                  <a:pt x="131" y="153"/>
                </a:cubicBezTo>
                <a:cubicBezTo>
                  <a:pt x="131" y="150"/>
                  <a:pt x="130" y="144"/>
                  <a:pt x="127" y="142"/>
                </a:cubicBezTo>
                <a:cubicBezTo>
                  <a:pt x="125" y="141"/>
                  <a:pt x="123" y="141"/>
                  <a:pt x="121" y="141"/>
                </a:cubicBezTo>
                <a:cubicBezTo>
                  <a:pt x="119" y="141"/>
                  <a:pt x="118" y="140"/>
                  <a:pt x="117" y="139"/>
                </a:cubicBezTo>
                <a:cubicBezTo>
                  <a:pt x="115" y="139"/>
                  <a:pt x="112" y="139"/>
                  <a:pt x="110" y="139"/>
                </a:cubicBezTo>
                <a:cubicBezTo>
                  <a:pt x="111" y="136"/>
                  <a:pt x="109" y="135"/>
                  <a:pt x="107" y="135"/>
                </a:cubicBezTo>
                <a:cubicBezTo>
                  <a:pt x="106" y="134"/>
                  <a:pt x="103" y="133"/>
                  <a:pt x="101" y="131"/>
                </a:cubicBezTo>
                <a:cubicBezTo>
                  <a:pt x="101" y="130"/>
                  <a:pt x="101" y="129"/>
                  <a:pt x="100" y="128"/>
                </a:cubicBezTo>
                <a:cubicBezTo>
                  <a:pt x="99" y="127"/>
                  <a:pt x="97" y="126"/>
                  <a:pt x="97" y="125"/>
                </a:cubicBezTo>
                <a:cubicBezTo>
                  <a:pt x="96" y="124"/>
                  <a:pt x="98" y="124"/>
                  <a:pt x="99" y="123"/>
                </a:cubicBezTo>
                <a:cubicBezTo>
                  <a:pt x="99" y="122"/>
                  <a:pt x="98" y="121"/>
                  <a:pt x="99" y="121"/>
                </a:cubicBezTo>
                <a:cubicBezTo>
                  <a:pt x="99" y="120"/>
                  <a:pt x="100" y="120"/>
                  <a:pt x="100" y="119"/>
                </a:cubicBezTo>
                <a:cubicBezTo>
                  <a:pt x="102" y="117"/>
                  <a:pt x="101" y="114"/>
                  <a:pt x="102" y="111"/>
                </a:cubicBezTo>
                <a:cubicBezTo>
                  <a:pt x="103" y="111"/>
                  <a:pt x="107" y="111"/>
                  <a:pt x="108" y="112"/>
                </a:cubicBezTo>
                <a:cubicBezTo>
                  <a:pt x="108" y="112"/>
                  <a:pt x="107" y="114"/>
                  <a:pt x="108" y="114"/>
                </a:cubicBezTo>
                <a:cubicBezTo>
                  <a:pt x="109" y="115"/>
                  <a:pt x="110" y="115"/>
                  <a:pt x="111" y="115"/>
                </a:cubicBezTo>
                <a:cubicBezTo>
                  <a:pt x="110" y="114"/>
                  <a:pt x="109" y="113"/>
                  <a:pt x="110" y="111"/>
                </a:cubicBezTo>
                <a:cubicBezTo>
                  <a:pt x="111" y="111"/>
                  <a:pt x="112" y="112"/>
                  <a:pt x="113" y="111"/>
                </a:cubicBezTo>
                <a:cubicBezTo>
                  <a:pt x="114" y="108"/>
                  <a:pt x="113" y="108"/>
                  <a:pt x="116" y="107"/>
                </a:cubicBezTo>
                <a:cubicBezTo>
                  <a:pt x="117" y="105"/>
                  <a:pt x="115" y="103"/>
                  <a:pt x="116" y="100"/>
                </a:cubicBezTo>
                <a:cubicBezTo>
                  <a:pt x="118" y="99"/>
                  <a:pt x="121" y="100"/>
                  <a:pt x="123" y="99"/>
                </a:cubicBezTo>
                <a:cubicBezTo>
                  <a:pt x="125" y="99"/>
                  <a:pt x="128" y="99"/>
                  <a:pt x="131" y="99"/>
                </a:cubicBezTo>
                <a:cubicBezTo>
                  <a:pt x="131" y="97"/>
                  <a:pt x="135" y="100"/>
                  <a:pt x="137" y="99"/>
                </a:cubicBezTo>
                <a:cubicBezTo>
                  <a:pt x="138" y="98"/>
                  <a:pt x="139" y="92"/>
                  <a:pt x="139" y="90"/>
                </a:cubicBezTo>
                <a:cubicBezTo>
                  <a:pt x="137" y="90"/>
                  <a:pt x="138" y="92"/>
                  <a:pt x="136" y="93"/>
                </a:cubicBezTo>
                <a:cubicBezTo>
                  <a:pt x="135" y="93"/>
                  <a:pt x="133" y="91"/>
                  <a:pt x="132" y="90"/>
                </a:cubicBezTo>
                <a:cubicBezTo>
                  <a:pt x="132" y="89"/>
                  <a:pt x="131" y="88"/>
                  <a:pt x="131" y="87"/>
                </a:cubicBezTo>
                <a:cubicBezTo>
                  <a:pt x="130" y="85"/>
                  <a:pt x="129" y="84"/>
                  <a:pt x="129" y="83"/>
                </a:cubicBezTo>
                <a:cubicBezTo>
                  <a:pt x="127" y="84"/>
                  <a:pt x="127" y="85"/>
                  <a:pt x="125" y="86"/>
                </a:cubicBezTo>
                <a:cubicBezTo>
                  <a:pt x="123" y="86"/>
                  <a:pt x="122" y="86"/>
                  <a:pt x="120" y="85"/>
                </a:cubicBezTo>
                <a:cubicBezTo>
                  <a:pt x="118" y="84"/>
                  <a:pt x="115" y="83"/>
                  <a:pt x="114" y="80"/>
                </a:cubicBezTo>
                <a:cubicBezTo>
                  <a:pt x="113" y="79"/>
                  <a:pt x="114" y="78"/>
                  <a:pt x="114" y="77"/>
                </a:cubicBezTo>
                <a:cubicBezTo>
                  <a:pt x="113" y="77"/>
                  <a:pt x="112" y="76"/>
                  <a:pt x="111" y="75"/>
                </a:cubicBezTo>
                <a:cubicBezTo>
                  <a:pt x="110" y="74"/>
                  <a:pt x="109" y="73"/>
                  <a:pt x="108" y="73"/>
                </a:cubicBezTo>
                <a:cubicBezTo>
                  <a:pt x="107" y="72"/>
                  <a:pt x="105" y="72"/>
                  <a:pt x="104" y="71"/>
                </a:cubicBezTo>
                <a:cubicBezTo>
                  <a:pt x="102" y="71"/>
                  <a:pt x="101" y="72"/>
                  <a:pt x="99" y="71"/>
                </a:cubicBezTo>
                <a:cubicBezTo>
                  <a:pt x="99" y="68"/>
                  <a:pt x="98" y="61"/>
                  <a:pt x="102" y="61"/>
                </a:cubicBezTo>
                <a:cubicBezTo>
                  <a:pt x="103" y="59"/>
                  <a:pt x="101" y="59"/>
                  <a:pt x="101" y="57"/>
                </a:cubicBezTo>
                <a:cubicBezTo>
                  <a:pt x="101" y="56"/>
                  <a:pt x="102" y="55"/>
                  <a:pt x="103" y="54"/>
                </a:cubicBezTo>
                <a:cubicBezTo>
                  <a:pt x="104" y="52"/>
                  <a:pt x="107" y="52"/>
                  <a:pt x="109" y="50"/>
                </a:cubicBezTo>
                <a:cubicBezTo>
                  <a:pt x="110" y="49"/>
                  <a:pt x="110" y="47"/>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1" y="46"/>
                  <a:pt x="111" y="46"/>
                  <a:pt x="111" y="46"/>
                </a:cubicBezTo>
                <a:cubicBezTo>
                  <a:pt x="112" y="45"/>
                  <a:pt x="114" y="44"/>
                  <a:pt x="115" y="44"/>
                </a:cubicBezTo>
                <a:cubicBezTo>
                  <a:pt x="116" y="43"/>
                  <a:pt x="115" y="42"/>
                  <a:pt x="115" y="40"/>
                </a:cubicBezTo>
                <a:cubicBezTo>
                  <a:pt x="112" y="40"/>
                  <a:pt x="111" y="40"/>
                  <a:pt x="110" y="37"/>
                </a:cubicBezTo>
                <a:cubicBezTo>
                  <a:pt x="109" y="36"/>
                  <a:pt x="108" y="36"/>
                  <a:pt x="109" y="34"/>
                </a:cubicBezTo>
                <a:cubicBezTo>
                  <a:pt x="109" y="33"/>
                  <a:pt x="110" y="32"/>
                  <a:pt x="110" y="31"/>
                </a:cubicBezTo>
                <a:cubicBezTo>
                  <a:pt x="110" y="31"/>
                  <a:pt x="110" y="32"/>
                  <a:pt x="110" y="33"/>
                </a:cubicBezTo>
                <a:cubicBezTo>
                  <a:pt x="111" y="33"/>
                  <a:pt x="111" y="33"/>
                  <a:pt x="112" y="33"/>
                </a:cubicBezTo>
                <a:cubicBezTo>
                  <a:pt x="112" y="35"/>
                  <a:pt x="116" y="37"/>
                  <a:pt x="117" y="37"/>
                </a:cubicBezTo>
                <a:cubicBezTo>
                  <a:pt x="117" y="38"/>
                  <a:pt x="117" y="39"/>
                  <a:pt x="117" y="39"/>
                </a:cubicBezTo>
                <a:cubicBezTo>
                  <a:pt x="119" y="39"/>
                  <a:pt x="120" y="39"/>
                  <a:pt x="121" y="39"/>
                </a:cubicBezTo>
                <a:cubicBezTo>
                  <a:pt x="121" y="40"/>
                  <a:pt x="121" y="41"/>
                  <a:pt x="120" y="42"/>
                </a:cubicBezTo>
                <a:cubicBezTo>
                  <a:pt x="122" y="42"/>
                  <a:pt x="124" y="42"/>
                  <a:pt x="125" y="42"/>
                </a:cubicBezTo>
                <a:cubicBezTo>
                  <a:pt x="125" y="43"/>
                  <a:pt x="126" y="45"/>
                  <a:pt x="125" y="46"/>
                </a:cubicBezTo>
                <a:cubicBezTo>
                  <a:pt x="125" y="48"/>
                  <a:pt x="123" y="49"/>
                  <a:pt x="123" y="50"/>
                </a:cubicBezTo>
                <a:cubicBezTo>
                  <a:pt x="124" y="51"/>
                  <a:pt x="126" y="50"/>
                  <a:pt x="127" y="50"/>
                </a:cubicBezTo>
                <a:cubicBezTo>
                  <a:pt x="127" y="52"/>
                  <a:pt x="126" y="54"/>
                  <a:pt x="127" y="55"/>
                </a:cubicBezTo>
                <a:cubicBezTo>
                  <a:pt x="127" y="54"/>
                  <a:pt x="128" y="53"/>
                  <a:pt x="128" y="52"/>
                </a:cubicBezTo>
                <a:cubicBezTo>
                  <a:pt x="129" y="51"/>
                  <a:pt x="127" y="47"/>
                  <a:pt x="130" y="47"/>
                </a:cubicBezTo>
                <a:cubicBezTo>
                  <a:pt x="130" y="48"/>
                  <a:pt x="130" y="49"/>
                  <a:pt x="131" y="50"/>
                </a:cubicBezTo>
                <a:cubicBezTo>
                  <a:pt x="131" y="49"/>
                  <a:pt x="131" y="48"/>
                  <a:pt x="131" y="47"/>
                </a:cubicBezTo>
                <a:cubicBezTo>
                  <a:pt x="133" y="46"/>
                  <a:pt x="133" y="47"/>
                  <a:pt x="134" y="48"/>
                </a:cubicBezTo>
                <a:cubicBezTo>
                  <a:pt x="135" y="48"/>
                  <a:pt x="135" y="49"/>
                  <a:pt x="136" y="49"/>
                </a:cubicBezTo>
                <a:cubicBezTo>
                  <a:pt x="137" y="49"/>
                  <a:pt x="138" y="49"/>
                  <a:pt x="139" y="49"/>
                </a:cubicBezTo>
                <a:cubicBezTo>
                  <a:pt x="138" y="47"/>
                  <a:pt x="137" y="46"/>
                  <a:pt x="136" y="44"/>
                </a:cubicBezTo>
                <a:cubicBezTo>
                  <a:pt x="135" y="43"/>
                  <a:pt x="133" y="42"/>
                  <a:pt x="134" y="40"/>
                </a:cubicBezTo>
                <a:cubicBezTo>
                  <a:pt x="135" y="39"/>
                  <a:pt x="137" y="39"/>
                  <a:pt x="139" y="39"/>
                </a:cubicBezTo>
                <a:cubicBezTo>
                  <a:pt x="139" y="42"/>
                  <a:pt x="141" y="41"/>
                  <a:pt x="142" y="43"/>
                </a:cubicBezTo>
                <a:cubicBezTo>
                  <a:pt x="143" y="43"/>
                  <a:pt x="143" y="46"/>
                  <a:pt x="143" y="47"/>
                </a:cubicBezTo>
                <a:cubicBezTo>
                  <a:pt x="143" y="49"/>
                  <a:pt x="143" y="50"/>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1"/>
                  <a:pt x="144" y="51"/>
                  <a:pt x="144" y="51"/>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4" y="52"/>
                  <a:pt x="144" y="52"/>
                  <a:pt x="144" y="52"/>
                </a:cubicBezTo>
                <a:cubicBezTo>
                  <a:pt x="145" y="53"/>
                  <a:pt x="145" y="53"/>
                  <a:pt x="146" y="54"/>
                </a:cubicBezTo>
                <a:cubicBezTo>
                  <a:pt x="146" y="54"/>
                  <a:pt x="147" y="54"/>
                  <a:pt x="147" y="55"/>
                </a:cubicBezTo>
                <a:cubicBezTo>
                  <a:pt x="150" y="56"/>
                  <a:pt x="153" y="58"/>
                  <a:pt x="156" y="59"/>
                </a:cubicBezTo>
                <a:cubicBezTo>
                  <a:pt x="157" y="59"/>
                  <a:pt x="162" y="60"/>
                  <a:pt x="163" y="59"/>
                </a:cubicBezTo>
                <a:cubicBezTo>
                  <a:pt x="163" y="59"/>
                  <a:pt x="163" y="57"/>
                  <a:pt x="164" y="57"/>
                </a:cubicBezTo>
                <a:cubicBezTo>
                  <a:pt x="164" y="56"/>
                  <a:pt x="165" y="55"/>
                  <a:pt x="165" y="55"/>
                </a:cubicBezTo>
                <a:cubicBezTo>
                  <a:pt x="165" y="53"/>
                  <a:pt x="165" y="53"/>
                  <a:pt x="165" y="53"/>
                </a:cubicBezTo>
                <a:cubicBezTo>
                  <a:pt x="166" y="52"/>
                  <a:pt x="167" y="52"/>
                  <a:pt x="168" y="51"/>
                </a:cubicBezTo>
                <a:cubicBezTo>
                  <a:pt x="169" y="50"/>
                  <a:pt x="169" y="50"/>
                  <a:pt x="169" y="50"/>
                </a:cubicBezTo>
                <a:cubicBezTo>
                  <a:pt x="169" y="48"/>
                  <a:pt x="170" y="46"/>
                  <a:pt x="172" y="45"/>
                </a:cubicBezTo>
                <a:cubicBezTo>
                  <a:pt x="173" y="44"/>
                  <a:pt x="174" y="43"/>
                  <a:pt x="175" y="43"/>
                </a:cubicBezTo>
                <a:cubicBezTo>
                  <a:pt x="176" y="41"/>
                  <a:pt x="177" y="40"/>
                  <a:pt x="178" y="39"/>
                </a:cubicBezTo>
                <a:cubicBezTo>
                  <a:pt x="179" y="38"/>
                  <a:pt x="179" y="37"/>
                  <a:pt x="180" y="36"/>
                </a:cubicBezTo>
                <a:cubicBezTo>
                  <a:pt x="178" y="36"/>
                  <a:pt x="178" y="35"/>
                  <a:pt x="177" y="3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2" name="Freeform 353">
            <a:extLst>
              <a:ext uri="{FF2B5EF4-FFF2-40B4-BE49-F238E27FC236}">
                <a16:creationId xmlns:a16="http://schemas.microsoft.com/office/drawing/2014/main" id="{54B7467F-50EC-404C-A4A1-9C4C9830D8CD}"/>
              </a:ext>
            </a:extLst>
          </p:cNvPr>
          <p:cNvSpPr>
            <a:spLocks/>
          </p:cNvSpPr>
          <p:nvPr/>
        </p:nvSpPr>
        <p:spPr bwMode="auto">
          <a:xfrm>
            <a:off x="3890443" y="3363739"/>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3" name="Freeform 354">
            <a:extLst>
              <a:ext uri="{FF2B5EF4-FFF2-40B4-BE49-F238E27FC236}">
                <a16:creationId xmlns:a16="http://schemas.microsoft.com/office/drawing/2014/main" id="{EC68C9DF-7953-430A-AFFB-E13B278995D8}"/>
              </a:ext>
            </a:extLst>
          </p:cNvPr>
          <p:cNvSpPr>
            <a:spLocks/>
          </p:cNvSpPr>
          <p:nvPr/>
        </p:nvSpPr>
        <p:spPr bwMode="auto">
          <a:xfrm>
            <a:off x="2374926" y="456494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4" name="Freeform 355">
            <a:extLst>
              <a:ext uri="{FF2B5EF4-FFF2-40B4-BE49-F238E27FC236}">
                <a16:creationId xmlns:a16="http://schemas.microsoft.com/office/drawing/2014/main" id="{FF190D40-5E4D-4860-854C-9024BCFFC6BA}"/>
              </a:ext>
            </a:extLst>
          </p:cNvPr>
          <p:cNvSpPr>
            <a:spLocks/>
          </p:cNvSpPr>
          <p:nvPr/>
        </p:nvSpPr>
        <p:spPr bwMode="auto">
          <a:xfrm>
            <a:off x="2376966" y="4564943"/>
            <a:ext cx="2039" cy="1971"/>
          </a:xfrm>
          <a:custGeom>
            <a:avLst/>
            <a:gdLst>
              <a:gd name="T0" fmla="*/ 1 w 1"/>
              <a:gd name="T1" fmla="*/ 1 h 1"/>
              <a:gd name="T2" fmla="*/ 0 w 1"/>
              <a:gd name="T3" fmla="*/ 0 h 1"/>
              <a:gd name="T4" fmla="*/ 1 w 1"/>
              <a:gd name="T5" fmla="*/ 1 h 1"/>
            </a:gdLst>
            <a:ahLst/>
            <a:cxnLst>
              <a:cxn ang="0">
                <a:pos x="T0" y="T1"/>
              </a:cxn>
              <a:cxn ang="0">
                <a:pos x="T2" y="T3"/>
              </a:cxn>
              <a:cxn ang="0">
                <a:pos x="T4" y="T5"/>
              </a:cxn>
            </a:cxnLst>
            <a:rect l="0" t="0" r="r" b="b"/>
            <a:pathLst>
              <a:path w="1" h="1">
                <a:moveTo>
                  <a:pt x="1" y="1"/>
                </a:moveTo>
                <a:cubicBezTo>
                  <a:pt x="0" y="1"/>
                  <a:pt x="0" y="1"/>
                  <a:pt x="0" y="0"/>
                </a:cubicBezTo>
                <a:cubicBezTo>
                  <a:pt x="0" y="1"/>
                  <a:pt x="0" y="1"/>
                  <a:pt x="1"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5" name="Freeform 356">
            <a:extLst>
              <a:ext uri="{FF2B5EF4-FFF2-40B4-BE49-F238E27FC236}">
                <a16:creationId xmlns:a16="http://schemas.microsoft.com/office/drawing/2014/main" id="{84BAF760-3771-4A6C-8681-6E957476105F}"/>
              </a:ext>
            </a:extLst>
          </p:cNvPr>
          <p:cNvSpPr>
            <a:spLocks/>
          </p:cNvSpPr>
          <p:nvPr/>
        </p:nvSpPr>
        <p:spPr bwMode="auto">
          <a:xfrm>
            <a:off x="2370846" y="4561987"/>
            <a:ext cx="203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1" y="0"/>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6" name="Freeform 357">
            <a:extLst>
              <a:ext uri="{FF2B5EF4-FFF2-40B4-BE49-F238E27FC236}">
                <a16:creationId xmlns:a16="http://schemas.microsoft.com/office/drawing/2014/main" id="{5E2118E1-5B8F-4AF9-B226-91D4A2B111DC}"/>
              </a:ext>
            </a:extLst>
          </p:cNvPr>
          <p:cNvSpPr>
            <a:spLocks/>
          </p:cNvSpPr>
          <p:nvPr/>
        </p:nvSpPr>
        <p:spPr bwMode="auto">
          <a:xfrm>
            <a:off x="2247443" y="3896841"/>
            <a:ext cx="899520" cy="665146"/>
          </a:xfrm>
          <a:custGeom>
            <a:avLst/>
            <a:gdLst>
              <a:gd name="T0" fmla="*/ 373 w 396"/>
              <a:gd name="T1" fmla="*/ 119 h 303"/>
              <a:gd name="T2" fmla="*/ 372 w 396"/>
              <a:gd name="T3" fmla="*/ 98 h 303"/>
              <a:gd name="T4" fmla="*/ 380 w 396"/>
              <a:gd name="T5" fmla="*/ 65 h 303"/>
              <a:gd name="T6" fmla="*/ 386 w 396"/>
              <a:gd name="T7" fmla="*/ 49 h 303"/>
              <a:gd name="T8" fmla="*/ 354 w 396"/>
              <a:gd name="T9" fmla="*/ 35 h 303"/>
              <a:gd name="T10" fmla="*/ 315 w 396"/>
              <a:gd name="T11" fmla="*/ 28 h 303"/>
              <a:gd name="T12" fmla="*/ 283 w 396"/>
              <a:gd name="T13" fmla="*/ 31 h 303"/>
              <a:gd name="T14" fmla="*/ 245 w 396"/>
              <a:gd name="T15" fmla="*/ 36 h 303"/>
              <a:gd name="T16" fmla="*/ 242 w 396"/>
              <a:gd name="T17" fmla="*/ 29 h 303"/>
              <a:gd name="T18" fmla="*/ 202 w 396"/>
              <a:gd name="T19" fmla="*/ 27 h 303"/>
              <a:gd name="T20" fmla="*/ 187 w 396"/>
              <a:gd name="T21" fmla="*/ 43 h 303"/>
              <a:gd name="T22" fmla="*/ 166 w 396"/>
              <a:gd name="T23" fmla="*/ 33 h 303"/>
              <a:gd name="T24" fmla="*/ 116 w 396"/>
              <a:gd name="T25" fmla="*/ 17 h 303"/>
              <a:gd name="T26" fmla="*/ 77 w 396"/>
              <a:gd name="T27" fmla="*/ 4 h 303"/>
              <a:gd name="T28" fmla="*/ 66 w 396"/>
              <a:gd name="T29" fmla="*/ 17 h 303"/>
              <a:gd name="T30" fmla="*/ 72 w 396"/>
              <a:gd name="T31" fmla="*/ 27 h 303"/>
              <a:gd name="T32" fmla="*/ 52 w 396"/>
              <a:gd name="T33" fmla="*/ 40 h 303"/>
              <a:gd name="T34" fmla="*/ 54 w 396"/>
              <a:gd name="T35" fmla="*/ 65 h 303"/>
              <a:gd name="T36" fmla="*/ 41 w 396"/>
              <a:gd name="T37" fmla="*/ 69 h 303"/>
              <a:gd name="T38" fmla="*/ 18 w 396"/>
              <a:gd name="T39" fmla="*/ 79 h 303"/>
              <a:gd name="T40" fmla="*/ 5 w 396"/>
              <a:gd name="T41" fmla="*/ 89 h 303"/>
              <a:gd name="T42" fmla="*/ 1 w 396"/>
              <a:gd name="T43" fmla="*/ 111 h 303"/>
              <a:gd name="T44" fmla="*/ 4 w 396"/>
              <a:gd name="T45" fmla="*/ 120 h 303"/>
              <a:gd name="T46" fmla="*/ 4 w 396"/>
              <a:gd name="T47" fmla="*/ 139 h 303"/>
              <a:gd name="T48" fmla="*/ 10 w 396"/>
              <a:gd name="T49" fmla="*/ 135 h 303"/>
              <a:gd name="T50" fmla="*/ 7 w 396"/>
              <a:gd name="T51" fmla="*/ 145 h 303"/>
              <a:gd name="T52" fmla="*/ 7 w 396"/>
              <a:gd name="T53" fmla="*/ 159 h 303"/>
              <a:gd name="T54" fmla="*/ 9 w 396"/>
              <a:gd name="T55" fmla="*/ 170 h 303"/>
              <a:gd name="T56" fmla="*/ 8 w 396"/>
              <a:gd name="T57" fmla="*/ 180 h 303"/>
              <a:gd name="T58" fmla="*/ 13 w 396"/>
              <a:gd name="T59" fmla="*/ 218 h 303"/>
              <a:gd name="T60" fmla="*/ 15 w 396"/>
              <a:gd name="T61" fmla="*/ 234 h 303"/>
              <a:gd name="T62" fmla="*/ 18 w 396"/>
              <a:gd name="T63" fmla="*/ 265 h 303"/>
              <a:gd name="T64" fmla="*/ 24 w 396"/>
              <a:gd name="T65" fmla="*/ 286 h 303"/>
              <a:gd name="T66" fmla="*/ 43 w 396"/>
              <a:gd name="T67" fmla="*/ 301 h 303"/>
              <a:gd name="T68" fmla="*/ 60 w 396"/>
              <a:gd name="T69" fmla="*/ 296 h 303"/>
              <a:gd name="T70" fmla="*/ 71 w 396"/>
              <a:gd name="T71" fmla="*/ 282 h 303"/>
              <a:gd name="T72" fmla="*/ 67 w 396"/>
              <a:gd name="T73" fmla="*/ 258 h 303"/>
              <a:gd name="T74" fmla="*/ 91 w 396"/>
              <a:gd name="T75" fmla="*/ 251 h 303"/>
              <a:gd name="T76" fmla="*/ 114 w 396"/>
              <a:gd name="T77" fmla="*/ 242 h 303"/>
              <a:gd name="T78" fmla="*/ 136 w 396"/>
              <a:gd name="T79" fmla="*/ 230 h 303"/>
              <a:gd name="T80" fmla="*/ 158 w 396"/>
              <a:gd name="T81" fmla="*/ 225 h 303"/>
              <a:gd name="T82" fmla="*/ 172 w 396"/>
              <a:gd name="T83" fmla="*/ 217 h 303"/>
              <a:gd name="T84" fmla="*/ 193 w 396"/>
              <a:gd name="T85" fmla="*/ 207 h 303"/>
              <a:gd name="T86" fmla="*/ 203 w 396"/>
              <a:gd name="T87" fmla="*/ 199 h 303"/>
              <a:gd name="T88" fmla="*/ 226 w 396"/>
              <a:gd name="T89" fmla="*/ 179 h 303"/>
              <a:gd name="T90" fmla="*/ 232 w 396"/>
              <a:gd name="T91" fmla="*/ 171 h 303"/>
              <a:gd name="T92" fmla="*/ 248 w 396"/>
              <a:gd name="T93" fmla="*/ 154 h 303"/>
              <a:gd name="T94" fmla="*/ 263 w 396"/>
              <a:gd name="T95" fmla="*/ 138 h 303"/>
              <a:gd name="T96" fmla="*/ 270 w 396"/>
              <a:gd name="T97" fmla="*/ 117 h 303"/>
              <a:gd name="T98" fmla="*/ 297 w 396"/>
              <a:gd name="T99" fmla="*/ 113 h 303"/>
              <a:gd name="T100" fmla="*/ 308 w 396"/>
              <a:gd name="T101" fmla="*/ 127 h 303"/>
              <a:gd name="T102" fmla="*/ 322 w 396"/>
              <a:gd name="T103" fmla="*/ 124 h 303"/>
              <a:gd name="T104" fmla="*/ 333 w 396"/>
              <a:gd name="T105" fmla="*/ 125 h 303"/>
              <a:gd name="T106" fmla="*/ 347 w 396"/>
              <a:gd name="T107" fmla="*/ 148 h 303"/>
              <a:gd name="T108" fmla="*/ 362 w 396"/>
              <a:gd name="T109" fmla="*/ 170 h 303"/>
              <a:gd name="T110" fmla="*/ 369 w 396"/>
              <a:gd name="T111" fmla="*/ 145 h 303"/>
              <a:gd name="T112" fmla="*/ 393 w 396"/>
              <a:gd name="T113" fmla="*/ 140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6" h="303">
                <a:moveTo>
                  <a:pt x="395" y="132"/>
                </a:moveTo>
                <a:cubicBezTo>
                  <a:pt x="394" y="129"/>
                  <a:pt x="390" y="130"/>
                  <a:pt x="387" y="129"/>
                </a:cubicBezTo>
                <a:cubicBezTo>
                  <a:pt x="387" y="129"/>
                  <a:pt x="387" y="128"/>
                  <a:pt x="387" y="127"/>
                </a:cubicBezTo>
                <a:cubicBezTo>
                  <a:pt x="383" y="127"/>
                  <a:pt x="384" y="125"/>
                  <a:pt x="383" y="122"/>
                </a:cubicBezTo>
                <a:cubicBezTo>
                  <a:pt x="381" y="121"/>
                  <a:pt x="382" y="118"/>
                  <a:pt x="380" y="117"/>
                </a:cubicBezTo>
                <a:cubicBezTo>
                  <a:pt x="377" y="115"/>
                  <a:pt x="375" y="118"/>
                  <a:pt x="373" y="119"/>
                </a:cubicBezTo>
                <a:cubicBezTo>
                  <a:pt x="372" y="117"/>
                  <a:pt x="374" y="117"/>
                  <a:pt x="375" y="115"/>
                </a:cubicBezTo>
                <a:cubicBezTo>
                  <a:pt x="375" y="113"/>
                  <a:pt x="373" y="112"/>
                  <a:pt x="374" y="111"/>
                </a:cubicBezTo>
                <a:cubicBezTo>
                  <a:pt x="378" y="111"/>
                  <a:pt x="378" y="110"/>
                  <a:pt x="379" y="106"/>
                </a:cubicBezTo>
                <a:cubicBezTo>
                  <a:pt x="379" y="103"/>
                  <a:pt x="377" y="102"/>
                  <a:pt x="375" y="100"/>
                </a:cubicBezTo>
                <a:cubicBezTo>
                  <a:pt x="374" y="101"/>
                  <a:pt x="373" y="102"/>
                  <a:pt x="372" y="102"/>
                </a:cubicBezTo>
                <a:cubicBezTo>
                  <a:pt x="372" y="100"/>
                  <a:pt x="372" y="99"/>
                  <a:pt x="372" y="98"/>
                </a:cubicBezTo>
                <a:cubicBezTo>
                  <a:pt x="373" y="96"/>
                  <a:pt x="374" y="96"/>
                  <a:pt x="374" y="94"/>
                </a:cubicBezTo>
                <a:cubicBezTo>
                  <a:pt x="374" y="96"/>
                  <a:pt x="381" y="93"/>
                  <a:pt x="381" y="92"/>
                </a:cubicBezTo>
                <a:cubicBezTo>
                  <a:pt x="382" y="90"/>
                  <a:pt x="382" y="87"/>
                  <a:pt x="382" y="85"/>
                </a:cubicBezTo>
                <a:cubicBezTo>
                  <a:pt x="382" y="83"/>
                  <a:pt x="383" y="81"/>
                  <a:pt x="383" y="79"/>
                </a:cubicBezTo>
                <a:cubicBezTo>
                  <a:pt x="381" y="79"/>
                  <a:pt x="379" y="81"/>
                  <a:pt x="378" y="80"/>
                </a:cubicBezTo>
                <a:cubicBezTo>
                  <a:pt x="377" y="75"/>
                  <a:pt x="384" y="70"/>
                  <a:pt x="380" y="65"/>
                </a:cubicBezTo>
                <a:cubicBezTo>
                  <a:pt x="379" y="63"/>
                  <a:pt x="376" y="64"/>
                  <a:pt x="375" y="62"/>
                </a:cubicBezTo>
                <a:cubicBezTo>
                  <a:pt x="375" y="60"/>
                  <a:pt x="375" y="58"/>
                  <a:pt x="375" y="56"/>
                </a:cubicBezTo>
                <a:cubicBezTo>
                  <a:pt x="375" y="55"/>
                  <a:pt x="374" y="54"/>
                  <a:pt x="374" y="52"/>
                </a:cubicBezTo>
                <a:cubicBezTo>
                  <a:pt x="376" y="52"/>
                  <a:pt x="377" y="52"/>
                  <a:pt x="377" y="54"/>
                </a:cubicBezTo>
                <a:cubicBezTo>
                  <a:pt x="379" y="55"/>
                  <a:pt x="380" y="52"/>
                  <a:pt x="382" y="52"/>
                </a:cubicBezTo>
                <a:cubicBezTo>
                  <a:pt x="383" y="52"/>
                  <a:pt x="385" y="51"/>
                  <a:pt x="386" y="49"/>
                </a:cubicBezTo>
                <a:cubicBezTo>
                  <a:pt x="387" y="45"/>
                  <a:pt x="383" y="45"/>
                  <a:pt x="380" y="44"/>
                </a:cubicBezTo>
                <a:cubicBezTo>
                  <a:pt x="375" y="44"/>
                  <a:pt x="372" y="40"/>
                  <a:pt x="371" y="36"/>
                </a:cubicBezTo>
                <a:cubicBezTo>
                  <a:pt x="370" y="34"/>
                  <a:pt x="367" y="34"/>
                  <a:pt x="367" y="33"/>
                </a:cubicBezTo>
                <a:cubicBezTo>
                  <a:pt x="365" y="33"/>
                  <a:pt x="364" y="33"/>
                  <a:pt x="363" y="32"/>
                </a:cubicBezTo>
                <a:cubicBezTo>
                  <a:pt x="362" y="31"/>
                  <a:pt x="361" y="32"/>
                  <a:pt x="360" y="32"/>
                </a:cubicBezTo>
                <a:cubicBezTo>
                  <a:pt x="358" y="34"/>
                  <a:pt x="357" y="35"/>
                  <a:pt x="354" y="35"/>
                </a:cubicBezTo>
                <a:cubicBezTo>
                  <a:pt x="351" y="35"/>
                  <a:pt x="348" y="35"/>
                  <a:pt x="346" y="34"/>
                </a:cubicBezTo>
                <a:cubicBezTo>
                  <a:pt x="342" y="32"/>
                  <a:pt x="340" y="32"/>
                  <a:pt x="336" y="32"/>
                </a:cubicBezTo>
                <a:cubicBezTo>
                  <a:pt x="335" y="33"/>
                  <a:pt x="329" y="34"/>
                  <a:pt x="329" y="32"/>
                </a:cubicBezTo>
                <a:cubicBezTo>
                  <a:pt x="329" y="29"/>
                  <a:pt x="326" y="28"/>
                  <a:pt x="324" y="28"/>
                </a:cubicBezTo>
                <a:cubicBezTo>
                  <a:pt x="320" y="28"/>
                  <a:pt x="321" y="26"/>
                  <a:pt x="319" y="25"/>
                </a:cubicBezTo>
                <a:cubicBezTo>
                  <a:pt x="316" y="23"/>
                  <a:pt x="316" y="27"/>
                  <a:pt x="315" y="28"/>
                </a:cubicBezTo>
                <a:cubicBezTo>
                  <a:pt x="314" y="28"/>
                  <a:pt x="313" y="28"/>
                  <a:pt x="312" y="29"/>
                </a:cubicBezTo>
                <a:cubicBezTo>
                  <a:pt x="312" y="29"/>
                  <a:pt x="312" y="30"/>
                  <a:pt x="312" y="30"/>
                </a:cubicBezTo>
                <a:cubicBezTo>
                  <a:pt x="309" y="30"/>
                  <a:pt x="306" y="29"/>
                  <a:pt x="303" y="29"/>
                </a:cubicBezTo>
                <a:cubicBezTo>
                  <a:pt x="303" y="31"/>
                  <a:pt x="303" y="32"/>
                  <a:pt x="303" y="34"/>
                </a:cubicBezTo>
                <a:cubicBezTo>
                  <a:pt x="299" y="34"/>
                  <a:pt x="294" y="37"/>
                  <a:pt x="290" y="35"/>
                </a:cubicBezTo>
                <a:cubicBezTo>
                  <a:pt x="288" y="34"/>
                  <a:pt x="286" y="30"/>
                  <a:pt x="283" y="31"/>
                </a:cubicBezTo>
                <a:cubicBezTo>
                  <a:pt x="282" y="32"/>
                  <a:pt x="280" y="34"/>
                  <a:pt x="279" y="32"/>
                </a:cubicBezTo>
                <a:cubicBezTo>
                  <a:pt x="278" y="30"/>
                  <a:pt x="279" y="29"/>
                  <a:pt x="279" y="27"/>
                </a:cubicBezTo>
                <a:cubicBezTo>
                  <a:pt x="277" y="27"/>
                  <a:pt x="277" y="29"/>
                  <a:pt x="276" y="30"/>
                </a:cubicBezTo>
                <a:cubicBezTo>
                  <a:pt x="274" y="31"/>
                  <a:pt x="273" y="29"/>
                  <a:pt x="271" y="29"/>
                </a:cubicBezTo>
                <a:cubicBezTo>
                  <a:pt x="268" y="27"/>
                  <a:pt x="265" y="30"/>
                  <a:pt x="264" y="33"/>
                </a:cubicBezTo>
                <a:cubicBezTo>
                  <a:pt x="257" y="34"/>
                  <a:pt x="252" y="37"/>
                  <a:pt x="245" y="36"/>
                </a:cubicBezTo>
                <a:cubicBezTo>
                  <a:pt x="242" y="35"/>
                  <a:pt x="241" y="36"/>
                  <a:pt x="240" y="34"/>
                </a:cubicBezTo>
                <a:cubicBezTo>
                  <a:pt x="238" y="32"/>
                  <a:pt x="236" y="35"/>
                  <a:pt x="236" y="36"/>
                </a:cubicBezTo>
                <a:cubicBezTo>
                  <a:pt x="234" y="36"/>
                  <a:pt x="233" y="30"/>
                  <a:pt x="232" y="28"/>
                </a:cubicBezTo>
                <a:cubicBezTo>
                  <a:pt x="234" y="28"/>
                  <a:pt x="237" y="29"/>
                  <a:pt x="239" y="28"/>
                </a:cubicBezTo>
                <a:cubicBezTo>
                  <a:pt x="239" y="29"/>
                  <a:pt x="239" y="30"/>
                  <a:pt x="239" y="30"/>
                </a:cubicBezTo>
                <a:cubicBezTo>
                  <a:pt x="240" y="30"/>
                  <a:pt x="241" y="29"/>
                  <a:pt x="242" y="29"/>
                </a:cubicBezTo>
                <a:cubicBezTo>
                  <a:pt x="239" y="26"/>
                  <a:pt x="238" y="19"/>
                  <a:pt x="234" y="18"/>
                </a:cubicBezTo>
                <a:cubicBezTo>
                  <a:pt x="229" y="17"/>
                  <a:pt x="227" y="19"/>
                  <a:pt x="224" y="22"/>
                </a:cubicBezTo>
                <a:cubicBezTo>
                  <a:pt x="223" y="22"/>
                  <a:pt x="221" y="22"/>
                  <a:pt x="220" y="23"/>
                </a:cubicBezTo>
                <a:cubicBezTo>
                  <a:pt x="220" y="20"/>
                  <a:pt x="215" y="21"/>
                  <a:pt x="214" y="21"/>
                </a:cubicBezTo>
                <a:cubicBezTo>
                  <a:pt x="210" y="22"/>
                  <a:pt x="208" y="23"/>
                  <a:pt x="205" y="24"/>
                </a:cubicBezTo>
                <a:cubicBezTo>
                  <a:pt x="205" y="26"/>
                  <a:pt x="204" y="27"/>
                  <a:pt x="202" y="27"/>
                </a:cubicBezTo>
                <a:cubicBezTo>
                  <a:pt x="203" y="28"/>
                  <a:pt x="203" y="31"/>
                  <a:pt x="201" y="32"/>
                </a:cubicBezTo>
                <a:cubicBezTo>
                  <a:pt x="199" y="32"/>
                  <a:pt x="198" y="32"/>
                  <a:pt x="198" y="34"/>
                </a:cubicBezTo>
                <a:cubicBezTo>
                  <a:pt x="196" y="34"/>
                  <a:pt x="195" y="36"/>
                  <a:pt x="193" y="38"/>
                </a:cubicBezTo>
                <a:cubicBezTo>
                  <a:pt x="196" y="38"/>
                  <a:pt x="197" y="39"/>
                  <a:pt x="196" y="41"/>
                </a:cubicBezTo>
                <a:cubicBezTo>
                  <a:pt x="194" y="41"/>
                  <a:pt x="193" y="43"/>
                  <a:pt x="192" y="43"/>
                </a:cubicBezTo>
                <a:cubicBezTo>
                  <a:pt x="190" y="44"/>
                  <a:pt x="188" y="43"/>
                  <a:pt x="187" y="43"/>
                </a:cubicBezTo>
                <a:cubicBezTo>
                  <a:pt x="186" y="45"/>
                  <a:pt x="187" y="47"/>
                  <a:pt x="185" y="47"/>
                </a:cubicBezTo>
                <a:cubicBezTo>
                  <a:pt x="184" y="47"/>
                  <a:pt x="182" y="47"/>
                  <a:pt x="181" y="47"/>
                </a:cubicBezTo>
                <a:cubicBezTo>
                  <a:pt x="179" y="47"/>
                  <a:pt x="173" y="48"/>
                  <a:pt x="173" y="45"/>
                </a:cubicBezTo>
                <a:cubicBezTo>
                  <a:pt x="173" y="45"/>
                  <a:pt x="173" y="45"/>
                  <a:pt x="173" y="45"/>
                </a:cubicBezTo>
                <a:cubicBezTo>
                  <a:pt x="174" y="43"/>
                  <a:pt x="173" y="35"/>
                  <a:pt x="171" y="34"/>
                </a:cubicBezTo>
                <a:cubicBezTo>
                  <a:pt x="170" y="34"/>
                  <a:pt x="167" y="34"/>
                  <a:pt x="166" y="33"/>
                </a:cubicBezTo>
                <a:cubicBezTo>
                  <a:pt x="165" y="30"/>
                  <a:pt x="164" y="31"/>
                  <a:pt x="161" y="31"/>
                </a:cubicBezTo>
                <a:cubicBezTo>
                  <a:pt x="156" y="31"/>
                  <a:pt x="150" y="33"/>
                  <a:pt x="145" y="31"/>
                </a:cubicBezTo>
                <a:cubicBezTo>
                  <a:pt x="143" y="30"/>
                  <a:pt x="141" y="30"/>
                  <a:pt x="139" y="31"/>
                </a:cubicBezTo>
                <a:cubicBezTo>
                  <a:pt x="137" y="31"/>
                  <a:pt x="135" y="30"/>
                  <a:pt x="133" y="30"/>
                </a:cubicBezTo>
                <a:cubicBezTo>
                  <a:pt x="128" y="30"/>
                  <a:pt x="127" y="28"/>
                  <a:pt x="125" y="24"/>
                </a:cubicBezTo>
                <a:cubicBezTo>
                  <a:pt x="123" y="19"/>
                  <a:pt x="121" y="18"/>
                  <a:pt x="116" y="17"/>
                </a:cubicBezTo>
                <a:cubicBezTo>
                  <a:pt x="112" y="17"/>
                  <a:pt x="106" y="20"/>
                  <a:pt x="102" y="17"/>
                </a:cubicBezTo>
                <a:cubicBezTo>
                  <a:pt x="99" y="13"/>
                  <a:pt x="100" y="9"/>
                  <a:pt x="99" y="5"/>
                </a:cubicBezTo>
                <a:cubicBezTo>
                  <a:pt x="93" y="0"/>
                  <a:pt x="93" y="0"/>
                  <a:pt x="93" y="0"/>
                </a:cubicBezTo>
                <a:cubicBezTo>
                  <a:pt x="90" y="0"/>
                  <a:pt x="91" y="6"/>
                  <a:pt x="86" y="4"/>
                </a:cubicBezTo>
                <a:cubicBezTo>
                  <a:pt x="84" y="3"/>
                  <a:pt x="82" y="2"/>
                  <a:pt x="80" y="2"/>
                </a:cubicBezTo>
                <a:cubicBezTo>
                  <a:pt x="79" y="2"/>
                  <a:pt x="78" y="4"/>
                  <a:pt x="77" y="4"/>
                </a:cubicBezTo>
                <a:cubicBezTo>
                  <a:pt x="76" y="4"/>
                  <a:pt x="75" y="4"/>
                  <a:pt x="74" y="4"/>
                </a:cubicBezTo>
                <a:cubicBezTo>
                  <a:pt x="72" y="4"/>
                  <a:pt x="72" y="7"/>
                  <a:pt x="70" y="7"/>
                </a:cubicBezTo>
                <a:cubicBezTo>
                  <a:pt x="68" y="8"/>
                  <a:pt x="67" y="7"/>
                  <a:pt x="65" y="7"/>
                </a:cubicBezTo>
                <a:cubicBezTo>
                  <a:pt x="64" y="9"/>
                  <a:pt x="67" y="9"/>
                  <a:pt x="68" y="10"/>
                </a:cubicBezTo>
                <a:cubicBezTo>
                  <a:pt x="68" y="11"/>
                  <a:pt x="68" y="12"/>
                  <a:pt x="68" y="14"/>
                </a:cubicBezTo>
                <a:cubicBezTo>
                  <a:pt x="67" y="14"/>
                  <a:pt x="65" y="16"/>
                  <a:pt x="66" y="17"/>
                </a:cubicBezTo>
                <a:cubicBezTo>
                  <a:pt x="69" y="17"/>
                  <a:pt x="67" y="26"/>
                  <a:pt x="73" y="21"/>
                </a:cubicBezTo>
                <a:cubicBezTo>
                  <a:pt x="78" y="17"/>
                  <a:pt x="85" y="21"/>
                  <a:pt x="89" y="24"/>
                </a:cubicBezTo>
                <a:cubicBezTo>
                  <a:pt x="87" y="24"/>
                  <a:pt x="86" y="25"/>
                  <a:pt x="84" y="25"/>
                </a:cubicBezTo>
                <a:cubicBezTo>
                  <a:pt x="82" y="25"/>
                  <a:pt x="80" y="24"/>
                  <a:pt x="79" y="25"/>
                </a:cubicBezTo>
                <a:cubicBezTo>
                  <a:pt x="78" y="25"/>
                  <a:pt x="77" y="26"/>
                  <a:pt x="77" y="27"/>
                </a:cubicBezTo>
                <a:cubicBezTo>
                  <a:pt x="76" y="28"/>
                  <a:pt x="74" y="27"/>
                  <a:pt x="72" y="27"/>
                </a:cubicBezTo>
                <a:cubicBezTo>
                  <a:pt x="72" y="28"/>
                  <a:pt x="72" y="29"/>
                  <a:pt x="72" y="30"/>
                </a:cubicBezTo>
                <a:cubicBezTo>
                  <a:pt x="70" y="30"/>
                  <a:pt x="66" y="29"/>
                  <a:pt x="64" y="32"/>
                </a:cubicBezTo>
                <a:cubicBezTo>
                  <a:pt x="63" y="33"/>
                  <a:pt x="65" y="36"/>
                  <a:pt x="62" y="36"/>
                </a:cubicBezTo>
                <a:cubicBezTo>
                  <a:pt x="61" y="37"/>
                  <a:pt x="60" y="38"/>
                  <a:pt x="59" y="38"/>
                </a:cubicBezTo>
                <a:cubicBezTo>
                  <a:pt x="56" y="38"/>
                  <a:pt x="54" y="38"/>
                  <a:pt x="52" y="38"/>
                </a:cubicBezTo>
                <a:cubicBezTo>
                  <a:pt x="52" y="40"/>
                  <a:pt x="52" y="40"/>
                  <a:pt x="52" y="40"/>
                </a:cubicBezTo>
                <a:cubicBezTo>
                  <a:pt x="53" y="40"/>
                  <a:pt x="55" y="40"/>
                  <a:pt x="55" y="40"/>
                </a:cubicBezTo>
                <a:cubicBezTo>
                  <a:pt x="59" y="40"/>
                  <a:pt x="59" y="41"/>
                  <a:pt x="61" y="43"/>
                </a:cubicBezTo>
                <a:cubicBezTo>
                  <a:pt x="66" y="47"/>
                  <a:pt x="67" y="51"/>
                  <a:pt x="66" y="57"/>
                </a:cubicBezTo>
                <a:cubicBezTo>
                  <a:pt x="65" y="57"/>
                  <a:pt x="60" y="57"/>
                  <a:pt x="60" y="58"/>
                </a:cubicBezTo>
                <a:cubicBezTo>
                  <a:pt x="60" y="59"/>
                  <a:pt x="62" y="60"/>
                  <a:pt x="62" y="61"/>
                </a:cubicBezTo>
                <a:cubicBezTo>
                  <a:pt x="61" y="65"/>
                  <a:pt x="55" y="62"/>
                  <a:pt x="54" y="65"/>
                </a:cubicBezTo>
                <a:cubicBezTo>
                  <a:pt x="53" y="64"/>
                  <a:pt x="53" y="63"/>
                  <a:pt x="51" y="63"/>
                </a:cubicBezTo>
                <a:cubicBezTo>
                  <a:pt x="51" y="62"/>
                  <a:pt x="51" y="61"/>
                  <a:pt x="51" y="60"/>
                </a:cubicBezTo>
                <a:cubicBezTo>
                  <a:pt x="49" y="60"/>
                  <a:pt x="47" y="60"/>
                  <a:pt x="45" y="59"/>
                </a:cubicBezTo>
                <a:cubicBezTo>
                  <a:pt x="44" y="57"/>
                  <a:pt x="44" y="56"/>
                  <a:pt x="42" y="56"/>
                </a:cubicBezTo>
                <a:cubicBezTo>
                  <a:pt x="41" y="57"/>
                  <a:pt x="41" y="58"/>
                  <a:pt x="40" y="59"/>
                </a:cubicBezTo>
                <a:cubicBezTo>
                  <a:pt x="45" y="60"/>
                  <a:pt x="41" y="67"/>
                  <a:pt x="41" y="69"/>
                </a:cubicBezTo>
                <a:cubicBezTo>
                  <a:pt x="40" y="71"/>
                  <a:pt x="42" y="74"/>
                  <a:pt x="40" y="75"/>
                </a:cubicBezTo>
                <a:cubicBezTo>
                  <a:pt x="37" y="76"/>
                  <a:pt x="38" y="80"/>
                  <a:pt x="38" y="81"/>
                </a:cubicBezTo>
                <a:cubicBezTo>
                  <a:pt x="37" y="82"/>
                  <a:pt x="36" y="81"/>
                  <a:pt x="34" y="81"/>
                </a:cubicBezTo>
                <a:cubicBezTo>
                  <a:pt x="34" y="81"/>
                  <a:pt x="34" y="83"/>
                  <a:pt x="33" y="83"/>
                </a:cubicBezTo>
                <a:cubicBezTo>
                  <a:pt x="32" y="84"/>
                  <a:pt x="30" y="83"/>
                  <a:pt x="29" y="83"/>
                </a:cubicBezTo>
                <a:cubicBezTo>
                  <a:pt x="18" y="79"/>
                  <a:pt x="18" y="79"/>
                  <a:pt x="18" y="79"/>
                </a:cubicBezTo>
                <a:cubicBezTo>
                  <a:pt x="17" y="78"/>
                  <a:pt x="15" y="78"/>
                  <a:pt x="14" y="78"/>
                </a:cubicBezTo>
                <a:cubicBezTo>
                  <a:pt x="12" y="79"/>
                  <a:pt x="11" y="80"/>
                  <a:pt x="11" y="82"/>
                </a:cubicBezTo>
                <a:cubicBezTo>
                  <a:pt x="9" y="82"/>
                  <a:pt x="8" y="82"/>
                  <a:pt x="6" y="81"/>
                </a:cubicBezTo>
                <a:cubicBezTo>
                  <a:pt x="6" y="82"/>
                  <a:pt x="5" y="82"/>
                  <a:pt x="4" y="83"/>
                </a:cubicBezTo>
                <a:cubicBezTo>
                  <a:pt x="2" y="86"/>
                  <a:pt x="7" y="88"/>
                  <a:pt x="7" y="91"/>
                </a:cubicBezTo>
                <a:cubicBezTo>
                  <a:pt x="6" y="90"/>
                  <a:pt x="5" y="90"/>
                  <a:pt x="5" y="89"/>
                </a:cubicBezTo>
                <a:cubicBezTo>
                  <a:pt x="4" y="88"/>
                  <a:pt x="3" y="88"/>
                  <a:pt x="2" y="89"/>
                </a:cubicBezTo>
                <a:cubicBezTo>
                  <a:pt x="1" y="90"/>
                  <a:pt x="2" y="91"/>
                  <a:pt x="3" y="92"/>
                </a:cubicBezTo>
                <a:cubicBezTo>
                  <a:pt x="3" y="92"/>
                  <a:pt x="5" y="95"/>
                  <a:pt x="4" y="95"/>
                </a:cubicBezTo>
                <a:cubicBezTo>
                  <a:pt x="4" y="95"/>
                  <a:pt x="3" y="95"/>
                  <a:pt x="2" y="95"/>
                </a:cubicBezTo>
                <a:cubicBezTo>
                  <a:pt x="2" y="97"/>
                  <a:pt x="1" y="99"/>
                  <a:pt x="1" y="102"/>
                </a:cubicBezTo>
                <a:cubicBezTo>
                  <a:pt x="5" y="101"/>
                  <a:pt x="0" y="110"/>
                  <a:pt x="1" y="111"/>
                </a:cubicBezTo>
                <a:cubicBezTo>
                  <a:pt x="2" y="111"/>
                  <a:pt x="3" y="111"/>
                  <a:pt x="4" y="111"/>
                </a:cubicBezTo>
                <a:cubicBezTo>
                  <a:pt x="4" y="110"/>
                  <a:pt x="4" y="107"/>
                  <a:pt x="5" y="107"/>
                </a:cubicBezTo>
                <a:cubicBezTo>
                  <a:pt x="6" y="107"/>
                  <a:pt x="8" y="110"/>
                  <a:pt x="8" y="110"/>
                </a:cubicBezTo>
                <a:cubicBezTo>
                  <a:pt x="7" y="112"/>
                  <a:pt x="3" y="111"/>
                  <a:pt x="3" y="113"/>
                </a:cubicBezTo>
                <a:cubicBezTo>
                  <a:pt x="2" y="115"/>
                  <a:pt x="3" y="115"/>
                  <a:pt x="4" y="116"/>
                </a:cubicBezTo>
                <a:cubicBezTo>
                  <a:pt x="4" y="117"/>
                  <a:pt x="4" y="119"/>
                  <a:pt x="4" y="120"/>
                </a:cubicBezTo>
                <a:cubicBezTo>
                  <a:pt x="6" y="120"/>
                  <a:pt x="8" y="120"/>
                  <a:pt x="10" y="120"/>
                </a:cubicBezTo>
                <a:cubicBezTo>
                  <a:pt x="8" y="121"/>
                  <a:pt x="4" y="120"/>
                  <a:pt x="3" y="122"/>
                </a:cubicBezTo>
                <a:cubicBezTo>
                  <a:pt x="3" y="123"/>
                  <a:pt x="3" y="128"/>
                  <a:pt x="4" y="129"/>
                </a:cubicBezTo>
                <a:cubicBezTo>
                  <a:pt x="4" y="130"/>
                  <a:pt x="4" y="130"/>
                  <a:pt x="4" y="131"/>
                </a:cubicBezTo>
                <a:cubicBezTo>
                  <a:pt x="2" y="132"/>
                  <a:pt x="4" y="133"/>
                  <a:pt x="4" y="135"/>
                </a:cubicBezTo>
                <a:cubicBezTo>
                  <a:pt x="2" y="135"/>
                  <a:pt x="2" y="139"/>
                  <a:pt x="4" y="139"/>
                </a:cubicBezTo>
                <a:cubicBezTo>
                  <a:pt x="5" y="137"/>
                  <a:pt x="6" y="136"/>
                  <a:pt x="7" y="134"/>
                </a:cubicBezTo>
                <a:cubicBezTo>
                  <a:pt x="8" y="134"/>
                  <a:pt x="9" y="134"/>
                  <a:pt x="11" y="134"/>
                </a:cubicBezTo>
                <a:cubicBezTo>
                  <a:pt x="11" y="133"/>
                  <a:pt x="10" y="128"/>
                  <a:pt x="12" y="128"/>
                </a:cubicBezTo>
                <a:cubicBezTo>
                  <a:pt x="12" y="130"/>
                  <a:pt x="13" y="131"/>
                  <a:pt x="13" y="132"/>
                </a:cubicBezTo>
                <a:cubicBezTo>
                  <a:pt x="13" y="133"/>
                  <a:pt x="13" y="134"/>
                  <a:pt x="13" y="135"/>
                </a:cubicBezTo>
                <a:cubicBezTo>
                  <a:pt x="12" y="135"/>
                  <a:pt x="11" y="135"/>
                  <a:pt x="10" y="135"/>
                </a:cubicBezTo>
                <a:cubicBezTo>
                  <a:pt x="9" y="136"/>
                  <a:pt x="9" y="136"/>
                  <a:pt x="9" y="137"/>
                </a:cubicBezTo>
                <a:cubicBezTo>
                  <a:pt x="8" y="138"/>
                  <a:pt x="5" y="140"/>
                  <a:pt x="8" y="141"/>
                </a:cubicBezTo>
                <a:cubicBezTo>
                  <a:pt x="7" y="142"/>
                  <a:pt x="8" y="142"/>
                  <a:pt x="8" y="143"/>
                </a:cubicBezTo>
                <a:cubicBezTo>
                  <a:pt x="9" y="143"/>
                  <a:pt x="10" y="143"/>
                  <a:pt x="11" y="143"/>
                </a:cubicBezTo>
                <a:cubicBezTo>
                  <a:pt x="11" y="143"/>
                  <a:pt x="12" y="144"/>
                  <a:pt x="13" y="145"/>
                </a:cubicBezTo>
                <a:cubicBezTo>
                  <a:pt x="11" y="145"/>
                  <a:pt x="9" y="145"/>
                  <a:pt x="7" y="145"/>
                </a:cubicBezTo>
                <a:cubicBezTo>
                  <a:pt x="7" y="144"/>
                  <a:pt x="7" y="144"/>
                  <a:pt x="7" y="144"/>
                </a:cubicBezTo>
                <a:cubicBezTo>
                  <a:pt x="3" y="143"/>
                  <a:pt x="3" y="149"/>
                  <a:pt x="4" y="152"/>
                </a:cubicBezTo>
                <a:cubicBezTo>
                  <a:pt x="4" y="152"/>
                  <a:pt x="5" y="152"/>
                  <a:pt x="5" y="153"/>
                </a:cubicBezTo>
                <a:cubicBezTo>
                  <a:pt x="6" y="154"/>
                  <a:pt x="6" y="155"/>
                  <a:pt x="6" y="155"/>
                </a:cubicBezTo>
                <a:cubicBezTo>
                  <a:pt x="7" y="157"/>
                  <a:pt x="7" y="158"/>
                  <a:pt x="9" y="159"/>
                </a:cubicBezTo>
                <a:cubicBezTo>
                  <a:pt x="8" y="159"/>
                  <a:pt x="7" y="159"/>
                  <a:pt x="7" y="159"/>
                </a:cubicBezTo>
                <a:cubicBezTo>
                  <a:pt x="7" y="158"/>
                  <a:pt x="7" y="158"/>
                  <a:pt x="7" y="158"/>
                </a:cubicBezTo>
                <a:cubicBezTo>
                  <a:pt x="6" y="158"/>
                  <a:pt x="6" y="158"/>
                  <a:pt x="6" y="158"/>
                </a:cubicBezTo>
                <a:cubicBezTo>
                  <a:pt x="5" y="161"/>
                  <a:pt x="5" y="163"/>
                  <a:pt x="5" y="166"/>
                </a:cubicBezTo>
                <a:cubicBezTo>
                  <a:pt x="6" y="166"/>
                  <a:pt x="6" y="166"/>
                  <a:pt x="7" y="167"/>
                </a:cubicBezTo>
                <a:cubicBezTo>
                  <a:pt x="7" y="168"/>
                  <a:pt x="7" y="169"/>
                  <a:pt x="7" y="170"/>
                </a:cubicBezTo>
                <a:cubicBezTo>
                  <a:pt x="7" y="170"/>
                  <a:pt x="8" y="170"/>
                  <a:pt x="9" y="170"/>
                </a:cubicBezTo>
                <a:cubicBezTo>
                  <a:pt x="9" y="169"/>
                  <a:pt x="10" y="169"/>
                  <a:pt x="11" y="169"/>
                </a:cubicBezTo>
                <a:cubicBezTo>
                  <a:pt x="11" y="170"/>
                  <a:pt x="11" y="172"/>
                  <a:pt x="11" y="173"/>
                </a:cubicBezTo>
                <a:cubicBezTo>
                  <a:pt x="11" y="171"/>
                  <a:pt x="7" y="171"/>
                  <a:pt x="5" y="171"/>
                </a:cubicBezTo>
                <a:cubicBezTo>
                  <a:pt x="5" y="174"/>
                  <a:pt x="7" y="174"/>
                  <a:pt x="8" y="175"/>
                </a:cubicBezTo>
                <a:cubicBezTo>
                  <a:pt x="9" y="177"/>
                  <a:pt x="7" y="178"/>
                  <a:pt x="7" y="180"/>
                </a:cubicBezTo>
                <a:cubicBezTo>
                  <a:pt x="7" y="180"/>
                  <a:pt x="7" y="180"/>
                  <a:pt x="8" y="180"/>
                </a:cubicBezTo>
                <a:cubicBezTo>
                  <a:pt x="8" y="182"/>
                  <a:pt x="9" y="186"/>
                  <a:pt x="11" y="185"/>
                </a:cubicBezTo>
                <a:cubicBezTo>
                  <a:pt x="7" y="186"/>
                  <a:pt x="10" y="191"/>
                  <a:pt x="11" y="193"/>
                </a:cubicBezTo>
                <a:cubicBezTo>
                  <a:pt x="14" y="196"/>
                  <a:pt x="12" y="200"/>
                  <a:pt x="12" y="204"/>
                </a:cubicBezTo>
                <a:cubicBezTo>
                  <a:pt x="13" y="204"/>
                  <a:pt x="15" y="204"/>
                  <a:pt x="15" y="204"/>
                </a:cubicBezTo>
                <a:cubicBezTo>
                  <a:pt x="15" y="205"/>
                  <a:pt x="13" y="205"/>
                  <a:pt x="12" y="206"/>
                </a:cubicBezTo>
                <a:cubicBezTo>
                  <a:pt x="14" y="209"/>
                  <a:pt x="16" y="215"/>
                  <a:pt x="13" y="218"/>
                </a:cubicBezTo>
                <a:cubicBezTo>
                  <a:pt x="14" y="218"/>
                  <a:pt x="15" y="218"/>
                  <a:pt x="16" y="218"/>
                </a:cubicBezTo>
                <a:cubicBezTo>
                  <a:pt x="16" y="220"/>
                  <a:pt x="15" y="219"/>
                  <a:pt x="14" y="220"/>
                </a:cubicBezTo>
                <a:cubicBezTo>
                  <a:pt x="14" y="221"/>
                  <a:pt x="14" y="222"/>
                  <a:pt x="14" y="223"/>
                </a:cubicBezTo>
                <a:cubicBezTo>
                  <a:pt x="16" y="224"/>
                  <a:pt x="17" y="224"/>
                  <a:pt x="16" y="226"/>
                </a:cubicBezTo>
                <a:cubicBezTo>
                  <a:pt x="15" y="226"/>
                  <a:pt x="15" y="227"/>
                  <a:pt x="15" y="228"/>
                </a:cubicBezTo>
                <a:cubicBezTo>
                  <a:pt x="17" y="228"/>
                  <a:pt x="15" y="233"/>
                  <a:pt x="15" y="234"/>
                </a:cubicBezTo>
                <a:cubicBezTo>
                  <a:pt x="16" y="234"/>
                  <a:pt x="17" y="235"/>
                  <a:pt x="17" y="235"/>
                </a:cubicBezTo>
                <a:cubicBezTo>
                  <a:pt x="18" y="236"/>
                  <a:pt x="16" y="236"/>
                  <a:pt x="15" y="236"/>
                </a:cubicBezTo>
                <a:cubicBezTo>
                  <a:pt x="17" y="239"/>
                  <a:pt x="16" y="245"/>
                  <a:pt x="17" y="248"/>
                </a:cubicBezTo>
                <a:cubicBezTo>
                  <a:pt x="17" y="249"/>
                  <a:pt x="16" y="251"/>
                  <a:pt x="16" y="253"/>
                </a:cubicBezTo>
                <a:cubicBezTo>
                  <a:pt x="16" y="255"/>
                  <a:pt x="17" y="257"/>
                  <a:pt x="17" y="259"/>
                </a:cubicBezTo>
                <a:cubicBezTo>
                  <a:pt x="18" y="261"/>
                  <a:pt x="17" y="263"/>
                  <a:pt x="18" y="265"/>
                </a:cubicBezTo>
                <a:cubicBezTo>
                  <a:pt x="19" y="267"/>
                  <a:pt x="19" y="268"/>
                  <a:pt x="19" y="270"/>
                </a:cubicBezTo>
                <a:cubicBezTo>
                  <a:pt x="19" y="271"/>
                  <a:pt x="19" y="273"/>
                  <a:pt x="19" y="274"/>
                </a:cubicBezTo>
                <a:cubicBezTo>
                  <a:pt x="19" y="275"/>
                  <a:pt x="21" y="276"/>
                  <a:pt x="21" y="276"/>
                </a:cubicBezTo>
                <a:cubicBezTo>
                  <a:pt x="21" y="278"/>
                  <a:pt x="19" y="279"/>
                  <a:pt x="18" y="280"/>
                </a:cubicBezTo>
                <a:cubicBezTo>
                  <a:pt x="19" y="281"/>
                  <a:pt x="20" y="282"/>
                  <a:pt x="21" y="283"/>
                </a:cubicBezTo>
                <a:cubicBezTo>
                  <a:pt x="22" y="283"/>
                  <a:pt x="23" y="285"/>
                  <a:pt x="24" y="286"/>
                </a:cubicBezTo>
                <a:cubicBezTo>
                  <a:pt x="25" y="288"/>
                  <a:pt x="26" y="291"/>
                  <a:pt x="27" y="294"/>
                </a:cubicBezTo>
                <a:cubicBezTo>
                  <a:pt x="27" y="294"/>
                  <a:pt x="27" y="294"/>
                  <a:pt x="27" y="294"/>
                </a:cubicBezTo>
                <a:cubicBezTo>
                  <a:pt x="27" y="294"/>
                  <a:pt x="27" y="294"/>
                  <a:pt x="27" y="294"/>
                </a:cubicBezTo>
                <a:cubicBezTo>
                  <a:pt x="29" y="294"/>
                  <a:pt x="32" y="294"/>
                  <a:pt x="34" y="294"/>
                </a:cubicBezTo>
                <a:cubicBezTo>
                  <a:pt x="35" y="292"/>
                  <a:pt x="37" y="292"/>
                  <a:pt x="39" y="292"/>
                </a:cubicBezTo>
                <a:cubicBezTo>
                  <a:pt x="40" y="296"/>
                  <a:pt x="43" y="297"/>
                  <a:pt x="43" y="301"/>
                </a:cubicBezTo>
                <a:cubicBezTo>
                  <a:pt x="46" y="302"/>
                  <a:pt x="50" y="303"/>
                  <a:pt x="53" y="303"/>
                </a:cubicBezTo>
                <a:cubicBezTo>
                  <a:pt x="53" y="303"/>
                  <a:pt x="53" y="303"/>
                  <a:pt x="53" y="303"/>
                </a:cubicBezTo>
                <a:cubicBezTo>
                  <a:pt x="53" y="303"/>
                  <a:pt x="53" y="303"/>
                  <a:pt x="53" y="303"/>
                </a:cubicBezTo>
                <a:cubicBezTo>
                  <a:pt x="53" y="303"/>
                  <a:pt x="52" y="303"/>
                  <a:pt x="51" y="303"/>
                </a:cubicBezTo>
                <a:cubicBezTo>
                  <a:pt x="50" y="298"/>
                  <a:pt x="58" y="297"/>
                  <a:pt x="61" y="297"/>
                </a:cubicBezTo>
                <a:cubicBezTo>
                  <a:pt x="61" y="296"/>
                  <a:pt x="61" y="296"/>
                  <a:pt x="60" y="296"/>
                </a:cubicBezTo>
                <a:cubicBezTo>
                  <a:pt x="60" y="295"/>
                  <a:pt x="60" y="295"/>
                  <a:pt x="60" y="295"/>
                </a:cubicBezTo>
                <a:cubicBezTo>
                  <a:pt x="62" y="295"/>
                  <a:pt x="63" y="296"/>
                  <a:pt x="65" y="296"/>
                </a:cubicBezTo>
                <a:cubicBezTo>
                  <a:pt x="65" y="295"/>
                  <a:pt x="65" y="293"/>
                  <a:pt x="65" y="292"/>
                </a:cubicBezTo>
                <a:cubicBezTo>
                  <a:pt x="67" y="292"/>
                  <a:pt x="71" y="288"/>
                  <a:pt x="69" y="286"/>
                </a:cubicBezTo>
                <a:cubicBezTo>
                  <a:pt x="67" y="285"/>
                  <a:pt x="63" y="286"/>
                  <a:pt x="64" y="283"/>
                </a:cubicBezTo>
                <a:cubicBezTo>
                  <a:pt x="67" y="282"/>
                  <a:pt x="69" y="282"/>
                  <a:pt x="71" y="282"/>
                </a:cubicBezTo>
                <a:cubicBezTo>
                  <a:pt x="71" y="279"/>
                  <a:pt x="70" y="272"/>
                  <a:pt x="65" y="273"/>
                </a:cubicBezTo>
                <a:cubicBezTo>
                  <a:pt x="65" y="275"/>
                  <a:pt x="63" y="273"/>
                  <a:pt x="63" y="272"/>
                </a:cubicBezTo>
                <a:cubicBezTo>
                  <a:pt x="62" y="269"/>
                  <a:pt x="63" y="269"/>
                  <a:pt x="64" y="268"/>
                </a:cubicBezTo>
                <a:cubicBezTo>
                  <a:pt x="66" y="266"/>
                  <a:pt x="60" y="262"/>
                  <a:pt x="61" y="260"/>
                </a:cubicBezTo>
                <a:cubicBezTo>
                  <a:pt x="63" y="259"/>
                  <a:pt x="63" y="262"/>
                  <a:pt x="65" y="261"/>
                </a:cubicBezTo>
                <a:cubicBezTo>
                  <a:pt x="65" y="260"/>
                  <a:pt x="65" y="259"/>
                  <a:pt x="67" y="258"/>
                </a:cubicBezTo>
                <a:cubicBezTo>
                  <a:pt x="70" y="258"/>
                  <a:pt x="69" y="258"/>
                  <a:pt x="70" y="256"/>
                </a:cubicBezTo>
                <a:cubicBezTo>
                  <a:pt x="71" y="254"/>
                  <a:pt x="73" y="255"/>
                  <a:pt x="75" y="255"/>
                </a:cubicBezTo>
                <a:cubicBezTo>
                  <a:pt x="77" y="256"/>
                  <a:pt x="77" y="257"/>
                  <a:pt x="77" y="259"/>
                </a:cubicBezTo>
                <a:cubicBezTo>
                  <a:pt x="79" y="259"/>
                  <a:pt x="81" y="258"/>
                  <a:pt x="83" y="258"/>
                </a:cubicBezTo>
                <a:cubicBezTo>
                  <a:pt x="80" y="256"/>
                  <a:pt x="82" y="253"/>
                  <a:pt x="86" y="253"/>
                </a:cubicBezTo>
                <a:cubicBezTo>
                  <a:pt x="86" y="252"/>
                  <a:pt x="90" y="251"/>
                  <a:pt x="91" y="251"/>
                </a:cubicBezTo>
                <a:cubicBezTo>
                  <a:pt x="94" y="251"/>
                  <a:pt x="95" y="249"/>
                  <a:pt x="95" y="246"/>
                </a:cubicBezTo>
                <a:cubicBezTo>
                  <a:pt x="96" y="246"/>
                  <a:pt x="97" y="246"/>
                  <a:pt x="97" y="246"/>
                </a:cubicBezTo>
                <a:cubicBezTo>
                  <a:pt x="97" y="245"/>
                  <a:pt x="98" y="242"/>
                  <a:pt x="97" y="242"/>
                </a:cubicBezTo>
                <a:cubicBezTo>
                  <a:pt x="101" y="242"/>
                  <a:pt x="106" y="242"/>
                  <a:pt x="109" y="246"/>
                </a:cubicBezTo>
                <a:cubicBezTo>
                  <a:pt x="110" y="247"/>
                  <a:pt x="112" y="247"/>
                  <a:pt x="113" y="246"/>
                </a:cubicBezTo>
                <a:cubicBezTo>
                  <a:pt x="115" y="245"/>
                  <a:pt x="114" y="244"/>
                  <a:pt x="114" y="242"/>
                </a:cubicBezTo>
                <a:cubicBezTo>
                  <a:pt x="118" y="241"/>
                  <a:pt x="124" y="243"/>
                  <a:pt x="129" y="243"/>
                </a:cubicBezTo>
                <a:cubicBezTo>
                  <a:pt x="129" y="242"/>
                  <a:pt x="129" y="241"/>
                  <a:pt x="129" y="240"/>
                </a:cubicBezTo>
                <a:cubicBezTo>
                  <a:pt x="132" y="240"/>
                  <a:pt x="131" y="241"/>
                  <a:pt x="133" y="242"/>
                </a:cubicBezTo>
                <a:cubicBezTo>
                  <a:pt x="135" y="244"/>
                  <a:pt x="135" y="241"/>
                  <a:pt x="135" y="239"/>
                </a:cubicBezTo>
                <a:cubicBezTo>
                  <a:pt x="135" y="237"/>
                  <a:pt x="135" y="236"/>
                  <a:pt x="134" y="234"/>
                </a:cubicBezTo>
                <a:cubicBezTo>
                  <a:pt x="133" y="232"/>
                  <a:pt x="134" y="230"/>
                  <a:pt x="136" y="230"/>
                </a:cubicBezTo>
                <a:cubicBezTo>
                  <a:pt x="136" y="227"/>
                  <a:pt x="134" y="225"/>
                  <a:pt x="134" y="223"/>
                </a:cubicBezTo>
                <a:cubicBezTo>
                  <a:pt x="134" y="220"/>
                  <a:pt x="135" y="218"/>
                  <a:pt x="135" y="216"/>
                </a:cubicBezTo>
                <a:cubicBezTo>
                  <a:pt x="138" y="215"/>
                  <a:pt x="139" y="217"/>
                  <a:pt x="141" y="219"/>
                </a:cubicBezTo>
                <a:cubicBezTo>
                  <a:pt x="141" y="220"/>
                  <a:pt x="145" y="221"/>
                  <a:pt x="145" y="219"/>
                </a:cubicBezTo>
                <a:cubicBezTo>
                  <a:pt x="148" y="219"/>
                  <a:pt x="150" y="223"/>
                  <a:pt x="151" y="224"/>
                </a:cubicBezTo>
                <a:cubicBezTo>
                  <a:pt x="153" y="225"/>
                  <a:pt x="156" y="225"/>
                  <a:pt x="158" y="225"/>
                </a:cubicBezTo>
                <a:cubicBezTo>
                  <a:pt x="158" y="223"/>
                  <a:pt x="158" y="223"/>
                  <a:pt x="158" y="223"/>
                </a:cubicBezTo>
                <a:cubicBezTo>
                  <a:pt x="165" y="226"/>
                  <a:pt x="165" y="226"/>
                  <a:pt x="165" y="226"/>
                </a:cubicBezTo>
                <a:cubicBezTo>
                  <a:pt x="169" y="226"/>
                  <a:pt x="169" y="227"/>
                  <a:pt x="172" y="229"/>
                </a:cubicBezTo>
                <a:cubicBezTo>
                  <a:pt x="173" y="228"/>
                  <a:pt x="174" y="227"/>
                  <a:pt x="174" y="226"/>
                </a:cubicBezTo>
                <a:cubicBezTo>
                  <a:pt x="172" y="225"/>
                  <a:pt x="171" y="222"/>
                  <a:pt x="171" y="220"/>
                </a:cubicBezTo>
                <a:cubicBezTo>
                  <a:pt x="171" y="219"/>
                  <a:pt x="173" y="218"/>
                  <a:pt x="172" y="217"/>
                </a:cubicBezTo>
                <a:cubicBezTo>
                  <a:pt x="172" y="216"/>
                  <a:pt x="171" y="215"/>
                  <a:pt x="171" y="214"/>
                </a:cubicBezTo>
                <a:cubicBezTo>
                  <a:pt x="173" y="214"/>
                  <a:pt x="175" y="215"/>
                  <a:pt x="176" y="215"/>
                </a:cubicBezTo>
                <a:cubicBezTo>
                  <a:pt x="178" y="215"/>
                  <a:pt x="177" y="212"/>
                  <a:pt x="178" y="211"/>
                </a:cubicBezTo>
                <a:cubicBezTo>
                  <a:pt x="180" y="210"/>
                  <a:pt x="180" y="208"/>
                  <a:pt x="182" y="208"/>
                </a:cubicBezTo>
                <a:cubicBezTo>
                  <a:pt x="184" y="207"/>
                  <a:pt x="186" y="209"/>
                  <a:pt x="188" y="208"/>
                </a:cubicBezTo>
                <a:cubicBezTo>
                  <a:pt x="190" y="214"/>
                  <a:pt x="190" y="208"/>
                  <a:pt x="193" y="207"/>
                </a:cubicBezTo>
                <a:cubicBezTo>
                  <a:pt x="196" y="206"/>
                  <a:pt x="196" y="205"/>
                  <a:pt x="194" y="204"/>
                </a:cubicBezTo>
                <a:cubicBezTo>
                  <a:pt x="193" y="203"/>
                  <a:pt x="194" y="201"/>
                  <a:pt x="194" y="199"/>
                </a:cubicBezTo>
                <a:cubicBezTo>
                  <a:pt x="194" y="199"/>
                  <a:pt x="194" y="199"/>
                  <a:pt x="194" y="199"/>
                </a:cubicBezTo>
                <a:cubicBezTo>
                  <a:pt x="194" y="200"/>
                  <a:pt x="194" y="200"/>
                  <a:pt x="194" y="201"/>
                </a:cubicBezTo>
                <a:cubicBezTo>
                  <a:pt x="197" y="202"/>
                  <a:pt x="199" y="202"/>
                  <a:pt x="202" y="200"/>
                </a:cubicBezTo>
                <a:cubicBezTo>
                  <a:pt x="203" y="199"/>
                  <a:pt x="203" y="199"/>
                  <a:pt x="203" y="199"/>
                </a:cubicBezTo>
                <a:cubicBezTo>
                  <a:pt x="203" y="199"/>
                  <a:pt x="203" y="197"/>
                  <a:pt x="203" y="196"/>
                </a:cubicBezTo>
                <a:cubicBezTo>
                  <a:pt x="205" y="196"/>
                  <a:pt x="205" y="196"/>
                  <a:pt x="205" y="194"/>
                </a:cubicBezTo>
                <a:cubicBezTo>
                  <a:pt x="205" y="193"/>
                  <a:pt x="205" y="192"/>
                  <a:pt x="203" y="192"/>
                </a:cubicBezTo>
                <a:cubicBezTo>
                  <a:pt x="206" y="185"/>
                  <a:pt x="213" y="192"/>
                  <a:pt x="215" y="188"/>
                </a:cubicBezTo>
                <a:cubicBezTo>
                  <a:pt x="217" y="186"/>
                  <a:pt x="220" y="185"/>
                  <a:pt x="221" y="182"/>
                </a:cubicBezTo>
                <a:cubicBezTo>
                  <a:pt x="223" y="179"/>
                  <a:pt x="222" y="179"/>
                  <a:pt x="226" y="179"/>
                </a:cubicBezTo>
                <a:cubicBezTo>
                  <a:pt x="227" y="181"/>
                  <a:pt x="226" y="192"/>
                  <a:pt x="230" y="186"/>
                </a:cubicBezTo>
                <a:cubicBezTo>
                  <a:pt x="230" y="185"/>
                  <a:pt x="230" y="185"/>
                  <a:pt x="230" y="185"/>
                </a:cubicBezTo>
                <a:cubicBezTo>
                  <a:pt x="231" y="185"/>
                  <a:pt x="231" y="184"/>
                  <a:pt x="231" y="184"/>
                </a:cubicBezTo>
                <a:cubicBezTo>
                  <a:pt x="232" y="182"/>
                  <a:pt x="233" y="180"/>
                  <a:pt x="232" y="178"/>
                </a:cubicBezTo>
                <a:cubicBezTo>
                  <a:pt x="232" y="176"/>
                  <a:pt x="231" y="176"/>
                  <a:pt x="231" y="174"/>
                </a:cubicBezTo>
                <a:cubicBezTo>
                  <a:pt x="232" y="174"/>
                  <a:pt x="232" y="172"/>
                  <a:pt x="232" y="171"/>
                </a:cubicBezTo>
                <a:cubicBezTo>
                  <a:pt x="233" y="172"/>
                  <a:pt x="234" y="171"/>
                  <a:pt x="234" y="169"/>
                </a:cubicBezTo>
                <a:cubicBezTo>
                  <a:pt x="236" y="169"/>
                  <a:pt x="238" y="170"/>
                  <a:pt x="240" y="170"/>
                </a:cubicBezTo>
                <a:cubicBezTo>
                  <a:pt x="240" y="169"/>
                  <a:pt x="241" y="165"/>
                  <a:pt x="242" y="164"/>
                </a:cubicBezTo>
                <a:cubicBezTo>
                  <a:pt x="243" y="161"/>
                  <a:pt x="245" y="159"/>
                  <a:pt x="248" y="158"/>
                </a:cubicBezTo>
                <a:cubicBezTo>
                  <a:pt x="249" y="157"/>
                  <a:pt x="250" y="156"/>
                  <a:pt x="250" y="154"/>
                </a:cubicBezTo>
                <a:cubicBezTo>
                  <a:pt x="248" y="154"/>
                  <a:pt x="248" y="154"/>
                  <a:pt x="248" y="154"/>
                </a:cubicBezTo>
                <a:cubicBezTo>
                  <a:pt x="248" y="151"/>
                  <a:pt x="239" y="146"/>
                  <a:pt x="246" y="144"/>
                </a:cubicBezTo>
                <a:cubicBezTo>
                  <a:pt x="249" y="143"/>
                  <a:pt x="247" y="140"/>
                  <a:pt x="248" y="138"/>
                </a:cubicBezTo>
                <a:cubicBezTo>
                  <a:pt x="249" y="136"/>
                  <a:pt x="252" y="136"/>
                  <a:pt x="251" y="133"/>
                </a:cubicBezTo>
                <a:cubicBezTo>
                  <a:pt x="252" y="133"/>
                  <a:pt x="253" y="133"/>
                  <a:pt x="254" y="133"/>
                </a:cubicBezTo>
                <a:cubicBezTo>
                  <a:pt x="254" y="136"/>
                  <a:pt x="258" y="136"/>
                  <a:pt x="256" y="139"/>
                </a:cubicBezTo>
                <a:cubicBezTo>
                  <a:pt x="258" y="137"/>
                  <a:pt x="261" y="138"/>
                  <a:pt x="263" y="138"/>
                </a:cubicBezTo>
                <a:cubicBezTo>
                  <a:pt x="264" y="137"/>
                  <a:pt x="264" y="137"/>
                  <a:pt x="264" y="137"/>
                </a:cubicBezTo>
                <a:cubicBezTo>
                  <a:pt x="263" y="136"/>
                  <a:pt x="263" y="134"/>
                  <a:pt x="261" y="133"/>
                </a:cubicBezTo>
                <a:cubicBezTo>
                  <a:pt x="260" y="133"/>
                  <a:pt x="259" y="132"/>
                  <a:pt x="259" y="131"/>
                </a:cubicBezTo>
                <a:cubicBezTo>
                  <a:pt x="264" y="131"/>
                  <a:pt x="266" y="131"/>
                  <a:pt x="269" y="128"/>
                </a:cubicBezTo>
                <a:cubicBezTo>
                  <a:pt x="271" y="127"/>
                  <a:pt x="271" y="121"/>
                  <a:pt x="271" y="119"/>
                </a:cubicBezTo>
                <a:cubicBezTo>
                  <a:pt x="271" y="118"/>
                  <a:pt x="269" y="118"/>
                  <a:pt x="270" y="117"/>
                </a:cubicBezTo>
                <a:cubicBezTo>
                  <a:pt x="270" y="116"/>
                  <a:pt x="272" y="116"/>
                  <a:pt x="272" y="115"/>
                </a:cubicBezTo>
                <a:cubicBezTo>
                  <a:pt x="275" y="112"/>
                  <a:pt x="270" y="111"/>
                  <a:pt x="270" y="108"/>
                </a:cubicBezTo>
                <a:cubicBezTo>
                  <a:pt x="271" y="108"/>
                  <a:pt x="272" y="108"/>
                  <a:pt x="272" y="107"/>
                </a:cubicBezTo>
                <a:cubicBezTo>
                  <a:pt x="274" y="108"/>
                  <a:pt x="280" y="111"/>
                  <a:pt x="280" y="113"/>
                </a:cubicBezTo>
                <a:cubicBezTo>
                  <a:pt x="283" y="113"/>
                  <a:pt x="286" y="111"/>
                  <a:pt x="289" y="113"/>
                </a:cubicBezTo>
                <a:cubicBezTo>
                  <a:pt x="291" y="114"/>
                  <a:pt x="294" y="113"/>
                  <a:pt x="297" y="113"/>
                </a:cubicBezTo>
                <a:cubicBezTo>
                  <a:pt x="297" y="116"/>
                  <a:pt x="296" y="118"/>
                  <a:pt x="296" y="120"/>
                </a:cubicBezTo>
                <a:cubicBezTo>
                  <a:pt x="299" y="121"/>
                  <a:pt x="301" y="120"/>
                  <a:pt x="303" y="120"/>
                </a:cubicBezTo>
                <a:cubicBezTo>
                  <a:pt x="303" y="122"/>
                  <a:pt x="303" y="122"/>
                  <a:pt x="301" y="123"/>
                </a:cubicBezTo>
                <a:cubicBezTo>
                  <a:pt x="300" y="124"/>
                  <a:pt x="300" y="126"/>
                  <a:pt x="300" y="127"/>
                </a:cubicBezTo>
                <a:cubicBezTo>
                  <a:pt x="303" y="128"/>
                  <a:pt x="306" y="127"/>
                  <a:pt x="308" y="127"/>
                </a:cubicBezTo>
                <a:cubicBezTo>
                  <a:pt x="308" y="127"/>
                  <a:pt x="308" y="127"/>
                  <a:pt x="308" y="127"/>
                </a:cubicBezTo>
                <a:cubicBezTo>
                  <a:pt x="311" y="126"/>
                  <a:pt x="312" y="130"/>
                  <a:pt x="315" y="129"/>
                </a:cubicBezTo>
                <a:cubicBezTo>
                  <a:pt x="314" y="128"/>
                  <a:pt x="313" y="126"/>
                  <a:pt x="315" y="126"/>
                </a:cubicBezTo>
                <a:cubicBezTo>
                  <a:pt x="315" y="124"/>
                  <a:pt x="315" y="123"/>
                  <a:pt x="315" y="122"/>
                </a:cubicBezTo>
                <a:cubicBezTo>
                  <a:pt x="315" y="122"/>
                  <a:pt x="316" y="122"/>
                  <a:pt x="316" y="122"/>
                </a:cubicBezTo>
                <a:cubicBezTo>
                  <a:pt x="317" y="122"/>
                  <a:pt x="317" y="124"/>
                  <a:pt x="317" y="124"/>
                </a:cubicBezTo>
                <a:cubicBezTo>
                  <a:pt x="318" y="125"/>
                  <a:pt x="320" y="124"/>
                  <a:pt x="322" y="124"/>
                </a:cubicBezTo>
                <a:cubicBezTo>
                  <a:pt x="322" y="125"/>
                  <a:pt x="322" y="126"/>
                  <a:pt x="322" y="126"/>
                </a:cubicBezTo>
                <a:cubicBezTo>
                  <a:pt x="322" y="126"/>
                  <a:pt x="323" y="126"/>
                  <a:pt x="324" y="126"/>
                </a:cubicBezTo>
                <a:cubicBezTo>
                  <a:pt x="323" y="128"/>
                  <a:pt x="326" y="131"/>
                  <a:pt x="328" y="129"/>
                </a:cubicBezTo>
                <a:cubicBezTo>
                  <a:pt x="329" y="128"/>
                  <a:pt x="327" y="127"/>
                  <a:pt x="328" y="126"/>
                </a:cubicBezTo>
                <a:cubicBezTo>
                  <a:pt x="330" y="125"/>
                  <a:pt x="330" y="127"/>
                  <a:pt x="330" y="128"/>
                </a:cubicBezTo>
                <a:cubicBezTo>
                  <a:pt x="332" y="128"/>
                  <a:pt x="332" y="126"/>
                  <a:pt x="333" y="125"/>
                </a:cubicBezTo>
                <a:cubicBezTo>
                  <a:pt x="335" y="125"/>
                  <a:pt x="337" y="126"/>
                  <a:pt x="339" y="126"/>
                </a:cubicBezTo>
                <a:cubicBezTo>
                  <a:pt x="340" y="125"/>
                  <a:pt x="341" y="125"/>
                  <a:pt x="341" y="126"/>
                </a:cubicBezTo>
                <a:cubicBezTo>
                  <a:pt x="343" y="129"/>
                  <a:pt x="346" y="131"/>
                  <a:pt x="349" y="132"/>
                </a:cubicBezTo>
                <a:cubicBezTo>
                  <a:pt x="349" y="133"/>
                  <a:pt x="351" y="134"/>
                  <a:pt x="351" y="135"/>
                </a:cubicBezTo>
                <a:cubicBezTo>
                  <a:pt x="351" y="137"/>
                  <a:pt x="350" y="138"/>
                  <a:pt x="349" y="140"/>
                </a:cubicBezTo>
                <a:cubicBezTo>
                  <a:pt x="348" y="143"/>
                  <a:pt x="350" y="146"/>
                  <a:pt x="347" y="148"/>
                </a:cubicBezTo>
                <a:cubicBezTo>
                  <a:pt x="345" y="150"/>
                  <a:pt x="344" y="153"/>
                  <a:pt x="347" y="154"/>
                </a:cubicBezTo>
                <a:cubicBezTo>
                  <a:pt x="349" y="155"/>
                  <a:pt x="350" y="161"/>
                  <a:pt x="350" y="163"/>
                </a:cubicBezTo>
                <a:cubicBezTo>
                  <a:pt x="347" y="164"/>
                  <a:pt x="350" y="166"/>
                  <a:pt x="351" y="167"/>
                </a:cubicBezTo>
                <a:cubicBezTo>
                  <a:pt x="353" y="169"/>
                  <a:pt x="357" y="170"/>
                  <a:pt x="360" y="171"/>
                </a:cubicBezTo>
                <a:cubicBezTo>
                  <a:pt x="361" y="171"/>
                  <a:pt x="361" y="171"/>
                  <a:pt x="361" y="171"/>
                </a:cubicBezTo>
                <a:cubicBezTo>
                  <a:pt x="362" y="170"/>
                  <a:pt x="362" y="170"/>
                  <a:pt x="362" y="170"/>
                </a:cubicBezTo>
                <a:cubicBezTo>
                  <a:pt x="362" y="170"/>
                  <a:pt x="363" y="170"/>
                  <a:pt x="364" y="169"/>
                </a:cubicBezTo>
                <a:cubicBezTo>
                  <a:pt x="364" y="169"/>
                  <a:pt x="363" y="168"/>
                  <a:pt x="362" y="168"/>
                </a:cubicBezTo>
                <a:cubicBezTo>
                  <a:pt x="361" y="164"/>
                  <a:pt x="365" y="165"/>
                  <a:pt x="367" y="164"/>
                </a:cubicBezTo>
                <a:cubicBezTo>
                  <a:pt x="371" y="162"/>
                  <a:pt x="366" y="160"/>
                  <a:pt x="365" y="158"/>
                </a:cubicBezTo>
                <a:cubicBezTo>
                  <a:pt x="364" y="157"/>
                  <a:pt x="363" y="151"/>
                  <a:pt x="366" y="151"/>
                </a:cubicBezTo>
                <a:cubicBezTo>
                  <a:pt x="369" y="150"/>
                  <a:pt x="366" y="146"/>
                  <a:pt x="369" y="145"/>
                </a:cubicBezTo>
                <a:cubicBezTo>
                  <a:pt x="369" y="144"/>
                  <a:pt x="369" y="144"/>
                  <a:pt x="369" y="144"/>
                </a:cubicBezTo>
                <a:cubicBezTo>
                  <a:pt x="372" y="145"/>
                  <a:pt x="377" y="137"/>
                  <a:pt x="379" y="138"/>
                </a:cubicBezTo>
                <a:cubicBezTo>
                  <a:pt x="380" y="139"/>
                  <a:pt x="381" y="142"/>
                  <a:pt x="383" y="142"/>
                </a:cubicBezTo>
                <a:cubicBezTo>
                  <a:pt x="385" y="143"/>
                  <a:pt x="387" y="143"/>
                  <a:pt x="389" y="143"/>
                </a:cubicBezTo>
                <a:cubicBezTo>
                  <a:pt x="390" y="142"/>
                  <a:pt x="390" y="142"/>
                  <a:pt x="392" y="141"/>
                </a:cubicBezTo>
                <a:cubicBezTo>
                  <a:pt x="392" y="140"/>
                  <a:pt x="392" y="141"/>
                  <a:pt x="393" y="140"/>
                </a:cubicBezTo>
                <a:cubicBezTo>
                  <a:pt x="392" y="139"/>
                  <a:pt x="394" y="138"/>
                  <a:pt x="394" y="137"/>
                </a:cubicBezTo>
                <a:cubicBezTo>
                  <a:pt x="394" y="137"/>
                  <a:pt x="394" y="137"/>
                  <a:pt x="393" y="137"/>
                </a:cubicBezTo>
                <a:cubicBezTo>
                  <a:pt x="392" y="135"/>
                  <a:pt x="396" y="134"/>
                  <a:pt x="395" y="132"/>
                </a:cubicBezTo>
                <a:close/>
              </a:path>
            </a:pathLst>
          </a:custGeom>
          <a:solidFill>
            <a:srgbClr val="046A38"/>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grpSp>
        <p:nvGrpSpPr>
          <p:cNvPr id="187" name="Group 186">
            <a:extLst>
              <a:ext uri="{FF2B5EF4-FFF2-40B4-BE49-F238E27FC236}">
                <a16:creationId xmlns:a16="http://schemas.microsoft.com/office/drawing/2014/main" id="{002BBF80-3F90-479C-9CEF-549AF7B93402}"/>
              </a:ext>
            </a:extLst>
          </p:cNvPr>
          <p:cNvGrpSpPr/>
          <p:nvPr/>
        </p:nvGrpSpPr>
        <p:grpSpPr>
          <a:xfrm>
            <a:off x="2049589" y="4892096"/>
            <a:ext cx="223350" cy="454271"/>
            <a:chOff x="2589213" y="5357813"/>
            <a:chExt cx="347663" cy="731838"/>
          </a:xfrm>
          <a:solidFill>
            <a:schemeClr val="bg2"/>
          </a:solidFill>
        </p:grpSpPr>
        <p:sp>
          <p:nvSpPr>
            <p:cNvPr id="188" name="Freeform 403">
              <a:extLst>
                <a:ext uri="{FF2B5EF4-FFF2-40B4-BE49-F238E27FC236}">
                  <a16:creationId xmlns:a16="http://schemas.microsoft.com/office/drawing/2014/main" id="{C3DB291D-1AE0-4CB0-8D4B-6711EB060847}"/>
                </a:ext>
              </a:extLst>
            </p:cNvPr>
            <p:cNvSpPr>
              <a:spLocks/>
            </p:cNvSpPr>
            <p:nvPr/>
          </p:nvSpPr>
          <p:spPr bwMode="auto">
            <a:xfrm>
              <a:off x="2589213" y="5484813"/>
              <a:ext cx="7938" cy="9525"/>
            </a:xfrm>
            <a:custGeom>
              <a:avLst/>
              <a:gdLst>
                <a:gd name="T0" fmla="*/ 0 w 2"/>
                <a:gd name="T1" fmla="*/ 1 h 3"/>
                <a:gd name="T2" fmla="*/ 1 w 2"/>
                <a:gd name="T3" fmla="*/ 2 h 3"/>
                <a:gd name="T4" fmla="*/ 1 w 2"/>
                <a:gd name="T5" fmla="*/ 1 h 3"/>
                <a:gd name="T6" fmla="*/ 2 w 2"/>
                <a:gd name="T7" fmla="*/ 3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0"/>
                    <a:pt x="1" y="1"/>
                    <a:pt x="1" y="2"/>
                  </a:cubicBezTo>
                  <a:cubicBezTo>
                    <a:pt x="1" y="1"/>
                    <a:pt x="1" y="1"/>
                    <a:pt x="1" y="1"/>
                  </a:cubicBezTo>
                  <a:cubicBezTo>
                    <a:pt x="1" y="2"/>
                    <a:pt x="2" y="2"/>
                    <a:pt x="2" y="3"/>
                  </a:cubicBezTo>
                  <a:cubicBezTo>
                    <a:pt x="1" y="2"/>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89" name="Freeform 404">
              <a:extLst>
                <a:ext uri="{FF2B5EF4-FFF2-40B4-BE49-F238E27FC236}">
                  <a16:creationId xmlns:a16="http://schemas.microsoft.com/office/drawing/2014/main" id="{604C842A-946F-4CD5-8349-917112975714}"/>
                </a:ext>
              </a:extLst>
            </p:cNvPr>
            <p:cNvSpPr>
              <a:spLocks/>
            </p:cNvSpPr>
            <p:nvPr/>
          </p:nvSpPr>
          <p:spPr bwMode="auto">
            <a:xfrm>
              <a:off x="2620963" y="5441951"/>
              <a:ext cx="14288" cy="14288"/>
            </a:xfrm>
            <a:custGeom>
              <a:avLst/>
              <a:gdLst>
                <a:gd name="T0" fmla="*/ 3 w 4"/>
                <a:gd name="T1" fmla="*/ 4 h 4"/>
                <a:gd name="T2" fmla="*/ 1 w 4"/>
                <a:gd name="T3" fmla="*/ 1 h 4"/>
                <a:gd name="T4" fmla="*/ 4 w 4"/>
                <a:gd name="T5" fmla="*/ 2 h 4"/>
                <a:gd name="T6" fmla="*/ 3 w 4"/>
                <a:gd name="T7" fmla="*/ 4 h 4"/>
              </a:gdLst>
              <a:ahLst/>
              <a:cxnLst>
                <a:cxn ang="0">
                  <a:pos x="T0" y="T1"/>
                </a:cxn>
                <a:cxn ang="0">
                  <a:pos x="T2" y="T3"/>
                </a:cxn>
                <a:cxn ang="0">
                  <a:pos x="T4" y="T5"/>
                </a:cxn>
                <a:cxn ang="0">
                  <a:pos x="T6" y="T7"/>
                </a:cxn>
              </a:cxnLst>
              <a:rect l="0" t="0" r="r" b="b"/>
              <a:pathLst>
                <a:path w="4" h="4">
                  <a:moveTo>
                    <a:pt x="3" y="4"/>
                  </a:moveTo>
                  <a:cubicBezTo>
                    <a:pt x="2" y="4"/>
                    <a:pt x="0" y="2"/>
                    <a:pt x="1" y="1"/>
                  </a:cubicBezTo>
                  <a:cubicBezTo>
                    <a:pt x="1" y="0"/>
                    <a:pt x="3" y="1"/>
                    <a:pt x="4" y="2"/>
                  </a:cubicBezTo>
                  <a:cubicBezTo>
                    <a:pt x="4" y="2"/>
                    <a:pt x="4"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0" name="Freeform 405">
              <a:extLst>
                <a:ext uri="{FF2B5EF4-FFF2-40B4-BE49-F238E27FC236}">
                  <a16:creationId xmlns:a16="http://schemas.microsoft.com/office/drawing/2014/main" id="{5F017592-88C4-469E-89CB-7E191078DAF2}"/>
                </a:ext>
              </a:extLst>
            </p:cNvPr>
            <p:cNvSpPr>
              <a:spLocks/>
            </p:cNvSpPr>
            <p:nvPr/>
          </p:nvSpPr>
          <p:spPr bwMode="auto">
            <a:xfrm>
              <a:off x="2643188" y="5357813"/>
              <a:ext cx="3175" cy="3175"/>
            </a:xfrm>
            <a:custGeom>
              <a:avLst/>
              <a:gdLst>
                <a:gd name="T0" fmla="*/ 0 w 1"/>
                <a:gd name="T1" fmla="*/ 1 h 1"/>
                <a:gd name="T2" fmla="*/ 0 w 1"/>
                <a:gd name="T3" fmla="*/ 0 h 1"/>
                <a:gd name="T4" fmla="*/ 0 w 1"/>
                <a:gd name="T5" fmla="*/ 0 h 1"/>
                <a:gd name="T6" fmla="*/ 1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0"/>
                    <a:pt x="0" y="0"/>
                  </a:cubicBezTo>
                  <a:cubicBezTo>
                    <a:pt x="0" y="0"/>
                    <a:pt x="0" y="0"/>
                    <a:pt x="0" y="0"/>
                  </a:cubicBezTo>
                  <a:cubicBezTo>
                    <a:pt x="0" y="1"/>
                    <a:pt x="1" y="1"/>
                    <a:pt x="1"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1" name="Freeform 406">
              <a:extLst>
                <a:ext uri="{FF2B5EF4-FFF2-40B4-BE49-F238E27FC236}">
                  <a16:creationId xmlns:a16="http://schemas.microsoft.com/office/drawing/2014/main" id="{B657F0F5-F66B-4283-9B8E-88D864C12B1B}"/>
                </a:ext>
              </a:extLst>
            </p:cNvPr>
            <p:cNvSpPr>
              <a:spLocks/>
            </p:cNvSpPr>
            <p:nvPr/>
          </p:nvSpPr>
          <p:spPr bwMode="auto">
            <a:xfrm>
              <a:off x="2649538" y="5367338"/>
              <a:ext cx="4763" cy="7938"/>
            </a:xfrm>
            <a:custGeom>
              <a:avLst/>
              <a:gdLst>
                <a:gd name="T0" fmla="*/ 0 w 1"/>
                <a:gd name="T1" fmla="*/ 2 h 2"/>
                <a:gd name="T2" fmla="*/ 0 w 1"/>
                <a:gd name="T3" fmla="*/ 0 h 2"/>
                <a:gd name="T4" fmla="*/ 0 w 1"/>
                <a:gd name="T5" fmla="*/ 0 h 2"/>
                <a:gd name="T6" fmla="*/ 0 w 1"/>
                <a:gd name="T7" fmla="*/ 0 h 2"/>
                <a:gd name="T8" fmla="*/ 0 w 1"/>
                <a:gd name="T9" fmla="*/ 0 h 2"/>
                <a:gd name="T10" fmla="*/ 1 w 1"/>
                <a:gd name="T11" fmla="*/ 0 h 2"/>
                <a:gd name="T12" fmla="*/ 0 w 1"/>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1" h="2">
                  <a:moveTo>
                    <a:pt x="0" y="2"/>
                  </a:moveTo>
                  <a:cubicBezTo>
                    <a:pt x="0" y="1"/>
                    <a:pt x="0" y="1"/>
                    <a:pt x="0" y="0"/>
                  </a:cubicBezTo>
                  <a:cubicBezTo>
                    <a:pt x="0" y="0"/>
                    <a:pt x="0" y="0"/>
                    <a:pt x="0" y="0"/>
                  </a:cubicBezTo>
                  <a:cubicBezTo>
                    <a:pt x="0" y="0"/>
                    <a:pt x="0" y="0"/>
                    <a:pt x="0" y="0"/>
                  </a:cubicBezTo>
                  <a:cubicBezTo>
                    <a:pt x="0" y="0"/>
                    <a:pt x="0" y="0"/>
                    <a:pt x="0" y="0"/>
                  </a:cubicBezTo>
                  <a:cubicBezTo>
                    <a:pt x="1" y="0"/>
                    <a:pt x="1" y="0"/>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2" name="Freeform 407">
              <a:extLst>
                <a:ext uri="{FF2B5EF4-FFF2-40B4-BE49-F238E27FC236}">
                  <a16:creationId xmlns:a16="http://schemas.microsoft.com/office/drawing/2014/main" id="{61287912-2D1C-4CB3-9A32-7ECF0F9CE0BF}"/>
                </a:ext>
              </a:extLst>
            </p:cNvPr>
            <p:cNvSpPr>
              <a:spLocks/>
            </p:cNvSpPr>
            <p:nvPr/>
          </p:nvSpPr>
          <p:spPr bwMode="auto">
            <a:xfrm>
              <a:off x="2660651" y="5554663"/>
              <a:ext cx="14288" cy="14288"/>
            </a:xfrm>
            <a:custGeom>
              <a:avLst/>
              <a:gdLst>
                <a:gd name="T0" fmla="*/ 1 w 4"/>
                <a:gd name="T1" fmla="*/ 1 h 4"/>
                <a:gd name="T2" fmla="*/ 3 w 4"/>
                <a:gd name="T3" fmla="*/ 3 h 4"/>
                <a:gd name="T4" fmla="*/ 3 w 4"/>
                <a:gd name="T5" fmla="*/ 3 h 4"/>
                <a:gd name="T6" fmla="*/ 3 w 4"/>
                <a:gd name="T7" fmla="*/ 4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2" y="0"/>
                    <a:pt x="4" y="2"/>
                    <a:pt x="3" y="3"/>
                  </a:cubicBezTo>
                  <a:cubicBezTo>
                    <a:pt x="3" y="3"/>
                    <a:pt x="3" y="3"/>
                    <a:pt x="3" y="3"/>
                  </a:cubicBezTo>
                  <a:cubicBezTo>
                    <a:pt x="3" y="3"/>
                    <a:pt x="3" y="3"/>
                    <a:pt x="3" y="4"/>
                  </a:cubicBezTo>
                  <a:cubicBezTo>
                    <a:pt x="2" y="4"/>
                    <a:pt x="0"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3" name="Freeform 408">
              <a:extLst>
                <a:ext uri="{FF2B5EF4-FFF2-40B4-BE49-F238E27FC236}">
                  <a16:creationId xmlns:a16="http://schemas.microsoft.com/office/drawing/2014/main" id="{2BEFB789-000E-4DB4-98E4-E928A8C4B529}"/>
                </a:ext>
              </a:extLst>
            </p:cNvPr>
            <p:cNvSpPr>
              <a:spLocks/>
            </p:cNvSpPr>
            <p:nvPr/>
          </p:nvSpPr>
          <p:spPr bwMode="auto">
            <a:xfrm>
              <a:off x="2663826" y="5761038"/>
              <a:ext cx="7938" cy="3175"/>
            </a:xfrm>
            <a:custGeom>
              <a:avLst/>
              <a:gdLst>
                <a:gd name="T0" fmla="*/ 2 w 2"/>
                <a:gd name="T1" fmla="*/ 1 h 1"/>
                <a:gd name="T2" fmla="*/ 1 w 2"/>
                <a:gd name="T3" fmla="*/ 1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1" y="1"/>
                    <a:pt x="1" y="1"/>
                    <a:pt x="1" y="1"/>
                  </a:cubicBezTo>
                  <a:cubicBezTo>
                    <a:pt x="0" y="0"/>
                    <a:pt x="1" y="0"/>
                    <a:pt x="1" y="0"/>
                  </a:cubicBezTo>
                  <a:cubicBezTo>
                    <a:pt x="2"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4" name="Freeform 409">
              <a:extLst>
                <a:ext uri="{FF2B5EF4-FFF2-40B4-BE49-F238E27FC236}">
                  <a16:creationId xmlns:a16="http://schemas.microsoft.com/office/drawing/2014/main" id="{6C017088-65BA-473A-905A-ABDB49F8BE05}"/>
                </a:ext>
              </a:extLst>
            </p:cNvPr>
            <p:cNvSpPr>
              <a:spLocks/>
            </p:cNvSpPr>
            <p:nvPr/>
          </p:nvSpPr>
          <p:spPr bwMode="auto">
            <a:xfrm>
              <a:off x="2674938" y="5618163"/>
              <a:ext cx="11113" cy="14288"/>
            </a:xfrm>
            <a:custGeom>
              <a:avLst/>
              <a:gdLst>
                <a:gd name="T0" fmla="*/ 0 w 3"/>
                <a:gd name="T1" fmla="*/ 1 h 4"/>
                <a:gd name="T2" fmla="*/ 2 w 3"/>
                <a:gd name="T3" fmla="*/ 1 h 4"/>
                <a:gd name="T4" fmla="*/ 2 w 3"/>
                <a:gd name="T5" fmla="*/ 2 h 4"/>
                <a:gd name="T6" fmla="*/ 2 w 3"/>
                <a:gd name="T7" fmla="*/ 2 h 4"/>
                <a:gd name="T8" fmla="*/ 2 w 3"/>
                <a:gd name="T9" fmla="*/ 4 h 4"/>
                <a:gd name="T10" fmla="*/ 1 w 3"/>
                <a:gd name="T11" fmla="*/ 3 h 4"/>
                <a:gd name="T12" fmla="*/ 0 w 3"/>
                <a:gd name="T13" fmla="*/ 1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0" y="1"/>
                  </a:moveTo>
                  <a:cubicBezTo>
                    <a:pt x="1" y="0"/>
                    <a:pt x="2" y="0"/>
                    <a:pt x="2" y="1"/>
                  </a:cubicBezTo>
                  <a:cubicBezTo>
                    <a:pt x="2" y="1"/>
                    <a:pt x="2" y="2"/>
                    <a:pt x="2" y="2"/>
                  </a:cubicBezTo>
                  <a:cubicBezTo>
                    <a:pt x="2" y="2"/>
                    <a:pt x="2" y="2"/>
                    <a:pt x="2" y="2"/>
                  </a:cubicBezTo>
                  <a:cubicBezTo>
                    <a:pt x="2" y="3"/>
                    <a:pt x="3" y="3"/>
                    <a:pt x="2" y="4"/>
                  </a:cubicBezTo>
                  <a:cubicBezTo>
                    <a:pt x="2" y="4"/>
                    <a:pt x="1" y="4"/>
                    <a:pt x="1" y="3"/>
                  </a:cubicBezTo>
                  <a:cubicBezTo>
                    <a:pt x="0" y="3"/>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5" name="Freeform 410">
              <a:extLst>
                <a:ext uri="{FF2B5EF4-FFF2-40B4-BE49-F238E27FC236}">
                  <a16:creationId xmlns:a16="http://schemas.microsoft.com/office/drawing/2014/main" id="{E382932F-C819-4A56-9482-08B2D8BB24AE}"/>
                </a:ext>
              </a:extLst>
            </p:cNvPr>
            <p:cNvSpPr>
              <a:spLocks/>
            </p:cNvSpPr>
            <p:nvPr/>
          </p:nvSpPr>
          <p:spPr bwMode="auto">
            <a:xfrm>
              <a:off x="2674938" y="5746751"/>
              <a:ext cx="6350" cy="3175"/>
            </a:xfrm>
            <a:custGeom>
              <a:avLst/>
              <a:gdLst>
                <a:gd name="T0" fmla="*/ 0 w 2"/>
                <a:gd name="T1" fmla="*/ 1 h 1"/>
                <a:gd name="T2" fmla="*/ 1 w 2"/>
                <a:gd name="T3" fmla="*/ 0 h 1"/>
                <a:gd name="T4" fmla="*/ 2 w 2"/>
                <a:gd name="T5" fmla="*/ 1 h 1"/>
                <a:gd name="T6" fmla="*/ 0 w 2"/>
                <a:gd name="T7" fmla="*/ 1 h 1"/>
              </a:gdLst>
              <a:ahLst/>
              <a:cxnLst>
                <a:cxn ang="0">
                  <a:pos x="T0" y="T1"/>
                </a:cxn>
                <a:cxn ang="0">
                  <a:pos x="T2" y="T3"/>
                </a:cxn>
                <a:cxn ang="0">
                  <a:pos x="T4" y="T5"/>
                </a:cxn>
                <a:cxn ang="0">
                  <a:pos x="T6" y="T7"/>
                </a:cxn>
              </a:cxnLst>
              <a:rect l="0" t="0" r="r" b="b"/>
              <a:pathLst>
                <a:path w="2" h="1">
                  <a:moveTo>
                    <a:pt x="0" y="1"/>
                  </a:moveTo>
                  <a:cubicBezTo>
                    <a:pt x="0" y="1"/>
                    <a:pt x="0" y="0"/>
                    <a:pt x="1" y="0"/>
                  </a:cubicBezTo>
                  <a:cubicBezTo>
                    <a:pt x="1" y="0"/>
                    <a:pt x="2" y="0"/>
                    <a:pt x="2" y="1"/>
                  </a:cubicBez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6" name="Freeform 411">
              <a:extLst>
                <a:ext uri="{FF2B5EF4-FFF2-40B4-BE49-F238E27FC236}">
                  <a16:creationId xmlns:a16="http://schemas.microsoft.com/office/drawing/2014/main" id="{F48F31A1-CB02-48CF-865F-DB00833AB1D4}"/>
                </a:ext>
              </a:extLst>
            </p:cNvPr>
            <p:cNvSpPr>
              <a:spLocks/>
            </p:cNvSpPr>
            <p:nvPr/>
          </p:nvSpPr>
          <p:spPr bwMode="auto">
            <a:xfrm>
              <a:off x="2678113" y="5484813"/>
              <a:ext cx="14288" cy="17463"/>
            </a:xfrm>
            <a:custGeom>
              <a:avLst/>
              <a:gdLst>
                <a:gd name="T0" fmla="*/ 3 w 4"/>
                <a:gd name="T1" fmla="*/ 4 h 5"/>
                <a:gd name="T2" fmla="*/ 3 w 4"/>
                <a:gd name="T3" fmla="*/ 4 h 5"/>
                <a:gd name="T4" fmla="*/ 3 w 4"/>
                <a:gd name="T5" fmla="*/ 4 h 5"/>
                <a:gd name="T6" fmla="*/ 2 w 4"/>
                <a:gd name="T7" fmla="*/ 0 h 5"/>
                <a:gd name="T8" fmla="*/ 3 w 4"/>
                <a:gd name="T9" fmla="*/ 4 h 5"/>
              </a:gdLst>
              <a:ahLst/>
              <a:cxnLst>
                <a:cxn ang="0">
                  <a:pos x="T0" y="T1"/>
                </a:cxn>
                <a:cxn ang="0">
                  <a:pos x="T2" y="T3"/>
                </a:cxn>
                <a:cxn ang="0">
                  <a:pos x="T4" y="T5"/>
                </a:cxn>
                <a:cxn ang="0">
                  <a:pos x="T6" y="T7"/>
                </a:cxn>
                <a:cxn ang="0">
                  <a:pos x="T8" y="T9"/>
                </a:cxn>
              </a:cxnLst>
              <a:rect l="0" t="0" r="r" b="b"/>
              <a:pathLst>
                <a:path w="4" h="5">
                  <a:moveTo>
                    <a:pt x="3" y="4"/>
                  </a:moveTo>
                  <a:cubicBezTo>
                    <a:pt x="3" y="4"/>
                    <a:pt x="3" y="4"/>
                    <a:pt x="3" y="4"/>
                  </a:cubicBezTo>
                  <a:cubicBezTo>
                    <a:pt x="3" y="4"/>
                    <a:pt x="3" y="4"/>
                    <a:pt x="3" y="4"/>
                  </a:cubicBezTo>
                  <a:cubicBezTo>
                    <a:pt x="0" y="5"/>
                    <a:pt x="2" y="1"/>
                    <a:pt x="2" y="0"/>
                  </a:cubicBezTo>
                  <a:cubicBezTo>
                    <a:pt x="3" y="1"/>
                    <a:pt x="4"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7" name="Freeform 412">
              <a:extLst>
                <a:ext uri="{FF2B5EF4-FFF2-40B4-BE49-F238E27FC236}">
                  <a16:creationId xmlns:a16="http://schemas.microsoft.com/office/drawing/2014/main" id="{D2FAEDAD-2DD5-4499-851F-177AEE88125B}"/>
                </a:ext>
              </a:extLst>
            </p:cNvPr>
            <p:cNvSpPr>
              <a:spLocks/>
            </p:cNvSpPr>
            <p:nvPr/>
          </p:nvSpPr>
          <p:spPr bwMode="auto">
            <a:xfrm>
              <a:off x="2698751" y="5600701"/>
              <a:ext cx="11113" cy="7938"/>
            </a:xfrm>
            <a:custGeom>
              <a:avLst/>
              <a:gdLst>
                <a:gd name="T0" fmla="*/ 2 w 3"/>
                <a:gd name="T1" fmla="*/ 2 h 2"/>
                <a:gd name="T2" fmla="*/ 1 w 3"/>
                <a:gd name="T3" fmla="*/ 0 h 2"/>
                <a:gd name="T4" fmla="*/ 2 w 3"/>
                <a:gd name="T5" fmla="*/ 2 h 2"/>
              </a:gdLst>
              <a:ahLst/>
              <a:cxnLst>
                <a:cxn ang="0">
                  <a:pos x="T0" y="T1"/>
                </a:cxn>
                <a:cxn ang="0">
                  <a:pos x="T2" y="T3"/>
                </a:cxn>
                <a:cxn ang="0">
                  <a:pos x="T4" y="T5"/>
                </a:cxn>
              </a:cxnLst>
              <a:rect l="0" t="0" r="r" b="b"/>
              <a:pathLst>
                <a:path w="3" h="2">
                  <a:moveTo>
                    <a:pt x="2" y="2"/>
                  </a:moveTo>
                  <a:cubicBezTo>
                    <a:pt x="1" y="2"/>
                    <a:pt x="0" y="1"/>
                    <a:pt x="1" y="0"/>
                  </a:cubicBezTo>
                  <a:cubicBezTo>
                    <a:pt x="2" y="0"/>
                    <a:pt x="3"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8" name="Freeform 413">
              <a:extLst>
                <a:ext uri="{FF2B5EF4-FFF2-40B4-BE49-F238E27FC236}">
                  <a16:creationId xmlns:a16="http://schemas.microsoft.com/office/drawing/2014/main" id="{BE1EFFD8-4195-461F-9D5B-A13606910F48}"/>
                </a:ext>
              </a:extLst>
            </p:cNvPr>
            <p:cNvSpPr>
              <a:spLocks/>
            </p:cNvSpPr>
            <p:nvPr/>
          </p:nvSpPr>
          <p:spPr bwMode="auto">
            <a:xfrm>
              <a:off x="2744788" y="5626101"/>
              <a:ext cx="7938" cy="6350"/>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2"/>
                    <a:pt x="2" y="2"/>
                  </a:cubicBezTo>
                  <a:cubicBezTo>
                    <a:pt x="0" y="2"/>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199" name="Freeform 414">
              <a:extLst>
                <a:ext uri="{FF2B5EF4-FFF2-40B4-BE49-F238E27FC236}">
                  <a16:creationId xmlns:a16="http://schemas.microsoft.com/office/drawing/2014/main" id="{AB6B27A8-3B2A-4E3E-9932-FF59BD21B014}"/>
                </a:ext>
              </a:extLst>
            </p:cNvPr>
            <p:cNvSpPr>
              <a:spLocks/>
            </p:cNvSpPr>
            <p:nvPr/>
          </p:nvSpPr>
          <p:spPr bwMode="auto">
            <a:xfrm>
              <a:off x="2744788" y="5686426"/>
              <a:ext cx="25400" cy="17463"/>
            </a:xfrm>
            <a:custGeom>
              <a:avLst/>
              <a:gdLst>
                <a:gd name="T0" fmla="*/ 0 w 7"/>
                <a:gd name="T1" fmla="*/ 4 h 5"/>
                <a:gd name="T2" fmla="*/ 0 w 7"/>
                <a:gd name="T3" fmla="*/ 0 h 5"/>
                <a:gd name="T4" fmla="*/ 0 w 7"/>
                <a:gd name="T5" fmla="*/ 4 h 5"/>
              </a:gdLst>
              <a:ahLst/>
              <a:cxnLst>
                <a:cxn ang="0">
                  <a:pos x="T0" y="T1"/>
                </a:cxn>
                <a:cxn ang="0">
                  <a:pos x="T2" y="T3"/>
                </a:cxn>
                <a:cxn ang="0">
                  <a:pos x="T4" y="T5"/>
                </a:cxn>
              </a:cxnLst>
              <a:rect l="0" t="0" r="r" b="b"/>
              <a:pathLst>
                <a:path w="7" h="5">
                  <a:moveTo>
                    <a:pt x="0" y="4"/>
                  </a:moveTo>
                  <a:cubicBezTo>
                    <a:pt x="0" y="2"/>
                    <a:pt x="0" y="1"/>
                    <a:pt x="0" y="0"/>
                  </a:cubicBezTo>
                  <a:cubicBezTo>
                    <a:pt x="7" y="0"/>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0" name="Freeform 415">
              <a:extLst>
                <a:ext uri="{FF2B5EF4-FFF2-40B4-BE49-F238E27FC236}">
                  <a16:creationId xmlns:a16="http://schemas.microsoft.com/office/drawing/2014/main" id="{4324C0D7-0976-4655-9D6C-2712FB6BA9BF}"/>
                </a:ext>
              </a:extLst>
            </p:cNvPr>
            <p:cNvSpPr>
              <a:spLocks/>
            </p:cNvSpPr>
            <p:nvPr/>
          </p:nvSpPr>
          <p:spPr bwMode="auto">
            <a:xfrm>
              <a:off x="2790826" y="5476876"/>
              <a:ext cx="4763" cy="7938"/>
            </a:xfrm>
            <a:custGeom>
              <a:avLst/>
              <a:gdLst>
                <a:gd name="T0" fmla="*/ 0 w 1"/>
                <a:gd name="T1" fmla="*/ 0 h 2"/>
                <a:gd name="T2" fmla="*/ 1 w 1"/>
                <a:gd name="T3" fmla="*/ 0 h 2"/>
                <a:gd name="T4" fmla="*/ 0 w 1"/>
                <a:gd name="T5" fmla="*/ 0 h 2"/>
                <a:gd name="T6" fmla="*/ 1 w 1"/>
                <a:gd name="T7" fmla="*/ 2 h 2"/>
                <a:gd name="T8" fmla="*/ 0 w 1"/>
                <a:gd name="T9" fmla="*/ 0 h 2"/>
              </a:gdLst>
              <a:ahLst/>
              <a:cxnLst>
                <a:cxn ang="0">
                  <a:pos x="T0" y="T1"/>
                </a:cxn>
                <a:cxn ang="0">
                  <a:pos x="T2" y="T3"/>
                </a:cxn>
                <a:cxn ang="0">
                  <a:pos x="T4" y="T5"/>
                </a:cxn>
                <a:cxn ang="0">
                  <a:pos x="T6" y="T7"/>
                </a:cxn>
                <a:cxn ang="0">
                  <a:pos x="T8" y="T9"/>
                </a:cxn>
              </a:cxnLst>
              <a:rect l="0" t="0" r="r" b="b"/>
              <a:pathLst>
                <a:path w="1" h="2">
                  <a:moveTo>
                    <a:pt x="0" y="0"/>
                  </a:moveTo>
                  <a:cubicBezTo>
                    <a:pt x="0" y="0"/>
                    <a:pt x="1" y="0"/>
                    <a:pt x="1" y="0"/>
                  </a:cubicBezTo>
                  <a:cubicBezTo>
                    <a:pt x="0" y="0"/>
                    <a:pt x="0" y="0"/>
                    <a:pt x="0" y="0"/>
                  </a:cubicBezTo>
                  <a:cubicBezTo>
                    <a:pt x="1" y="1"/>
                    <a:pt x="1" y="1"/>
                    <a:pt x="1" y="2"/>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1" name="Freeform 416">
              <a:extLst>
                <a:ext uri="{FF2B5EF4-FFF2-40B4-BE49-F238E27FC236}">
                  <a16:creationId xmlns:a16="http://schemas.microsoft.com/office/drawing/2014/main" id="{4F1700D7-1C8E-4F57-8A9E-F4B5AA606130}"/>
                </a:ext>
              </a:extLst>
            </p:cNvPr>
            <p:cNvSpPr>
              <a:spLocks/>
            </p:cNvSpPr>
            <p:nvPr/>
          </p:nvSpPr>
          <p:spPr bwMode="auto">
            <a:xfrm>
              <a:off x="2784476" y="5554663"/>
              <a:ext cx="6350" cy="14288"/>
            </a:xfrm>
            <a:custGeom>
              <a:avLst/>
              <a:gdLst>
                <a:gd name="T0" fmla="*/ 2 w 2"/>
                <a:gd name="T1" fmla="*/ 3 h 4"/>
                <a:gd name="T2" fmla="*/ 2 w 2"/>
                <a:gd name="T3" fmla="*/ 2 h 4"/>
                <a:gd name="T4" fmla="*/ 2 w 2"/>
                <a:gd name="T5" fmla="*/ 2 h 4"/>
                <a:gd name="T6" fmla="*/ 0 w 2"/>
                <a:gd name="T7" fmla="*/ 4 h 4"/>
                <a:gd name="T8" fmla="*/ 0 w 2"/>
                <a:gd name="T9" fmla="*/ 0 h 4"/>
                <a:gd name="T10" fmla="*/ 2 w 2"/>
                <a:gd name="T11" fmla="*/ 2 h 4"/>
                <a:gd name="T12" fmla="*/ 2 w 2"/>
                <a:gd name="T13" fmla="*/ 2 h 4"/>
                <a:gd name="T14" fmla="*/ 2 w 2"/>
                <a:gd name="T15" fmla="*/ 2 h 4"/>
                <a:gd name="T16" fmla="*/ 2 w 2"/>
                <a:gd name="T17" fmla="*/ 3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4">
                  <a:moveTo>
                    <a:pt x="2" y="3"/>
                  </a:moveTo>
                  <a:cubicBezTo>
                    <a:pt x="2" y="2"/>
                    <a:pt x="2" y="2"/>
                    <a:pt x="2" y="2"/>
                  </a:cubicBezTo>
                  <a:cubicBezTo>
                    <a:pt x="2" y="2"/>
                    <a:pt x="2" y="2"/>
                    <a:pt x="2" y="2"/>
                  </a:cubicBezTo>
                  <a:cubicBezTo>
                    <a:pt x="2" y="3"/>
                    <a:pt x="2" y="4"/>
                    <a:pt x="0" y="4"/>
                  </a:cubicBezTo>
                  <a:cubicBezTo>
                    <a:pt x="0" y="3"/>
                    <a:pt x="0" y="2"/>
                    <a:pt x="0" y="0"/>
                  </a:cubicBezTo>
                  <a:cubicBezTo>
                    <a:pt x="1" y="0"/>
                    <a:pt x="2" y="1"/>
                    <a:pt x="2" y="2"/>
                  </a:cubicBezTo>
                  <a:cubicBezTo>
                    <a:pt x="2" y="2"/>
                    <a:pt x="2" y="2"/>
                    <a:pt x="2" y="2"/>
                  </a:cubicBezTo>
                  <a:cubicBezTo>
                    <a:pt x="2" y="2"/>
                    <a:pt x="2" y="2"/>
                    <a:pt x="2" y="2"/>
                  </a:cubicBezTo>
                  <a:cubicBezTo>
                    <a:pt x="2" y="2"/>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2" name="Freeform 417">
              <a:extLst>
                <a:ext uri="{FF2B5EF4-FFF2-40B4-BE49-F238E27FC236}">
                  <a16:creationId xmlns:a16="http://schemas.microsoft.com/office/drawing/2014/main" id="{27E30D15-DA6A-4F1B-B738-585107B9E2A8}"/>
                </a:ext>
              </a:extLst>
            </p:cNvPr>
            <p:cNvSpPr>
              <a:spLocks/>
            </p:cNvSpPr>
            <p:nvPr/>
          </p:nvSpPr>
          <p:spPr bwMode="auto">
            <a:xfrm>
              <a:off x="2790826" y="6067426"/>
              <a:ext cx="11113" cy="22225"/>
            </a:xfrm>
            <a:custGeom>
              <a:avLst/>
              <a:gdLst>
                <a:gd name="T0" fmla="*/ 0 w 3"/>
                <a:gd name="T1" fmla="*/ 6 h 6"/>
                <a:gd name="T2" fmla="*/ 0 w 3"/>
                <a:gd name="T3" fmla="*/ 6 h 6"/>
                <a:gd name="T4" fmla="*/ 2 w 3"/>
                <a:gd name="T5" fmla="*/ 1 h 6"/>
                <a:gd name="T6" fmla="*/ 2 w 3"/>
                <a:gd name="T7" fmla="*/ 3 h 6"/>
                <a:gd name="T8" fmla="*/ 3 w 3"/>
                <a:gd name="T9" fmla="*/ 3 h 6"/>
                <a:gd name="T10" fmla="*/ 0 w 3"/>
                <a:gd name="T11" fmla="*/ 6 h 6"/>
              </a:gdLst>
              <a:ahLst/>
              <a:cxnLst>
                <a:cxn ang="0">
                  <a:pos x="T0" y="T1"/>
                </a:cxn>
                <a:cxn ang="0">
                  <a:pos x="T2" y="T3"/>
                </a:cxn>
                <a:cxn ang="0">
                  <a:pos x="T4" y="T5"/>
                </a:cxn>
                <a:cxn ang="0">
                  <a:pos x="T6" y="T7"/>
                </a:cxn>
                <a:cxn ang="0">
                  <a:pos x="T8" y="T9"/>
                </a:cxn>
                <a:cxn ang="0">
                  <a:pos x="T10" y="T11"/>
                </a:cxn>
              </a:cxnLst>
              <a:rect l="0" t="0" r="r" b="b"/>
              <a:pathLst>
                <a:path w="3" h="6">
                  <a:moveTo>
                    <a:pt x="0" y="6"/>
                  </a:moveTo>
                  <a:cubicBezTo>
                    <a:pt x="0" y="6"/>
                    <a:pt x="0" y="6"/>
                    <a:pt x="0" y="6"/>
                  </a:cubicBezTo>
                  <a:cubicBezTo>
                    <a:pt x="1" y="6"/>
                    <a:pt x="0" y="0"/>
                    <a:pt x="2" y="1"/>
                  </a:cubicBezTo>
                  <a:cubicBezTo>
                    <a:pt x="2" y="2"/>
                    <a:pt x="2" y="2"/>
                    <a:pt x="2" y="3"/>
                  </a:cubicBezTo>
                  <a:cubicBezTo>
                    <a:pt x="3" y="3"/>
                    <a:pt x="3" y="3"/>
                    <a:pt x="3" y="3"/>
                  </a:cubicBezTo>
                  <a:cubicBezTo>
                    <a:pt x="3" y="5"/>
                    <a:pt x="2"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3" name="Freeform 418">
              <a:extLst>
                <a:ext uri="{FF2B5EF4-FFF2-40B4-BE49-F238E27FC236}">
                  <a16:creationId xmlns:a16="http://schemas.microsoft.com/office/drawing/2014/main" id="{DEF5CD22-73EB-480B-8BC6-F430615E8DF5}"/>
                </a:ext>
              </a:extLst>
            </p:cNvPr>
            <p:cNvSpPr>
              <a:spLocks/>
            </p:cNvSpPr>
            <p:nvPr/>
          </p:nvSpPr>
          <p:spPr bwMode="auto">
            <a:xfrm>
              <a:off x="2841626" y="5519738"/>
              <a:ext cx="6350" cy="6350"/>
            </a:xfrm>
            <a:custGeom>
              <a:avLst/>
              <a:gdLst>
                <a:gd name="T0" fmla="*/ 2 w 2"/>
                <a:gd name="T1" fmla="*/ 1 h 2"/>
                <a:gd name="T2" fmla="*/ 0 w 2"/>
                <a:gd name="T3" fmla="*/ 2 h 2"/>
                <a:gd name="T4" fmla="*/ 1 w 2"/>
                <a:gd name="T5" fmla="*/ 0 h 2"/>
                <a:gd name="T6" fmla="*/ 2 w 2"/>
                <a:gd name="T7" fmla="*/ 1 h 2"/>
              </a:gdLst>
              <a:ahLst/>
              <a:cxnLst>
                <a:cxn ang="0">
                  <a:pos x="T0" y="T1"/>
                </a:cxn>
                <a:cxn ang="0">
                  <a:pos x="T2" y="T3"/>
                </a:cxn>
                <a:cxn ang="0">
                  <a:pos x="T4" y="T5"/>
                </a:cxn>
                <a:cxn ang="0">
                  <a:pos x="T6" y="T7"/>
                </a:cxn>
              </a:cxnLst>
              <a:rect l="0" t="0" r="r" b="b"/>
              <a:pathLst>
                <a:path w="2" h="2">
                  <a:moveTo>
                    <a:pt x="2" y="1"/>
                  </a:moveTo>
                  <a:cubicBezTo>
                    <a:pt x="2" y="2"/>
                    <a:pt x="0" y="1"/>
                    <a:pt x="0" y="2"/>
                  </a:cubicBezTo>
                  <a:cubicBezTo>
                    <a:pt x="1" y="1"/>
                    <a:pt x="0" y="0"/>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4" name="Freeform 419">
              <a:extLst>
                <a:ext uri="{FF2B5EF4-FFF2-40B4-BE49-F238E27FC236}">
                  <a16:creationId xmlns:a16="http://schemas.microsoft.com/office/drawing/2014/main" id="{66978616-8EEB-4FC3-8880-783557F44E76}"/>
                </a:ext>
              </a:extLst>
            </p:cNvPr>
            <p:cNvSpPr>
              <a:spLocks/>
            </p:cNvSpPr>
            <p:nvPr/>
          </p:nvSpPr>
          <p:spPr bwMode="auto">
            <a:xfrm>
              <a:off x="2928938" y="5764213"/>
              <a:ext cx="7938" cy="17463"/>
            </a:xfrm>
            <a:custGeom>
              <a:avLst/>
              <a:gdLst>
                <a:gd name="T0" fmla="*/ 1 w 2"/>
                <a:gd name="T1" fmla="*/ 5 h 5"/>
                <a:gd name="T2" fmla="*/ 2 w 2"/>
                <a:gd name="T3" fmla="*/ 0 h 5"/>
                <a:gd name="T4" fmla="*/ 2 w 2"/>
                <a:gd name="T5" fmla="*/ 3 h 5"/>
                <a:gd name="T6" fmla="*/ 1 w 2"/>
                <a:gd name="T7" fmla="*/ 5 h 5"/>
              </a:gdLst>
              <a:ahLst/>
              <a:cxnLst>
                <a:cxn ang="0">
                  <a:pos x="T0" y="T1"/>
                </a:cxn>
                <a:cxn ang="0">
                  <a:pos x="T2" y="T3"/>
                </a:cxn>
                <a:cxn ang="0">
                  <a:pos x="T4" y="T5"/>
                </a:cxn>
                <a:cxn ang="0">
                  <a:pos x="T6" y="T7"/>
                </a:cxn>
              </a:cxnLst>
              <a:rect l="0" t="0" r="r" b="b"/>
              <a:pathLst>
                <a:path w="2" h="5">
                  <a:moveTo>
                    <a:pt x="1" y="5"/>
                  </a:moveTo>
                  <a:cubicBezTo>
                    <a:pt x="0" y="4"/>
                    <a:pt x="1" y="2"/>
                    <a:pt x="2" y="0"/>
                  </a:cubicBezTo>
                  <a:cubicBezTo>
                    <a:pt x="2" y="1"/>
                    <a:pt x="2" y="2"/>
                    <a:pt x="2" y="3"/>
                  </a:cubicBezTo>
                  <a:lnTo>
                    <a:pt x="1"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5" name="Freeform 420">
              <a:extLst>
                <a:ext uri="{FF2B5EF4-FFF2-40B4-BE49-F238E27FC236}">
                  <a16:creationId xmlns:a16="http://schemas.microsoft.com/office/drawing/2014/main" id="{03639CE9-FCE8-4B58-A156-8DB559049DEB}"/>
                </a:ext>
              </a:extLst>
            </p:cNvPr>
            <p:cNvSpPr>
              <a:spLocks/>
            </p:cNvSpPr>
            <p:nvPr/>
          </p:nvSpPr>
          <p:spPr bwMode="auto">
            <a:xfrm>
              <a:off x="2749551" y="5657851"/>
              <a:ext cx="0" cy="3175"/>
            </a:xfrm>
            <a:custGeom>
              <a:avLst/>
              <a:gdLst>
                <a:gd name="T0" fmla="*/ 0 h 2"/>
                <a:gd name="T1" fmla="*/ 2 h 2"/>
                <a:gd name="T2" fmla="*/ 0 h 2"/>
                <a:gd name="T3" fmla="*/ 0 h 2"/>
                <a:gd name="T4" fmla="*/ 0 h 2"/>
              </a:gdLst>
              <a:ahLst/>
              <a:cxnLst>
                <a:cxn ang="0">
                  <a:pos x="0" y="T0"/>
                </a:cxn>
                <a:cxn ang="0">
                  <a:pos x="0" y="T1"/>
                </a:cxn>
                <a:cxn ang="0">
                  <a:pos x="0" y="T2"/>
                </a:cxn>
                <a:cxn ang="0">
                  <a:pos x="0" y="T3"/>
                </a:cxn>
                <a:cxn ang="0">
                  <a:pos x="0" y="T4"/>
                </a:cxn>
              </a:cxnLst>
              <a:rect l="0" t="0" r="r" b="b"/>
              <a:pathLst>
                <a:path h="2">
                  <a:moveTo>
                    <a:pt x="0" y="0"/>
                  </a:moveTo>
                  <a:lnTo>
                    <a:pt x="0" y="2"/>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6" name="Freeform 421">
              <a:extLst>
                <a:ext uri="{FF2B5EF4-FFF2-40B4-BE49-F238E27FC236}">
                  <a16:creationId xmlns:a16="http://schemas.microsoft.com/office/drawing/2014/main" id="{C6E4A647-FA4A-481D-9292-726226A6BD75}"/>
                </a:ext>
              </a:extLst>
            </p:cNvPr>
            <p:cNvSpPr>
              <a:spLocks/>
            </p:cNvSpPr>
            <p:nvPr/>
          </p:nvSpPr>
          <p:spPr bwMode="auto">
            <a:xfrm>
              <a:off x="2749551" y="5657851"/>
              <a:ext cx="0" cy="3175"/>
            </a:xfrm>
            <a:custGeom>
              <a:avLst/>
              <a:gdLst>
                <a:gd name="T0" fmla="*/ 0 h 2"/>
                <a:gd name="T1" fmla="*/ 2 h 2"/>
                <a:gd name="T2" fmla="*/ 0 h 2"/>
                <a:gd name="T3" fmla="*/ 0 h 2"/>
                <a:gd name="T4" fmla="*/ 0 h 2"/>
              </a:gdLst>
              <a:ahLst/>
              <a:cxnLst>
                <a:cxn ang="0">
                  <a:pos x="0" y="T0"/>
                </a:cxn>
                <a:cxn ang="0">
                  <a:pos x="0" y="T1"/>
                </a:cxn>
                <a:cxn ang="0">
                  <a:pos x="0" y="T2"/>
                </a:cxn>
                <a:cxn ang="0">
                  <a:pos x="0" y="T3"/>
                </a:cxn>
                <a:cxn ang="0">
                  <a:pos x="0" y="T4"/>
                </a:cxn>
              </a:cxnLst>
              <a:rect l="0" t="0" r="r" b="b"/>
              <a:pathLst>
                <a:path h="2">
                  <a:moveTo>
                    <a:pt x="0" y="0"/>
                  </a:moveTo>
                  <a:lnTo>
                    <a:pt x="0" y="2"/>
                  </a:lnTo>
                  <a:lnTo>
                    <a:pt x="0" y="0"/>
                  </a:lnTo>
                  <a:lnTo>
                    <a:pt x="0"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7" name="Rectangle 422">
              <a:extLst>
                <a:ext uri="{FF2B5EF4-FFF2-40B4-BE49-F238E27FC236}">
                  <a16:creationId xmlns:a16="http://schemas.microsoft.com/office/drawing/2014/main" id="{BA75D7AC-71F8-4ADF-AA67-64A1328C2761}"/>
                </a:ext>
              </a:extLst>
            </p:cNvPr>
            <p:cNvSpPr>
              <a:spLocks noChangeArrowheads="1"/>
            </p:cNvSpPr>
            <p:nvPr/>
          </p:nvSpPr>
          <p:spPr bwMode="auto">
            <a:xfrm>
              <a:off x="2749551" y="5657851"/>
              <a:ext cx="158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08" name="Rectangle 423">
              <a:extLst>
                <a:ext uri="{FF2B5EF4-FFF2-40B4-BE49-F238E27FC236}">
                  <a16:creationId xmlns:a16="http://schemas.microsoft.com/office/drawing/2014/main" id="{4C3A2B98-66E2-4B9D-8461-BBE42C442BE7}"/>
                </a:ext>
              </a:extLst>
            </p:cNvPr>
            <p:cNvSpPr>
              <a:spLocks noChangeArrowheads="1"/>
            </p:cNvSpPr>
            <p:nvPr/>
          </p:nvSpPr>
          <p:spPr bwMode="auto">
            <a:xfrm>
              <a:off x="2749551" y="5657851"/>
              <a:ext cx="1588"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209" name="Picture 424">
              <a:extLst>
                <a:ext uri="{FF2B5EF4-FFF2-40B4-BE49-F238E27FC236}">
                  <a16:creationId xmlns:a16="http://schemas.microsoft.com/office/drawing/2014/main" id="{0D63F331-E93F-49B9-9BC1-B55BB78D77F1}"/>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743201" y="5646738"/>
              <a:ext cx="285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10" name="Freeform 425">
              <a:extLst>
                <a:ext uri="{FF2B5EF4-FFF2-40B4-BE49-F238E27FC236}">
                  <a16:creationId xmlns:a16="http://schemas.microsoft.com/office/drawing/2014/main" id="{50DC79F4-8E1A-4326-A944-520FCC157CC2}"/>
                </a:ext>
              </a:extLst>
            </p:cNvPr>
            <p:cNvSpPr>
              <a:spLocks/>
            </p:cNvSpPr>
            <p:nvPr/>
          </p:nvSpPr>
          <p:spPr bwMode="auto">
            <a:xfrm>
              <a:off x="2744788" y="5718176"/>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lnTo>
                    <a:pt x="0" y="0"/>
                  </a:lnTo>
                  <a:lnTo>
                    <a:pt x="0" y="0"/>
                  </a:lnTo>
                  <a:lnTo>
                    <a:pt x="0" y="0"/>
                  </a:lnTo>
                  <a:lnTo>
                    <a:pt x="0" y="0"/>
                  </a:lnTo>
                  <a:lnTo>
                    <a:pt x="0" y="0"/>
                  </a:lnTo>
                  <a:lnTo>
                    <a:pt x="0" y="0"/>
                  </a:lnTo>
                  <a:lnTo>
                    <a:pt x="0" y="0"/>
                  </a:lnTo>
                  <a:lnTo>
                    <a:pt x="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1" name="Rectangle 426">
              <a:extLst>
                <a:ext uri="{FF2B5EF4-FFF2-40B4-BE49-F238E27FC236}">
                  <a16:creationId xmlns:a16="http://schemas.microsoft.com/office/drawing/2014/main" id="{D4C53CA5-18CE-4DAC-B6E1-8568D5397F6A}"/>
                </a:ext>
              </a:extLst>
            </p:cNvPr>
            <p:cNvSpPr>
              <a:spLocks noChangeArrowheads="1"/>
            </p:cNvSpPr>
            <p:nvPr/>
          </p:nvSpPr>
          <p:spPr bwMode="auto">
            <a:xfrm>
              <a:off x="2744788" y="5718176"/>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grpSp>
      <p:sp>
        <p:nvSpPr>
          <p:cNvPr id="212" name="Freeform 427">
            <a:extLst>
              <a:ext uri="{FF2B5EF4-FFF2-40B4-BE49-F238E27FC236}">
                <a16:creationId xmlns:a16="http://schemas.microsoft.com/office/drawing/2014/main" id="{3037AE83-6926-4C65-BB1C-6DD98CDB95F9}"/>
              </a:ext>
            </a:extLst>
          </p:cNvPr>
          <p:cNvSpPr>
            <a:spLocks/>
          </p:cNvSpPr>
          <p:nvPr/>
        </p:nvSpPr>
        <p:spPr bwMode="auto">
          <a:xfrm>
            <a:off x="2658448" y="3070089"/>
            <a:ext cx="30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1" y="0"/>
                  <a:pt x="1" y="0"/>
                  <a:pt x="1" y="0"/>
                </a:cubicBezTo>
                <a:cubicBezTo>
                  <a:pt x="1" y="0"/>
                  <a:pt x="1"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3" name="Freeform 428">
            <a:extLst>
              <a:ext uri="{FF2B5EF4-FFF2-40B4-BE49-F238E27FC236}">
                <a16:creationId xmlns:a16="http://schemas.microsoft.com/office/drawing/2014/main" id="{E2E13F80-9C73-4076-AE75-AFFA2991FCA0}"/>
              </a:ext>
            </a:extLst>
          </p:cNvPr>
          <p:cNvSpPr>
            <a:spLocks/>
          </p:cNvSpPr>
          <p:nvPr/>
        </p:nvSpPr>
        <p:spPr bwMode="auto">
          <a:xfrm>
            <a:off x="2654369" y="3072060"/>
            <a:ext cx="0" cy="1971"/>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1"/>
                  <a:pt x="0" y="1"/>
                  <a:pt x="0" y="0"/>
                </a:cubicBezTo>
                <a:cubicBezTo>
                  <a:pt x="0" y="1"/>
                  <a:pt x="0" y="1"/>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4" name="Freeform 429">
            <a:extLst>
              <a:ext uri="{FF2B5EF4-FFF2-40B4-BE49-F238E27FC236}">
                <a16:creationId xmlns:a16="http://schemas.microsoft.com/office/drawing/2014/main" id="{3B9D0A79-5B9E-4D11-B8C4-426D615BEA0D}"/>
              </a:ext>
            </a:extLst>
          </p:cNvPr>
          <p:cNvSpPr>
            <a:spLocks/>
          </p:cNvSpPr>
          <p:nvPr/>
        </p:nvSpPr>
        <p:spPr bwMode="auto">
          <a:xfrm>
            <a:off x="2654370" y="3070089"/>
            <a:ext cx="2039" cy="1971"/>
          </a:xfrm>
          <a:custGeom>
            <a:avLst/>
            <a:gdLst>
              <a:gd name="T0" fmla="*/ 0 w 2"/>
              <a:gd name="T1" fmla="*/ 2 h 2"/>
              <a:gd name="T2" fmla="*/ 2 w 2"/>
              <a:gd name="T3" fmla="*/ 0 h 2"/>
              <a:gd name="T4" fmla="*/ 0 w 2"/>
              <a:gd name="T5" fmla="*/ 2 h 2"/>
            </a:gdLst>
            <a:ahLst/>
            <a:cxnLst>
              <a:cxn ang="0">
                <a:pos x="T0" y="T1"/>
              </a:cxn>
              <a:cxn ang="0">
                <a:pos x="T2" y="T3"/>
              </a:cxn>
              <a:cxn ang="0">
                <a:pos x="T4" y="T5"/>
              </a:cxn>
            </a:cxnLst>
            <a:rect l="0" t="0" r="r" b="b"/>
            <a:pathLst>
              <a:path w="2" h="2">
                <a:moveTo>
                  <a:pt x="0" y="2"/>
                </a:moveTo>
                <a:lnTo>
                  <a:pt x="2" y="0"/>
                </a:lnTo>
                <a:lnTo>
                  <a:pt x="0" y="2"/>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5" name="Freeform 430">
            <a:extLst>
              <a:ext uri="{FF2B5EF4-FFF2-40B4-BE49-F238E27FC236}">
                <a16:creationId xmlns:a16="http://schemas.microsoft.com/office/drawing/2014/main" id="{A6870C07-D18F-4A3D-9FEC-860939A7844E}"/>
              </a:ext>
            </a:extLst>
          </p:cNvPr>
          <p:cNvSpPr>
            <a:spLocks/>
          </p:cNvSpPr>
          <p:nvPr/>
        </p:nvSpPr>
        <p:spPr bwMode="auto">
          <a:xfrm>
            <a:off x="2497309" y="2977461"/>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6" name="Freeform 431">
            <a:extLst>
              <a:ext uri="{FF2B5EF4-FFF2-40B4-BE49-F238E27FC236}">
                <a16:creationId xmlns:a16="http://schemas.microsoft.com/office/drawing/2014/main" id="{A6D06209-0BF4-42A6-8187-89FF35DB8E75}"/>
              </a:ext>
            </a:extLst>
          </p:cNvPr>
          <p:cNvSpPr>
            <a:spLocks/>
          </p:cNvSpPr>
          <p:nvPr/>
        </p:nvSpPr>
        <p:spPr bwMode="auto">
          <a:xfrm>
            <a:off x="1988398" y="3023775"/>
            <a:ext cx="906659" cy="754817"/>
          </a:xfrm>
          <a:custGeom>
            <a:avLst/>
            <a:gdLst>
              <a:gd name="T0" fmla="*/ 392 w 399"/>
              <a:gd name="T1" fmla="*/ 167 h 344"/>
              <a:gd name="T2" fmla="*/ 375 w 399"/>
              <a:gd name="T3" fmla="*/ 167 h 344"/>
              <a:gd name="T4" fmla="*/ 366 w 399"/>
              <a:gd name="T5" fmla="*/ 166 h 344"/>
              <a:gd name="T6" fmla="*/ 372 w 399"/>
              <a:gd name="T7" fmla="*/ 156 h 344"/>
              <a:gd name="T8" fmla="*/ 369 w 399"/>
              <a:gd name="T9" fmla="*/ 146 h 344"/>
              <a:gd name="T10" fmla="*/ 357 w 399"/>
              <a:gd name="T11" fmla="*/ 124 h 344"/>
              <a:gd name="T12" fmla="*/ 341 w 399"/>
              <a:gd name="T13" fmla="*/ 122 h 344"/>
              <a:gd name="T14" fmla="*/ 336 w 399"/>
              <a:gd name="T15" fmla="*/ 109 h 344"/>
              <a:gd name="T16" fmla="*/ 316 w 399"/>
              <a:gd name="T17" fmla="*/ 107 h 344"/>
              <a:gd name="T18" fmla="*/ 309 w 399"/>
              <a:gd name="T19" fmla="*/ 121 h 344"/>
              <a:gd name="T20" fmla="*/ 295 w 399"/>
              <a:gd name="T21" fmla="*/ 94 h 344"/>
              <a:gd name="T22" fmla="*/ 281 w 399"/>
              <a:gd name="T23" fmla="*/ 61 h 344"/>
              <a:gd name="T24" fmla="*/ 274 w 399"/>
              <a:gd name="T25" fmla="*/ 48 h 344"/>
              <a:gd name="T26" fmla="*/ 250 w 399"/>
              <a:gd name="T27" fmla="*/ 44 h 344"/>
              <a:gd name="T28" fmla="*/ 242 w 399"/>
              <a:gd name="T29" fmla="*/ 38 h 344"/>
              <a:gd name="T30" fmla="*/ 242 w 399"/>
              <a:gd name="T31" fmla="*/ 18 h 344"/>
              <a:gd name="T32" fmla="*/ 237 w 399"/>
              <a:gd name="T33" fmla="*/ 10 h 344"/>
              <a:gd name="T34" fmla="*/ 213 w 399"/>
              <a:gd name="T35" fmla="*/ 0 h 344"/>
              <a:gd name="T36" fmla="*/ 190 w 399"/>
              <a:gd name="T37" fmla="*/ 8 h 344"/>
              <a:gd name="T38" fmla="*/ 166 w 399"/>
              <a:gd name="T39" fmla="*/ 52 h 344"/>
              <a:gd name="T40" fmla="*/ 132 w 399"/>
              <a:gd name="T41" fmla="*/ 80 h 344"/>
              <a:gd name="T42" fmla="*/ 94 w 399"/>
              <a:gd name="T43" fmla="*/ 101 h 344"/>
              <a:gd name="T44" fmla="*/ 58 w 399"/>
              <a:gd name="T45" fmla="*/ 92 h 344"/>
              <a:gd name="T46" fmla="*/ 22 w 399"/>
              <a:gd name="T47" fmla="*/ 116 h 344"/>
              <a:gd name="T48" fmla="*/ 12 w 399"/>
              <a:gd name="T49" fmla="*/ 152 h 344"/>
              <a:gd name="T50" fmla="*/ 29 w 399"/>
              <a:gd name="T51" fmla="*/ 158 h 344"/>
              <a:gd name="T52" fmla="*/ 25 w 399"/>
              <a:gd name="T53" fmla="*/ 187 h 344"/>
              <a:gd name="T54" fmla="*/ 35 w 399"/>
              <a:gd name="T55" fmla="*/ 200 h 344"/>
              <a:gd name="T56" fmla="*/ 55 w 399"/>
              <a:gd name="T57" fmla="*/ 226 h 344"/>
              <a:gd name="T58" fmla="*/ 78 w 399"/>
              <a:gd name="T59" fmla="*/ 252 h 344"/>
              <a:gd name="T60" fmla="*/ 92 w 399"/>
              <a:gd name="T61" fmla="*/ 255 h 344"/>
              <a:gd name="T62" fmla="*/ 109 w 399"/>
              <a:gd name="T63" fmla="*/ 258 h 344"/>
              <a:gd name="T64" fmla="*/ 127 w 399"/>
              <a:gd name="T65" fmla="*/ 262 h 344"/>
              <a:gd name="T66" fmla="*/ 143 w 399"/>
              <a:gd name="T67" fmla="*/ 272 h 344"/>
              <a:gd name="T68" fmla="*/ 163 w 399"/>
              <a:gd name="T69" fmla="*/ 273 h 344"/>
              <a:gd name="T70" fmla="*/ 165 w 399"/>
              <a:gd name="T71" fmla="*/ 291 h 344"/>
              <a:gd name="T72" fmla="*/ 173 w 399"/>
              <a:gd name="T73" fmla="*/ 310 h 344"/>
              <a:gd name="T74" fmla="*/ 193 w 399"/>
              <a:gd name="T75" fmla="*/ 330 h 344"/>
              <a:gd name="T76" fmla="*/ 206 w 399"/>
              <a:gd name="T77" fmla="*/ 339 h 344"/>
              <a:gd name="T78" fmla="*/ 215 w 399"/>
              <a:gd name="T79" fmla="*/ 344 h 344"/>
              <a:gd name="T80" fmla="*/ 235 w 399"/>
              <a:gd name="T81" fmla="*/ 322 h 344"/>
              <a:gd name="T82" fmla="*/ 241 w 399"/>
              <a:gd name="T83" fmla="*/ 296 h 344"/>
              <a:gd name="T84" fmla="*/ 237 w 399"/>
              <a:gd name="T85" fmla="*/ 279 h 344"/>
              <a:gd name="T86" fmla="*/ 238 w 399"/>
              <a:gd name="T87" fmla="*/ 263 h 344"/>
              <a:gd name="T88" fmla="*/ 242 w 399"/>
              <a:gd name="T89" fmla="*/ 257 h 344"/>
              <a:gd name="T90" fmla="*/ 260 w 399"/>
              <a:gd name="T91" fmla="*/ 257 h 344"/>
              <a:gd name="T92" fmla="*/ 275 w 399"/>
              <a:gd name="T93" fmla="*/ 268 h 344"/>
              <a:gd name="T94" fmla="*/ 282 w 399"/>
              <a:gd name="T95" fmla="*/ 281 h 344"/>
              <a:gd name="T96" fmla="*/ 284 w 399"/>
              <a:gd name="T97" fmla="*/ 299 h 344"/>
              <a:gd name="T98" fmla="*/ 275 w 399"/>
              <a:gd name="T99" fmla="*/ 314 h 344"/>
              <a:gd name="T100" fmla="*/ 287 w 399"/>
              <a:gd name="T101" fmla="*/ 302 h 344"/>
              <a:gd name="T102" fmla="*/ 315 w 399"/>
              <a:gd name="T103" fmla="*/ 296 h 344"/>
              <a:gd name="T104" fmla="*/ 320 w 399"/>
              <a:gd name="T105" fmla="*/ 296 h 344"/>
              <a:gd name="T106" fmla="*/ 330 w 399"/>
              <a:gd name="T107" fmla="*/ 280 h 344"/>
              <a:gd name="T108" fmla="*/ 330 w 399"/>
              <a:gd name="T109" fmla="*/ 266 h 344"/>
              <a:gd name="T110" fmla="*/ 344 w 399"/>
              <a:gd name="T111" fmla="*/ 255 h 344"/>
              <a:gd name="T112" fmla="*/ 357 w 399"/>
              <a:gd name="T113" fmla="*/ 243 h 344"/>
              <a:gd name="T114" fmla="*/ 341 w 399"/>
              <a:gd name="T115" fmla="*/ 242 h 344"/>
              <a:gd name="T116" fmla="*/ 320 w 399"/>
              <a:gd name="T117" fmla="*/ 216 h 344"/>
              <a:gd name="T118" fmla="*/ 351 w 399"/>
              <a:gd name="T119" fmla="*/ 196 h 344"/>
              <a:gd name="T120" fmla="*/ 378 w 399"/>
              <a:gd name="T121" fmla="*/ 185 h 344"/>
              <a:gd name="T122" fmla="*/ 399 w 399"/>
              <a:gd name="T123" fmla="*/ 16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9" h="344">
                <a:moveTo>
                  <a:pt x="399" y="169"/>
                </a:moveTo>
                <a:cubicBezTo>
                  <a:pt x="398" y="169"/>
                  <a:pt x="396" y="167"/>
                  <a:pt x="396" y="165"/>
                </a:cubicBezTo>
                <a:cubicBezTo>
                  <a:pt x="395" y="165"/>
                  <a:pt x="394" y="166"/>
                  <a:pt x="394" y="167"/>
                </a:cubicBezTo>
                <a:cubicBezTo>
                  <a:pt x="393" y="167"/>
                  <a:pt x="393" y="167"/>
                  <a:pt x="392" y="167"/>
                </a:cubicBezTo>
                <a:cubicBezTo>
                  <a:pt x="392" y="168"/>
                  <a:pt x="391" y="170"/>
                  <a:pt x="391" y="171"/>
                </a:cubicBezTo>
                <a:cubicBezTo>
                  <a:pt x="389" y="171"/>
                  <a:pt x="389" y="169"/>
                  <a:pt x="388" y="167"/>
                </a:cubicBezTo>
                <a:cubicBezTo>
                  <a:pt x="386" y="167"/>
                  <a:pt x="383" y="171"/>
                  <a:pt x="382" y="169"/>
                </a:cubicBezTo>
                <a:cubicBezTo>
                  <a:pt x="380" y="167"/>
                  <a:pt x="378" y="167"/>
                  <a:pt x="375" y="167"/>
                </a:cubicBezTo>
                <a:cubicBezTo>
                  <a:pt x="375" y="168"/>
                  <a:pt x="375" y="169"/>
                  <a:pt x="375" y="171"/>
                </a:cubicBezTo>
                <a:cubicBezTo>
                  <a:pt x="370" y="171"/>
                  <a:pt x="363" y="168"/>
                  <a:pt x="364" y="175"/>
                </a:cubicBezTo>
                <a:cubicBezTo>
                  <a:pt x="360" y="175"/>
                  <a:pt x="362" y="167"/>
                  <a:pt x="366" y="167"/>
                </a:cubicBezTo>
                <a:cubicBezTo>
                  <a:pt x="366" y="166"/>
                  <a:pt x="366" y="166"/>
                  <a:pt x="366" y="166"/>
                </a:cubicBezTo>
                <a:cubicBezTo>
                  <a:pt x="368" y="166"/>
                  <a:pt x="370" y="166"/>
                  <a:pt x="372" y="166"/>
                </a:cubicBezTo>
                <a:cubicBezTo>
                  <a:pt x="372" y="164"/>
                  <a:pt x="376" y="164"/>
                  <a:pt x="378" y="164"/>
                </a:cubicBezTo>
                <a:cubicBezTo>
                  <a:pt x="377" y="160"/>
                  <a:pt x="372" y="161"/>
                  <a:pt x="369" y="161"/>
                </a:cubicBezTo>
                <a:cubicBezTo>
                  <a:pt x="369" y="158"/>
                  <a:pt x="369" y="156"/>
                  <a:pt x="372" y="156"/>
                </a:cubicBezTo>
                <a:cubicBezTo>
                  <a:pt x="372" y="155"/>
                  <a:pt x="372" y="154"/>
                  <a:pt x="374" y="154"/>
                </a:cubicBezTo>
                <a:cubicBezTo>
                  <a:pt x="375" y="149"/>
                  <a:pt x="370" y="152"/>
                  <a:pt x="370" y="149"/>
                </a:cubicBezTo>
                <a:cubicBezTo>
                  <a:pt x="370" y="149"/>
                  <a:pt x="374" y="149"/>
                  <a:pt x="372" y="147"/>
                </a:cubicBezTo>
                <a:cubicBezTo>
                  <a:pt x="371" y="146"/>
                  <a:pt x="370" y="146"/>
                  <a:pt x="369" y="146"/>
                </a:cubicBezTo>
                <a:cubicBezTo>
                  <a:pt x="367" y="145"/>
                  <a:pt x="363" y="145"/>
                  <a:pt x="363" y="142"/>
                </a:cubicBezTo>
                <a:cubicBezTo>
                  <a:pt x="363" y="137"/>
                  <a:pt x="356" y="129"/>
                  <a:pt x="361" y="124"/>
                </a:cubicBezTo>
                <a:cubicBezTo>
                  <a:pt x="363" y="122"/>
                  <a:pt x="364" y="122"/>
                  <a:pt x="362" y="120"/>
                </a:cubicBezTo>
                <a:cubicBezTo>
                  <a:pt x="360" y="121"/>
                  <a:pt x="359" y="123"/>
                  <a:pt x="357" y="124"/>
                </a:cubicBezTo>
                <a:cubicBezTo>
                  <a:pt x="355" y="126"/>
                  <a:pt x="350" y="126"/>
                  <a:pt x="347" y="125"/>
                </a:cubicBezTo>
                <a:cubicBezTo>
                  <a:pt x="348" y="126"/>
                  <a:pt x="348" y="127"/>
                  <a:pt x="348" y="128"/>
                </a:cubicBezTo>
                <a:cubicBezTo>
                  <a:pt x="345" y="128"/>
                  <a:pt x="343" y="128"/>
                  <a:pt x="343" y="131"/>
                </a:cubicBezTo>
                <a:cubicBezTo>
                  <a:pt x="338" y="133"/>
                  <a:pt x="340" y="124"/>
                  <a:pt x="341" y="122"/>
                </a:cubicBezTo>
                <a:cubicBezTo>
                  <a:pt x="341" y="119"/>
                  <a:pt x="340" y="111"/>
                  <a:pt x="344" y="110"/>
                </a:cubicBezTo>
                <a:cubicBezTo>
                  <a:pt x="344" y="109"/>
                  <a:pt x="344" y="109"/>
                  <a:pt x="344" y="109"/>
                </a:cubicBezTo>
                <a:cubicBezTo>
                  <a:pt x="341" y="108"/>
                  <a:pt x="339" y="103"/>
                  <a:pt x="337" y="105"/>
                </a:cubicBezTo>
                <a:cubicBezTo>
                  <a:pt x="337" y="106"/>
                  <a:pt x="336" y="107"/>
                  <a:pt x="336" y="109"/>
                </a:cubicBezTo>
                <a:cubicBezTo>
                  <a:pt x="335" y="109"/>
                  <a:pt x="332" y="108"/>
                  <a:pt x="331" y="109"/>
                </a:cubicBezTo>
                <a:cubicBezTo>
                  <a:pt x="330" y="110"/>
                  <a:pt x="331" y="112"/>
                  <a:pt x="330" y="113"/>
                </a:cubicBezTo>
                <a:cubicBezTo>
                  <a:pt x="323" y="114"/>
                  <a:pt x="322" y="103"/>
                  <a:pt x="313" y="105"/>
                </a:cubicBezTo>
                <a:cubicBezTo>
                  <a:pt x="313" y="106"/>
                  <a:pt x="314" y="107"/>
                  <a:pt x="316" y="107"/>
                </a:cubicBezTo>
                <a:cubicBezTo>
                  <a:pt x="316" y="107"/>
                  <a:pt x="315" y="107"/>
                  <a:pt x="315" y="107"/>
                </a:cubicBezTo>
                <a:cubicBezTo>
                  <a:pt x="314" y="109"/>
                  <a:pt x="315" y="111"/>
                  <a:pt x="316" y="113"/>
                </a:cubicBezTo>
                <a:cubicBezTo>
                  <a:pt x="314" y="113"/>
                  <a:pt x="309" y="111"/>
                  <a:pt x="308" y="114"/>
                </a:cubicBezTo>
                <a:cubicBezTo>
                  <a:pt x="308" y="116"/>
                  <a:pt x="309" y="119"/>
                  <a:pt x="309" y="121"/>
                </a:cubicBezTo>
                <a:cubicBezTo>
                  <a:pt x="308" y="121"/>
                  <a:pt x="307" y="120"/>
                  <a:pt x="305" y="120"/>
                </a:cubicBezTo>
                <a:cubicBezTo>
                  <a:pt x="305" y="120"/>
                  <a:pt x="304" y="121"/>
                  <a:pt x="303" y="121"/>
                </a:cubicBezTo>
                <a:cubicBezTo>
                  <a:pt x="293" y="119"/>
                  <a:pt x="304" y="107"/>
                  <a:pt x="302" y="103"/>
                </a:cubicBezTo>
                <a:cubicBezTo>
                  <a:pt x="301" y="99"/>
                  <a:pt x="298" y="96"/>
                  <a:pt x="295" y="94"/>
                </a:cubicBezTo>
                <a:cubicBezTo>
                  <a:pt x="292" y="93"/>
                  <a:pt x="291" y="91"/>
                  <a:pt x="291" y="88"/>
                </a:cubicBezTo>
                <a:cubicBezTo>
                  <a:pt x="289" y="88"/>
                  <a:pt x="285" y="89"/>
                  <a:pt x="284" y="86"/>
                </a:cubicBezTo>
                <a:cubicBezTo>
                  <a:pt x="284" y="84"/>
                  <a:pt x="283" y="82"/>
                  <a:pt x="282" y="80"/>
                </a:cubicBezTo>
                <a:cubicBezTo>
                  <a:pt x="279" y="74"/>
                  <a:pt x="280" y="67"/>
                  <a:pt x="281" y="61"/>
                </a:cubicBezTo>
                <a:cubicBezTo>
                  <a:pt x="281" y="62"/>
                  <a:pt x="278" y="60"/>
                  <a:pt x="278" y="60"/>
                </a:cubicBezTo>
                <a:cubicBezTo>
                  <a:pt x="277" y="59"/>
                  <a:pt x="278" y="57"/>
                  <a:pt x="278" y="56"/>
                </a:cubicBezTo>
                <a:cubicBezTo>
                  <a:pt x="278" y="53"/>
                  <a:pt x="278" y="50"/>
                  <a:pt x="274" y="50"/>
                </a:cubicBezTo>
                <a:cubicBezTo>
                  <a:pt x="274" y="49"/>
                  <a:pt x="274" y="49"/>
                  <a:pt x="274" y="48"/>
                </a:cubicBezTo>
                <a:cubicBezTo>
                  <a:pt x="271" y="48"/>
                  <a:pt x="262" y="53"/>
                  <a:pt x="261" y="47"/>
                </a:cubicBezTo>
                <a:cubicBezTo>
                  <a:pt x="260" y="48"/>
                  <a:pt x="260" y="47"/>
                  <a:pt x="259" y="47"/>
                </a:cubicBezTo>
                <a:cubicBezTo>
                  <a:pt x="259" y="46"/>
                  <a:pt x="259" y="45"/>
                  <a:pt x="259" y="44"/>
                </a:cubicBezTo>
                <a:cubicBezTo>
                  <a:pt x="256" y="43"/>
                  <a:pt x="251" y="39"/>
                  <a:pt x="250" y="44"/>
                </a:cubicBezTo>
                <a:cubicBezTo>
                  <a:pt x="247" y="43"/>
                  <a:pt x="245" y="42"/>
                  <a:pt x="242" y="43"/>
                </a:cubicBezTo>
                <a:cubicBezTo>
                  <a:pt x="242" y="42"/>
                  <a:pt x="241" y="42"/>
                  <a:pt x="241" y="41"/>
                </a:cubicBezTo>
                <a:cubicBezTo>
                  <a:pt x="240" y="41"/>
                  <a:pt x="238" y="40"/>
                  <a:pt x="238" y="38"/>
                </a:cubicBezTo>
                <a:cubicBezTo>
                  <a:pt x="239" y="38"/>
                  <a:pt x="241" y="38"/>
                  <a:pt x="242" y="38"/>
                </a:cubicBezTo>
                <a:cubicBezTo>
                  <a:pt x="242" y="36"/>
                  <a:pt x="241" y="33"/>
                  <a:pt x="242" y="31"/>
                </a:cubicBezTo>
                <a:cubicBezTo>
                  <a:pt x="244" y="29"/>
                  <a:pt x="244" y="27"/>
                  <a:pt x="243" y="25"/>
                </a:cubicBezTo>
                <a:cubicBezTo>
                  <a:pt x="242" y="25"/>
                  <a:pt x="241" y="25"/>
                  <a:pt x="240" y="24"/>
                </a:cubicBezTo>
                <a:cubicBezTo>
                  <a:pt x="239" y="22"/>
                  <a:pt x="239" y="18"/>
                  <a:pt x="242" y="18"/>
                </a:cubicBezTo>
                <a:cubicBezTo>
                  <a:pt x="243" y="18"/>
                  <a:pt x="243" y="16"/>
                  <a:pt x="242" y="15"/>
                </a:cubicBezTo>
                <a:cubicBezTo>
                  <a:pt x="242" y="15"/>
                  <a:pt x="240" y="15"/>
                  <a:pt x="239" y="15"/>
                </a:cubicBezTo>
                <a:cubicBezTo>
                  <a:pt x="238" y="14"/>
                  <a:pt x="238" y="12"/>
                  <a:pt x="238" y="11"/>
                </a:cubicBezTo>
                <a:cubicBezTo>
                  <a:pt x="237" y="10"/>
                  <a:pt x="237" y="10"/>
                  <a:pt x="237" y="10"/>
                </a:cubicBezTo>
                <a:cubicBezTo>
                  <a:pt x="235" y="9"/>
                  <a:pt x="232" y="10"/>
                  <a:pt x="229" y="9"/>
                </a:cubicBezTo>
                <a:cubicBezTo>
                  <a:pt x="226" y="8"/>
                  <a:pt x="224" y="7"/>
                  <a:pt x="221" y="7"/>
                </a:cubicBezTo>
                <a:cubicBezTo>
                  <a:pt x="219" y="7"/>
                  <a:pt x="215" y="8"/>
                  <a:pt x="216" y="6"/>
                </a:cubicBezTo>
                <a:cubicBezTo>
                  <a:pt x="216" y="2"/>
                  <a:pt x="215" y="1"/>
                  <a:pt x="213" y="0"/>
                </a:cubicBezTo>
                <a:cubicBezTo>
                  <a:pt x="212" y="1"/>
                  <a:pt x="211" y="1"/>
                  <a:pt x="210" y="2"/>
                </a:cubicBezTo>
                <a:cubicBezTo>
                  <a:pt x="209" y="5"/>
                  <a:pt x="209" y="7"/>
                  <a:pt x="206" y="7"/>
                </a:cubicBezTo>
                <a:cubicBezTo>
                  <a:pt x="203" y="7"/>
                  <a:pt x="201" y="6"/>
                  <a:pt x="199" y="6"/>
                </a:cubicBezTo>
                <a:cubicBezTo>
                  <a:pt x="195" y="6"/>
                  <a:pt x="193" y="7"/>
                  <a:pt x="190" y="8"/>
                </a:cubicBezTo>
                <a:cubicBezTo>
                  <a:pt x="189" y="14"/>
                  <a:pt x="188" y="18"/>
                  <a:pt x="186" y="23"/>
                </a:cubicBezTo>
                <a:cubicBezTo>
                  <a:pt x="185" y="25"/>
                  <a:pt x="184" y="28"/>
                  <a:pt x="183" y="31"/>
                </a:cubicBezTo>
                <a:cubicBezTo>
                  <a:pt x="182" y="33"/>
                  <a:pt x="181" y="36"/>
                  <a:pt x="179" y="37"/>
                </a:cubicBezTo>
                <a:cubicBezTo>
                  <a:pt x="173" y="42"/>
                  <a:pt x="172" y="48"/>
                  <a:pt x="166" y="52"/>
                </a:cubicBezTo>
                <a:cubicBezTo>
                  <a:pt x="161" y="56"/>
                  <a:pt x="156" y="56"/>
                  <a:pt x="151" y="60"/>
                </a:cubicBezTo>
                <a:cubicBezTo>
                  <a:pt x="149" y="62"/>
                  <a:pt x="147" y="61"/>
                  <a:pt x="144" y="62"/>
                </a:cubicBezTo>
                <a:cubicBezTo>
                  <a:pt x="139" y="63"/>
                  <a:pt x="136" y="68"/>
                  <a:pt x="134" y="72"/>
                </a:cubicBezTo>
                <a:cubicBezTo>
                  <a:pt x="131" y="73"/>
                  <a:pt x="133" y="77"/>
                  <a:pt x="132" y="80"/>
                </a:cubicBezTo>
                <a:cubicBezTo>
                  <a:pt x="131" y="82"/>
                  <a:pt x="130" y="82"/>
                  <a:pt x="128" y="83"/>
                </a:cubicBezTo>
                <a:cubicBezTo>
                  <a:pt x="125" y="84"/>
                  <a:pt x="123" y="85"/>
                  <a:pt x="122" y="87"/>
                </a:cubicBezTo>
                <a:cubicBezTo>
                  <a:pt x="119" y="91"/>
                  <a:pt x="119" y="96"/>
                  <a:pt x="115" y="99"/>
                </a:cubicBezTo>
                <a:cubicBezTo>
                  <a:pt x="109" y="104"/>
                  <a:pt x="101" y="102"/>
                  <a:pt x="94" y="101"/>
                </a:cubicBezTo>
                <a:cubicBezTo>
                  <a:pt x="89" y="101"/>
                  <a:pt x="85" y="102"/>
                  <a:pt x="82" y="103"/>
                </a:cubicBezTo>
                <a:cubicBezTo>
                  <a:pt x="77" y="105"/>
                  <a:pt x="73" y="109"/>
                  <a:pt x="68" y="107"/>
                </a:cubicBezTo>
                <a:cubicBezTo>
                  <a:pt x="65" y="107"/>
                  <a:pt x="60" y="102"/>
                  <a:pt x="60" y="99"/>
                </a:cubicBezTo>
                <a:cubicBezTo>
                  <a:pt x="59" y="96"/>
                  <a:pt x="61" y="94"/>
                  <a:pt x="58" y="92"/>
                </a:cubicBezTo>
                <a:cubicBezTo>
                  <a:pt x="52" y="87"/>
                  <a:pt x="43" y="91"/>
                  <a:pt x="39" y="96"/>
                </a:cubicBezTo>
                <a:cubicBezTo>
                  <a:pt x="38" y="97"/>
                  <a:pt x="38" y="98"/>
                  <a:pt x="37" y="100"/>
                </a:cubicBezTo>
                <a:cubicBezTo>
                  <a:pt x="35" y="102"/>
                  <a:pt x="33" y="104"/>
                  <a:pt x="30" y="107"/>
                </a:cubicBezTo>
                <a:cubicBezTo>
                  <a:pt x="28" y="110"/>
                  <a:pt x="25" y="114"/>
                  <a:pt x="22" y="116"/>
                </a:cubicBezTo>
                <a:cubicBezTo>
                  <a:pt x="19" y="118"/>
                  <a:pt x="15" y="120"/>
                  <a:pt x="11" y="122"/>
                </a:cubicBezTo>
                <a:cubicBezTo>
                  <a:pt x="6" y="125"/>
                  <a:pt x="7" y="127"/>
                  <a:pt x="5" y="133"/>
                </a:cubicBezTo>
                <a:cubicBezTo>
                  <a:pt x="5" y="135"/>
                  <a:pt x="3" y="136"/>
                  <a:pt x="3" y="139"/>
                </a:cubicBezTo>
                <a:cubicBezTo>
                  <a:pt x="0" y="148"/>
                  <a:pt x="7" y="148"/>
                  <a:pt x="12" y="152"/>
                </a:cubicBezTo>
                <a:cubicBezTo>
                  <a:pt x="13" y="153"/>
                  <a:pt x="14" y="154"/>
                  <a:pt x="15" y="155"/>
                </a:cubicBezTo>
                <a:cubicBezTo>
                  <a:pt x="16" y="156"/>
                  <a:pt x="16" y="157"/>
                  <a:pt x="18" y="157"/>
                </a:cubicBezTo>
                <a:cubicBezTo>
                  <a:pt x="19" y="157"/>
                  <a:pt x="19" y="156"/>
                  <a:pt x="19" y="156"/>
                </a:cubicBezTo>
                <a:cubicBezTo>
                  <a:pt x="22" y="155"/>
                  <a:pt x="27" y="156"/>
                  <a:pt x="29" y="158"/>
                </a:cubicBezTo>
                <a:cubicBezTo>
                  <a:pt x="33" y="160"/>
                  <a:pt x="31" y="164"/>
                  <a:pt x="31" y="168"/>
                </a:cubicBezTo>
                <a:cubicBezTo>
                  <a:pt x="31" y="170"/>
                  <a:pt x="31" y="172"/>
                  <a:pt x="30" y="173"/>
                </a:cubicBezTo>
                <a:cubicBezTo>
                  <a:pt x="29" y="175"/>
                  <a:pt x="28" y="175"/>
                  <a:pt x="27" y="177"/>
                </a:cubicBezTo>
                <a:cubicBezTo>
                  <a:pt x="25" y="179"/>
                  <a:pt x="25" y="184"/>
                  <a:pt x="25" y="187"/>
                </a:cubicBezTo>
                <a:cubicBezTo>
                  <a:pt x="26" y="188"/>
                  <a:pt x="28" y="189"/>
                  <a:pt x="28" y="190"/>
                </a:cubicBezTo>
                <a:cubicBezTo>
                  <a:pt x="29" y="191"/>
                  <a:pt x="28" y="193"/>
                  <a:pt x="28" y="195"/>
                </a:cubicBezTo>
                <a:cubicBezTo>
                  <a:pt x="32" y="195"/>
                  <a:pt x="30" y="197"/>
                  <a:pt x="31" y="198"/>
                </a:cubicBezTo>
                <a:cubicBezTo>
                  <a:pt x="32" y="199"/>
                  <a:pt x="34" y="199"/>
                  <a:pt x="35" y="200"/>
                </a:cubicBezTo>
                <a:cubicBezTo>
                  <a:pt x="38" y="201"/>
                  <a:pt x="41" y="201"/>
                  <a:pt x="45" y="201"/>
                </a:cubicBezTo>
                <a:cubicBezTo>
                  <a:pt x="51" y="201"/>
                  <a:pt x="50" y="202"/>
                  <a:pt x="50" y="208"/>
                </a:cubicBezTo>
                <a:cubicBezTo>
                  <a:pt x="50" y="211"/>
                  <a:pt x="50" y="214"/>
                  <a:pt x="51" y="217"/>
                </a:cubicBezTo>
                <a:cubicBezTo>
                  <a:pt x="52" y="220"/>
                  <a:pt x="54" y="223"/>
                  <a:pt x="55" y="226"/>
                </a:cubicBezTo>
                <a:cubicBezTo>
                  <a:pt x="57" y="229"/>
                  <a:pt x="59" y="231"/>
                  <a:pt x="60" y="234"/>
                </a:cubicBezTo>
                <a:cubicBezTo>
                  <a:pt x="60" y="238"/>
                  <a:pt x="62" y="239"/>
                  <a:pt x="64" y="243"/>
                </a:cubicBezTo>
                <a:cubicBezTo>
                  <a:pt x="66" y="245"/>
                  <a:pt x="70" y="250"/>
                  <a:pt x="70" y="253"/>
                </a:cubicBezTo>
                <a:cubicBezTo>
                  <a:pt x="73" y="252"/>
                  <a:pt x="77" y="251"/>
                  <a:pt x="78" y="252"/>
                </a:cubicBezTo>
                <a:cubicBezTo>
                  <a:pt x="79" y="253"/>
                  <a:pt x="78" y="255"/>
                  <a:pt x="79" y="256"/>
                </a:cubicBezTo>
                <a:cubicBezTo>
                  <a:pt x="79" y="258"/>
                  <a:pt x="81" y="258"/>
                  <a:pt x="83" y="258"/>
                </a:cubicBezTo>
                <a:cubicBezTo>
                  <a:pt x="83" y="257"/>
                  <a:pt x="83" y="256"/>
                  <a:pt x="83" y="255"/>
                </a:cubicBezTo>
                <a:cubicBezTo>
                  <a:pt x="86" y="255"/>
                  <a:pt x="89" y="254"/>
                  <a:pt x="92" y="255"/>
                </a:cubicBezTo>
                <a:cubicBezTo>
                  <a:pt x="94" y="256"/>
                  <a:pt x="96" y="257"/>
                  <a:pt x="98" y="257"/>
                </a:cubicBezTo>
                <a:cubicBezTo>
                  <a:pt x="100" y="256"/>
                  <a:pt x="103" y="256"/>
                  <a:pt x="103" y="259"/>
                </a:cubicBezTo>
                <a:cubicBezTo>
                  <a:pt x="104" y="260"/>
                  <a:pt x="105" y="262"/>
                  <a:pt x="107" y="262"/>
                </a:cubicBezTo>
                <a:cubicBezTo>
                  <a:pt x="107" y="260"/>
                  <a:pt x="108" y="258"/>
                  <a:pt x="109" y="258"/>
                </a:cubicBezTo>
                <a:cubicBezTo>
                  <a:pt x="109" y="259"/>
                  <a:pt x="110" y="260"/>
                  <a:pt x="111" y="260"/>
                </a:cubicBezTo>
                <a:cubicBezTo>
                  <a:pt x="112" y="258"/>
                  <a:pt x="116" y="256"/>
                  <a:pt x="118" y="256"/>
                </a:cubicBezTo>
                <a:cubicBezTo>
                  <a:pt x="118" y="258"/>
                  <a:pt x="118" y="260"/>
                  <a:pt x="120" y="261"/>
                </a:cubicBezTo>
                <a:cubicBezTo>
                  <a:pt x="122" y="262"/>
                  <a:pt x="126" y="260"/>
                  <a:pt x="127" y="262"/>
                </a:cubicBezTo>
                <a:cubicBezTo>
                  <a:pt x="128" y="264"/>
                  <a:pt x="128" y="265"/>
                  <a:pt x="130" y="267"/>
                </a:cubicBezTo>
                <a:cubicBezTo>
                  <a:pt x="132" y="268"/>
                  <a:pt x="132" y="269"/>
                  <a:pt x="132" y="272"/>
                </a:cubicBezTo>
                <a:cubicBezTo>
                  <a:pt x="134" y="271"/>
                  <a:pt x="135" y="270"/>
                  <a:pt x="136" y="268"/>
                </a:cubicBezTo>
                <a:cubicBezTo>
                  <a:pt x="138" y="267"/>
                  <a:pt x="140" y="272"/>
                  <a:pt x="143" y="272"/>
                </a:cubicBezTo>
                <a:cubicBezTo>
                  <a:pt x="143" y="274"/>
                  <a:pt x="143" y="275"/>
                  <a:pt x="143" y="277"/>
                </a:cubicBezTo>
                <a:cubicBezTo>
                  <a:pt x="146" y="277"/>
                  <a:pt x="152" y="275"/>
                  <a:pt x="153" y="279"/>
                </a:cubicBezTo>
                <a:cubicBezTo>
                  <a:pt x="156" y="280"/>
                  <a:pt x="156" y="275"/>
                  <a:pt x="157" y="273"/>
                </a:cubicBezTo>
                <a:cubicBezTo>
                  <a:pt x="158" y="271"/>
                  <a:pt x="161" y="272"/>
                  <a:pt x="163" y="273"/>
                </a:cubicBezTo>
                <a:cubicBezTo>
                  <a:pt x="163" y="275"/>
                  <a:pt x="162" y="277"/>
                  <a:pt x="163" y="278"/>
                </a:cubicBezTo>
                <a:cubicBezTo>
                  <a:pt x="164" y="279"/>
                  <a:pt x="166" y="278"/>
                  <a:pt x="167" y="279"/>
                </a:cubicBezTo>
                <a:cubicBezTo>
                  <a:pt x="164" y="281"/>
                  <a:pt x="161" y="281"/>
                  <a:pt x="160" y="285"/>
                </a:cubicBezTo>
                <a:cubicBezTo>
                  <a:pt x="160" y="288"/>
                  <a:pt x="162" y="292"/>
                  <a:pt x="165" y="291"/>
                </a:cubicBezTo>
                <a:cubicBezTo>
                  <a:pt x="164" y="295"/>
                  <a:pt x="166" y="297"/>
                  <a:pt x="169" y="294"/>
                </a:cubicBezTo>
                <a:cubicBezTo>
                  <a:pt x="172" y="290"/>
                  <a:pt x="176" y="295"/>
                  <a:pt x="175" y="299"/>
                </a:cubicBezTo>
                <a:cubicBezTo>
                  <a:pt x="174" y="301"/>
                  <a:pt x="167" y="305"/>
                  <a:pt x="169" y="308"/>
                </a:cubicBezTo>
                <a:cubicBezTo>
                  <a:pt x="170" y="310"/>
                  <a:pt x="172" y="309"/>
                  <a:pt x="173" y="310"/>
                </a:cubicBezTo>
                <a:cubicBezTo>
                  <a:pt x="175" y="312"/>
                  <a:pt x="173" y="315"/>
                  <a:pt x="175" y="317"/>
                </a:cubicBezTo>
                <a:cubicBezTo>
                  <a:pt x="184" y="312"/>
                  <a:pt x="177" y="322"/>
                  <a:pt x="181" y="325"/>
                </a:cubicBezTo>
                <a:cubicBezTo>
                  <a:pt x="182" y="327"/>
                  <a:pt x="186" y="326"/>
                  <a:pt x="188" y="326"/>
                </a:cubicBezTo>
                <a:cubicBezTo>
                  <a:pt x="190" y="327"/>
                  <a:pt x="190" y="331"/>
                  <a:pt x="193" y="330"/>
                </a:cubicBezTo>
                <a:cubicBezTo>
                  <a:pt x="193" y="331"/>
                  <a:pt x="193" y="331"/>
                  <a:pt x="193" y="331"/>
                </a:cubicBezTo>
                <a:cubicBezTo>
                  <a:pt x="195" y="331"/>
                  <a:pt x="198" y="330"/>
                  <a:pt x="200" y="332"/>
                </a:cubicBezTo>
                <a:cubicBezTo>
                  <a:pt x="202" y="334"/>
                  <a:pt x="201" y="335"/>
                  <a:pt x="200" y="338"/>
                </a:cubicBezTo>
                <a:cubicBezTo>
                  <a:pt x="200" y="341"/>
                  <a:pt x="205" y="339"/>
                  <a:pt x="206" y="339"/>
                </a:cubicBezTo>
                <a:cubicBezTo>
                  <a:pt x="208" y="339"/>
                  <a:pt x="208" y="342"/>
                  <a:pt x="208" y="344"/>
                </a:cubicBezTo>
                <a:cubicBezTo>
                  <a:pt x="209" y="344"/>
                  <a:pt x="209" y="344"/>
                  <a:pt x="209" y="344"/>
                </a:cubicBezTo>
                <a:cubicBezTo>
                  <a:pt x="210" y="344"/>
                  <a:pt x="210" y="344"/>
                  <a:pt x="210" y="343"/>
                </a:cubicBezTo>
                <a:cubicBezTo>
                  <a:pt x="210" y="342"/>
                  <a:pt x="214" y="343"/>
                  <a:pt x="215" y="344"/>
                </a:cubicBezTo>
                <a:cubicBezTo>
                  <a:pt x="217" y="340"/>
                  <a:pt x="224" y="342"/>
                  <a:pt x="227" y="338"/>
                </a:cubicBezTo>
                <a:cubicBezTo>
                  <a:pt x="229" y="335"/>
                  <a:pt x="221" y="333"/>
                  <a:pt x="219" y="332"/>
                </a:cubicBezTo>
                <a:cubicBezTo>
                  <a:pt x="222" y="330"/>
                  <a:pt x="220" y="329"/>
                  <a:pt x="221" y="327"/>
                </a:cubicBezTo>
                <a:cubicBezTo>
                  <a:pt x="225" y="325"/>
                  <a:pt x="230" y="324"/>
                  <a:pt x="235" y="322"/>
                </a:cubicBezTo>
                <a:cubicBezTo>
                  <a:pt x="238" y="320"/>
                  <a:pt x="239" y="316"/>
                  <a:pt x="239" y="313"/>
                </a:cubicBezTo>
                <a:cubicBezTo>
                  <a:pt x="239" y="311"/>
                  <a:pt x="238" y="309"/>
                  <a:pt x="238" y="307"/>
                </a:cubicBezTo>
                <a:cubicBezTo>
                  <a:pt x="239" y="304"/>
                  <a:pt x="240" y="303"/>
                  <a:pt x="242" y="301"/>
                </a:cubicBezTo>
                <a:cubicBezTo>
                  <a:pt x="243" y="299"/>
                  <a:pt x="242" y="298"/>
                  <a:pt x="241" y="296"/>
                </a:cubicBezTo>
                <a:cubicBezTo>
                  <a:pt x="240" y="294"/>
                  <a:pt x="240" y="291"/>
                  <a:pt x="240" y="289"/>
                </a:cubicBezTo>
                <a:cubicBezTo>
                  <a:pt x="237" y="288"/>
                  <a:pt x="235" y="288"/>
                  <a:pt x="232" y="288"/>
                </a:cubicBezTo>
                <a:cubicBezTo>
                  <a:pt x="233" y="287"/>
                  <a:pt x="235" y="286"/>
                  <a:pt x="235" y="284"/>
                </a:cubicBezTo>
                <a:cubicBezTo>
                  <a:pt x="236" y="283"/>
                  <a:pt x="234" y="280"/>
                  <a:pt x="237" y="279"/>
                </a:cubicBezTo>
                <a:cubicBezTo>
                  <a:pt x="236" y="278"/>
                  <a:pt x="234" y="277"/>
                  <a:pt x="232" y="277"/>
                </a:cubicBezTo>
                <a:cubicBezTo>
                  <a:pt x="232" y="275"/>
                  <a:pt x="231" y="273"/>
                  <a:pt x="232" y="272"/>
                </a:cubicBezTo>
                <a:cubicBezTo>
                  <a:pt x="233" y="270"/>
                  <a:pt x="236" y="270"/>
                  <a:pt x="236" y="269"/>
                </a:cubicBezTo>
                <a:cubicBezTo>
                  <a:pt x="236" y="266"/>
                  <a:pt x="232" y="262"/>
                  <a:pt x="238" y="263"/>
                </a:cubicBezTo>
                <a:cubicBezTo>
                  <a:pt x="237" y="265"/>
                  <a:pt x="239" y="264"/>
                  <a:pt x="240" y="265"/>
                </a:cubicBezTo>
                <a:cubicBezTo>
                  <a:pt x="241" y="266"/>
                  <a:pt x="242" y="268"/>
                  <a:pt x="244" y="267"/>
                </a:cubicBezTo>
                <a:cubicBezTo>
                  <a:pt x="244" y="262"/>
                  <a:pt x="235" y="258"/>
                  <a:pt x="238" y="253"/>
                </a:cubicBezTo>
                <a:cubicBezTo>
                  <a:pt x="241" y="253"/>
                  <a:pt x="241" y="256"/>
                  <a:pt x="242" y="257"/>
                </a:cubicBezTo>
                <a:cubicBezTo>
                  <a:pt x="243" y="259"/>
                  <a:pt x="247" y="259"/>
                  <a:pt x="248" y="258"/>
                </a:cubicBezTo>
                <a:cubicBezTo>
                  <a:pt x="251" y="257"/>
                  <a:pt x="250" y="254"/>
                  <a:pt x="251" y="252"/>
                </a:cubicBezTo>
                <a:cubicBezTo>
                  <a:pt x="253" y="249"/>
                  <a:pt x="258" y="250"/>
                  <a:pt x="261" y="250"/>
                </a:cubicBezTo>
                <a:cubicBezTo>
                  <a:pt x="261" y="253"/>
                  <a:pt x="261" y="255"/>
                  <a:pt x="260" y="257"/>
                </a:cubicBezTo>
                <a:cubicBezTo>
                  <a:pt x="257" y="256"/>
                  <a:pt x="258" y="260"/>
                  <a:pt x="258" y="262"/>
                </a:cubicBezTo>
                <a:cubicBezTo>
                  <a:pt x="254" y="262"/>
                  <a:pt x="253" y="266"/>
                  <a:pt x="257" y="267"/>
                </a:cubicBezTo>
                <a:cubicBezTo>
                  <a:pt x="261" y="268"/>
                  <a:pt x="266" y="268"/>
                  <a:pt x="270" y="268"/>
                </a:cubicBezTo>
                <a:cubicBezTo>
                  <a:pt x="269" y="273"/>
                  <a:pt x="273" y="270"/>
                  <a:pt x="275" y="268"/>
                </a:cubicBezTo>
                <a:cubicBezTo>
                  <a:pt x="278" y="267"/>
                  <a:pt x="279" y="266"/>
                  <a:pt x="282" y="267"/>
                </a:cubicBezTo>
                <a:cubicBezTo>
                  <a:pt x="283" y="269"/>
                  <a:pt x="282" y="272"/>
                  <a:pt x="282" y="275"/>
                </a:cubicBezTo>
                <a:cubicBezTo>
                  <a:pt x="284" y="275"/>
                  <a:pt x="285" y="275"/>
                  <a:pt x="287" y="275"/>
                </a:cubicBezTo>
                <a:cubicBezTo>
                  <a:pt x="287" y="278"/>
                  <a:pt x="286" y="286"/>
                  <a:pt x="282" y="281"/>
                </a:cubicBezTo>
                <a:cubicBezTo>
                  <a:pt x="279" y="281"/>
                  <a:pt x="278" y="284"/>
                  <a:pt x="279" y="286"/>
                </a:cubicBezTo>
                <a:cubicBezTo>
                  <a:pt x="279" y="288"/>
                  <a:pt x="281" y="287"/>
                  <a:pt x="281" y="290"/>
                </a:cubicBezTo>
                <a:cubicBezTo>
                  <a:pt x="281" y="292"/>
                  <a:pt x="280" y="293"/>
                  <a:pt x="280" y="295"/>
                </a:cubicBezTo>
                <a:cubicBezTo>
                  <a:pt x="281" y="298"/>
                  <a:pt x="284" y="297"/>
                  <a:pt x="284" y="299"/>
                </a:cubicBezTo>
                <a:cubicBezTo>
                  <a:pt x="281" y="300"/>
                  <a:pt x="280" y="302"/>
                  <a:pt x="276" y="302"/>
                </a:cubicBezTo>
                <a:cubicBezTo>
                  <a:pt x="274" y="303"/>
                  <a:pt x="272" y="302"/>
                  <a:pt x="270" y="301"/>
                </a:cubicBezTo>
                <a:cubicBezTo>
                  <a:pt x="266" y="299"/>
                  <a:pt x="266" y="307"/>
                  <a:pt x="267" y="309"/>
                </a:cubicBezTo>
                <a:cubicBezTo>
                  <a:pt x="272" y="309"/>
                  <a:pt x="271" y="312"/>
                  <a:pt x="275" y="314"/>
                </a:cubicBezTo>
                <a:cubicBezTo>
                  <a:pt x="275" y="312"/>
                  <a:pt x="275" y="310"/>
                  <a:pt x="276" y="309"/>
                </a:cubicBezTo>
                <a:cubicBezTo>
                  <a:pt x="278" y="308"/>
                  <a:pt x="282" y="309"/>
                  <a:pt x="285" y="309"/>
                </a:cubicBezTo>
                <a:cubicBezTo>
                  <a:pt x="285" y="308"/>
                  <a:pt x="286" y="307"/>
                  <a:pt x="288" y="308"/>
                </a:cubicBezTo>
                <a:cubicBezTo>
                  <a:pt x="288" y="305"/>
                  <a:pt x="287" y="304"/>
                  <a:pt x="287" y="302"/>
                </a:cubicBezTo>
                <a:cubicBezTo>
                  <a:pt x="289" y="302"/>
                  <a:pt x="291" y="302"/>
                  <a:pt x="292" y="300"/>
                </a:cubicBezTo>
                <a:cubicBezTo>
                  <a:pt x="294" y="298"/>
                  <a:pt x="296" y="295"/>
                  <a:pt x="296" y="292"/>
                </a:cubicBezTo>
                <a:cubicBezTo>
                  <a:pt x="299" y="291"/>
                  <a:pt x="302" y="293"/>
                  <a:pt x="306" y="294"/>
                </a:cubicBezTo>
                <a:cubicBezTo>
                  <a:pt x="309" y="294"/>
                  <a:pt x="312" y="294"/>
                  <a:pt x="315" y="296"/>
                </a:cubicBezTo>
                <a:cubicBezTo>
                  <a:pt x="315" y="295"/>
                  <a:pt x="316" y="294"/>
                  <a:pt x="316" y="293"/>
                </a:cubicBezTo>
                <a:cubicBezTo>
                  <a:pt x="317" y="293"/>
                  <a:pt x="318" y="293"/>
                  <a:pt x="320" y="293"/>
                </a:cubicBezTo>
                <a:cubicBezTo>
                  <a:pt x="320" y="292"/>
                  <a:pt x="320" y="292"/>
                  <a:pt x="320" y="292"/>
                </a:cubicBezTo>
                <a:cubicBezTo>
                  <a:pt x="320" y="293"/>
                  <a:pt x="320" y="295"/>
                  <a:pt x="320" y="296"/>
                </a:cubicBezTo>
                <a:cubicBezTo>
                  <a:pt x="322" y="296"/>
                  <a:pt x="323" y="298"/>
                  <a:pt x="325" y="297"/>
                </a:cubicBezTo>
                <a:cubicBezTo>
                  <a:pt x="325" y="299"/>
                  <a:pt x="326" y="301"/>
                  <a:pt x="328" y="301"/>
                </a:cubicBezTo>
                <a:cubicBezTo>
                  <a:pt x="328" y="298"/>
                  <a:pt x="333" y="298"/>
                  <a:pt x="333" y="296"/>
                </a:cubicBezTo>
                <a:cubicBezTo>
                  <a:pt x="329" y="295"/>
                  <a:pt x="331" y="283"/>
                  <a:pt x="330" y="280"/>
                </a:cubicBezTo>
                <a:cubicBezTo>
                  <a:pt x="333" y="279"/>
                  <a:pt x="334" y="282"/>
                  <a:pt x="336" y="283"/>
                </a:cubicBezTo>
                <a:cubicBezTo>
                  <a:pt x="340" y="284"/>
                  <a:pt x="341" y="279"/>
                  <a:pt x="341" y="277"/>
                </a:cubicBezTo>
                <a:cubicBezTo>
                  <a:pt x="341" y="273"/>
                  <a:pt x="340" y="272"/>
                  <a:pt x="337" y="271"/>
                </a:cubicBezTo>
                <a:cubicBezTo>
                  <a:pt x="333" y="270"/>
                  <a:pt x="331" y="269"/>
                  <a:pt x="330" y="266"/>
                </a:cubicBezTo>
                <a:cubicBezTo>
                  <a:pt x="332" y="266"/>
                  <a:pt x="336" y="266"/>
                  <a:pt x="335" y="263"/>
                </a:cubicBezTo>
                <a:cubicBezTo>
                  <a:pt x="335" y="261"/>
                  <a:pt x="333" y="261"/>
                  <a:pt x="333" y="259"/>
                </a:cubicBezTo>
                <a:cubicBezTo>
                  <a:pt x="332" y="258"/>
                  <a:pt x="333" y="256"/>
                  <a:pt x="333" y="255"/>
                </a:cubicBezTo>
                <a:cubicBezTo>
                  <a:pt x="337" y="254"/>
                  <a:pt x="340" y="255"/>
                  <a:pt x="344" y="255"/>
                </a:cubicBezTo>
                <a:cubicBezTo>
                  <a:pt x="347" y="254"/>
                  <a:pt x="349" y="253"/>
                  <a:pt x="352" y="252"/>
                </a:cubicBezTo>
                <a:cubicBezTo>
                  <a:pt x="352" y="252"/>
                  <a:pt x="352" y="254"/>
                  <a:pt x="352" y="254"/>
                </a:cubicBezTo>
                <a:cubicBezTo>
                  <a:pt x="354" y="254"/>
                  <a:pt x="355" y="253"/>
                  <a:pt x="357" y="254"/>
                </a:cubicBezTo>
                <a:cubicBezTo>
                  <a:pt x="357" y="250"/>
                  <a:pt x="357" y="247"/>
                  <a:pt x="357" y="243"/>
                </a:cubicBezTo>
                <a:cubicBezTo>
                  <a:pt x="354" y="244"/>
                  <a:pt x="355" y="240"/>
                  <a:pt x="355" y="238"/>
                </a:cubicBezTo>
                <a:cubicBezTo>
                  <a:pt x="351" y="238"/>
                  <a:pt x="350" y="239"/>
                  <a:pt x="349" y="243"/>
                </a:cubicBezTo>
                <a:cubicBezTo>
                  <a:pt x="348" y="243"/>
                  <a:pt x="347" y="242"/>
                  <a:pt x="346" y="241"/>
                </a:cubicBezTo>
                <a:cubicBezTo>
                  <a:pt x="344" y="241"/>
                  <a:pt x="343" y="242"/>
                  <a:pt x="341" y="242"/>
                </a:cubicBezTo>
                <a:cubicBezTo>
                  <a:pt x="336" y="243"/>
                  <a:pt x="330" y="242"/>
                  <a:pt x="325" y="240"/>
                </a:cubicBezTo>
                <a:cubicBezTo>
                  <a:pt x="322" y="239"/>
                  <a:pt x="321" y="238"/>
                  <a:pt x="320" y="235"/>
                </a:cubicBezTo>
                <a:cubicBezTo>
                  <a:pt x="319" y="231"/>
                  <a:pt x="318" y="226"/>
                  <a:pt x="316" y="222"/>
                </a:cubicBezTo>
                <a:cubicBezTo>
                  <a:pt x="320" y="223"/>
                  <a:pt x="318" y="218"/>
                  <a:pt x="320" y="216"/>
                </a:cubicBezTo>
                <a:cubicBezTo>
                  <a:pt x="324" y="216"/>
                  <a:pt x="328" y="215"/>
                  <a:pt x="331" y="211"/>
                </a:cubicBezTo>
                <a:cubicBezTo>
                  <a:pt x="333" y="208"/>
                  <a:pt x="336" y="203"/>
                  <a:pt x="341" y="202"/>
                </a:cubicBezTo>
                <a:cubicBezTo>
                  <a:pt x="343" y="202"/>
                  <a:pt x="346" y="202"/>
                  <a:pt x="348" y="200"/>
                </a:cubicBezTo>
                <a:cubicBezTo>
                  <a:pt x="349" y="198"/>
                  <a:pt x="349" y="197"/>
                  <a:pt x="351" y="196"/>
                </a:cubicBezTo>
                <a:cubicBezTo>
                  <a:pt x="354" y="195"/>
                  <a:pt x="359" y="195"/>
                  <a:pt x="361" y="192"/>
                </a:cubicBezTo>
                <a:cubicBezTo>
                  <a:pt x="364" y="192"/>
                  <a:pt x="367" y="191"/>
                  <a:pt x="369" y="189"/>
                </a:cubicBezTo>
                <a:cubicBezTo>
                  <a:pt x="370" y="188"/>
                  <a:pt x="371" y="187"/>
                  <a:pt x="372" y="186"/>
                </a:cubicBezTo>
                <a:cubicBezTo>
                  <a:pt x="374" y="185"/>
                  <a:pt x="376" y="185"/>
                  <a:pt x="378" y="185"/>
                </a:cubicBezTo>
                <a:cubicBezTo>
                  <a:pt x="379" y="177"/>
                  <a:pt x="389" y="180"/>
                  <a:pt x="394" y="179"/>
                </a:cubicBezTo>
                <a:cubicBezTo>
                  <a:pt x="395" y="176"/>
                  <a:pt x="395" y="176"/>
                  <a:pt x="395" y="176"/>
                </a:cubicBezTo>
                <a:cubicBezTo>
                  <a:pt x="396" y="174"/>
                  <a:pt x="398" y="173"/>
                  <a:pt x="399" y="172"/>
                </a:cubicBezTo>
                <a:cubicBezTo>
                  <a:pt x="398" y="172"/>
                  <a:pt x="398" y="170"/>
                  <a:pt x="399" y="169"/>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7" name="Freeform 432">
            <a:extLst>
              <a:ext uri="{FF2B5EF4-FFF2-40B4-BE49-F238E27FC236}">
                <a16:creationId xmlns:a16="http://schemas.microsoft.com/office/drawing/2014/main" id="{2BB2B3FE-6AA6-4137-AE0D-BC21F2BC2654}"/>
              </a:ext>
            </a:extLst>
          </p:cNvPr>
          <p:cNvSpPr>
            <a:spLocks/>
          </p:cNvSpPr>
          <p:nvPr/>
        </p:nvSpPr>
        <p:spPr bwMode="auto">
          <a:xfrm>
            <a:off x="2656409" y="3070089"/>
            <a:ext cx="2039"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1" y="0"/>
                  <a:pt x="0" y="0"/>
                  <a:pt x="0" y="0"/>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8" name="Freeform 433">
            <a:extLst>
              <a:ext uri="{FF2B5EF4-FFF2-40B4-BE49-F238E27FC236}">
                <a16:creationId xmlns:a16="http://schemas.microsoft.com/office/drawing/2014/main" id="{B10558A3-F8D8-4241-81B9-137E5E54FB0B}"/>
              </a:ext>
            </a:extLst>
          </p:cNvPr>
          <p:cNvSpPr>
            <a:spLocks/>
          </p:cNvSpPr>
          <p:nvPr/>
        </p:nvSpPr>
        <p:spPr bwMode="auto">
          <a:xfrm>
            <a:off x="2472833" y="3021804"/>
            <a:ext cx="4080" cy="1971"/>
          </a:xfrm>
          <a:custGeom>
            <a:avLst/>
            <a:gdLst>
              <a:gd name="T0" fmla="*/ 0 w 2"/>
              <a:gd name="T1" fmla="*/ 1 h 1"/>
              <a:gd name="T2" fmla="*/ 2 w 2"/>
              <a:gd name="T3" fmla="*/ 0 h 1"/>
              <a:gd name="T4" fmla="*/ 0 w 2"/>
              <a:gd name="T5" fmla="*/ 1 h 1"/>
            </a:gdLst>
            <a:ahLst/>
            <a:cxnLst>
              <a:cxn ang="0">
                <a:pos x="T0" y="T1"/>
              </a:cxn>
              <a:cxn ang="0">
                <a:pos x="T2" y="T3"/>
              </a:cxn>
              <a:cxn ang="0">
                <a:pos x="T4" y="T5"/>
              </a:cxn>
            </a:cxnLst>
            <a:rect l="0" t="0" r="r" b="b"/>
            <a:pathLst>
              <a:path w="2" h="1">
                <a:moveTo>
                  <a:pt x="0" y="1"/>
                </a:moveTo>
                <a:cubicBezTo>
                  <a:pt x="1" y="1"/>
                  <a:pt x="1" y="1"/>
                  <a:pt x="2" y="0"/>
                </a:cubicBezTo>
                <a:cubicBezTo>
                  <a:pt x="1" y="1"/>
                  <a:pt x="1" y="1"/>
                  <a:pt x="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19" name="Freeform 434">
            <a:extLst>
              <a:ext uri="{FF2B5EF4-FFF2-40B4-BE49-F238E27FC236}">
                <a16:creationId xmlns:a16="http://schemas.microsoft.com/office/drawing/2014/main" id="{FD5D5C73-8A4C-4E41-8BD5-803C2826C305}"/>
              </a:ext>
            </a:extLst>
          </p:cNvPr>
          <p:cNvSpPr>
            <a:spLocks/>
          </p:cNvSpPr>
          <p:nvPr/>
        </p:nvSpPr>
        <p:spPr bwMode="auto">
          <a:xfrm>
            <a:off x="2658448" y="4132352"/>
            <a:ext cx="900540" cy="781424"/>
          </a:xfrm>
          <a:custGeom>
            <a:avLst/>
            <a:gdLst>
              <a:gd name="T0" fmla="*/ 381 w 396"/>
              <a:gd name="T1" fmla="*/ 69 h 356"/>
              <a:gd name="T2" fmla="*/ 360 w 396"/>
              <a:gd name="T3" fmla="*/ 91 h 356"/>
              <a:gd name="T4" fmla="*/ 325 w 396"/>
              <a:gd name="T5" fmla="*/ 118 h 356"/>
              <a:gd name="T6" fmla="*/ 291 w 396"/>
              <a:gd name="T7" fmla="*/ 138 h 356"/>
              <a:gd name="T8" fmla="*/ 278 w 396"/>
              <a:gd name="T9" fmla="*/ 150 h 356"/>
              <a:gd name="T10" fmla="*/ 276 w 396"/>
              <a:gd name="T11" fmla="*/ 166 h 356"/>
              <a:gd name="T12" fmla="*/ 248 w 396"/>
              <a:gd name="T13" fmla="*/ 176 h 356"/>
              <a:gd name="T14" fmla="*/ 233 w 396"/>
              <a:gd name="T15" fmla="*/ 177 h 356"/>
              <a:gd name="T16" fmla="*/ 221 w 396"/>
              <a:gd name="T17" fmla="*/ 194 h 356"/>
              <a:gd name="T18" fmla="*/ 211 w 396"/>
              <a:gd name="T19" fmla="*/ 204 h 356"/>
              <a:gd name="T20" fmla="*/ 203 w 396"/>
              <a:gd name="T21" fmla="*/ 198 h 356"/>
              <a:gd name="T22" fmla="*/ 176 w 396"/>
              <a:gd name="T23" fmla="*/ 215 h 356"/>
              <a:gd name="T24" fmla="*/ 173 w 396"/>
              <a:gd name="T25" fmla="*/ 261 h 356"/>
              <a:gd name="T26" fmla="*/ 170 w 396"/>
              <a:gd name="T27" fmla="*/ 283 h 356"/>
              <a:gd name="T28" fmla="*/ 174 w 396"/>
              <a:gd name="T29" fmla="*/ 315 h 356"/>
              <a:gd name="T30" fmla="*/ 165 w 396"/>
              <a:gd name="T31" fmla="*/ 296 h 356"/>
              <a:gd name="T32" fmla="*/ 163 w 396"/>
              <a:gd name="T33" fmla="*/ 314 h 356"/>
              <a:gd name="T34" fmla="*/ 154 w 396"/>
              <a:gd name="T35" fmla="*/ 324 h 356"/>
              <a:gd name="T36" fmla="*/ 130 w 396"/>
              <a:gd name="T37" fmla="*/ 324 h 356"/>
              <a:gd name="T38" fmla="*/ 106 w 396"/>
              <a:gd name="T39" fmla="*/ 332 h 356"/>
              <a:gd name="T40" fmla="*/ 75 w 396"/>
              <a:gd name="T41" fmla="*/ 354 h 356"/>
              <a:gd name="T42" fmla="*/ 79 w 396"/>
              <a:gd name="T43" fmla="*/ 342 h 356"/>
              <a:gd name="T44" fmla="*/ 76 w 396"/>
              <a:gd name="T45" fmla="*/ 317 h 356"/>
              <a:gd name="T46" fmla="*/ 66 w 396"/>
              <a:gd name="T47" fmla="*/ 303 h 356"/>
              <a:gd name="T48" fmla="*/ 58 w 396"/>
              <a:gd name="T49" fmla="*/ 288 h 356"/>
              <a:gd name="T50" fmla="*/ 46 w 396"/>
              <a:gd name="T51" fmla="*/ 295 h 356"/>
              <a:gd name="T52" fmla="*/ 30 w 396"/>
              <a:gd name="T53" fmla="*/ 292 h 356"/>
              <a:gd name="T54" fmla="*/ 12 w 396"/>
              <a:gd name="T55" fmla="*/ 284 h 356"/>
              <a:gd name="T56" fmla="*/ 18 w 396"/>
              <a:gd name="T57" fmla="*/ 285 h 356"/>
              <a:gd name="T58" fmla="*/ 33 w 396"/>
              <a:gd name="T59" fmla="*/ 273 h 356"/>
              <a:gd name="T60" fmla="*/ 25 w 396"/>
              <a:gd name="T61" fmla="*/ 268 h 356"/>
              <a:gd name="T62" fmla="*/ 6 w 396"/>
              <a:gd name="T63" fmla="*/ 265 h 356"/>
              <a:gd name="T64" fmla="*/ 1 w 396"/>
              <a:gd name="T65" fmla="*/ 257 h 356"/>
              <a:gd name="T66" fmla="*/ 3 w 396"/>
              <a:gd name="T67" fmla="*/ 231 h 356"/>
              <a:gd name="T68" fmla="*/ 19 w 396"/>
              <a:gd name="T69" fmla="*/ 223 h 356"/>
              <a:gd name="T70" fmla="*/ 41 w 396"/>
              <a:gd name="T71" fmla="*/ 194 h 356"/>
              <a:gd name="T72" fmla="*/ 37 w 396"/>
              <a:gd name="T73" fmla="*/ 165 h 356"/>
              <a:gd name="T74" fmla="*/ 41 w 396"/>
              <a:gd name="T75" fmla="*/ 146 h 356"/>
              <a:gd name="T76" fmla="*/ 46 w 396"/>
              <a:gd name="T77" fmla="*/ 116 h 356"/>
              <a:gd name="T78" fmla="*/ 56 w 396"/>
              <a:gd name="T79" fmla="*/ 90 h 356"/>
              <a:gd name="T80" fmla="*/ 50 w 396"/>
              <a:gd name="T81" fmla="*/ 77 h 356"/>
              <a:gd name="T82" fmla="*/ 61 w 396"/>
              <a:gd name="T83" fmla="*/ 57 h 356"/>
              <a:gd name="T84" fmla="*/ 70 w 396"/>
              <a:gd name="T85" fmla="*/ 26 h 356"/>
              <a:gd name="T86" fmla="*/ 78 w 396"/>
              <a:gd name="T87" fmla="*/ 24 h 356"/>
              <a:gd name="T88" fmla="*/ 91 w 396"/>
              <a:gd name="T89" fmla="*/ 0 h 356"/>
              <a:gd name="T90" fmla="*/ 120 w 396"/>
              <a:gd name="T91" fmla="*/ 16 h 356"/>
              <a:gd name="T92" fmla="*/ 134 w 396"/>
              <a:gd name="T93" fmla="*/ 15 h 356"/>
              <a:gd name="T94" fmla="*/ 147 w 396"/>
              <a:gd name="T95" fmla="*/ 22 h 356"/>
              <a:gd name="T96" fmla="*/ 168 w 396"/>
              <a:gd name="T97" fmla="*/ 25 h 356"/>
              <a:gd name="T98" fmla="*/ 170 w 396"/>
              <a:gd name="T99" fmla="*/ 60 h 356"/>
              <a:gd name="T100" fmla="*/ 205 w 396"/>
              <a:gd name="T101" fmla="*/ 85 h 356"/>
              <a:gd name="T102" fmla="*/ 215 w 396"/>
              <a:gd name="T103" fmla="*/ 97 h 356"/>
              <a:gd name="T104" fmla="*/ 251 w 396"/>
              <a:gd name="T105" fmla="*/ 106 h 356"/>
              <a:gd name="T106" fmla="*/ 278 w 396"/>
              <a:gd name="T107" fmla="*/ 99 h 356"/>
              <a:gd name="T108" fmla="*/ 282 w 396"/>
              <a:gd name="T109" fmla="*/ 86 h 356"/>
              <a:gd name="T110" fmla="*/ 301 w 396"/>
              <a:gd name="T111" fmla="*/ 84 h 356"/>
              <a:gd name="T112" fmla="*/ 317 w 396"/>
              <a:gd name="T113" fmla="*/ 78 h 356"/>
              <a:gd name="T114" fmla="*/ 327 w 396"/>
              <a:gd name="T115" fmla="*/ 63 h 356"/>
              <a:gd name="T116" fmla="*/ 338 w 396"/>
              <a:gd name="T117" fmla="*/ 53 h 356"/>
              <a:gd name="T118" fmla="*/ 354 w 396"/>
              <a:gd name="T119" fmla="*/ 60 h 356"/>
              <a:gd name="T120" fmla="*/ 379 w 396"/>
              <a:gd name="T121" fmla="*/ 55 h 356"/>
              <a:gd name="T122" fmla="*/ 396 w 396"/>
              <a:gd name="T123" fmla="*/ 5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6" h="356">
                <a:moveTo>
                  <a:pt x="396" y="52"/>
                </a:moveTo>
                <a:cubicBezTo>
                  <a:pt x="396" y="53"/>
                  <a:pt x="396" y="54"/>
                  <a:pt x="395" y="55"/>
                </a:cubicBezTo>
                <a:cubicBezTo>
                  <a:pt x="394" y="57"/>
                  <a:pt x="392" y="58"/>
                  <a:pt x="390" y="59"/>
                </a:cubicBezTo>
                <a:cubicBezTo>
                  <a:pt x="389" y="60"/>
                  <a:pt x="387" y="62"/>
                  <a:pt x="386" y="63"/>
                </a:cubicBezTo>
                <a:cubicBezTo>
                  <a:pt x="385" y="64"/>
                  <a:pt x="385" y="66"/>
                  <a:pt x="384" y="67"/>
                </a:cubicBezTo>
                <a:cubicBezTo>
                  <a:pt x="383" y="68"/>
                  <a:pt x="382" y="68"/>
                  <a:pt x="381" y="69"/>
                </a:cubicBezTo>
                <a:cubicBezTo>
                  <a:pt x="380" y="71"/>
                  <a:pt x="379" y="73"/>
                  <a:pt x="378" y="75"/>
                </a:cubicBezTo>
                <a:cubicBezTo>
                  <a:pt x="377" y="75"/>
                  <a:pt x="376" y="75"/>
                  <a:pt x="376" y="76"/>
                </a:cubicBezTo>
                <a:cubicBezTo>
                  <a:pt x="374" y="76"/>
                  <a:pt x="372" y="79"/>
                  <a:pt x="370" y="80"/>
                </a:cubicBezTo>
                <a:cubicBezTo>
                  <a:pt x="368" y="81"/>
                  <a:pt x="367" y="81"/>
                  <a:pt x="366" y="82"/>
                </a:cubicBezTo>
                <a:cubicBezTo>
                  <a:pt x="366" y="83"/>
                  <a:pt x="367" y="87"/>
                  <a:pt x="364" y="88"/>
                </a:cubicBezTo>
                <a:cubicBezTo>
                  <a:pt x="362" y="88"/>
                  <a:pt x="362" y="90"/>
                  <a:pt x="360" y="91"/>
                </a:cubicBezTo>
                <a:cubicBezTo>
                  <a:pt x="358" y="93"/>
                  <a:pt x="356" y="94"/>
                  <a:pt x="353" y="95"/>
                </a:cubicBezTo>
                <a:cubicBezTo>
                  <a:pt x="352" y="95"/>
                  <a:pt x="351" y="96"/>
                  <a:pt x="350" y="96"/>
                </a:cubicBezTo>
                <a:cubicBezTo>
                  <a:pt x="349" y="97"/>
                  <a:pt x="348" y="98"/>
                  <a:pt x="347" y="99"/>
                </a:cubicBezTo>
                <a:cubicBezTo>
                  <a:pt x="342" y="102"/>
                  <a:pt x="338" y="103"/>
                  <a:pt x="334" y="107"/>
                </a:cubicBezTo>
                <a:cubicBezTo>
                  <a:pt x="331" y="109"/>
                  <a:pt x="329" y="111"/>
                  <a:pt x="327" y="114"/>
                </a:cubicBezTo>
                <a:cubicBezTo>
                  <a:pt x="326" y="115"/>
                  <a:pt x="326" y="117"/>
                  <a:pt x="325" y="118"/>
                </a:cubicBezTo>
                <a:cubicBezTo>
                  <a:pt x="325" y="119"/>
                  <a:pt x="323" y="120"/>
                  <a:pt x="322" y="121"/>
                </a:cubicBezTo>
                <a:cubicBezTo>
                  <a:pt x="320" y="122"/>
                  <a:pt x="320" y="123"/>
                  <a:pt x="318" y="124"/>
                </a:cubicBezTo>
                <a:cubicBezTo>
                  <a:pt x="317" y="125"/>
                  <a:pt x="314" y="126"/>
                  <a:pt x="312" y="126"/>
                </a:cubicBezTo>
                <a:cubicBezTo>
                  <a:pt x="309" y="127"/>
                  <a:pt x="306" y="128"/>
                  <a:pt x="303" y="130"/>
                </a:cubicBezTo>
                <a:cubicBezTo>
                  <a:pt x="300" y="131"/>
                  <a:pt x="298" y="132"/>
                  <a:pt x="296" y="134"/>
                </a:cubicBezTo>
                <a:cubicBezTo>
                  <a:pt x="295" y="136"/>
                  <a:pt x="293" y="137"/>
                  <a:pt x="291" y="138"/>
                </a:cubicBezTo>
                <a:cubicBezTo>
                  <a:pt x="289" y="140"/>
                  <a:pt x="287" y="142"/>
                  <a:pt x="284" y="143"/>
                </a:cubicBezTo>
                <a:cubicBezTo>
                  <a:pt x="282" y="144"/>
                  <a:pt x="280" y="145"/>
                  <a:pt x="278" y="147"/>
                </a:cubicBezTo>
                <a:cubicBezTo>
                  <a:pt x="277" y="148"/>
                  <a:pt x="273" y="159"/>
                  <a:pt x="278" y="158"/>
                </a:cubicBezTo>
                <a:cubicBezTo>
                  <a:pt x="279" y="156"/>
                  <a:pt x="278" y="154"/>
                  <a:pt x="278" y="152"/>
                </a:cubicBezTo>
                <a:cubicBezTo>
                  <a:pt x="278" y="152"/>
                  <a:pt x="278" y="152"/>
                  <a:pt x="278" y="152"/>
                </a:cubicBezTo>
                <a:cubicBezTo>
                  <a:pt x="277" y="151"/>
                  <a:pt x="277" y="150"/>
                  <a:pt x="278" y="150"/>
                </a:cubicBezTo>
                <a:cubicBezTo>
                  <a:pt x="279" y="150"/>
                  <a:pt x="281" y="152"/>
                  <a:pt x="281" y="153"/>
                </a:cubicBezTo>
                <a:cubicBezTo>
                  <a:pt x="281" y="155"/>
                  <a:pt x="280" y="156"/>
                  <a:pt x="279" y="158"/>
                </a:cubicBezTo>
                <a:cubicBezTo>
                  <a:pt x="278" y="159"/>
                  <a:pt x="278" y="162"/>
                  <a:pt x="277" y="163"/>
                </a:cubicBezTo>
                <a:cubicBezTo>
                  <a:pt x="277" y="164"/>
                  <a:pt x="278" y="169"/>
                  <a:pt x="277" y="169"/>
                </a:cubicBezTo>
                <a:cubicBezTo>
                  <a:pt x="277" y="169"/>
                  <a:pt x="277" y="169"/>
                  <a:pt x="276" y="169"/>
                </a:cubicBezTo>
                <a:cubicBezTo>
                  <a:pt x="276" y="168"/>
                  <a:pt x="276" y="167"/>
                  <a:pt x="276" y="166"/>
                </a:cubicBezTo>
                <a:cubicBezTo>
                  <a:pt x="275" y="167"/>
                  <a:pt x="276" y="168"/>
                  <a:pt x="275" y="170"/>
                </a:cubicBezTo>
                <a:cubicBezTo>
                  <a:pt x="274" y="171"/>
                  <a:pt x="274" y="171"/>
                  <a:pt x="273" y="172"/>
                </a:cubicBezTo>
                <a:cubicBezTo>
                  <a:pt x="270" y="173"/>
                  <a:pt x="267" y="173"/>
                  <a:pt x="265" y="175"/>
                </a:cubicBezTo>
                <a:cubicBezTo>
                  <a:pt x="262" y="176"/>
                  <a:pt x="261" y="178"/>
                  <a:pt x="258" y="179"/>
                </a:cubicBezTo>
                <a:cubicBezTo>
                  <a:pt x="255" y="180"/>
                  <a:pt x="252" y="181"/>
                  <a:pt x="249" y="180"/>
                </a:cubicBezTo>
                <a:cubicBezTo>
                  <a:pt x="249" y="179"/>
                  <a:pt x="250" y="177"/>
                  <a:pt x="248" y="176"/>
                </a:cubicBezTo>
                <a:cubicBezTo>
                  <a:pt x="248" y="178"/>
                  <a:pt x="248" y="179"/>
                  <a:pt x="248" y="180"/>
                </a:cubicBezTo>
                <a:cubicBezTo>
                  <a:pt x="248" y="179"/>
                  <a:pt x="248" y="179"/>
                  <a:pt x="248" y="179"/>
                </a:cubicBezTo>
                <a:cubicBezTo>
                  <a:pt x="246" y="179"/>
                  <a:pt x="244" y="177"/>
                  <a:pt x="243" y="177"/>
                </a:cubicBezTo>
                <a:cubicBezTo>
                  <a:pt x="241" y="176"/>
                  <a:pt x="239" y="176"/>
                  <a:pt x="237" y="176"/>
                </a:cubicBezTo>
                <a:cubicBezTo>
                  <a:pt x="235" y="176"/>
                  <a:pt x="229" y="176"/>
                  <a:pt x="229" y="178"/>
                </a:cubicBezTo>
                <a:cubicBezTo>
                  <a:pt x="231" y="179"/>
                  <a:pt x="231" y="177"/>
                  <a:pt x="233" y="177"/>
                </a:cubicBezTo>
                <a:cubicBezTo>
                  <a:pt x="235" y="176"/>
                  <a:pt x="238" y="176"/>
                  <a:pt x="238" y="178"/>
                </a:cubicBezTo>
                <a:cubicBezTo>
                  <a:pt x="236" y="179"/>
                  <a:pt x="233" y="179"/>
                  <a:pt x="231" y="179"/>
                </a:cubicBezTo>
                <a:cubicBezTo>
                  <a:pt x="228" y="180"/>
                  <a:pt x="227" y="180"/>
                  <a:pt x="227" y="183"/>
                </a:cubicBezTo>
                <a:cubicBezTo>
                  <a:pt x="226" y="186"/>
                  <a:pt x="227" y="186"/>
                  <a:pt x="225" y="187"/>
                </a:cubicBezTo>
                <a:cubicBezTo>
                  <a:pt x="224" y="188"/>
                  <a:pt x="223" y="189"/>
                  <a:pt x="222" y="190"/>
                </a:cubicBezTo>
                <a:cubicBezTo>
                  <a:pt x="221" y="191"/>
                  <a:pt x="222" y="192"/>
                  <a:pt x="221" y="194"/>
                </a:cubicBezTo>
                <a:cubicBezTo>
                  <a:pt x="220" y="197"/>
                  <a:pt x="217" y="197"/>
                  <a:pt x="215" y="200"/>
                </a:cubicBezTo>
                <a:cubicBezTo>
                  <a:pt x="213" y="201"/>
                  <a:pt x="213" y="204"/>
                  <a:pt x="215" y="204"/>
                </a:cubicBezTo>
                <a:cubicBezTo>
                  <a:pt x="214" y="204"/>
                  <a:pt x="213" y="204"/>
                  <a:pt x="212" y="203"/>
                </a:cubicBezTo>
                <a:cubicBezTo>
                  <a:pt x="213" y="204"/>
                  <a:pt x="212" y="205"/>
                  <a:pt x="212" y="205"/>
                </a:cubicBezTo>
                <a:cubicBezTo>
                  <a:pt x="212" y="205"/>
                  <a:pt x="212" y="205"/>
                  <a:pt x="211" y="205"/>
                </a:cubicBezTo>
                <a:cubicBezTo>
                  <a:pt x="211" y="204"/>
                  <a:pt x="211" y="204"/>
                  <a:pt x="211" y="204"/>
                </a:cubicBezTo>
                <a:cubicBezTo>
                  <a:pt x="209" y="205"/>
                  <a:pt x="209" y="202"/>
                  <a:pt x="209" y="201"/>
                </a:cubicBezTo>
                <a:cubicBezTo>
                  <a:pt x="208" y="203"/>
                  <a:pt x="209" y="207"/>
                  <a:pt x="206" y="207"/>
                </a:cubicBezTo>
                <a:cubicBezTo>
                  <a:pt x="206" y="206"/>
                  <a:pt x="207" y="205"/>
                  <a:pt x="207" y="203"/>
                </a:cubicBezTo>
                <a:cubicBezTo>
                  <a:pt x="205" y="204"/>
                  <a:pt x="205" y="205"/>
                  <a:pt x="205" y="206"/>
                </a:cubicBezTo>
                <a:cubicBezTo>
                  <a:pt x="203" y="207"/>
                  <a:pt x="204" y="204"/>
                  <a:pt x="204" y="203"/>
                </a:cubicBezTo>
                <a:cubicBezTo>
                  <a:pt x="203" y="201"/>
                  <a:pt x="203" y="200"/>
                  <a:pt x="203" y="198"/>
                </a:cubicBezTo>
                <a:cubicBezTo>
                  <a:pt x="199" y="198"/>
                  <a:pt x="196" y="197"/>
                  <a:pt x="193" y="199"/>
                </a:cubicBezTo>
                <a:cubicBezTo>
                  <a:pt x="193" y="200"/>
                  <a:pt x="193" y="200"/>
                  <a:pt x="193" y="200"/>
                </a:cubicBezTo>
                <a:cubicBezTo>
                  <a:pt x="191" y="200"/>
                  <a:pt x="191" y="201"/>
                  <a:pt x="189" y="202"/>
                </a:cubicBezTo>
                <a:cubicBezTo>
                  <a:pt x="188" y="202"/>
                  <a:pt x="187" y="201"/>
                  <a:pt x="185" y="202"/>
                </a:cubicBezTo>
                <a:cubicBezTo>
                  <a:pt x="183" y="202"/>
                  <a:pt x="182" y="205"/>
                  <a:pt x="181" y="206"/>
                </a:cubicBezTo>
                <a:cubicBezTo>
                  <a:pt x="179" y="209"/>
                  <a:pt x="179" y="212"/>
                  <a:pt x="176" y="215"/>
                </a:cubicBezTo>
                <a:cubicBezTo>
                  <a:pt x="173" y="217"/>
                  <a:pt x="172" y="222"/>
                  <a:pt x="171" y="226"/>
                </a:cubicBezTo>
                <a:cubicBezTo>
                  <a:pt x="170" y="227"/>
                  <a:pt x="170" y="227"/>
                  <a:pt x="169" y="229"/>
                </a:cubicBezTo>
                <a:cubicBezTo>
                  <a:pt x="168" y="232"/>
                  <a:pt x="167" y="236"/>
                  <a:pt x="168" y="239"/>
                </a:cubicBezTo>
                <a:cubicBezTo>
                  <a:pt x="168" y="242"/>
                  <a:pt x="169" y="246"/>
                  <a:pt x="170" y="249"/>
                </a:cubicBezTo>
                <a:cubicBezTo>
                  <a:pt x="171" y="252"/>
                  <a:pt x="172" y="255"/>
                  <a:pt x="173" y="258"/>
                </a:cubicBezTo>
                <a:cubicBezTo>
                  <a:pt x="173" y="259"/>
                  <a:pt x="173" y="260"/>
                  <a:pt x="173" y="261"/>
                </a:cubicBezTo>
                <a:cubicBezTo>
                  <a:pt x="173" y="264"/>
                  <a:pt x="173" y="267"/>
                  <a:pt x="172" y="269"/>
                </a:cubicBezTo>
                <a:cubicBezTo>
                  <a:pt x="172" y="271"/>
                  <a:pt x="171" y="271"/>
                  <a:pt x="170" y="272"/>
                </a:cubicBezTo>
                <a:cubicBezTo>
                  <a:pt x="169" y="273"/>
                  <a:pt x="169" y="274"/>
                  <a:pt x="169" y="275"/>
                </a:cubicBezTo>
                <a:cubicBezTo>
                  <a:pt x="167" y="275"/>
                  <a:pt x="165" y="275"/>
                  <a:pt x="166" y="277"/>
                </a:cubicBezTo>
                <a:cubicBezTo>
                  <a:pt x="166" y="276"/>
                  <a:pt x="167" y="276"/>
                  <a:pt x="169" y="276"/>
                </a:cubicBezTo>
                <a:cubicBezTo>
                  <a:pt x="169" y="279"/>
                  <a:pt x="170" y="280"/>
                  <a:pt x="170" y="283"/>
                </a:cubicBezTo>
                <a:cubicBezTo>
                  <a:pt x="170" y="285"/>
                  <a:pt x="171" y="288"/>
                  <a:pt x="171" y="290"/>
                </a:cubicBezTo>
                <a:cubicBezTo>
                  <a:pt x="172" y="293"/>
                  <a:pt x="171" y="295"/>
                  <a:pt x="172" y="297"/>
                </a:cubicBezTo>
                <a:cubicBezTo>
                  <a:pt x="172" y="301"/>
                  <a:pt x="173" y="304"/>
                  <a:pt x="173" y="307"/>
                </a:cubicBezTo>
                <a:cubicBezTo>
                  <a:pt x="174" y="309"/>
                  <a:pt x="173" y="311"/>
                  <a:pt x="173" y="313"/>
                </a:cubicBezTo>
                <a:cubicBezTo>
                  <a:pt x="173" y="313"/>
                  <a:pt x="175" y="314"/>
                  <a:pt x="174" y="315"/>
                </a:cubicBezTo>
                <a:cubicBezTo>
                  <a:pt x="174" y="315"/>
                  <a:pt x="174" y="315"/>
                  <a:pt x="174" y="315"/>
                </a:cubicBezTo>
                <a:cubicBezTo>
                  <a:pt x="173" y="315"/>
                  <a:pt x="173" y="315"/>
                  <a:pt x="172" y="314"/>
                </a:cubicBezTo>
                <a:cubicBezTo>
                  <a:pt x="172" y="314"/>
                  <a:pt x="172" y="314"/>
                  <a:pt x="172" y="313"/>
                </a:cubicBezTo>
                <a:cubicBezTo>
                  <a:pt x="171" y="312"/>
                  <a:pt x="172" y="311"/>
                  <a:pt x="171" y="310"/>
                </a:cubicBezTo>
                <a:cubicBezTo>
                  <a:pt x="171" y="309"/>
                  <a:pt x="170" y="309"/>
                  <a:pt x="170" y="307"/>
                </a:cubicBezTo>
                <a:cubicBezTo>
                  <a:pt x="170" y="303"/>
                  <a:pt x="167" y="300"/>
                  <a:pt x="167" y="296"/>
                </a:cubicBezTo>
                <a:cubicBezTo>
                  <a:pt x="165" y="296"/>
                  <a:pt x="165" y="296"/>
                  <a:pt x="165" y="296"/>
                </a:cubicBezTo>
                <a:cubicBezTo>
                  <a:pt x="165" y="298"/>
                  <a:pt x="165" y="301"/>
                  <a:pt x="165" y="303"/>
                </a:cubicBezTo>
                <a:cubicBezTo>
                  <a:pt x="165" y="304"/>
                  <a:pt x="169" y="309"/>
                  <a:pt x="166" y="309"/>
                </a:cubicBezTo>
                <a:cubicBezTo>
                  <a:pt x="166" y="310"/>
                  <a:pt x="167" y="311"/>
                  <a:pt x="168" y="313"/>
                </a:cubicBezTo>
                <a:cubicBezTo>
                  <a:pt x="168" y="312"/>
                  <a:pt x="168" y="312"/>
                  <a:pt x="168" y="312"/>
                </a:cubicBezTo>
                <a:cubicBezTo>
                  <a:pt x="167" y="312"/>
                  <a:pt x="167" y="312"/>
                  <a:pt x="166" y="312"/>
                </a:cubicBezTo>
                <a:cubicBezTo>
                  <a:pt x="165" y="313"/>
                  <a:pt x="165" y="314"/>
                  <a:pt x="163" y="314"/>
                </a:cubicBezTo>
                <a:cubicBezTo>
                  <a:pt x="163" y="313"/>
                  <a:pt x="163" y="312"/>
                  <a:pt x="163" y="312"/>
                </a:cubicBezTo>
                <a:cubicBezTo>
                  <a:pt x="162" y="311"/>
                  <a:pt x="162" y="311"/>
                  <a:pt x="162" y="311"/>
                </a:cubicBezTo>
                <a:cubicBezTo>
                  <a:pt x="161" y="311"/>
                  <a:pt x="160" y="310"/>
                  <a:pt x="159" y="311"/>
                </a:cubicBezTo>
                <a:cubicBezTo>
                  <a:pt x="159" y="312"/>
                  <a:pt x="159" y="314"/>
                  <a:pt x="159" y="315"/>
                </a:cubicBezTo>
                <a:cubicBezTo>
                  <a:pt x="155" y="315"/>
                  <a:pt x="156" y="319"/>
                  <a:pt x="153" y="321"/>
                </a:cubicBezTo>
                <a:cubicBezTo>
                  <a:pt x="152" y="322"/>
                  <a:pt x="154" y="323"/>
                  <a:pt x="154" y="324"/>
                </a:cubicBezTo>
                <a:cubicBezTo>
                  <a:pt x="150" y="324"/>
                  <a:pt x="147" y="323"/>
                  <a:pt x="147" y="328"/>
                </a:cubicBezTo>
                <a:cubicBezTo>
                  <a:pt x="146" y="328"/>
                  <a:pt x="144" y="328"/>
                  <a:pt x="143" y="328"/>
                </a:cubicBezTo>
                <a:cubicBezTo>
                  <a:pt x="143" y="325"/>
                  <a:pt x="139" y="321"/>
                  <a:pt x="139" y="325"/>
                </a:cubicBezTo>
                <a:cubicBezTo>
                  <a:pt x="138" y="326"/>
                  <a:pt x="137" y="326"/>
                  <a:pt x="136" y="326"/>
                </a:cubicBezTo>
                <a:cubicBezTo>
                  <a:pt x="136" y="323"/>
                  <a:pt x="136" y="322"/>
                  <a:pt x="132" y="321"/>
                </a:cubicBezTo>
                <a:cubicBezTo>
                  <a:pt x="129" y="321"/>
                  <a:pt x="125" y="322"/>
                  <a:pt x="130" y="324"/>
                </a:cubicBezTo>
                <a:cubicBezTo>
                  <a:pt x="127" y="325"/>
                  <a:pt x="130" y="328"/>
                  <a:pt x="127" y="329"/>
                </a:cubicBezTo>
                <a:cubicBezTo>
                  <a:pt x="125" y="329"/>
                  <a:pt x="125" y="330"/>
                  <a:pt x="124" y="332"/>
                </a:cubicBezTo>
                <a:cubicBezTo>
                  <a:pt x="122" y="335"/>
                  <a:pt x="119" y="328"/>
                  <a:pt x="119" y="334"/>
                </a:cubicBezTo>
                <a:cubicBezTo>
                  <a:pt x="118" y="334"/>
                  <a:pt x="117" y="334"/>
                  <a:pt x="117" y="334"/>
                </a:cubicBezTo>
                <a:cubicBezTo>
                  <a:pt x="117" y="336"/>
                  <a:pt x="114" y="337"/>
                  <a:pt x="112" y="336"/>
                </a:cubicBezTo>
                <a:cubicBezTo>
                  <a:pt x="109" y="336"/>
                  <a:pt x="109" y="333"/>
                  <a:pt x="106" y="332"/>
                </a:cubicBezTo>
                <a:cubicBezTo>
                  <a:pt x="101" y="331"/>
                  <a:pt x="94" y="333"/>
                  <a:pt x="89" y="335"/>
                </a:cubicBezTo>
                <a:cubicBezTo>
                  <a:pt x="89" y="336"/>
                  <a:pt x="88" y="337"/>
                  <a:pt x="89" y="338"/>
                </a:cubicBezTo>
                <a:cubicBezTo>
                  <a:pt x="89" y="338"/>
                  <a:pt x="89" y="338"/>
                  <a:pt x="89" y="338"/>
                </a:cubicBezTo>
                <a:cubicBezTo>
                  <a:pt x="89" y="340"/>
                  <a:pt x="89" y="342"/>
                  <a:pt x="89" y="344"/>
                </a:cubicBezTo>
                <a:cubicBezTo>
                  <a:pt x="86" y="344"/>
                  <a:pt x="85" y="349"/>
                  <a:pt x="83" y="350"/>
                </a:cubicBezTo>
                <a:cubicBezTo>
                  <a:pt x="81" y="352"/>
                  <a:pt x="78" y="356"/>
                  <a:pt x="75" y="354"/>
                </a:cubicBezTo>
                <a:cubicBezTo>
                  <a:pt x="73" y="353"/>
                  <a:pt x="70" y="352"/>
                  <a:pt x="69" y="350"/>
                </a:cubicBezTo>
                <a:cubicBezTo>
                  <a:pt x="69" y="350"/>
                  <a:pt x="69" y="348"/>
                  <a:pt x="68" y="347"/>
                </a:cubicBezTo>
                <a:cubicBezTo>
                  <a:pt x="69" y="346"/>
                  <a:pt x="69" y="344"/>
                  <a:pt x="71" y="343"/>
                </a:cubicBezTo>
                <a:cubicBezTo>
                  <a:pt x="72" y="342"/>
                  <a:pt x="75" y="342"/>
                  <a:pt x="75" y="341"/>
                </a:cubicBezTo>
                <a:cubicBezTo>
                  <a:pt x="73" y="341"/>
                  <a:pt x="70" y="338"/>
                  <a:pt x="73" y="337"/>
                </a:cubicBezTo>
                <a:cubicBezTo>
                  <a:pt x="76" y="337"/>
                  <a:pt x="77" y="342"/>
                  <a:pt x="79" y="342"/>
                </a:cubicBezTo>
                <a:cubicBezTo>
                  <a:pt x="82" y="342"/>
                  <a:pt x="79" y="336"/>
                  <a:pt x="80" y="335"/>
                </a:cubicBezTo>
                <a:cubicBezTo>
                  <a:pt x="80" y="332"/>
                  <a:pt x="82" y="332"/>
                  <a:pt x="84" y="332"/>
                </a:cubicBezTo>
                <a:cubicBezTo>
                  <a:pt x="84" y="331"/>
                  <a:pt x="84" y="329"/>
                  <a:pt x="85" y="329"/>
                </a:cubicBezTo>
                <a:cubicBezTo>
                  <a:pt x="86" y="327"/>
                  <a:pt x="87" y="321"/>
                  <a:pt x="86" y="321"/>
                </a:cubicBezTo>
                <a:cubicBezTo>
                  <a:pt x="83" y="319"/>
                  <a:pt x="80" y="320"/>
                  <a:pt x="77" y="320"/>
                </a:cubicBezTo>
                <a:cubicBezTo>
                  <a:pt x="77" y="319"/>
                  <a:pt x="77" y="318"/>
                  <a:pt x="76" y="317"/>
                </a:cubicBezTo>
                <a:cubicBezTo>
                  <a:pt x="76" y="316"/>
                  <a:pt x="76" y="314"/>
                  <a:pt x="76" y="313"/>
                </a:cubicBezTo>
                <a:cubicBezTo>
                  <a:pt x="76" y="312"/>
                  <a:pt x="78" y="308"/>
                  <a:pt x="76" y="307"/>
                </a:cubicBezTo>
                <a:cubicBezTo>
                  <a:pt x="75" y="306"/>
                  <a:pt x="68" y="306"/>
                  <a:pt x="68" y="308"/>
                </a:cubicBezTo>
                <a:cubicBezTo>
                  <a:pt x="67" y="308"/>
                  <a:pt x="67" y="308"/>
                  <a:pt x="67" y="308"/>
                </a:cubicBezTo>
                <a:cubicBezTo>
                  <a:pt x="67" y="307"/>
                  <a:pt x="68" y="305"/>
                  <a:pt x="67" y="304"/>
                </a:cubicBezTo>
                <a:cubicBezTo>
                  <a:pt x="67" y="304"/>
                  <a:pt x="66" y="303"/>
                  <a:pt x="66" y="303"/>
                </a:cubicBezTo>
                <a:cubicBezTo>
                  <a:pt x="65" y="303"/>
                  <a:pt x="64" y="304"/>
                  <a:pt x="63" y="303"/>
                </a:cubicBezTo>
                <a:cubicBezTo>
                  <a:pt x="61" y="302"/>
                  <a:pt x="63" y="301"/>
                  <a:pt x="64" y="302"/>
                </a:cubicBezTo>
                <a:cubicBezTo>
                  <a:pt x="64" y="300"/>
                  <a:pt x="66" y="294"/>
                  <a:pt x="63" y="293"/>
                </a:cubicBezTo>
                <a:cubicBezTo>
                  <a:pt x="62" y="292"/>
                  <a:pt x="58" y="292"/>
                  <a:pt x="58" y="294"/>
                </a:cubicBezTo>
                <a:cubicBezTo>
                  <a:pt x="58" y="294"/>
                  <a:pt x="57" y="294"/>
                  <a:pt x="57" y="294"/>
                </a:cubicBezTo>
                <a:cubicBezTo>
                  <a:pt x="57" y="292"/>
                  <a:pt x="58" y="291"/>
                  <a:pt x="58" y="288"/>
                </a:cubicBezTo>
                <a:cubicBezTo>
                  <a:pt x="58" y="288"/>
                  <a:pt x="57" y="288"/>
                  <a:pt x="57" y="288"/>
                </a:cubicBezTo>
                <a:cubicBezTo>
                  <a:pt x="56" y="289"/>
                  <a:pt x="57" y="290"/>
                  <a:pt x="56" y="290"/>
                </a:cubicBezTo>
                <a:cubicBezTo>
                  <a:pt x="56" y="290"/>
                  <a:pt x="55" y="290"/>
                  <a:pt x="55" y="290"/>
                </a:cubicBezTo>
                <a:cubicBezTo>
                  <a:pt x="55" y="288"/>
                  <a:pt x="51" y="289"/>
                  <a:pt x="49" y="289"/>
                </a:cubicBezTo>
                <a:cubicBezTo>
                  <a:pt x="50" y="290"/>
                  <a:pt x="50" y="291"/>
                  <a:pt x="50" y="292"/>
                </a:cubicBezTo>
                <a:cubicBezTo>
                  <a:pt x="48" y="292"/>
                  <a:pt x="47" y="293"/>
                  <a:pt x="46" y="295"/>
                </a:cubicBezTo>
                <a:cubicBezTo>
                  <a:pt x="45" y="296"/>
                  <a:pt x="43" y="296"/>
                  <a:pt x="42" y="296"/>
                </a:cubicBezTo>
                <a:cubicBezTo>
                  <a:pt x="42" y="297"/>
                  <a:pt x="42" y="297"/>
                  <a:pt x="42" y="297"/>
                </a:cubicBezTo>
                <a:cubicBezTo>
                  <a:pt x="39" y="297"/>
                  <a:pt x="36" y="296"/>
                  <a:pt x="34" y="296"/>
                </a:cubicBezTo>
                <a:cubicBezTo>
                  <a:pt x="34" y="297"/>
                  <a:pt x="34" y="298"/>
                  <a:pt x="33" y="299"/>
                </a:cubicBezTo>
                <a:cubicBezTo>
                  <a:pt x="33" y="297"/>
                  <a:pt x="33" y="297"/>
                  <a:pt x="33" y="297"/>
                </a:cubicBezTo>
                <a:cubicBezTo>
                  <a:pt x="29" y="297"/>
                  <a:pt x="30" y="294"/>
                  <a:pt x="30" y="292"/>
                </a:cubicBezTo>
                <a:cubicBezTo>
                  <a:pt x="28" y="292"/>
                  <a:pt x="23" y="292"/>
                  <a:pt x="21" y="290"/>
                </a:cubicBezTo>
                <a:cubicBezTo>
                  <a:pt x="20" y="289"/>
                  <a:pt x="19" y="287"/>
                  <a:pt x="17" y="288"/>
                </a:cubicBezTo>
                <a:cubicBezTo>
                  <a:pt x="16" y="289"/>
                  <a:pt x="17" y="295"/>
                  <a:pt x="16" y="295"/>
                </a:cubicBezTo>
                <a:cubicBezTo>
                  <a:pt x="14" y="295"/>
                  <a:pt x="11" y="295"/>
                  <a:pt x="9" y="294"/>
                </a:cubicBezTo>
                <a:cubicBezTo>
                  <a:pt x="9" y="293"/>
                  <a:pt x="10" y="291"/>
                  <a:pt x="10" y="289"/>
                </a:cubicBezTo>
                <a:cubicBezTo>
                  <a:pt x="14" y="289"/>
                  <a:pt x="14" y="286"/>
                  <a:pt x="12" y="284"/>
                </a:cubicBezTo>
                <a:cubicBezTo>
                  <a:pt x="11" y="283"/>
                  <a:pt x="10" y="283"/>
                  <a:pt x="9" y="282"/>
                </a:cubicBezTo>
                <a:cubicBezTo>
                  <a:pt x="8" y="281"/>
                  <a:pt x="9" y="280"/>
                  <a:pt x="9" y="278"/>
                </a:cubicBezTo>
                <a:cubicBezTo>
                  <a:pt x="8" y="278"/>
                  <a:pt x="6" y="277"/>
                  <a:pt x="5" y="277"/>
                </a:cubicBezTo>
                <a:cubicBezTo>
                  <a:pt x="5" y="276"/>
                  <a:pt x="5" y="275"/>
                  <a:pt x="5" y="274"/>
                </a:cubicBezTo>
                <a:cubicBezTo>
                  <a:pt x="9" y="275"/>
                  <a:pt x="12" y="277"/>
                  <a:pt x="13" y="280"/>
                </a:cubicBezTo>
                <a:cubicBezTo>
                  <a:pt x="14" y="283"/>
                  <a:pt x="17" y="281"/>
                  <a:pt x="18" y="285"/>
                </a:cubicBezTo>
                <a:cubicBezTo>
                  <a:pt x="19" y="286"/>
                  <a:pt x="19" y="285"/>
                  <a:pt x="20" y="284"/>
                </a:cubicBezTo>
                <a:cubicBezTo>
                  <a:pt x="23" y="283"/>
                  <a:pt x="26" y="285"/>
                  <a:pt x="28" y="288"/>
                </a:cubicBezTo>
                <a:cubicBezTo>
                  <a:pt x="30" y="292"/>
                  <a:pt x="35" y="287"/>
                  <a:pt x="30" y="285"/>
                </a:cubicBezTo>
                <a:cubicBezTo>
                  <a:pt x="28" y="284"/>
                  <a:pt x="27" y="280"/>
                  <a:pt x="29" y="278"/>
                </a:cubicBezTo>
                <a:cubicBezTo>
                  <a:pt x="31" y="277"/>
                  <a:pt x="36" y="279"/>
                  <a:pt x="36" y="276"/>
                </a:cubicBezTo>
                <a:cubicBezTo>
                  <a:pt x="34" y="276"/>
                  <a:pt x="33" y="274"/>
                  <a:pt x="33" y="273"/>
                </a:cubicBezTo>
                <a:cubicBezTo>
                  <a:pt x="32" y="272"/>
                  <a:pt x="32" y="272"/>
                  <a:pt x="32" y="271"/>
                </a:cubicBezTo>
                <a:cubicBezTo>
                  <a:pt x="32" y="269"/>
                  <a:pt x="31" y="270"/>
                  <a:pt x="30" y="269"/>
                </a:cubicBezTo>
                <a:cubicBezTo>
                  <a:pt x="30" y="270"/>
                  <a:pt x="31" y="274"/>
                  <a:pt x="30" y="274"/>
                </a:cubicBezTo>
                <a:cubicBezTo>
                  <a:pt x="30" y="275"/>
                  <a:pt x="27" y="272"/>
                  <a:pt x="26" y="272"/>
                </a:cubicBezTo>
                <a:cubicBezTo>
                  <a:pt x="26" y="271"/>
                  <a:pt x="26" y="270"/>
                  <a:pt x="26" y="268"/>
                </a:cubicBezTo>
                <a:cubicBezTo>
                  <a:pt x="25" y="268"/>
                  <a:pt x="25" y="268"/>
                  <a:pt x="25" y="268"/>
                </a:cubicBezTo>
                <a:cubicBezTo>
                  <a:pt x="25" y="270"/>
                  <a:pt x="22" y="269"/>
                  <a:pt x="20" y="269"/>
                </a:cubicBezTo>
                <a:cubicBezTo>
                  <a:pt x="17" y="269"/>
                  <a:pt x="17" y="271"/>
                  <a:pt x="17" y="273"/>
                </a:cubicBezTo>
                <a:cubicBezTo>
                  <a:pt x="16" y="273"/>
                  <a:pt x="15" y="273"/>
                  <a:pt x="14" y="273"/>
                </a:cubicBezTo>
                <a:cubicBezTo>
                  <a:pt x="13" y="272"/>
                  <a:pt x="11" y="273"/>
                  <a:pt x="9" y="273"/>
                </a:cubicBezTo>
                <a:cubicBezTo>
                  <a:pt x="7" y="272"/>
                  <a:pt x="8" y="269"/>
                  <a:pt x="8" y="268"/>
                </a:cubicBezTo>
                <a:cubicBezTo>
                  <a:pt x="6" y="268"/>
                  <a:pt x="6" y="267"/>
                  <a:pt x="6" y="265"/>
                </a:cubicBezTo>
                <a:cubicBezTo>
                  <a:pt x="6" y="265"/>
                  <a:pt x="6" y="265"/>
                  <a:pt x="6" y="265"/>
                </a:cubicBezTo>
                <a:cubicBezTo>
                  <a:pt x="7" y="265"/>
                  <a:pt x="7" y="265"/>
                  <a:pt x="7" y="264"/>
                </a:cubicBezTo>
                <a:cubicBezTo>
                  <a:pt x="7" y="263"/>
                  <a:pt x="8" y="263"/>
                  <a:pt x="10" y="263"/>
                </a:cubicBezTo>
                <a:cubicBezTo>
                  <a:pt x="10" y="261"/>
                  <a:pt x="9" y="261"/>
                  <a:pt x="7" y="261"/>
                </a:cubicBezTo>
                <a:cubicBezTo>
                  <a:pt x="5" y="262"/>
                  <a:pt x="5" y="260"/>
                  <a:pt x="3" y="259"/>
                </a:cubicBezTo>
                <a:cubicBezTo>
                  <a:pt x="3" y="258"/>
                  <a:pt x="2" y="258"/>
                  <a:pt x="1" y="257"/>
                </a:cubicBezTo>
                <a:cubicBezTo>
                  <a:pt x="0" y="256"/>
                  <a:pt x="0" y="254"/>
                  <a:pt x="0" y="252"/>
                </a:cubicBezTo>
                <a:cubicBezTo>
                  <a:pt x="1" y="252"/>
                  <a:pt x="2" y="247"/>
                  <a:pt x="2" y="247"/>
                </a:cubicBezTo>
                <a:cubicBezTo>
                  <a:pt x="2" y="247"/>
                  <a:pt x="3" y="246"/>
                  <a:pt x="3" y="247"/>
                </a:cubicBezTo>
                <a:cubicBezTo>
                  <a:pt x="4" y="243"/>
                  <a:pt x="4" y="240"/>
                  <a:pt x="5" y="237"/>
                </a:cubicBezTo>
                <a:cubicBezTo>
                  <a:pt x="1" y="237"/>
                  <a:pt x="1" y="236"/>
                  <a:pt x="1" y="233"/>
                </a:cubicBezTo>
                <a:cubicBezTo>
                  <a:pt x="2" y="233"/>
                  <a:pt x="2" y="232"/>
                  <a:pt x="3" y="231"/>
                </a:cubicBezTo>
                <a:cubicBezTo>
                  <a:pt x="4" y="232"/>
                  <a:pt x="5" y="235"/>
                  <a:pt x="8" y="235"/>
                </a:cubicBezTo>
                <a:cubicBezTo>
                  <a:pt x="10" y="235"/>
                  <a:pt x="12" y="234"/>
                  <a:pt x="14" y="235"/>
                </a:cubicBezTo>
                <a:cubicBezTo>
                  <a:pt x="16" y="235"/>
                  <a:pt x="17" y="237"/>
                  <a:pt x="18" y="234"/>
                </a:cubicBezTo>
                <a:cubicBezTo>
                  <a:pt x="20" y="232"/>
                  <a:pt x="23" y="232"/>
                  <a:pt x="21" y="229"/>
                </a:cubicBezTo>
                <a:cubicBezTo>
                  <a:pt x="21" y="229"/>
                  <a:pt x="20" y="228"/>
                  <a:pt x="20" y="228"/>
                </a:cubicBezTo>
                <a:cubicBezTo>
                  <a:pt x="19" y="227"/>
                  <a:pt x="19" y="224"/>
                  <a:pt x="19" y="223"/>
                </a:cubicBezTo>
                <a:cubicBezTo>
                  <a:pt x="19" y="220"/>
                  <a:pt x="16" y="218"/>
                  <a:pt x="14" y="216"/>
                </a:cubicBezTo>
                <a:cubicBezTo>
                  <a:pt x="12" y="214"/>
                  <a:pt x="16" y="213"/>
                  <a:pt x="16" y="211"/>
                </a:cubicBezTo>
                <a:cubicBezTo>
                  <a:pt x="16" y="208"/>
                  <a:pt x="16" y="206"/>
                  <a:pt x="20" y="206"/>
                </a:cubicBezTo>
                <a:cubicBezTo>
                  <a:pt x="20" y="205"/>
                  <a:pt x="20" y="204"/>
                  <a:pt x="20" y="203"/>
                </a:cubicBezTo>
                <a:cubicBezTo>
                  <a:pt x="17" y="203"/>
                  <a:pt x="17" y="200"/>
                  <a:pt x="18" y="197"/>
                </a:cubicBezTo>
                <a:cubicBezTo>
                  <a:pt x="21" y="188"/>
                  <a:pt x="34" y="194"/>
                  <a:pt x="41" y="194"/>
                </a:cubicBezTo>
                <a:cubicBezTo>
                  <a:pt x="41" y="189"/>
                  <a:pt x="39" y="180"/>
                  <a:pt x="43" y="176"/>
                </a:cubicBezTo>
                <a:cubicBezTo>
                  <a:pt x="45" y="176"/>
                  <a:pt x="47" y="176"/>
                  <a:pt x="47" y="173"/>
                </a:cubicBezTo>
                <a:cubicBezTo>
                  <a:pt x="47" y="173"/>
                  <a:pt x="46" y="173"/>
                  <a:pt x="45" y="173"/>
                </a:cubicBezTo>
                <a:cubicBezTo>
                  <a:pt x="44" y="171"/>
                  <a:pt x="40" y="171"/>
                  <a:pt x="39" y="171"/>
                </a:cubicBezTo>
                <a:cubicBezTo>
                  <a:pt x="35" y="171"/>
                  <a:pt x="32" y="169"/>
                  <a:pt x="29" y="168"/>
                </a:cubicBezTo>
                <a:cubicBezTo>
                  <a:pt x="28" y="164"/>
                  <a:pt x="34" y="166"/>
                  <a:pt x="37" y="165"/>
                </a:cubicBezTo>
                <a:cubicBezTo>
                  <a:pt x="37" y="164"/>
                  <a:pt x="39" y="162"/>
                  <a:pt x="40" y="162"/>
                </a:cubicBezTo>
                <a:cubicBezTo>
                  <a:pt x="40" y="161"/>
                  <a:pt x="40" y="160"/>
                  <a:pt x="41" y="160"/>
                </a:cubicBezTo>
                <a:cubicBezTo>
                  <a:pt x="41" y="158"/>
                  <a:pt x="41" y="158"/>
                  <a:pt x="39" y="158"/>
                </a:cubicBezTo>
                <a:cubicBezTo>
                  <a:pt x="40" y="156"/>
                  <a:pt x="39" y="154"/>
                  <a:pt x="39" y="152"/>
                </a:cubicBezTo>
                <a:cubicBezTo>
                  <a:pt x="40" y="152"/>
                  <a:pt x="41" y="152"/>
                  <a:pt x="42" y="152"/>
                </a:cubicBezTo>
                <a:cubicBezTo>
                  <a:pt x="42" y="150"/>
                  <a:pt x="39" y="148"/>
                  <a:pt x="41" y="146"/>
                </a:cubicBezTo>
                <a:cubicBezTo>
                  <a:pt x="43" y="143"/>
                  <a:pt x="43" y="141"/>
                  <a:pt x="43" y="138"/>
                </a:cubicBezTo>
                <a:cubicBezTo>
                  <a:pt x="44" y="134"/>
                  <a:pt x="42" y="135"/>
                  <a:pt x="40" y="134"/>
                </a:cubicBezTo>
                <a:cubicBezTo>
                  <a:pt x="37" y="132"/>
                  <a:pt x="40" y="129"/>
                  <a:pt x="42" y="130"/>
                </a:cubicBezTo>
                <a:cubicBezTo>
                  <a:pt x="43" y="124"/>
                  <a:pt x="51" y="119"/>
                  <a:pt x="56" y="119"/>
                </a:cubicBezTo>
                <a:cubicBezTo>
                  <a:pt x="57" y="116"/>
                  <a:pt x="52" y="116"/>
                  <a:pt x="51" y="116"/>
                </a:cubicBezTo>
                <a:cubicBezTo>
                  <a:pt x="49" y="116"/>
                  <a:pt x="48" y="116"/>
                  <a:pt x="46" y="116"/>
                </a:cubicBezTo>
                <a:cubicBezTo>
                  <a:pt x="44" y="115"/>
                  <a:pt x="44" y="114"/>
                  <a:pt x="42" y="114"/>
                </a:cubicBezTo>
                <a:cubicBezTo>
                  <a:pt x="41" y="111"/>
                  <a:pt x="43" y="111"/>
                  <a:pt x="45" y="111"/>
                </a:cubicBezTo>
                <a:cubicBezTo>
                  <a:pt x="46" y="108"/>
                  <a:pt x="46" y="108"/>
                  <a:pt x="49" y="107"/>
                </a:cubicBezTo>
                <a:cubicBezTo>
                  <a:pt x="49" y="106"/>
                  <a:pt x="49" y="105"/>
                  <a:pt x="49" y="104"/>
                </a:cubicBezTo>
                <a:cubicBezTo>
                  <a:pt x="51" y="104"/>
                  <a:pt x="55" y="100"/>
                  <a:pt x="55" y="99"/>
                </a:cubicBezTo>
                <a:cubicBezTo>
                  <a:pt x="56" y="96"/>
                  <a:pt x="52" y="90"/>
                  <a:pt x="56" y="90"/>
                </a:cubicBezTo>
                <a:cubicBezTo>
                  <a:pt x="56" y="89"/>
                  <a:pt x="56" y="88"/>
                  <a:pt x="56" y="87"/>
                </a:cubicBezTo>
                <a:cubicBezTo>
                  <a:pt x="55" y="87"/>
                  <a:pt x="55" y="83"/>
                  <a:pt x="55" y="82"/>
                </a:cubicBezTo>
                <a:cubicBezTo>
                  <a:pt x="56" y="82"/>
                  <a:pt x="56" y="82"/>
                  <a:pt x="57" y="82"/>
                </a:cubicBezTo>
                <a:cubicBezTo>
                  <a:pt x="56" y="79"/>
                  <a:pt x="56" y="79"/>
                  <a:pt x="56" y="79"/>
                </a:cubicBezTo>
                <a:cubicBezTo>
                  <a:pt x="56" y="79"/>
                  <a:pt x="51" y="78"/>
                  <a:pt x="49" y="78"/>
                </a:cubicBezTo>
                <a:cubicBezTo>
                  <a:pt x="50" y="78"/>
                  <a:pt x="50" y="77"/>
                  <a:pt x="50" y="77"/>
                </a:cubicBezTo>
                <a:cubicBezTo>
                  <a:pt x="51" y="75"/>
                  <a:pt x="52" y="73"/>
                  <a:pt x="51" y="71"/>
                </a:cubicBezTo>
                <a:cubicBezTo>
                  <a:pt x="51" y="69"/>
                  <a:pt x="50" y="69"/>
                  <a:pt x="50" y="67"/>
                </a:cubicBezTo>
                <a:cubicBezTo>
                  <a:pt x="51" y="67"/>
                  <a:pt x="51" y="65"/>
                  <a:pt x="51" y="64"/>
                </a:cubicBezTo>
                <a:cubicBezTo>
                  <a:pt x="52" y="65"/>
                  <a:pt x="53" y="64"/>
                  <a:pt x="53" y="62"/>
                </a:cubicBezTo>
                <a:cubicBezTo>
                  <a:pt x="55" y="62"/>
                  <a:pt x="57" y="63"/>
                  <a:pt x="59" y="63"/>
                </a:cubicBezTo>
                <a:cubicBezTo>
                  <a:pt x="59" y="62"/>
                  <a:pt x="60" y="58"/>
                  <a:pt x="61" y="57"/>
                </a:cubicBezTo>
                <a:cubicBezTo>
                  <a:pt x="62" y="54"/>
                  <a:pt x="64" y="52"/>
                  <a:pt x="67" y="51"/>
                </a:cubicBezTo>
                <a:cubicBezTo>
                  <a:pt x="68" y="50"/>
                  <a:pt x="69" y="49"/>
                  <a:pt x="69" y="47"/>
                </a:cubicBezTo>
                <a:cubicBezTo>
                  <a:pt x="67" y="47"/>
                  <a:pt x="67" y="47"/>
                  <a:pt x="67" y="47"/>
                </a:cubicBezTo>
                <a:cubicBezTo>
                  <a:pt x="67" y="44"/>
                  <a:pt x="58" y="39"/>
                  <a:pt x="65" y="37"/>
                </a:cubicBezTo>
                <a:cubicBezTo>
                  <a:pt x="68" y="36"/>
                  <a:pt x="66" y="33"/>
                  <a:pt x="67" y="31"/>
                </a:cubicBezTo>
                <a:cubicBezTo>
                  <a:pt x="68" y="29"/>
                  <a:pt x="71" y="29"/>
                  <a:pt x="70" y="26"/>
                </a:cubicBezTo>
                <a:cubicBezTo>
                  <a:pt x="71" y="26"/>
                  <a:pt x="72" y="26"/>
                  <a:pt x="73" y="26"/>
                </a:cubicBezTo>
                <a:cubicBezTo>
                  <a:pt x="73" y="29"/>
                  <a:pt x="77" y="29"/>
                  <a:pt x="75" y="32"/>
                </a:cubicBezTo>
                <a:cubicBezTo>
                  <a:pt x="77" y="30"/>
                  <a:pt x="80" y="31"/>
                  <a:pt x="82" y="31"/>
                </a:cubicBezTo>
                <a:cubicBezTo>
                  <a:pt x="83" y="30"/>
                  <a:pt x="83" y="30"/>
                  <a:pt x="83" y="30"/>
                </a:cubicBezTo>
                <a:cubicBezTo>
                  <a:pt x="82" y="29"/>
                  <a:pt x="82" y="27"/>
                  <a:pt x="80" y="26"/>
                </a:cubicBezTo>
                <a:cubicBezTo>
                  <a:pt x="79" y="26"/>
                  <a:pt x="78" y="25"/>
                  <a:pt x="78" y="24"/>
                </a:cubicBezTo>
                <a:cubicBezTo>
                  <a:pt x="83" y="24"/>
                  <a:pt x="85" y="24"/>
                  <a:pt x="88" y="21"/>
                </a:cubicBezTo>
                <a:cubicBezTo>
                  <a:pt x="90" y="20"/>
                  <a:pt x="90" y="14"/>
                  <a:pt x="90" y="12"/>
                </a:cubicBezTo>
                <a:cubicBezTo>
                  <a:pt x="90" y="11"/>
                  <a:pt x="88" y="11"/>
                  <a:pt x="89" y="10"/>
                </a:cubicBezTo>
                <a:cubicBezTo>
                  <a:pt x="89" y="9"/>
                  <a:pt x="91" y="9"/>
                  <a:pt x="91" y="8"/>
                </a:cubicBezTo>
                <a:cubicBezTo>
                  <a:pt x="94" y="5"/>
                  <a:pt x="89" y="4"/>
                  <a:pt x="89" y="1"/>
                </a:cubicBezTo>
                <a:cubicBezTo>
                  <a:pt x="90" y="1"/>
                  <a:pt x="91" y="1"/>
                  <a:pt x="91" y="0"/>
                </a:cubicBezTo>
                <a:cubicBezTo>
                  <a:pt x="93" y="1"/>
                  <a:pt x="99" y="4"/>
                  <a:pt x="99" y="6"/>
                </a:cubicBezTo>
                <a:cubicBezTo>
                  <a:pt x="102" y="6"/>
                  <a:pt x="105" y="4"/>
                  <a:pt x="108" y="6"/>
                </a:cubicBezTo>
                <a:cubicBezTo>
                  <a:pt x="110" y="7"/>
                  <a:pt x="113" y="6"/>
                  <a:pt x="116" y="6"/>
                </a:cubicBezTo>
                <a:cubicBezTo>
                  <a:pt x="116" y="9"/>
                  <a:pt x="115" y="11"/>
                  <a:pt x="115" y="13"/>
                </a:cubicBezTo>
                <a:cubicBezTo>
                  <a:pt x="118" y="14"/>
                  <a:pt x="120" y="13"/>
                  <a:pt x="122" y="13"/>
                </a:cubicBezTo>
                <a:cubicBezTo>
                  <a:pt x="122" y="15"/>
                  <a:pt x="122" y="15"/>
                  <a:pt x="120" y="16"/>
                </a:cubicBezTo>
                <a:cubicBezTo>
                  <a:pt x="119" y="17"/>
                  <a:pt x="119" y="19"/>
                  <a:pt x="119" y="20"/>
                </a:cubicBezTo>
                <a:cubicBezTo>
                  <a:pt x="122" y="21"/>
                  <a:pt x="125" y="20"/>
                  <a:pt x="127" y="20"/>
                </a:cubicBezTo>
                <a:cubicBezTo>
                  <a:pt x="127" y="20"/>
                  <a:pt x="127" y="20"/>
                  <a:pt x="127" y="20"/>
                </a:cubicBezTo>
                <a:cubicBezTo>
                  <a:pt x="130" y="19"/>
                  <a:pt x="131" y="23"/>
                  <a:pt x="134" y="22"/>
                </a:cubicBezTo>
                <a:cubicBezTo>
                  <a:pt x="133" y="21"/>
                  <a:pt x="132" y="19"/>
                  <a:pt x="134" y="19"/>
                </a:cubicBezTo>
                <a:cubicBezTo>
                  <a:pt x="134" y="17"/>
                  <a:pt x="134" y="16"/>
                  <a:pt x="134" y="15"/>
                </a:cubicBezTo>
                <a:cubicBezTo>
                  <a:pt x="134" y="15"/>
                  <a:pt x="135" y="15"/>
                  <a:pt x="135" y="15"/>
                </a:cubicBezTo>
                <a:cubicBezTo>
                  <a:pt x="136" y="15"/>
                  <a:pt x="136" y="17"/>
                  <a:pt x="136" y="17"/>
                </a:cubicBezTo>
                <a:cubicBezTo>
                  <a:pt x="137" y="18"/>
                  <a:pt x="139" y="17"/>
                  <a:pt x="141" y="17"/>
                </a:cubicBezTo>
                <a:cubicBezTo>
                  <a:pt x="141" y="18"/>
                  <a:pt x="141" y="19"/>
                  <a:pt x="141" y="19"/>
                </a:cubicBezTo>
                <a:cubicBezTo>
                  <a:pt x="141" y="19"/>
                  <a:pt x="142" y="19"/>
                  <a:pt x="143" y="19"/>
                </a:cubicBezTo>
                <a:cubicBezTo>
                  <a:pt x="142" y="21"/>
                  <a:pt x="145" y="24"/>
                  <a:pt x="147" y="22"/>
                </a:cubicBezTo>
                <a:cubicBezTo>
                  <a:pt x="148" y="21"/>
                  <a:pt x="146" y="20"/>
                  <a:pt x="147" y="19"/>
                </a:cubicBezTo>
                <a:cubicBezTo>
                  <a:pt x="149" y="18"/>
                  <a:pt x="149" y="20"/>
                  <a:pt x="149" y="21"/>
                </a:cubicBezTo>
                <a:cubicBezTo>
                  <a:pt x="151" y="21"/>
                  <a:pt x="151" y="19"/>
                  <a:pt x="152" y="18"/>
                </a:cubicBezTo>
                <a:cubicBezTo>
                  <a:pt x="154" y="18"/>
                  <a:pt x="156" y="19"/>
                  <a:pt x="158" y="19"/>
                </a:cubicBezTo>
                <a:cubicBezTo>
                  <a:pt x="159" y="18"/>
                  <a:pt x="160" y="18"/>
                  <a:pt x="160" y="19"/>
                </a:cubicBezTo>
                <a:cubicBezTo>
                  <a:pt x="162" y="22"/>
                  <a:pt x="165" y="24"/>
                  <a:pt x="168" y="25"/>
                </a:cubicBezTo>
                <a:cubicBezTo>
                  <a:pt x="168" y="26"/>
                  <a:pt x="170" y="27"/>
                  <a:pt x="170" y="28"/>
                </a:cubicBezTo>
                <a:cubicBezTo>
                  <a:pt x="170" y="30"/>
                  <a:pt x="169" y="31"/>
                  <a:pt x="168" y="33"/>
                </a:cubicBezTo>
                <a:cubicBezTo>
                  <a:pt x="167" y="36"/>
                  <a:pt x="169" y="39"/>
                  <a:pt x="166" y="41"/>
                </a:cubicBezTo>
                <a:cubicBezTo>
                  <a:pt x="164" y="43"/>
                  <a:pt x="163" y="46"/>
                  <a:pt x="166" y="47"/>
                </a:cubicBezTo>
                <a:cubicBezTo>
                  <a:pt x="168" y="48"/>
                  <a:pt x="169" y="54"/>
                  <a:pt x="169" y="56"/>
                </a:cubicBezTo>
                <a:cubicBezTo>
                  <a:pt x="166" y="57"/>
                  <a:pt x="169" y="59"/>
                  <a:pt x="170" y="60"/>
                </a:cubicBezTo>
                <a:cubicBezTo>
                  <a:pt x="172" y="62"/>
                  <a:pt x="176" y="63"/>
                  <a:pt x="179" y="64"/>
                </a:cubicBezTo>
                <a:cubicBezTo>
                  <a:pt x="180" y="64"/>
                  <a:pt x="182" y="63"/>
                  <a:pt x="183" y="64"/>
                </a:cubicBezTo>
                <a:cubicBezTo>
                  <a:pt x="184" y="65"/>
                  <a:pt x="184" y="66"/>
                  <a:pt x="185" y="67"/>
                </a:cubicBezTo>
                <a:cubicBezTo>
                  <a:pt x="186" y="68"/>
                  <a:pt x="190" y="69"/>
                  <a:pt x="191" y="68"/>
                </a:cubicBezTo>
                <a:cubicBezTo>
                  <a:pt x="194" y="64"/>
                  <a:pt x="201" y="75"/>
                  <a:pt x="202" y="77"/>
                </a:cubicBezTo>
                <a:cubicBezTo>
                  <a:pt x="203" y="80"/>
                  <a:pt x="204" y="82"/>
                  <a:pt x="205" y="85"/>
                </a:cubicBezTo>
                <a:cubicBezTo>
                  <a:pt x="206" y="87"/>
                  <a:pt x="203" y="88"/>
                  <a:pt x="204" y="91"/>
                </a:cubicBezTo>
                <a:cubicBezTo>
                  <a:pt x="206" y="92"/>
                  <a:pt x="208" y="89"/>
                  <a:pt x="211" y="89"/>
                </a:cubicBezTo>
                <a:cubicBezTo>
                  <a:pt x="211" y="90"/>
                  <a:pt x="211" y="91"/>
                  <a:pt x="211" y="92"/>
                </a:cubicBezTo>
                <a:cubicBezTo>
                  <a:pt x="213" y="93"/>
                  <a:pt x="213" y="91"/>
                  <a:pt x="215" y="91"/>
                </a:cubicBezTo>
                <a:cubicBezTo>
                  <a:pt x="215" y="92"/>
                  <a:pt x="215" y="92"/>
                  <a:pt x="215" y="92"/>
                </a:cubicBezTo>
                <a:cubicBezTo>
                  <a:pt x="216" y="93"/>
                  <a:pt x="213" y="95"/>
                  <a:pt x="215" y="97"/>
                </a:cubicBezTo>
                <a:cubicBezTo>
                  <a:pt x="217" y="99"/>
                  <a:pt x="217" y="102"/>
                  <a:pt x="217" y="105"/>
                </a:cubicBezTo>
                <a:cubicBezTo>
                  <a:pt x="216" y="113"/>
                  <a:pt x="220" y="107"/>
                  <a:pt x="225" y="107"/>
                </a:cubicBezTo>
                <a:cubicBezTo>
                  <a:pt x="227" y="107"/>
                  <a:pt x="229" y="109"/>
                  <a:pt x="231" y="108"/>
                </a:cubicBezTo>
                <a:cubicBezTo>
                  <a:pt x="234" y="108"/>
                  <a:pt x="237" y="107"/>
                  <a:pt x="241" y="108"/>
                </a:cubicBezTo>
                <a:cubicBezTo>
                  <a:pt x="243" y="108"/>
                  <a:pt x="244" y="107"/>
                  <a:pt x="247" y="106"/>
                </a:cubicBezTo>
                <a:cubicBezTo>
                  <a:pt x="248" y="106"/>
                  <a:pt x="250" y="107"/>
                  <a:pt x="251" y="106"/>
                </a:cubicBezTo>
                <a:cubicBezTo>
                  <a:pt x="252" y="106"/>
                  <a:pt x="253" y="106"/>
                  <a:pt x="254" y="105"/>
                </a:cubicBezTo>
                <a:cubicBezTo>
                  <a:pt x="255" y="101"/>
                  <a:pt x="257" y="102"/>
                  <a:pt x="260" y="102"/>
                </a:cubicBezTo>
                <a:cubicBezTo>
                  <a:pt x="264" y="101"/>
                  <a:pt x="264" y="97"/>
                  <a:pt x="268" y="97"/>
                </a:cubicBezTo>
                <a:cubicBezTo>
                  <a:pt x="270" y="98"/>
                  <a:pt x="272" y="97"/>
                  <a:pt x="273" y="99"/>
                </a:cubicBezTo>
                <a:cubicBezTo>
                  <a:pt x="273" y="100"/>
                  <a:pt x="273" y="102"/>
                  <a:pt x="275" y="102"/>
                </a:cubicBezTo>
                <a:cubicBezTo>
                  <a:pt x="277" y="102"/>
                  <a:pt x="277" y="100"/>
                  <a:pt x="278" y="99"/>
                </a:cubicBezTo>
                <a:cubicBezTo>
                  <a:pt x="278" y="97"/>
                  <a:pt x="279" y="98"/>
                  <a:pt x="280" y="98"/>
                </a:cubicBezTo>
                <a:cubicBezTo>
                  <a:pt x="281" y="96"/>
                  <a:pt x="280" y="94"/>
                  <a:pt x="282" y="95"/>
                </a:cubicBezTo>
                <a:cubicBezTo>
                  <a:pt x="282" y="94"/>
                  <a:pt x="282" y="93"/>
                  <a:pt x="282" y="93"/>
                </a:cubicBezTo>
                <a:cubicBezTo>
                  <a:pt x="281" y="93"/>
                  <a:pt x="281" y="92"/>
                  <a:pt x="280" y="92"/>
                </a:cubicBezTo>
                <a:cubicBezTo>
                  <a:pt x="280" y="91"/>
                  <a:pt x="279" y="88"/>
                  <a:pt x="281" y="88"/>
                </a:cubicBezTo>
                <a:cubicBezTo>
                  <a:pt x="282" y="87"/>
                  <a:pt x="283" y="87"/>
                  <a:pt x="282" y="86"/>
                </a:cubicBezTo>
                <a:cubicBezTo>
                  <a:pt x="282" y="86"/>
                  <a:pt x="282" y="86"/>
                  <a:pt x="282" y="86"/>
                </a:cubicBezTo>
                <a:cubicBezTo>
                  <a:pt x="282" y="84"/>
                  <a:pt x="281" y="82"/>
                  <a:pt x="281" y="80"/>
                </a:cubicBezTo>
                <a:cubicBezTo>
                  <a:pt x="284" y="79"/>
                  <a:pt x="285" y="78"/>
                  <a:pt x="287" y="76"/>
                </a:cubicBezTo>
                <a:cubicBezTo>
                  <a:pt x="290" y="77"/>
                  <a:pt x="292" y="81"/>
                  <a:pt x="293" y="84"/>
                </a:cubicBezTo>
                <a:cubicBezTo>
                  <a:pt x="295" y="85"/>
                  <a:pt x="292" y="86"/>
                  <a:pt x="291" y="87"/>
                </a:cubicBezTo>
                <a:cubicBezTo>
                  <a:pt x="293" y="93"/>
                  <a:pt x="299" y="84"/>
                  <a:pt x="301" y="84"/>
                </a:cubicBezTo>
                <a:cubicBezTo>
                  <a:pt x="302" y="83"/>
                  <a:pt x="302" y="82"/>
                  <a:pt x="302" y="81"/>
                </a:cubicBezTo>
                <a:cubicBezTo>
                  <a:pt x="303" y="80"/>
                  <a:pt x="305" y="81"/>
                  <a:pt x="306" y="82"/>
                </a:cubicBezTo>
                <a:cubicBezTo>
                  <a:pt x="307" y="83"/>
                  <a:pt x="308" y="85"/>
                  <a:pt x="309" y="85"/>
                </a:cubicBezTo>
                <a:cubicBezTo>
                  <a:pt x="311" y="85"/>
                  <a:pt x="312" y="82"/>
                  <a:pt x="315" y="82"/>
                </a:cubicBezTo>
                <a:cubicBezTo>
                  <a:pt x="315" y="81"/>
                  <a:pt x="315" y="81"/>
                  <a:pt x="314" y="81"/>
                </a:cubicBezTo>
                <a:cubicBezTo>
                  <a:pt x="314" y="79"/>
                  <a:pt x="314" y="77"/>
                  <a:pt x="317" y="78"/>
                </a:cubicBezTo>
                <a:cubicBezTo>
                  <a:pt x="317" y="77"/>
                  <a:pt x="317" y="76"/>
                  <a:pt x="315" y="76"/>
                </a:cubicBezTo>
                <a:cubicBezTo>
                  <a:pt x="315" y="74"/>
                  <a:pt x="312" y="74"/>
                  <a:pt x="313" y="72"/>
                </a:cubicBezTo>
                <a:cubicBezTo>
                  <a:pt x="313" y="70"/>
                  <a:pt x="314" y="69"/>
                  <a:pt x="315" y="69"/>
                </a:cubicBezTo>
                <a:cubicBezTo>
                  <a:pt x="318" y="68"/>
                  <a:pt x="316" y="64"/>
                  <a:pt x="317" y="64"/>
                </a:cubicBezTo>
                <a:cubicBezTo>
                  <a:pt x="319" y="64"/>
                  <a:pt x="320" y="64"/>
                  <a:pt x="322" y="64"/>
                </a:cubicBezTo>
                <a:cubicBezTo>
                  <a:pt x="324" y="64"/>
                  <a:pt x="326" y="64"/>
                  <a:pt x="327" y="63"/>
                </a:cubicBezTo>
                <a:cubicBezTo>
                  <a:pt x="329" y="62"/>
                  <a:pt x="330" y="58"/>
                  <a:pt x="332" y="58"/>
                </a:cubicBezTo>
                <a:cubicBezTo>
                  <a:pt x="331" y="58"/>
                  <a:pt x="331" y="58"/>
                  <a:pt x="331" y="58"/>
                </a:cubicBezTo>
                <a:cubicBezTo>
                  <a:pt x="331" y="57"/>
                  <a:pt x="326" y="56"/>
                  <a:pt x="328" y="54"/>
                </a:cubicBezTo>
                <a:cubicBezTo>
                  <a:pt x="331" y="51"/>
                  <a:pt x="332" y="55"/>
                  <a:pt x="334" y="56"/>
                </a:cubicBezTo>
                <a:cubicBezTo>
                  <a:pt x="334" y="54"/>
                  <a:pt x="335" y="51"/>
                  <a:pt x="336" y="50"/>
                </a:cubicBezTo>
                <a:cubicBezTo>
                  <a:pt x="337" y="50"/>
                  <a:pt x="337" y="52"/>
                  <a:pt x="338" y="53"/>
                </a:cubicBezTo>
                <a:cubicBezTo>
                  <a:pt x="338" y="52"/>
                  <a:pt x="338" y="52"/>
                  <a:pt x="339" y="51"/>
                </a:cubicBezTo>
                <a:cubicBezTo>
                  <a:pt x="342" y="54"/>
                  <a:pt x="342" y="48"/>
                  <a:pt x="342" y="46"/>
                </a:cubicBezTo>
                <a:cubicBezTo>
                  <a:pt x="343" y="46"/>
                  <a:pt x="343" y="46"/>
                  <a:pt x="343" y="47"/>
                </a:cubicBezTo>
                <a:cubicBezTo>
                  <a:pt x="343" y="49"/>
                  <a:pt x="345" y="54"/>
                  <a:pt x="348" y="53"/>
                </a:cubicBezTo>
                <a:cubicBezTo>
                  <a:pt x="348" y="52"/>
                  <a:pt x="349" y="52"/>
                  <a:pt x="350" y="52"/>
                </a:cubicBezTo>
                <a:cubicBezTo>
                  <a:pt x="351" y="55"/>
                  <a:pt x="353" y="57"/>
                  <a:pt x="354" y="60"/>
                </a:cubicBezTo>
                <a:cubicBezTo>
                  <a:pt x="354" y="63"/>
                  <a:pt x="357" y="62"/>
                  <a:pt x="359" y="62"/>
                </a:cubicBezTo>
                <a:cubicBezTo>
                  <a:pt x="362" y="62"/>
                  <a:pt x="364" y="63"/>
                  <a:pt x="367" y="65"/>
                </a:cubicBezTo>
                <a:cubicBezTo>
                  <a:pt x="369" y="65"/>
                  <a:pt x="372" y="65"/>
                  <a:pt x="375" y="65"/>
                </a:cubicBezTo>
                <a:cubicBezTo>
                  <a:pt x="375" y="64"/>
                  <a:pt x="375" y="64"/>
                  <a:pt x="375" y="63"/>
                </a:cubicBezTo>
                <a:cubicBezTo>
                  <a:pt x="379" y="63"/>
                  <a:pt x="378" y="59"/>
                  <a:pt x="382" y="59"/>
                </a:cubicBezTo>
                <a:cubicBezTo>
                  <a:pt x="381" y="59"/>
                  <a:pt x="379" y="56"/>
                  <a:pt x="379" y="55"/>
                </a:cubicBezTo>
                <a:cubicBezTo>
                  <a:pt x="380" y="54"/>
                  <a:pt x="381" y="55"/>
                  <a:pt x="382" y="55"/>
                </a:cubicBezTo>
                <a:cubicBezTo>
                  <a:pt x="383" y="55"/>
                  <a:pt x="383" y="54"/>
                  <a:pt x="384" y="53"/>
                </a:cubicBezTo>
                <a:cubicBezTo>
                  <a:pt x="385" y="52"/>
                  <a:pt x="392" y="53"/>
                  <a:pt x="391" y="50"/>
                </a:cubicBezTo>
                <a:cubicBezTo>
                  <a:pt x="390" y="50"/>
                  <a:pt x="389" y="49"/>
                  <a:pt x="390" y="48"/>
                </a:cubicBezTo>
                <a:cubicBezTo>
                  <a:pt x="391" y="47"/>
                  <a:pt x="392" y="47"/>
                  <a:pt x="395" y="47"/>
                </a:cubicBezTo>
                <a:cubicBezTo>
                  <a:pt x="395" y="49"/>
                  <a:pt x="394" y="51"/>
                  <a:pt x="396" y="52"/>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0" name="Freeform 435">
            <a:extLst>
              <a:ext uri="{FF2B5EF4-FFF2-40B4-BE49-F238E27FC236}">
                <a16:creationId xmlns:a16="http://schemas.microsoft.com/office/drawing/2014/main" id="{6DEB5FA4-DEF1-4481-B796-21BE5F42A05C}"/>
              </a:ext>
            </a:extLst>
          </p:cNvPr>
          <p:cNvSpPr>
            <a:spLocks/>
          </p:cNvSpPr>
          <p:nvPr/>
        </p:nvSpPr>
        <p:spPr bwMode="auto">
          <a:xfrm>
            <a:off x="3888404" y="3269140"/>
            <a:ext cx="92808" cy="114306"/>
          </a:xfrm>
          <a:custGeom>
            <a:avLst/>
            <a:gdLst>
              <a:gd name="T0" fmla="*/ 0 w 41"/>
              <a:gd name="T1" fmla="*/ 44 h 52"/>
              <a:gd name="T2" fmla="*/ 0 w 41"/>
              <a:gd name="T3" fmla="*/ 44 h 52"/>
              <a:gd name="T4" fmla="*/ 1 w 41"/>
              <a:gd name="T5" fmla="*/ 38 h 52"/>
              <a:gd name="T6" fmla="*/ 2 w 41"/>
              <a:gd name="T7" fmla="*/ 35 h 52"/>
              <a:gd name="T8" fmla="*/ 2 w 41"/>
              <a:gd name="T9" fmla="*/ 29 h 52"/>
              <a:gd name="T10" fmla="*/ 5 w 41"/>
              <a:gd name="T11" fmla="*/ 26 h 52"/>
              <a:gd name="T12" fmla="*/ 5 w 41"/>
              <a:gd name="T13" fmla="*/ 23 h 52"/>
              <a:gd name="T14" fmla="*/ 6 w 41"/>
              <a:gd name="T15" fmla="*/ 21 h 52"/>
              <a:gd name="T16" fmla="*/ 8 w 41"/>
              <a:gd name="T17" fmla="*/ 18 h 52"/>
              <a:gd name="T18" fmla="*/ 9 w 41"/>
              <a:gd name="T19" fmla="*/ 13 h 52"/>
              <a:gd name="T20" fmla="*/ 7 w 41"/>
              <a:gd name="T21" fmla="*/ 9 h 52"/>
              <a:gd name="T22" fmla="*/ 10 w 41"/>
              <a:gd name="T23" fmla="*/ 9 h 52"/>
              <a:gd name="T24" fmla="*/ 14 w 41"/>
              <a:gd name="T25" fmla="*/ 9 h 52"/>
              <a:gd name="T26" fmla="*/ 18 w 41"/>
              <a:gd name="T27" fmla="*/ 6 h 52"/>
              <a:gd name="T28" fmla="*/ 20 w 41"/>
              <a:gd name="T29" fmla="*/ 8 h 52"/>
              <a:gd name="T30" fmla="*/ 20 w 41"/>
              <a:gd name="T31" fmla="*/ 6 h 52"/>
              <a:gd name="T32" fmla="*/ 22 w 41"/>
              <a:gd name="T33" fmla="*/ 4 h 52"/>
              <a:gd name="T34" fmla="*/ 25 w 41"/>
              <a:gd name="T35" fmla="*/ 5 h 52"/>
              <a:gd name="T36" fmla="*/ 25 w 41"/>
              <a:gd name="T37" fmla="*/ 2 h 52"/>
              <a:gd name="T38" fmla="*/ 27 w 41"/>
              <a:gd name="T39" fmla="*/ 2 h 52"/>
              <a:gd name="T40" fmla="*/ 27 w 41"/>
              <a:gd name="T41" fmla="*/ 1 h 52"/>
              <a:gd name="T42" fmla="*/ 30 w 41"/>
              <a:gd name="T43" fmla="*/ 1 h 52"/>
              <a:gd name="T44" fmla="*/ 31 w 41"/>
              <a:gd name="T45" fmla="*/ 3 h 52"/>
              <a:gd name="T46" fmla="*/ 33 w 41"/>
              <a:gd name="T47" fmla="*/ 3 h 52"/>
              <a:gd name="T48" fmla="*/ 36 w 41"/>
              <a:gd name="T49" fmla="*/ 4 h 52"/>
              <a:gd name="T50" fmla="*/ 38 w 41"/>
              <a:gd name="T51" fmla="*/ 8 h 52"/>
              <a:gd name="T52" fmla="*/ 40 w 41"/>
              <a:gd name="T53" fmla="*/ 12 h 52"/>
              <a:gd name="T54" fmla="*/ 39 w 41"/>
              <a:gd name="T55" fmla="*/ 16 h 52"/>
              <a:gd name="T56" fmla="*/ 40 w 41"/>
              <a:gd name="T57" fmla="*/ 19 h 52"/>
              <a:gd name="T58" fmla="*/ 38 w 41"/>
              <a:gd name="T59" fmla="*/ 23 h 52"/>
              <a:gd name="T60" fmla="*/ 36 w 41"/>
              <a:gd name="T61" fmla="*/ 28 h 52"/>
              <a:gd name="T62" fmla="*/ 35 w 41"/>
              <a:gd name="T63" fmla="*/ 28 h 52"/>
              <a:gd name="T64" fmla="*/ 35 w 41"/>
              <a:gd name="T65" fmla="*/ 29 h 52"/>
              <a:gd name="T66" fmla="*/ 36 w 41"/>
              <a:gd name="T67" fmla="*/ 30 h 52"/>
              <a:gd name="T68" fmla="*/ 38 w 41"/>
              <a:gd name="T69" fmla="*/ 37 h 52"/>
              <a:gd name="T70" fmla="*/ 41 w 41"/>
              <a:gd name="T71" fmla="*/ 39 h 52"/>
              <a:gd name="T72" fmla="*/ 40 w 41"/>
              <a:gd name="T73" fmla="*/ 44 h 52"/>
              <a:gd name="T74" fmla="*/ 37 w 41"/>
              <a:gd name="T75" fmla="*/ 47 h 52"/>
              <a:gd name="T76" fmla="*/ 35 w 41"/>
              <a:gd name="T77" fmla="*/ 46 h 52"/>
              <a:gd name="T78" fmla="*/ 33 w 41"/>
              <a:gd name="T79" fmla="*/ 48 h 52"/>
              <a:gd name="T80" fmla="*/ 29 w 41"/>
              <a:gd name="T81" fmla="*/ 47 h 52"/>
              <a:gd name="T82" fmla="*/ 23 w 41"/>
              <a:gd name="T83" fmla="*/ 46 h 52"/>
              <a:gd name="T84" fmla="*/ 23 w 41"/>
              <a:gd name="T85" fmla="*/ 48 h 52"/>
              <a:gd name="T86" fmla="*/ 15 w 41"/>
              <a:gd name="T87" fmla="*/ 50 h 52"/>
              <a:gd name="T88" fmla="*/ 11 w 41"/>
              <a:gd name="T89" fmla="*/ 49 h 52"/>
              <a:gd name="T90" fmla="*/ 5 w 41"/>
              <a:gd name="T91" fmla="*/ 49 h 52"/>
              <a:gd name="T92" fmla="*/ 4 w 41"/>
              <a:gd name="T93" fmla="*/ 48 h 52"/>
              <a:gd name="T94" fmla="*/ 0 w 41"/>
              <a:gd name="T95" fmla="*/ 4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1" h="52">
                <a:moveTo>
                  <a:pt x="0" y="44"/>
                </a:moveTo>
                <a:cubicBezTo>
                  <a:pt x="0" y="44"/>
                  <a:pt x="0" y="44"/>
                  <a:pt x="0" y="44"/>
                </a:cubicBezTo>
                <a:cubicBezTo>
                  <a:pt x="3" y="42"/>
                  <a:pt x="2" y="41"/>
                  <a:pt x="1" y="38"/>
                </a:cubicBezTo>
                <a:cubicBezTo>
                  <a:pt x="1" y="37"/>
                  <a:pt x="2" y="36"/>
                  <a:pt x="2" y="35"/>
                </a:cubicBezTo>
                <a:cubicBezTo>
                  <a:pt x="3" y="33"/>
                  <a:pt x="2" y="31"/>
                  <a:pt x="2" y="29"/>
                </a:cubicBezTo>
                <a:cubicBezTo>
                  <a:pt x="2" y="27"/>
                  <a:pt x="4" y="27"/>
                  <a:pt x="5" y="26"/>
                </a:cubicBezTo>
                <a:cubicBezTo>
                  <a:pt x="5" y="25"/>
                  <a:pt x="5" y="24"/>
                  <a:pt x="5" y="23"/>
                </a:cubicBezTo>
                <a:cubicBezTo>
                  <a:pt x="6" y="22"/>
                  <a:pt x="6" y="22"/>
                  <a:pt x="6" y="21"/>
                </a:cubicBezTo>
                <a:cubicBezTo>
                  <a:pt x="7" y="20"/>
                  <a:pt x="8" y="19"/>
                  <a:pt x="8" y="18"/>
                </a:cubicBezTo>
                <a:cubicBezTo>
                  <a:pt x="8" y="17"/>
                  <a:pt x="9" y="14"/>
                  <a:pt x="9" y="13"/>
                </a:cubicBezTo>
                <a:cubicBezTo>
                  <a:pt x="8" y="12"/>
                  <a:pt x="7" y="11"/>
                  <a:pt x="7" y="9"/>
                </a:cubicBezTo>
                <a:cubicBezTo>
                  <a:pt x="8" y="9"/>
                  <a:pt x="9" y="9"/>
                  <a:pt x="10" y="9"/>
                </a:cubicBezTo>
                <a:cubicBezTo>
                  <a:pt x="10" y="7"/>
                  <a:pt x="13" y="9"/>
                  <a:pt x="14" y="9"/>
                </a:cubicBezTo>
                <a:cubicBezTo>
                  <a:pt x="16" y="8"/>
                  <a:pt x="15" y="5"/>
                  <a:pt x="18" y="6"/>
                </a:cubicBezTo>
                <a:cubicBezTo>
                  <a:pt x="19" y="6"/>
                  <a:pt x="18" y="9"/>
                  <a:pt x="20" y="8"/>
                </a:cubicBezTo>
                <a:cubicBezTo>
                  <a:pt x="20" y="6"/>
                  <a:pt x="20" y="6"/>
                  <a:pt x="20" y="6"/>
                </a:cubicBezTo>
                <a:cubicBezTo>
                  <a:pt x="21" y="5"/>
                  <a:pt x="22" y="5"/>
                  <a:pt x="22" y="4"/>
                </a:cubicBezTo>
                <a:cubicBezTo>
                  <a:pt x="23" y="4"/>
                  <a:pt x="24" y="5"/>
                  <a:pt x="25" y="5"/>
                </a:cubicBezTo>
                <a:cubicBezTo>
                  <a:pt x="25" y="4"/>
                  <a:pt x="25" y="3"/>
                  <a:pt x="25" y="2"/>
                </a:cubicBezTo>
                <a:cubicBezTo>
                  <a:pt x="26" y="2"/>
                  <a:pt x="27" y="2"/>
                  <a:pt x="27" y="2"/>
                </a:cubicBezTo>
                <a:cubicBezTo>
                  <a:pt x="27" y="2"/>
                  <a:pt x="27" y="1"/>
                  <a:pt x="27" y="1"/>
                </a:cubicBezTo>
                <a:cubicBezTo>
                  <a:pt x="28" y="1"/>
                  <a:pt x="29" y="0"/>
                  <a:pt x="30" y="1"/>
                </a:cubicBezTo>
                <a:cubicBezTo>
                  <a:pt x="31" y="2"/>
                  <a:pt x="29" y="3"/>
                  <a:pt x="31" y="3"/>
                </a:cubicBezTo>
                <a:cubicBezTo>
                  <a:pt x="32" y="3"/>
                  <a:pt x="32" y="3"/>
                  <a:pt x="33" y="3"/>
                </a:cubicBezTo>
                <a:cubicBezTo>
                  <a:pt x="34" y="3"/>
                  <a:pt x="35" y="3"/>
                  <a:pt x="36" y="4"/>
                </a:cubicBezTo>
                <a:cubicBezTo>
                  <a:pt x="38" y="5"/>
                  <a:pt x="38" y="6"/>
                  <a:pt x="38" y="8"/>
                </a:cubicBezTo>
                <a:cubicBezTo>
                  <a:pt x="38" y="10"/>
                  <a:pt x="37" y="12"/>
                  <a:pt x="40" y="12"/>
                </a:cubicBezTo>
                <a:cubicBezTo>
                  <a:pt x="40" y="13"/>
                  <a:pt x="40" y="14"/>
                  <a:pt x="39" y="16"/>
                </a:cubicBezTo>
                <a:cubicBezTo>
                  <a:pt x="39" y="16"/>
                  <a:pt x="37" y="19"/>
                  <a:pt x="40" y="19"/>
                </a:cubicBezTo>
                <a:cubicBezTo>
                  <a:pt x="40" y="20"/>
                  <a:pt x="39" y="22"/>
                  <a:pt x="38" y="23"/>
                </a:cubicBezTo>
                <a:cubicBezTo>
                  <a:pt x="38" y="25"/>
                  <a:pt x="36" y="26"/>
                  <a:pt x="36" y="28"/>
                </a:cubicBezTo>
                <a:cubicBezTo>
                  <a:pt x="35" y="28"/>
                  <a:pt x="35" y="28"/>
                  <a:pt x="35" y="28"/>
                </a:cubicBezTo>
                <a:cubicBezTo>
                  <a:pt x="35" y="28"/>
                  <a:pt x="35" y="29"/>
                  <a:pt x="35" y="29"/>
                </a:cubicBezTo>
                <a:cubicBezTo>
                  <a:pt x="36" y="30"/>
                  <a:pt x="36" y="30"/>
                  <a:pt x="36" y="30"/>
                </a:cubicBezTo>
                <a:cubicBezTo>
                  <a:pt x="36" y="32"/>
                  <a:pt x="36" y="35"/>
                  <a:pt x="38" y="37"/>
                </a:cubicBezTo>
                <a:cubicBezTo>
                  <a:pt x="39" y="38"/>
                  <a:pt x="40" y="38"/>
                  <a:pt x="41" y="39"/>
                </a:cubicBezTo>
                <a:cubicBezTo>
                  <a:pt x="41" y="41"/>
                  <a:pt x="40" y="42"/>
                  <a:pt x="40" y="44"/>
                </a:cubicBezTo>
                <a:cubicBezTo>
                  <a:pt x="37" y="43"/>
                  <a:pt x="37" y="45"/>
                  <a:pt x="37" y="47"/>
                </a:cubicBezTo>
                <a:cubicBezTo>
                  <a:pt x="36" y="47"/>
                  <a:pt x="36" y="47"/>
                  <a:pt x="35" y="46"/>
                </a:cubicBezTo>
                <a:cubicBezTo>
                  <a:pt x="34" y="47"/>
                  <a:pt x="34" y="48"/>
                  <a:pt x="33" y="48"/>
                </a:cubicBezTo>
                <a:cubicBezTo>
                  <a:pt x="32" y="45"/>
                  <a:pt x="32" y="48"/>
                  <a:pt x="29" y="47"/>
                </a:cubicBezTo>
                <a:cubicBezTo>
                  <a:pt x="27" y="47"/>
                  <a:pt x="26" y="44"/>
                  <a:pt x="23" y="46"/>
                </a:cubicBezTo>
                <a:cubicBezTo>
                  <a:pt x="23" y="47"/>
                  <a:pt x="23" y="47"/>
                  <a:pt x="23" y="48"/>
                </a:cubicBezTo>
                <a:cubicBezTo>
                  <a:pt x="20" y="50"/>
                  <a:pt x="19" y="52"/>
                  <a:pt x="15" y="50"/>
                </a:cubicBezTo>
                <a:cubicBezTo>
                  <a:pt x="13" y="49"/>
                  <a:pt x="13" y="49"/>
                  <a:pt x="11" y="49"/>
                </a:cubicBezTo>
                <a:cubicBezTo>
                  <a:pt x="9" y="49"/>
                  <a:pt x="7" y="49"/>
                  <a:pt x="5" y="49"/>
                </a:cubicBezTo>
                <a:cubicBezTo>
                  <a:pt x="4" y="48"/>
                  <a:pt x="4" y="48"/>
                  <a:pt x="4" y="48"/>
                </a:cubicBezTo>
                <a:cubicBezTo>
                  <a:pt x="2" y="46"/>
                  <a:pt x="4" y="45"/>
                  <a:pt x="0" y="4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1" name="Freeform 436">
            <a:extLst>
              <a:ext uri="{FF2B5EF4-FFF2-40B4-BE49-F238E27FC236}">
                <a16:creationId xmlns:a16="http://schemas.microsoft.com/office/drawing/2014/main" id="{19EA33E4-5353-4276-9716-D47CBB45FFB1}"/>
              </a:ext>
            </a:extLst>
          </p:cNvPr>
          <p:cNvSpPr>
            <a:spLocks/>
          </p:cNvSpPr>
          <p:nvPr/>
        </p:nvSpPr>
        <p:spPr bwMode="auto">
          <a:xfrm>
            <a:off x="2428979" y="4876330"/>
            <a:ext cx="279443" cy="500584"/>
          </a:xfrm>
          <a:custGeom>
            <a:avLst/>
            <a:gdLst>
              <a:gd name="T0" fmla="*/ 95 w 123"/>
              <a:gd name="T1" fmla="*/ 222 h 228"/>
              <a:gd name="T2" fmla="*/ 81 w 123"/>
              <a:gd name="T3" fmla="*/ 201 h 228"/>
              <a:gd name="T4" fmla="*/ 77 w 123"/>
              <a:gd name="T5" fmla="*/ 196 h 228"/>
              <a:gd name="T6" fmla="*/ 76 w 123"/>
              <a:gd name="T7" fmla="*/ 193 h 228"/>
              <a:gd name="T8" fmla="*/ 73 w 123"/>
              <a:gd name="T9" fmla="*/ 188 h 228"/>
              <a:gd name="T10" fmla="*/ 71 w 123"/>
              <a:gd name="T11" fmla="*/ 181 h 228"/>
              <a:gd name="T12" fmla="*/ 72 w 123"/>
              <a:gd name="T13" fmla="*/ 189 h 228"/>
              <a:gd name="T14" fmla="*/ 67 w 123"/>
              <a:gd name="T15" fmla="*/ 175 h 228"/>
              <a:gd name="T16" fmla="*/ 64 w 123"/>
              <a:gd name="T17" fmla="*/ 153 h 228"/>
              <a:gd name="T18" fmla="*/ 64 w 123"/>
              <a:gd name="T19" fmla="*/ 147 h 228"/>
              <a:gd name="T20" fmla="*/ 67 w 123"/>
              <a:gd name="T21" fmla="*/ 159 h 228"/>
              <a:gd name="T22" fmla="*/ 71 w 123"/>
              <a:gd name="T23" fmla="*/ 162 h 228"/>
              <a:gd name="T24" fmla="*/ 68 w 123"/>
              <a:gd name="T25" fmla="*/ 152 h 228"/>
              <a:gd name="T26" fmla="*/ 61 w 123"/>
              <a:gd name="T27" fmla="*/ 140 h 228"/>
              <a:gd name="T28" fmla="*/ 61 w 123"/>
              <a:gd name="T29" fmla="*/ 132 h 228"/>
              <a:gd name="T30" fmla="*/ 61 w 123"/>
              <a:gd name="T31" fmla="*/ 131 h 228"/>
              <a:gd name="T32" fmla="*/ 57 w 123"/>
              <a:gd name="T33" fmla="*/ 125 h 228"/>
              <a:gd name="T34" fmla="*/ 54 w 123"/>
              <a:gd name="T35" fmla="*/ 115 h 228"/>
              <a:gd name="T36" fmla="*/ 54 w 123"/>
              <a:gd name="T37" fmla="*/ 115 h 228"/>
              <a:gd name="T38" fmla="*/ 49 w 123"/>
              <a:gd name="T39" fmla="*/ 106 h 228"/>
              <a:gd name="T40" fmla="*/ 50 w 123"/>
              <a:gd name="T41" fmla="*/ 102 h 228"/>
              <a:gd name="T42" fmla="*/ 48 w 123"/>
              <a:gd name="T43" fmla="*/ 105 h 228"/>
              <a:gd name="T44" fmla="*/ 45 w 123"/>
              <a:gd name="T45" fmla="*/ 92 h 228"/>
              <a:gd name="T46" fmla="*/ 45 w 123"/>
              <a:gd name="T47" fmla="*/ 80 h 228"/>
              <a:gd name="T48" fmla="*/ 41 w 123"/>
              <a:gd name="T49" fmla="*/ 75 h 228"/>
              <a:gd name="T50" fmla="*/ 38 w 123"/>
              <a:gd name="T51" fmla="*/ 70 h 228"/>
              <a:gd name="T52" fmla="*/ 34 w 123"/>
              <a:gd name="T53" fmla="*/ 65 h 228"/>
              <a:gd name="T54" fmla="*/ 33 w 123"/>
              <a:gd name="T55" fmla="*/ 60 h 228"/>
              <a:gd name="T56" fmla="*/ 26 w 123"/>
              <a:gd name="T57" fmla="*/ 50 h 228"/>
              <a:gd name="T58" fmla="*/ 22 w 123"/>
              <a:gd name="T59" fmla="*/ 43 h 228"/>
              <a:gd name="T60" fmla="*/ 14 w 123"/>
              <a:gd name="T61" fmla="*/ 38 h 228"/>
              <a:gd name="T62" fmla="*/ 9 w 123"/>
              <a:gd name="T63" fmla="*/ 23 h 228"/>
              <a:gd name="T64" fmla="*/ 3 w 123"/>
              <a:gd name="T65" fmla="*/ 1 h 228"/>
              <a:gd name="T66" fmla="*/ 11 w 123"/>
              <a:gd name="T67" fmla="*/ 7 h 228"/>
              <a:gd name="T68" fmla="*/ 18 w 123"/>
              <a:gd name="T69" fmla="*/ 12 h 228"/>
              <a:gd name="T70" fmla="*/ 25 w 123"/>
              <a:gd name="T71" fmla="*/ 16 h 228"/>
              <a:gd name="T72" fmla="*/ 30 w 123"/>
              <a:gd name="T73" fmla="*/ 26 h 228"/>
              <a:gd name="T74" fmla="*/ 51 w 123"/>
              <a:gd name="T75" fmla="*/ 45 h 228"/>
              <a:gd name="T76" fmla="*/ 66 w 123"/>
              <a:gd name="T77" fmla="*/ 49 h 228"/>
              <a:gd name="T78" fmla="*/ 77 w 123"/>
              <a:gd name="T79" fmla="*/ 57 h 228"/>
              <a:gd name="T80" fmla="*/ 73 w 123"/>
              <a:gd name="T81" fmla="*/ 64 h 228"/>
              <a:gd name="T82" fmla="*/ 76 w 123"/>
              <a:gd name="T83" fmla="*/ 72 h 228"/>
              <a:gd name="T84" fmla="*/ 76 w 123"/>
              <a:gd name="T85" fmla="*/ 83 h 228"/>
              <a:gd name="T86" fmla="*/ 87 w 123"/>
              <a:gd name="T87" fmla="*/ 98 h 228"/>
              <a:gd name="T88" fmla="*/ 95 w 123"/>
              <a:gd name="T89" fmla="*/ 125 h 228"/>
              <a:gd name="T90" fmla="*/ 108 w 123"/>
              <a:gd name="T91" fmla="*/ 129 h 228"/>
              <a:gd name="T92" fmla="*/ 113 w 123"/>
              <a:gd name="T93" fmla="*/ 152 h 228"/>
              <a:gd name="T94" fmla="*/ 116 w 123"/>
              <a:gd name="T95" fmla="*/ 166 h 228"/>
              <a:gd name="T96" fmla="*/ 112 w 123"/>
              <a:gd name="T97" fmla="*/ 189 h 228"/>
              <a:gd name="T98" fmla="*/ 109 w 123"/>
              <a:gd name="T99" fmla="*/ 207 h 228"/>
              <a:gd name="T100" fmla="*/ 109 w 123"/>
              <a:gd name="T101" fmla="*/ 221 h 228"/>
              <a:gd name="T102" fmla="*/ 102 w 123"/>
              <a:gd name="T103"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3" h="228">
                <a:moveTo>
                  <a:pt x="102" y="228"/>
                </a:moveTo>
                <a:cubicBezTo>
                  <a:pt x="102" y="228"/>
                  <a:pt x="102" y="228"/>
                  <a:pt x="102" y="228"/>
                </a:cubicBezTo>
                <a:cubicBezTo>
                  <a:pt x="101" y="227"/>
                  <a:pt x="100" y="226"/>
                  <a:pt x="99" y="225"/>
                </a:cubicBezTo>
                <a:cubicBezTo>
                  <a:pt x="97" y="224"/>
                  <a:pt x="96" y="224"/>
                  <a:pt x="95" y="222"/>
                </a:cubicBezTo>
                <a:cubicBezTo>
                  <a:pt x="94" y="220"/>
                  <a:pt x="94" y="219"/>
                  <a:pt x="92" y="217"/>
                </a:cubicBezTo>
                <a:cubicBezTo>
                  <a:pt x="90" y="214"/>
                  <a:pt x="87" y="212"/>
                  <a:pt x="85" y="209"/>
                </a:cubicBezTo>
                <a:cubicBezTo>
                  <a:pt x="83" y="207"/>
                  <a:pt x="79" y="203"/>
                  <a:pt x="79" y="200"/>
                </a:cubicBezTo>
                <a:cubicBezTo>
                  <a:pt x="80" y="200"/>
                  <a:pt x="80" y="200"/>
                  <a:pt x="81" y="201"/>
                </a:cubicBezTo>
                <a:cubicBezTo>
                  <a:pt x="81" y="200"/>
                  <a:pt x="81" y="199"/>
                  <a:pt x="81" y="199"/>
                </a:cubicBezTo>
                <a:cubicBezTo>
                  <a:pt x="81" y="199"/>
                  <a:pt x="78" y="199"/>
                  <a:pt x="78" y="199"/>
                </a:cubicBezTo>
                <a:cubicBezTo>
                  <a:pt x="77" y="198"/>
                  <a:pt x="75" y="197"/>
                  <a:pt x="76" y="196"/>
                </a:cubicBezTo>
                <a:cubicBezTo>
                  <a:pt x="76" y="196"/>
                  <a:pt x="77" y="196"/>
                  <a:pt x="77" y="196"/>
                </a:cubicBezTo>
                <a:cubicBezTo>
                  <a:pt x="77" y="196"/>
                  <a:pt x="77" y="195"/>
                  <a:pt x="76" y="195"/>
                </a:cubicBezTo>
                <a:cubicBezTo>
                  <a:pt x="77" y="194"/>
                  <a:pt x="79" y="194"/>
                  <a:pt x="80" y="193"/>
                </a:cubicBezTo>
                <a:cubicBezTo>
                  <a:pt x="79" y="192"/>
                  <a:pt x="78" y="191"/>
                  <a:pt x="76" y="191"/>
                </a:cubicBezTo>
                <a:cubicBezTo>
                  <a:pt x="76" y="192"/>
                  <a:pt x="76" y="192"/>
                  <a:pt x="76" y="193"/>
                </a:cubicBezTo>
                <a:cubicBezTo>
                  <a:pt x="75" y="193"/>
                  <a:pt x="74" y="193"/>
                  <a:pt x="74" y="194"/>
                </a:cubicBezTo>
                <a:cubicBezTo>
                  <a:pt x="73" y="192"/>
                  <a:pt x="74" y="191"/>
                  <a:pt x="72" y="190"/>
                </a:cubicBezTo>
                <a:cubicBezTo>
                  <a:pt x="72" y="190"/>
                  <a:pt x="73" y="190"/>
                  <a:pt x="73" y="189"/>
                </a:cubicBezTo>
                <a:cubicBezTo>
                  <a:pt x="73" y="189"/>
                  <a:pt x="73" y="188"/>
                  <a:pt x="73" y="188"/>
                </a:cubicBezTo>
                <a:cubicBezTo>
                  <a:pt x="73" y="187"/>
                  <a:pt x="73" y="187"/>
                  <a:pt x="73" y="186"/>
                </a:cubicBezTo>
                <a:cubicBezTo>
                  <a:pt x="72" y="185"/>
                  <a:pt x="72" y="185"/>
                  <a:pt x="72" y="184"/>
                </a:cubicBezTo>
                <a:cubicBezTo>
                  <a:pt x="72" y="184"/>
                  <a:pt x="72" y="183"/>
                  <a:pt x="71" y="182"/>
                </a:cubicBezTo>
                <a:cubicBezTo>
                  <a:pt x="71" y="182"/>
                  <a:pt x="71" y="182"/>
                  <a:pt x="71" y="181"/>
                </a:cubicBezTo>
                <a:cubicBezTo>
                  <a:pt x="71" y="182"/>
                  <a:pt x="71" y="182"/>
                  <a:pt x="72" y="183"/>
                </a:cubicBezTo>
                <a:cubicBezTo>
                  <a:pt x="72" y="184"/>
                  <a:pt x="72" y="184"/>
                  <a:pt x="72" y="185"/>
                </a:cubicBezTo>
                <a:cubicBezTo>
                  <a:pt x="72" y="185"/>
                  <a:pt x="72" y="186"/>
                  <a:pt x="72" y="187"/>
                </a:cubicBezTo>
                <a:cubicBezTo>
                  <a:pt x="72" y="187"/>
                  <a:pt x="72" y="188"/>
                  <a:pt x="72" y="189"/>
                </a:cubicBezTo>
                <a:cubicBezTo>
                  <a:pt x="71" y="189"/>
                  <a:pt x="71" y="188"/>
                  <a:pt x="71" y="187"/>
                </a:cubicBezTo>
                <a:cubicBezTo>
                  <a:pt x="71" y="186"/>
                  <a:pt x="71" y="185"/>
                  <a:pt x="71" y="184"/>
                </a:cubicBezTo>
                <a:cubicBezTo>
                  <a:pt x="70" y="183"/>
                  <a:pt x="69" y="181"/>
                  <a:pt x="69" y="179"/>
                </a:cubicBezTo>
                <a:cubicBezTo>
                  <a:pt x="68" y="178"/>
                  <a:pt x="67" y="176"/>
                  <a:pt x="67" y="175"/>
                </a:cubicBezTo>
                <a:cubicBezTo>
                  <a:pt x="66" y="173"/>
                  <a:pt x="67" y="171"/>
                  <a:pt x="66" y="170"/>
                </a:cubicBezTo>
                <a:cubicBezTo>
                  <a:pt x="65" y="168"/>
                  <a:pt x="65" y="167"/>
                  <a:pt x="64" y="165"/>
                </a:cubicBezTo>
                <a:cubicBezTo>
                  <a:pt x="64" y="163"/>
                  <a:pt x="64" y="161"/>
                  <a:pt x="64" y="159"/>
                </a:cubicBezTo>
                <a:cubicBezTo>
                  <a:pt x="64" y="157"/>
                  <a:pt x="64" y="155"/>
                  <a:pt x="64" y="153"/>
                </a:cubicBezTo>
                <a:cubicBezTo>
                  <a:pt x="63" y="149"/>
                  <a:pt x="61" y="145"/>
                  <a:pt x="61" y="141"/>
                </a:cubicBezTo>
                <a:cubicBezTo>
                  <a:pt x="61" y="142"/>
                  <a:pt x="62" y="142"/>
                  <a:pt x="62" y="143"/>
                </a:cubicBezTo>
                <a:cubicBezTo>
                  <a:pt x="62" y="143"/>
                  <a:pt x="63" y="144"/>
                  <a:pt x="63" y="144"/>
                </a:cubicBezTo>
                <a:cubicBezTo>
                  <a:pt x="63" y="145"/>
                  <a:pt x="64" y="146"/>
                  <a:pt x="64" y="147"/>
                </a:cubicBezTo>
                <a:cubicBezTo>
                  <a:pt x="64" y="148"/>
                  <a:pt x="65" y="150"/>
                  <a:pt x="65" y="151"/>
                </a:cubicBezTo>
                <a:cubicBezTo>
                  <a:pt x="66" y="152"/>
                  <a:pt x="65" y="153"/>
                  <a:pt x="66" y="154"/>
                </a:cubicBezTo>
                <a:cubicBezTo>
                  <a:pt x="66" y="156"/>
                  <a:pt x="68" y="155"/>
                  <a:pt x="68" y="157"/>
                </a:cubicBezTo>
                <a:cubicBezTo>
                  <a:pt x="68" y="158"/>
                  <a:pt x="67" y="159"/>
                  <a:pt x="67" y="159"/>
                </a:cubicBezTo>
                <a:cubicBezTo>
                  <a:pt x="66" y="161"/>
                  <a:pt x="66" y="162"/>
                  <a:pt x="66" y="163"/>
                </a:cubicBezTo>
                <a:cubicBezTo>
                  <a:pt x="66" y="165"/>
                  <a:pt x="68" y="165"/>
                  <a:pt x="69" y="165"/>
                </a:cubicBezTo>
                <a:cubicBezTo>
                  <a:pt x="71" y="165"/>
                  <a:pt x="72" y="166"/>
                  <a:pt x="74" y="166"/>
                </a:cubicBezTo>
                <a:cubicBezTo>
                  <a:pt x="74" y="164"/>
                  <a:pt x="73" y="163"/>
                  <a:pt x="71" y="162"/>
                </a:cubicBezTo>
                <a:cubicBezTo>
                  <a:pt x="71" y="163"/>
                  <a:pt x="71" y="163"/>
                  <a:pt x="71" y="163"/>
                </a:cubicBezTo>
                <a:cubicBezTo>
                  <a:pt x="71" y="163"/>
                  <a:pt x="70" y="163"/>
                  <a:pt x="69" y="163"/>
                </a:cubicBezTo>
                <a:cubicBezTo>
                  <a:pt x="69" y="161"/>
                  <a:pt x="69" y="158"/>
                  <a:pt x="69" y="155"/>
                </a:cubicBezTo>
                <a:cubicBezTo>
                  <a:pt x="69" y="154"/>
                  <a:pt x="68" y="154"/>
                  <a:pt x="68" y="152"/>
                </a:cubicBezTo>
                <a:cubicBezTo>
                  <a:pt x="68" y="151"/>
                  <a:pt x="68" y="150"/>
                  <a:pt x="68" y="149"/>
                </a:cubicBezTo>
                <a:cubicBezTo>
                  <a:pt x="68" y="147"/>
                  <a:pt x="67" y="147"/>
                  <a:pt x="66" y="146"/>
                </a:cubicBezTo>
                <a:cubicBezTo>
                  <a:pt x="65" y="145"/>
                  <a:pt x="65" y="144"/>
                  <a:pt x="64" y="143"/>
                </a:cubicBezTo>
                <a:cubicBezTo>
                  <a:pt x="63" y="142"/>
                  <a:pt x="62" y="141"/>
                  <a:pt x="61" y="140"/>
                </a:cubicBezTo>
                <a:cubicBezTo>
                  <a:pt x="60" y="139"/>
                  <a:pt x="60" y="138"/>
                  <a:pt x="60" y="136"/>
                </a:cubicBezTo>
                <a:cubicBezTo>
                  <a:pt x="60" y="136"/>
                  <a:pt x="60" y="135"/>
                  <a:pt x="59" y="134"/>
                </a:cubicBezTo>
                <a:cubicBezTo>
                  <a:pt x="60" y="134"/>
                  <a:pt x="60" y="134"/>
                  <a:pt x="60" y="134"/>
                </a:cubicBezTo>
                <a:cubicBezTo>
                  <a:pt x="60" y="133"/>
                  <a:pt x="60" y="131"/>
                  <a:pt x="61" y="132"/>
                </a:cubicBezTo>
                <a:cubicBezTo>
                  <a:pt x="61" y="132"/>
                  <a:pt x="61" y="132"/>
                  <a:pt x="61" y="132"/>
                </a:cubicBezTo>
                <a:cubicBezTo>
                  <a:pt x="62" y="132"/>
                  <a:pt x="62" y="134"/>
                  <a:pt x="63" y="133"/>
                </a:cubicBezTo>
                <a:cubicBezTo>
                  <a:pt x="62" y="134"/>
                  <a:pt x="61" y="129"/>
                  <a:pt x="60" y="128"/>
                </a:cubicBezTo>
                <a:cubicBezTo>
                  <a:pt x="60" y="129"/>
                  <a:pt x="61" y="130"/>
                  <a:pt x="61" y="131"/>
                </a:cubicBezTo>
                <a:cubicBezTo>
                  <a:pt x="60" y="131"/>
                  <a:pt x="59" y="130"/>
                  <a:pt x="58" y="131"/>
                </a:cubicBezTo>
                <a:cubicBezTo>
                  <a:pt x="58" y="130"/>
                  <a:pt x="58" y="128"/>
                  <a:pt x="58" y="127"/>
                </a:cubicBezTo>
                <a:cubicBezTo>
                  <a:pt x="57" y="126"/>
                  <a:pt x="57" y="126"/>
                  <a:pt x="57" y="126"/>
                </a:cubicBezTo>
                <a:cubicBezTo>
                  <a:pt x="57" y="125"/>
                  <a:pt x="57" y="125"/>
                  <a:pt x="57" y="125"/>
                </a:cubicBezTo>
                <a:cubicBezTo>
                  <a:pt x="57" y="124"/>
                  <a:pt x="57" y="123"/>
                  <a:pt x="57" y="123"/>
                </a:cubicBezTo>
                <a:cubicBezTo>
                  <a:pt x="57" y="122"/>
                  <a:pt x="56" y="122"/>
                  <a:pt x="56" y="121"/>
                </a:cubicBezTo>
                <a:cubicBezTo>
                  <a:pt x="56" y="120"/>
                  <a:pt x="56" y="120"/>
                  <a:pt x="55" y="119"/>
                </a:cubicBezTo>
                <a:cubicBezTo>
                  <a:pt x="55" y="118"/>
                  <a:pt x="54" y="117"/>
                  <a:pt x="54" y="115"/>
                </a:cubicBezTo>
                <a:cubicBezTo>
                  <a:pt x="55" y="115"/>
                  <a:pt x="55" y="115"/>
                  <a:pt x="55" y="115"/>
                </a:cubicBezTo>
                <a:cubicBezTo>
                  <a:pt x="55" y="117"/>
                  <a:pt x="55" y="117"/>
                  <a:pt x="57" y="117"/>
                </a:cubicBezTo>
                <a:cubicBezTo>
                  <a:pt x="56" y="117"/>
                  <a:pt x="56" y="115"/>
                  <a:pt x="55" y="115"/>
                </a:cubicBezTo>
                <a:cubicBezTo>
                  <a:pt x="55" y="114"/>
                  <a:pt x="54" y="114"/>
                  <a:pt x="54" y="115"/>
                </a:cubicBezTo>
                <a:cubicBezTo>
                  <a:pt x="52" y="115"/>
                  <a:pt x="52" y="113"/>
                  <a:pt x="52" y="113"/>
                </a:cubicBezTo>
                <a:cubicBezTo>
                  <a:pt x="52" y="112"/>
                  <a:pt x="52" y="111"/>
                  <a:pt x="51" y="111"/>
                </a:cubicBezTo>
                <a:cubicBezTo>
                  <a:pt x="51" y="110"/>
                  <a:pt x="50" y="108"/>
                  <a:pt x="49" y="108"/>
                </a:cubicBezTo>
                <a:cubicBezTo>
                  <a:pt x="49" y="107"/>
                  <a:pt x="49" y="107"/>
                  <a:pt x="49" y="106"/>
                </a:cubicBezTo>
                <a:cubicBezTo>
                  <a:pt x="49" y="106"/>
                  <a:pt x="50" y="106"/>
                  <a:pt x="51" y="106"/>
                </a:cubicBezTo>
                <a:cubicBezTo>
                  <a:pt x="51" y="106"/>
                  <a:pt x="50" y="105"/>
                  <a:pt x="50" y="104"/>
                </a:cubicBezTo>
                <a:cubicBezTo>
                  <a:pt x="51" y="104"/>
                  <a:pt x="51" y="104"/>
                  <a:pt x="51" y="103"/>
                </a:cubicBezTo>
                <a:cubicBezTo>
                  <a:pt x="51" y="102"/>
                  <a:pt x="50" y="102"/>
                  <a:pt x="50" y="102"/>
                </a:cubicBezTo>
                <a:cubicBezTo>
                  <a:pt x="49" y="102"/>
                  <a:pt x="49" y="102"/>
                  <a:pt x="49" y="102"/>
                </a:cubicBezTo>
                <a:cubicBezTo>
                  <a:pt x="49" y="102"/>
                  <a:pt x="49" y="103"/>
                  <a:pt x="49" y="103"/>
                </a:cubicBezTo>
                <a:cubicBezTo>
                  <a:pt x="49" y="103"/>
                  <a:pt x="49" y="103"/>
                  <a:pt x="49" y="103"/>
                </a:cubicBezTo>
                <a:cubicBezTo>
                  <a:pt x="48" y="104"/>
                  <a:pt x="48" y="105"/>
                  <a:pt x="48" y="105"/>
                </a:cubicBezTo>
                <a:cubicBezTo>
                  <a:pt x="48" y="105"/>
                  <a:pt x="48" y="103"/>
                  <a:pt x="48" y="102"/>
                </a:cubicBezTo>
                <a:cubicBezTo>
                  <a:pt x="48" y="101"/>
                  <a:pt x="47" y="100"/>
                  <a:pt x="47" y="99"/>
                </a:cubicBezTo>
                <a:cubicBezTo>
                  <a:pt x="47" y="98"/>
                  <a:pt x="47" y="96"/>
                  <a:pt x="47" y="95"/>
                </a:cubicBezTo>
                <a:cubicBezTo>
                  <a:pt x="46" y="94"/>
                  <a:pt x="46" y="93"/>
                  <a:pt x="45" y="92"/>
                </a:cubicBezTo>
                <a:cubicBezTo>
                  <a:pt x="45" y="91"/>
                  <a:pt x="45" y="90"/>
                  <a:pt x="45" y="89"/>
                </a:cubicBezTo>
                <a:cubicBezTo>
                  <a:pt x="45" y="88"/>
                  <a:pt x="45" y="87"/>
                  <a:pt x="44" y="86"/>
                </a:cubicBezTo>
                <a:cubicBezTo>
                  <a:pt x="44" y="85"/>
                  <a:pt x="43" y="83"/>
                  <a:pt x="43" y="83"/>
                </a:cubicBezTo>
                <a:cubicBezTo>
                  <a:pt x="43" y="81"/>
                  <a:pt x="45" y="82"/>
                  <a:pt x="45" y="80"/>
                </a:cubicBezTo>
                <a:cubicBezTo>
                  <a:pt x="44" y="80"/>
                  <a:pt x="43" y="80"/>
                  <a:pt x="43" y="81"/>
                </a:cubicBezTo>
                <a:cubicBezTo>
                  <a:pt x="42" y="81"/>
                  <a:pt x="42" y="81"/>
                  <a:pt x="42" y="81"/>
                </a:cubicBezTo>
                <a:cubicBezTo>
                  <a:pt x="42" y="79"/>
                  <a:pt x="41" y="78"/>
                  <a:pt x="41" y="77"/>
                </a:cubicBezTo>
                <a:cubicBezTo>
                  <a:pt x="41" y="76"/>
                  <a:pt x="41" y="75"/>
                  <a:pt x="41" y="75"/>
                </a:cubicBezTo>
                <a:cubicBezTo>
                  <a:pt x="41" y="74"/>
                  <a:pt x="40" y="74"/>
                  <a:pt x="40" y="73"/>
                </a:cubicBezTo>
                <a:cubicBezTo>
                  <a:pt x="41" y="73"/>
                  <a:pt x="42" y="73"/>
                  <a:pt x="43" y="73"/>
                </a:cubicBezTo>
                <a:cubicBezTo>
                  <a:pt x="43" y="72"/>
                  <a:pt x="40" y="73"/>
                  <a:pt x="39" y="72"/>
                </a:cubicBezTo>
                <a:cubicBezTo>
                  <a:pt x="39" y="72"/>
                  <a:pt x="39" y="71"/>
                  <a:pt x="38" y="70"/>
                </a:cubicBezTo>
                <a:cubicBezTo>
                  <a:pt x="38" y="70"/>
                  <a:pt x="37" y="69"/>
                  <a:pt x="37" y="69"/>
                </a:cubicBezTo>
                <a:cubicBezTo>
                  <a:pt x="36" y="68"/>
                  <a:pt x="37" y="68"/>
                  <a:pt x="35" y="68"/>
                </a:cubicBezTo>
                <a:cubicBezTo>
                  <a:pt x="35" y="68"/>
                  <a:pt x="34" y="67"/>
                  <a:pt x="34" y="67"/>
                </a:cubicBezTo>
                <a:cubicBezTo>
                  <a:pt x="34" y="66"/>
                  <a:pt x="34" y="65"/>
                  <a:pt x="34" y="65"/>
                </a:cubicBezTo>
                <a:cubicBezTo>
                  <a:pt x="34" y="64"/>
                  <a:pt x="33" y="63"/>
                  <a:pt x="33" y="62"/>
                </a:cubicBezTo>
                <a:cubicBezTo>
                  <a:pt x="33" y="62"/>
                  <a:pt x="34" y="62"/>
                  <a:pt x="35" y="62"/>
                </a:cubicBezTo>
                <a:cubicBezTo>
                  <a:pt x="35" y="62"/>
                  <a:pt x="35" y="62"/>
                  <a:pt x="35" y="62"/>
                </a:cubicBezTo>
                <a:cubicBezTo>
                  <a:pt x="33" y="62"/>
                  <a:pt x="33" y="60"/>
                  <a:pt x="33" y="60"/>
                </a:cubicBezTo>
                <a:cubicBezTo>
                  <a:pt x="32" y="58"/>
                  <a:pt x="33" y="58"/>
                  <a:pt x="32" y="56"/>
                </a:cubicBezTo>
                <a:cubicBezTo>
                  <a:pt x="32" y="55"/>
                  <a:pt x="30" y="54"/>
                  <a:pt x="30" y="54"/>
                </a:cubicBezTo>
                <a:cubicBezTo>
                  <a:pt x="29" y="53"/>
                  <a:pt x="28" y="52"/>
                  <a:pt x="28" y="51"/>
                </a:cubicBezTo>
                <a:cubicBezTo>
                  <a:pt x="27" y="51"/>
                  <a:pt x="26" y="50"/>
                  <a:pt x="26" y="50"/>
                </a:cubicBezTo>
                <a:cubicBezTo>
                  <a:pt x="25" y="49"/>
                  <a:pt x="24" y="49"/>
                  <a:pt x="22" y="48"/>
                </a:cubicBezTo>
                <a:cubicBezTo>
                  <a:pt x="21" y="47"/>
                  <a:pt x="22" y="47"/>
                  <a:pt x="21" y="45"/>
                </a:cubicBezTo>
                <a:cubicBezTo>
                  <a:pt x="21" y="45"/>
                  <a:pt x="19" y="44"/>
                  <a:pt x="20" y="43"/>
                </a:cubicBezTo>
                <a:cubicBezTo>
                  <a:pt x="20" y="43"/>
                  <a:pt x="21" y="43"/>
                  <a:pt x="22" y="43"/>
                </a:cubicBezTo>
                <a:cubicBezTo>
                  <a:pt x="21" y="43"/>
                  <a:pt x="17" y="40"/>
                  <a:pt x="17" y="40"/>
                </a:cubicBezTo>
                <a:cubicBezTo>
                  <a:pt x="18" y="40"/>
                  <a:pt x="18" y="39"/>
                  <a:pt x="18" y="39"/>
                </a:cubicBezTo>
                <a:cubicBezTo>
                  <a:pt x="18" y="38"/>
                  <a:pt x="16" y="39"/>
                  <a:pt x="16" y="39"/>
                </a:cubicBezTo>
                <a:cubicBezTo>
                  <a:pt x="15" y="39"/>
                  <a:pt x="15" y="38"/>
                  <a:pt x="14" y="38"/>
                </a:cubicBezTo>
                <a:cubicBezTo>
                  <a:pt x="14" y="38"/>
                  <a:pt x="14" y="39"/>
                  <a:pt x="13" y="38"/>
                </a:cubicBezTo>
                <a:cubicBezTo>
                  <a:pt x="13" y="37"/>
                  <a:pt x="13" y="35"/>
                  <a:pt x="13" y="34"/>
                </a:cubicBezTo>
                <a:cubicBezTo>
                  <a:pt x="13" y="33"/>
                  <a:pt x="12" y="32"/>
                  <a:pt x="12" y="31"/>
                </a:cubicBezTo>
                <a:cubicBezTo>
                  <a:pt x="10" y="28"/>
                  <a:pt x="10" y="25"/>
                  <a:pt x="9" y="23"/>
                </a:cubicBezTo>
                <a:cubicBezTo>
                  <a:pt x="8" y="20"/>
                  <a:pt x="7" y="17"/>
                  <a:pt x="6" y="14"/>
                </a:cubicBezTo>
                <a:cubicBezTo>
                  <a:pt x="6" y="10"/>
                  <a:pt x="4" y="7"/>
                  <a:pt x="2" y="5"/>
                </a:cubicBezTo>
                <a:cubicBezTo>
                  <a:pt x="1" y="3"/>
                  <a:pt x="1" y="2"/>
                  <a:pt x="0" y="1"/>
                </a:cubicBezTo>
                <a:cubicBezTo>
                  <a:pt x="1" y="1"/>
                  <a:pt x="2" y="1"/>
                  <a:pt x="3" y="1"/>
                </a:cubicBezTo>
                <a:cubicBezTo>
                  <a:pt x="5" y="1"/>
                  <a:pt x="5" y="0"/>
                  <a:pt x="7" y="0"/>
                </a:cubicBezTo>
                <a:cubicBezTo>
                  <a:pt x="8" y="0"/>
                  <a:pt x="7" y="3"/>
                  <a:pt x="7" y="3"/>
                </a:cubicBezTo>
                <a:cubicBezTo>
                  <a:pt x="9" y="3"/>
                  <a:pt x="11" y="5"/>
                  <a:pt x="9" y="5"/>
                </a:cubicBezTo>
                <a:cubicBezTo>
                  <a:pt x="9" y="6"/>
                  <a:pt x="10" y="7"/>
                  <a:pt x="11" y="7"/>
                </a:cubicBezTo>
                <a:cubicBezTo>
                  <a:pt x="11" y="5"/>
                  <a:pt x="12" y="5"/>
                  <a:pt x="14" y="6"/>
                </a:cubicBezTo>
                <a:cubicBezTo>
                  <a:pt x="17" y="8"/>
                  <a:pt x="14" y="8"/>
                  <a:pt x="15" y="9"/>
                </a:cubicBezTo>
                <a:cubicBezTo>
                  <a:pt x="16" y="10"/>
                  <a:pt x="17" y="10"/>
                  <a:pt x="18" y="10"/>
                </a:cubicBezTo>
                <a:cubicBezTo>
                  <a:pt x="18" y="10"/>
                  <a:pt x="18" y="11"/>
                  <a:pt x="18" y="12"/>
                </a:cubicBezTo>
                <a:cubicBezTo>
                  <a:pt x="18" y="11"/>
                  <a:pt x="20" y="9"/>
                  <a:pt x="21" y="9"/>
                </a:cubicBezTo>
                <a:cubicBezTo>
                  <a:pt x="21" y="11"/>
                  <a:pt x="21" y="12"/>
                  <a:pt x="20" y="13"/>
                </a:cubicBezTo>
                <a:cubicBezTo>
                  <a:pt x="22" y="13"/>
                  <a:pt x="23" y="15"/>
                  <a:pt x="23" y="16"/>
                </a:cubicBezTo>
                <a:cubicBezTo>
                  <a:pt x="25" y="16"/>
                  <a:pt x="25" y="16"/>
                  <a:pt x="25" y="16"/>
                </a:cubicBezTo>
                <a:cubicBezTo>
                  <a:pt x="25" y="15"/>
                  <a:pt x="28" y="15"/>
                  <a:pt x="27" y="16"/>
                </a:cubicBezTo>
                <a:cubicBezTo>
                  <a:pt x="27" y="18"/>
                  <a:pt x="25" y="18"/>
                  <a:pt x="25" y="19"/>
                </a:cubicBezTo>
                <a:cubicBezTo>
                  <a:pt x="25" y="21"/>
                  <a:pt x="26" y="21"/>
                  <a:pt x="26" y="23"/>
                </a:cubicBezTo>
                <a:cubicBezTo>
                  <a:pt x="26" y="26"/>
                  <a:pt x="27" y="25"/>
                  <a:pt x="30" y="26"/>
                </a:cubicBezTo>
                <a:cubicBezTo>
                  <a:pt x="32" y="26"/>
                  <a:pt x="34" y="31"/>
                  <a:pt x="34" y="33"/>
                </a:cubicBezTo>
                <a:cubicBezTo>
                  <a:pt x="37" y="33"/>
                  <a:pt x="38" y="35"/>
                  <a:pt x="40" y="36"/>
                </a:cubicBezTo>
                <a:cubicBezTo>
                  <a:pt x="41" y="38"/>
                  <a:pt x="46" y="37"/>
                  <a:pt x="47" y="39"/>
                </a:cubicBezTo>
                <a:cubicBezTo>
                  <a:pt x="47" y="42"/>
                  <a:pt x="48" y="43"/>
                  <a:pt x="51" y="45"/>
                </a:cubicBezTo>
                <a:cubicBezTo>
                  <a:pt x="52" y="45"/>
                  <a:pt x="54" y="45"/>
                  <a:pt x="55" y="45"/>
                </a:cubicBezTo>
                <a:cubicBezTo>
                  <a:pt x="57" y="45"/>
                  <a:pt x="59" y="44"/>
                  <a:pt x="61" y="44"/>
                </a:cubicBezTo>
                <a:cubicBezTo>
                  <a:pt x="61" y="45"/>
                  <a:pt x="61" y="47"/>
                  <a:pt x="61" y="48"/>
                </a:cubicBezTo>
                <a:cubicBezTo>
                  <a:pt x="62" y="48"/>
                  <a:pt x="65" y="48"/>
                  <a:pt x="66" y="49"/>
                </a:cubicBezTo>
                <a:cubicBezTo>
                  <a:pt x="66" y="50"/>
                  <a:pt x="67" y="52"/>
                  <a:pt x="67" y="52"/>
                </a:cubicBezTo>
                <a:cubicBezTo>
                  <a:pt x="67" y="52"/>
                  <a:pt x="67" y="52"/>
                  <a:pt x="67" y="52"/>
                </a:cubicBezTo>
                <a:cubicBezTo>
                  <a:pt x="69" y="51"/>
                  <a:pt x="70" y="54"/>
                  <a:pt x="72" y="55"/>
                </a:cubicBezTo>
                <a:cubicBezTo>
                  <a:pt x="74" y="55"/>
                  <a:pt x="77" y="55"/>
                  <a:pt x="77" y="57"/>
                </a:cubicBezTo>
                <a:cubicBezTo>
                  <a:pt x="77" y="57"/>
                  <a:pt x="78" y="58"/>
                  <a:pt x="78" y="59"/>
                </a:cubicBezTo>
                <a:cubicBezTo>
                  <a:pt x="78" y="59"/>
                  <a:pt x="78" y="59"/>
                  <a:pt x="78" y="59"/>
                </a:cubicBezTo>
                <a:cubicBezTo>
                  <a:pt x="77" y="59"/>
                  <a:pt x="77" y="59"/>
                  <a:pt x="77" y="59"/>
                </a:cubicBezTo>
                <a:cubicBezTo>
                  <a:pt x="77" y="63"/>
                  <a:pt x="73" y="61"/>
                  <a:pt x="73" y="64"/>
                </a:cubicBezTo>
                <a:cubicBezTo>
                  <a:pt x="70" y="64"/>
                  <a:pt x="69" y="63"/>
                  <a:pt x="67" y="62"/>
                </a:cubicBezTo>
                <a:cubicBezTo>
                  <a:pt x="67" y="65"/>
                  <a:pt x="67" y="67"/>
                  <a:pt x="67" y="70"/>
                </a:cubicBezTo>
                <a:cubicBezTo>
                  <a:pt x="69" y="70"/>
                  <a:pt x="71" y="69"/>
                  <a:pt x="72" y="71"/>
                </a:cubicBezTo>
                <a:cubicBezTo>
                  <a:pt x="73" y="72"/>
                  <a:pt x="75" y="71"/>
                  <a:pt x="76" y="72"/>
                </a:cubicBezTo>
                <a:cubicBezTo>
                  <a:pt x="77" y="73"/>
                  <a:pt x="78" y="74"/>
                  <a:pt x="79" y="75"/>
                </a:cubicBezTo>
                <a:cubicBezTo>
                  <a:pt x="80" y="75"/>
                  <a:pt x="82" y="75"/>
                  <a:pt x="82" y="77"/>
                </a:cubicBezTo>
                <a:cubicBezTo>
                  <a:pt x="80" y="77"/>
                  <a:pt x="77" y="82"/>
                  <a:pt x="77" y="83"/>
                </a:cubicBezTo>
                <a:cubicBezTo>
                  <a:pt x="76" y="83"/>
                  <a:pt x="76" y="83"/>
                  <a:pt x="76" y="83"/>
                </a:cubicBezTo>
                <a:cubicBezTo>
                  <a:pt x="80" y="84"/>
                  <a:pt x="85" y="82"/>
                  <a:pt x="89" y="84"/>
                </a:cubicBezTo>
                <a:cubicBezTo>
                  <a:pt x="92" y="85"/>
                  <a:pt x="91" y="90"/>
                  <a:pt x="90" y="92"/>
                </a:cubicBezTo>
                <a:cubicBezTo>
                  <a:pt x="90" y="92"/>
                  <a:pt x="89" y="92"/>
                  <a:pt x="88" y="92"/>
                </a:cubicBezTo>
                <a:cubicBezTo>
                  <a:pt x="87" y="94"/>
                  <a:pt x="88" y="96"/>
                  <a:pt x="87" y="98"/>
                </a:cubicBezTo>
                <a:cubicBezTo>
                  <a:pt x="89" y="98"/>
                  <a:pt x="95" y="101"/>
                  <a:pt x="96" y="102"/>
                </a:cubicBezTo>
                <a:cubicBezTo>
                  <a:pt x="98" y="104"/>
                  <a:pt x="98" y="108"/>
                  <a:pt x="97" y="110"/>
                </a:cubicBezTo>
                <a:cubicBezTo>
                  <a:pt x="95" y="112"/>
                  <a:pt x="96" y="115"/>
                  <a:pt x="95" y="118"/>
                </a:cubicBezTo>
                <a:cubicBezTo>
                  <a:pt x="94" y="120"/>
                  <a:pt x="94" y="122"/>
                  <a:pt x="95" y="125"/>
                </a:cubicBezTo>
                <a:cubicBezTo>
                  <a:pt x="95" y="127"/>
                  <a:pt x="95" y="130"/>
                  <a:pt x="97" y="131"/>
                </a:cubicBezTo>
                <a:cubicBezTo>
                  <a:pt x="98" y="132"/>
                  <a:pt x="100" y="131"/>
                  <a:pt x="101" y="134"/>
                </a:cubicBezTo>
                <a:cubicBezTo>
                  <a:pt x="101" y="134"/>
                  <a:pt x="102" y="134"/>
                  <a:pt x="102" y="133"/>
                </a:cubicBezTo>
                <a:cubicBezTo>
                  <a:pt x="102" y="130"/>
                  <a:pt x="106" y="131"/>
                  <a:pt x="108" y="129"/>
                </a:cubicBezTo>
                <a:cubicBezTo>
                  <a:pt x="109" y="127"/>
                  <a:pt x="112" y="127"/>
                  <a:pt x="114" y="128"/>
                </a:cubicBezTo>
                <a:cubicBezTo>
                  <a:pt x="117" y="129"/>
                  <a:pt x="118" y="139"/>
                  <a:pt x="113" y="138"/>
                </a:cubicBezTo>
                <a:cubicBezTo>
                  <a:pt x="113" y="140"/>
                  <a:pt x="114" y="140"/>
                  <a:pt x="114" y="141"/>
                </a:cubicBezTo>
                <a:cubicBezTo>
                  <a:pt x="121" y="143"/>
                  <a:pt x="113" y="148"/>
                  <a:pt x="113" y="152"/>
                </a:cubicBezTo>
                <a:cubicBezTo>
                  <a:pt x="114" y="152"/>
                  <a:pt x="114" y="152"/>
                  <a:pt x="114" y="152"/>
                </a:cubicBezTo>
                <a:cubicBezTo>
                  <a:pt x="114" y="153"/>
                  <a:pt x="114" y="154"/>
                  <a:pt x="114" y="155"/>
                </a:cubicBezTo>
                <a:cubicBezTo>
                  <a:pt x="110" y="156"/>
                  <a:pt x="113" y="163"/>
                  <a:pt x="110" y="163"/>
                </a:cubicBezTo>
                <a:cubicBezTo>
                  <a:pt x="112" y="163"/>
                  <a:pt x="113" y="166"/>
                  <a:pt x="116" y="166"/>
                </a:cubicBezTo>
                <a:cubicBezTo>
                  <a:pt x="117" y="165"/>
                  <a:pt x="117" y="164"/>
                  <a:pt x="119" y="164"/>
                </a:cubicBezTo>
                <a:cubicBezTo>
                  <a:pt x="119" y="167"/>
                  <a:pt x="123" y="168"/>
                  <a:pt x="120" y="170"/>
                </a:cubicBezTo>
                <a:cubicBezTo>
                  <a:pt x="118" y="171"/>
                  <a:pt x="117" y="176"/>
                  <a:pt x="117" y="178"/>
                </a:cubicBezTo>
                <a:cubicBezTo>
                  <a:pt x="113" y="177"/>
                  <a:pt x="114" y="186"/>
                  <a:pt x="112" y="189"/>
                </a:cubicBezTo>
                <a:cubicBezTo>
                  <a:pt x="111" y="191"/>
                  <a:pt x="108" y="190"/>
                  <a:pt x="109" y="192"/>
                </a:cubicBezTo>
                <a:cubicBezTo>
                  <a:pt x="109" y="194"/>
                  <a:pt x="111" y="198"/>
                  <a:pt x="113" y="198"/>
                </a:cubicBezTo>
                <a:cubicBezTo>
                  <a:pt x="113" y="200"/>
                  <a:pt x="113" y="202"/>
                  <a:pt x="113" y="203"/>
                </a:cubicBezTo>
                <a:cubicBezTo>
                  <a:pt x="111" y="203"/>
                  <a:pt x="109" y="206"/>
                  <a:pt x="109" y="207"/>
                </a:cubicBezTo>
                <a:cubicBezTo>
                  <a:pt x="108" y="209"/>
                  <a:pt x="111" y="211"/>
                  <a:pt x="111" y="213"/>
                </a:cubicBezTo>
                <a:cubicBezTo>
                  <a:pt x="111" y="213"/>
                  <a:pt x="111" y="213"/>
                  <a:pt x="111" y="213"/>
                </a:cubicBezTo>
                <a:cubicBezTo>
                  <a:pt x="112" y="216"/>
                  <a:pt x="114" y="220"/>
                  <a:pt x="109" y="218"/>
                </a:cubicBezTo>
                <a:cubicBezTo>
                  <a:pt x="109" y="219"/>
                  <a:pt x="109" y="220"/>
                  <a:pt x="109" y="221"/>
                </a:cubicBezTo>
                <a:cubicBezTo>
                  <a:pt x="108" y="221"/>
                  <a:pt x="108" y="221"/>
                  <a:pt x="108" y="221"/>
                </a:cubicBezTo>
                <a:cubicBezTo>
                  <a:pt x="108" y="223"/>
                  <a:pt x="108" y="225"/>
                  <a:pt x="108" y="226"/>
                </a:cubicBezTo>
                <a:cubicBezTo>
                  <a:pt x="106" y="226"/>
                  <a:pt x="106" y="226"/>
                  <a:pt x="106" y="226"/>
                </a:cubicBezTo>
                <a:cubicBezTo>
                  <a:pt x="106" y="227"/>
                  <a:pt x="104" y="228"/>
                  <a:pt x="102" y="228"/>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2" name="Freeform 437">
            <a:extLst>
              <a:ext uri="{FF2B5EF4-FFF2-40B4-BE49-F238E27FC236}">
                <a16:creationId xmlns:a16="http://schemas.microsoft.com/office/drawing/2014/main" id="{1C71763C-BF7F-4BD4-92F1-8E108F6362B0}"/>
              </a:ext>
            </a:extLst>
          </p:cNvPr>
          <p:cNvSpPr>
            <a:spLocks/>
          </p:cNvSpPr>
          <p:nvPr/>
        </p:nvSpPr>
        <p:spPr bwMode="auto">
          <a:xfrm>
            <a:off x="2308635" y="4538337"/>
            <a:ext cx="79549" cy="98540"/>
          </a:xfrm>
          <a:custGeom>
            <a:avLst/>
            <a:gdLst>
              <a:gd name="T0" fmla="*/ 19 w 35"/>
              <a:gd name="T1" fmla="*/ 45 h 45"/>
              <a:gd name="T2" fmla="*/ 18 w 35"/>
              <a:gd name="T3" fmla="*/ 41 h 45"/>
              <a:gd name="T4" fmla="*/ 15 w 35"/>
              <a:gd name="T5" fmla="*/ 37 h 45"/>
              <a:gd name="T6" fmla="*/ 13 w 35"/>
              <a:gd name="T7" fmla="*/ 34 h 45"/>
              <a:gd name="T8" fmla="*/ 14 w 35"/>
              <a:gd name="T9" fmla="*/ 33 h 45"/>
              <a:gd name="T10" fmla="*/ 9 w 35"/>
              <a:gd name="T11" fmla="*/ 21 h 45"/>
              <a:gd name="T12" fmla="*/ 14 w 35"/>
              <a:gd name="T13" fmla="*/ 21 h 45"/>
              <a:gd name="T14" fmla="*/ 8 w 35"/>
              <a:gd name="T15" fmla="*/ 20 h 45"/>
              <a:gd name="T16" fmla="*/ 12 w 35"/>
              <a:gd name="T17" fmla="*/ 17 h 45"/>
              <a:gd name="T18" fmla="*/ 6 w 35"/>
              <a:gd name="T19" fmla="*/ 15 h 45"/>
              <a:gd name="T20" fmla="*/ 3 w 35"/>
              <a:gd name="T21" fmla="*/ 10 h 45"/>
              <a:gd name="T22" fmla="*/ 0 w 35"/>
              <a:gd name="T23" fmla="*/ 2 h 45"/>
              <a:gd name="T24" fmla="*/ 7 w 35"/>
              <a:gd name="T25" fmla="*/ 2 h 45"/>
              <a:gd name="T26" fmla="*/ 12 w 35"/>
              <a:gd name="T27" fmla="*/ 0 h 45"/>
              <a:gd name="T28" fmla="*/ 16 w 35"/>
              <a:gd name="T29" fmla="*/ 9 h 45"/>
              <a:gd name="T30" fmla="*/ 26 w 35"/>
              <a:gd name="T31" fmla="*/ 11 h 45"/>
              <a:gd name="T32" fmla="*/ 26 w 35"/>
              <a:gd name="T33" fmla="*/ 11 h 45"/>
              <a:gd name="T34" fmla="*/ 27 w 35"/>
              <a:gd name="T35" fmla="*/ 11 h 45"/>
              <a:gd name="T36" fmla="*/ 29 w 35"/>
              <a:gd name="T37" fmla="*/ 11 h 45"/>
              <a:gd name="T38" fmla="*/ 31 w 35"/>
              <a:gd name="T39" fmla="*/ 13 h 45"/>
              <a:gd name="T40" fmla="*/ 32 w 35"/>
              <a:gd name="T41" fmla="*/ 18 h 45"/>
              <a:gd name="T42" fmla="*/ 31 w 35"/>
              <a:gd name="T43" fmla="*/ 25 h 45"/>
              <a:gd name="T44" fmla="*/ 34 w 35"/>
              <a:gd name="T45" fmla="*/ 29 h 45"/>
              <a:gd name="T46" fmla="*/ 33 w 35"/>
              <a:gd name="T47" fmla="*/ 30 h 45"/>
              <a:gd name="T48" fmla="*/ 30 w 35"/>
              <a:gd name="T49" fmla="*/ 31 h 45"/>
              <a:gd name="T50" fmla="*/ 32 w 35"/>
              <a:gd name="T51" fmla="*/ 35 h 45"/>
              <a:gd name="T52" fmla="*/ 32 w 35"/>
              <a:gd name="T53" fmla="*/ 35 h 45"/>
              <a:gd name="T54" fmla="*/ 30 w 35"/>
              <a:gd name="T55" fmla="*/ 41 h 45"/>
              <a:gd name="T56" fmla="*/ 29 w 35"/>
              <a:gd name="T57" fmla="*/ 45 h 45"/>
              <a:gd name="T58" fmla="*/ 25 w 35"/>
              <a:gd name="T59" fmla="*/ 43 h 45"/>
              <a:gd name="T60" fmla="*/ 25 w 35"/>
              <a:gd name="T61" fmla="*/ 45 h 45"/>
              <a:gd name="T62" fmla="*/ 19 w 35"/>
              <a:gd name="T63"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5" h="45">
                <a:moveTo>
                  <a:pt x="19" y="45"/>
                </a:moveTo>
                <a:cubicBezTo>
                  <a:pt x="18" y="44"/>
                  <a:pt x="19" y="43"/>
                  <a:pt x="18" y="41"/>
                </a:cubicBezTo>
                <a:cubicBezTo>
                  <a:pt x="17" y="40"/>
                  <a:pt x="16" y="38"/>
                  <a:pt x="15" y="37"/>
                </a:cubicBezTo>
                <a:cubicBezTo>
                  <a:pt x="15" y="36"/>
                  <a:pt x="13" y="35"/>
                  <a:pt x="13" y="34"/>
                </a:cubicBezTo>
                <a:cubicBezTo>
                  <a:pt x="14" y="33"/>
                  <a:pt x="14" y="33"/>
                  <a:pt x="14" y="33"/>
                </a:cubicBezTo>
                <a:cubicBezTo>
                  <a:pt x="14" y="29"/>
                  <a:pt x="11" y="25"/>
                  <a:pt x="9" y="21"/>
                </a:cubicBezTo>
                <a:cubicBezTo>
                  <a:pt x="10" y="20"/>
                  <a:pt x="12" y="21"/>
                  <a:pt x="14" y="21"/>
                </a:cubicBezTo>
                <a:cubicBezTo>
                  <a:pt x="13" y="19"/>
                  <a:pt x="10" y="21"/>
                  <a:pt x="8" y="20"/>
                </a:cubicBezTo>
                <a:cubicBezTo>
                  <a:pt x="6" y="17"/>
                  <a:pt x="10" y="17"/>
                  <a:pt x="12" y="17"/>
                </a:cubicBezTo>
                <a:cubicBezTo>
                  <a:pt x="11" y="17"/>
                  <a:pt x="6" y="16"/>
                  <a:pt x="6" y="15"/>
                </a:cubicBezTo>
                <a:cubicBezTo>
                  <a:pt x="4" y="14"/>
                  <a:pt x="4" y="12"/>
                  <a:pt x="3" y="10"/>
                </a:cubicBezTo>
                <a:cubicBezTo>
                  <a:pt x="2" y="7"/>
                  <a:pt x="1" y="5"/>
                  <a:pt x="0" y="2"/>
                </a:cubicBezTo>
                <a:cubicBezTo>
                  <a:pt x="2" y="2"/>
                  <a:pt x="5" y="2"/>
                  <a:pt x="7" y="2"/>
                </a:cubicBezTo>
                <a:cubicBezTo>
                  <a:pt x="8" y="0"/>
                  <a:pt x="10" y="0"/>
                  <a:pt x="12" y="0"/>
                </a:cubicBezTo>
                <a:cubicBezTo>
                  <a:pt x="13" y="4"/>
                  <a:pt x="16" y="5"/>
                  <a:pt x="16" y="9"/>
                </a:cubicBezTo>
                <a:cubicBezTo>
                  <a:pt x="19" y="10"/>
                  <a:pt x="23" y="11"/>
                  <a:pt x="26" y="11"/>
                </a:cubicBezTo>
                <a:cubicBezTo>
                  <a:pt x="26" y="11"/>
                  <a:pt x="26" y="11"/>
                  <a:pt x="26" y="11"/>
                </a:cubicBezTo>
                <a:cubicBezTo>
                  <a:pt x="27" y="11"/>
                  <a:pt x="27" y="11"/>
                  <a:pt x="27" y="11"/>
                </a:cubicBezTo>
                <a:cubicBezTo>
                  <a:pt x="29" y="11"/>
                  <a:pt x="29" y="11"/>
                  <a:pt x="29" y="11"/>
                </a:cubicBezTo>
                <a:cubicBezTo>
                  <a:pt x="29" y="12"/>
                  <a:pt x="30" y="12"/>
                  <a:pt x="31" y="13"/>
                </a:cubicBezTo>
                <a:cubicBezTo>
                  <a:pt x="32" y="14"/>
                  <a:pt x="35" y="17"/>
                  <a:pt x="32" y="18"/>
                </a:cubicBezTo>
                <a:cubicBezTo>
                  <a:pt x="33" y="20"/>
                  <a:pt x="31" y="23"/>
                  <a:pt x="31" y="25"/>
                </a:cubicBezTo>
                <a:cubicBezTo>
                  <a:pt x="33" y="25"/>
                  <a:pt x="35" y="27"/>
                  <a:pt x="34" y="29"/>
                </a:cubicBezTo>
                <a:cubicBezTo>
                  <a:pt x="34" y="29"/>
                  <a:pt x="33" y="29"/>
                  <a:pt x="33" y="30"/>
                </a:cubicBezTo>
                <a:cubicBezTo>
                  <a:pt x="33" y="31"/>
                  <a:pt x="30" y="31"/>
                  <a:pt x="30" y="31"/>
                </a:cubicBezTo>
                <a:cubicBezTo>
                  <a:pt x="29" y="33"/>
                  <a:pt x="33" y="32"/>
                  <a:pt x="32" y="35"/>
                </a:cubicBezTo>
                <a:cubicBezTo>
                  <a:pt x="32" y="35"/>
                  <a:pt x="32" y="35"/>
                  <a:pt x="32" y="35"/>
                </a:cubicBezTo>
                <a:cubicBezTo>
                  <a:pt x="31" y="37"/>
                  <a:pt x="32" y="40"/>
                  <a:pt x="30" y="41"/>
                </a:cubicBezTo>
                <a:cubicBezTo>
                  <a:pt x="29" y="42"/>
                  <a:pt x="29" y="43"/>
                  <a:pt x="29" y="45"/>
                </a:cubicBezTo>
                <a:cubicBezTo>
                  <a:pt x="27" y="45"/>
                  <a:pt x="26" y="43"/>
                  <a:pt x="25" y="43"/>
                </a:cubicBezTo>
                <a:cubicBezTo>
                  <a:pt x="25" y="44"/>
                  <a:pt x="25" y="45"/>
                  <a:pt x="25" y="45"/>
                </a:cubicBezTo>
                <a:cubicBezTo>
                  <a:pt x="23" y="45"/>
                  <a:pt x="21" y="45"/>
                  <a:pt x="19" y="45"/>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3" name="Freeform 438">
            <a:extLst>
              <a:ext uri="{FF2B5EF4-FFF2-40B4-BE49-F238E27FC236}">
                <a16:creationId xmlns:a16="http://schemas.microsoft.com/office/drawing/2014/main" id="{071FB120-5533-4647-9DB8-B398C8E47E3D}"/>
              </a:ext>
            </a:extLst>
          </p:cNvPr>
          <p:cNvSpPr>
            <a:spLocks/>
          </p:cNvSpPr>
          <p:nvPr/>
        </p:nvSpPr>
        <p:spPr bwMode="auto">
          <a:xfrm>
            <a:off x="2472834" y="2780382"/>
            <a:ext cx="305959" cy="318285"/>
          </a:xfrm>
          <a:custGeom>
            <a:avLst/>
            <a:gdLst>
              <a:gd name="T0" fmla="*/ 129 w 135"/>
              <a:gd name="T1" fmla="*/ 89 h 145"/>
              <a:gd name="T2" fmla="*/ 127 w 135"/>
              <a:gd name="T3" fmla="*/ 85 h 145"/>
              <a:gd name="T4" fmla="*/ 131 w 135"/>
              <a:gd name="T5" fmla="*/ 83 h 145"/>
              <a:gd name="T6" fmla="*/ 129 w 135"/>
              <a:gd name="T7" fmla="*/ 76 h 145"/>
              <a:gd name="T8" fmla="*/ 121 w 135"/>
              <a:gd name="T9" fmla="*/ 62 h 145"/>
              <a:gd name="T10" fmla="*/ 113 w 135"/>
              <a:gd name="T11" fmla="*/ 54 h 145"/>
              <a:gd name="T12" fmla="*/ 102 w 135"/>
              <a:gd name="T13" fmla="*/ 49 h 145"/>
              <a:gd name="T14" fmla="*/ 91 w 135"/>
              <a:gd name="T15" fmla="*/ 25 h 145"/>
              <a:gd name="T16" fmla="*/ 82 w 135"/>
              <a:gd name="T17" fmla="*/ 20 h 145"/>
              <a:gd name="T18" fmla="*/ 90 w 135"/>
              <a:gd name="T19" fmla="*/ 9 h 145"/>
              <a:gd name="T20" fmla="*/ 91 w 135"/>
              <a:gd name="T21" fmla="*/ 0 h 145"/>
              <a:gd name="T22" fmla="*/ 87 w 135"/>
              <a:gd name="T23" fmla="*/ 4 h 145"/>
              <a:gd name="T24" fmla="*/ 75 w 135"/>
              <a:gd name="T25" fmla="*/ 6 h 145"/>
              <a:gd name="T26" fmla="*/ 72 w 135"/>
              <a:gd name="T27" fmla="*/ 6 h 145"/>
              <a:gd name="T28" fmla="*/ 67 w 135"/>
              <a:gd name="T29" fmla="*/ 20 h 145"/>
              <a:gd name="T30" fmla="*/ 49 w 135"/>
              <a:gd name="T31" fmla="*/ 23 h 145"/>
              <a:gd name="T32" fmla="*/ 38 w 135"/>
              <a:gd name="T33" fmla="*/ 32 h 145"/>
              <a:gd name="T34" fmla="*/ 38 w 135"/>
              <a:gd name="T35" fmla="*/ 45 h 145"/>
              <a:gd name="T36" fmla="*/ 38 w 135"/>
              <a:gd name="T37" fmla="*/ 50 h 145"/>
              <a:gd name="T38" fmla="*/ 35 w 135"/>
              <a:gd name="T39" fmla="*/ 63 h 145"/>
              <a:gd name="T40" fmla="*/ 40 w 135"/>
              <a:gd name="T41" fmla="*/ 62 h 145"/>
              <a:gd name="T42" fmla="*/ 36 w 135"/>
              <a:gd name="T43" fmla="*/ 66 h 145"/>
              <a:gd name="T44" fmla="*/ 31 w 135"/>
              <a:gd name="T45" fmla="*/ 70 h 145"/>
              <a:gd name="T46" fmla="*/ 21 w 135"/>
              <a:gd name="T47" fmla="*/ 80 h 145"/>
              <a:gd name="T48" fmla="*/ 13 w 135"/>
              <a:gd name="T49" fmla="*/ 88 h 145"/>
              <a:gd name="T50" fmla="*/ 4 w 135"/>
              <a:gd name="T51" fmla="*/ 93 h 145"/>
              <a:gd name="T52" fmla="*/ 5 w 135"/>
              <a:gd name="T53" fmla="*/ 100 h 145"/>
              <a:gd name="T54" fmla="*/ 0 w 135"/>
              <a:gd name="T55" fmla="*/ 111 h 145"/>
              <a:gd name="T56" fmla="*/ 16 w 135"/>
              <a:gd name="T57" fmla="*/ 120 h 145"/>
              <a:gd name="T58" fmla="*/ 36 w 135"/>
              <a:gd name="T59" fmla="*/ 121 h 145"/>
              <a:gd name="T60" fmla="*/ 57 w 135"/>
              <a:gd name="T61" fmla="*/ 131 h 145"/>
              <a:gd name="T62" fmla="*/ 55 w 135"/>
              <a:gd name="T63" fmla="*/ 139 h 145"/>
              <a:gd name="T64" fmla="*/ 62 w 135"/>
              <a:gd name="T65" fmla="*/ 142 h 145"/>
              <a:gd name="T66" fmla="*/ 80 w 135"/>
              <a:gd name="T67" fmla="*/ 134 h 145"/>
              <a:gd name="T68" fmla="*/ 97 w 135"/>
              <a:gd name="T69" fmla="*/ 135 h 145"/>
              <a:gd name="T70" fmla="*/ 100 w 135"/>
              <a:gd name="T71" fmla="*/ 132 h 145"/>
              <a:gd name="T72" fmla="*/ 103 w 135"/>
              <a:gd name="T73" fmla="*/ 125 h 145"/>
              <a:gd name="T74" fmla="*/ 112 w 135"/>
              <a:gd name="T75" fmla="*/ 116 h 145"/>
              <a:gd name="T76" fmla="*/ 119 w 135"/>
              <a:gd name="T77" fmla="*/ 118 h 145"/>
              <a:gd name="T78" fmla="*/ 119 w 135"/>
              <a:gd name="T79" fmla="*/ 111 h 145"/>
              <a:gd name="T80" fmla="*/ 126 w 135"/>
              <a:gd name="T81" fmla="*/ 105 h 145"/>
              <a:gd name="T82" fmla="*/ 131 w 135"/>
              <a:gd name="T83" fmla="*/ 103 h 145"/>
              <a:gd name="T84" fmla="*/ 134 w 135"/>
              <a:gd name="T85" fmla="*/ 9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5" h="145">
                <a:moveTo>
                  <a:pt x="134" y="94"/>
                </a:moveTo>
                <a:cubicBezTo>
                  <a:pt x="132" y="92"/>
                  <a:pt x="130" y="93"/>
                  <a:pt x="129" y="90"/>
                </a:cubicBezTo>
                <a:cubicBezTo>
                  <a:pt x="129" y="89"/>
                  <a:pt x="129" y="89"/>
                  <a:pt x="129" y="89"/>
                </a:cubicBezTo>
                <a:cubicBezTo>
                  <a:pt x="129" y="89"/>
                  <a:pt x="128" y="89"/>
                  <a:pt x="128" y="89"/>
                </a:cubicBezTo>
                <a:cubicBezTo>
                  <a:pt x="127" y="87"/>
                  <a:pt x="127" y="87"/>
                  <a:pt x="127" y="87"/>
                </a:cubicBezTo>
                <a:cubicBezTo>
                  <a:pt x="126" y="87"/>
                  <a:pt x="127" y="86"/>
                  <a:pt x="127" y="85"/>
                </a:cubicBezTo>
                <a:cubicBezTo>
                  <a:pt x="126" y="85"/>
                  <a:pt x="125" y="84"/>
                  <a:pt x="126" y="83"/>
                </a:cubicBezTo>
                <a:cubicBezTo>
                  <a:pt x="126" y="82"/>
                  <a:pt x="128" y="83"/>
                  <a:pt x="130" y="83"/>
                </a:cubicBezTo>
                <a:cubicBezTo>
                  <a:pt x="130" y="83"/>
                  <a:pt x="130" y="83"/>
                  <a:pt x="131" y="83"/>
                </a:cubicBezTo>
                <a:cubicBezTo>
                  <a:pt x="131" y="82"/>
                  <a:pt x="131" y="82"/>
                  <a:pt x="131" y="82"/>
                </a:cubicBezTo>
                <a:cubicBezTo>
                  <a:pt x="131" y="81"/>
                  <a:pt x="130" y="80"/>
                  <a:pt x="129" y="79"/>
                </a:cubicBezTo>
                <a:cubicBezTo>
                  <a:pt x="129" y="78"/>
                  <a:pt x="129" y="77"/>
                  <a:pt x="129" y="76"/>
                </a:cubicBezTo>
                <a:cubicBezTo>
                  <a:pt x="127" y="75"/>
                  <a:pt x="123" y="75"/>
                  <a:pt x="121" y="72"/>
                </a:cubicBezTo>
                <a:cubicBezTo>
                  <a:pt x="120" y="70"/>
                  <a:pt x="121" y="69"/>
                  <a:pt x="122" y="67"/>
                </a:cubicBezTo>
                <a:cubicBezTo>
                  <a:pt x="122" y="66"/>
                  <a:pt x="121" y="63"/>
                  <a:pt x="121" y="62"/>
                </a:cubicBezTo>
                <a:cubicBezTo>
                  <a:pt x="121" y="61"/>
                  <a:pt x="121" y="61"/>
                  <a:pt x="121" y="61"/>
                </a:cubicBezTo>
                <a:cubicBezTo>
                  <a:pt x="121" y="58"/>
                  <a:pt x="119" y="60"/>
                  <a:pt x="117" y="59"/>
                </a:cubicBezTo>
                <a:cubicBezTo>
                  <a:pt x="115" y="59"/>
                  <a:pt x="114" y="55"/>
                  <a:pt x="113" y="54"/>
                </a:cubicBezTo>
                <a:cubicBezTo>
                  <a:pt x="111" y="51"/>
                  <a:pt x="110" y="51"/>
                  <a:pt x="109" y="54"/>
                </a:cubicBezTo>
                <a:cubicBezTo>
                  <a:pt x="109" y="57"/>
                  <a:pt x="105" y="56"/>
                  <a:pt x="102" y="56"/>
                </a:cubicBezTo>
                <a:cubicBezTo>
                  <a:pt x="102" y="54"/>
                  <a:pt x="103" y="51"/>
                  <a:pt x="102" y="49"/>
                </a:cubicBezTo>
                <a:cubicBezTo>
                  <a:pt x="101" y="47"/>
                  <a:pt x="100" y="45"/>
                  <a:pt x="98" y="43"/>
                </a:cubicBezTo>
                <a:cubicBezTo>
                  <a:pt x="97" y="42"/>
                  <a:pt x="89" y="32"/>
                  <a:pt x="96" y="33"/>
                </a:cubicBezTo>
                <a:cubicBezTo>
                  <a:pt x="96" y="32"/>
                  <a:pt x="92" y="26"/>
                  <a:pt x="91" y="25"/>
                </a:cubicBezTo>
                <a:cubicBezTo>
                  <a:pt x="90" y="24"/>
                  <a:pt x="87" y="23"/>
                  <a:pt x="85" y="22"/>
                </a:cubicBezTo>
                <a:cubicBezTo>
                  <a:pt x="83" y="21"/>
                  <a:pt x="81" y="22"/>
                  <a:pt x="79" y="21"/>
                </a:cubicBezTo>
                <a:cubicBezTo>
                  <a:pt x="80" y="20"/>
                  <a:pt x="81" y="20"/>
                  <a:pt x="82" y="20"/>
                </a:cubicBezTo>
                <a:cubicBezTo>
                  <a:pt x="84" y="19"/>
                  <a:pt x="83" y="17"/>
                  <a:pt x="83" y="15"/>
                </a:cubicBezTo>
                <a:cubicBezTo>
                  <a:pt x="82" y="12"/>
                  <a:pt x="86" y="13"/>
                  <a:pt x="88" y="13"/>
                </a:cubicBezTo>
                <a:cubicBezTo>
                  <a:pt x="90" y="9"/>
                  <a:pt x="90" y="9"/>
                  <a:pt x="90" y="9"/>
                </a:cubicBezTo>
                <a:cubicBezTo>
                  <a:pt x="91" y="7"/>
                  <a:pt x="93" y="7"/>
                  <a:pt x="95" y="7"/>
                </a:cubicBezTo>
                <a:cubicBezTo>
                  <a:pt x="95" y="5"/>
                  <a:pt x="93" y="4"/>
                  <a:pt x="92" y="2"/>
                </a:cubicBezTo>
                <a:cubicBezTo>
                  <a:pt x="91" y="2"/>
                  <a:pt x="91" y="1"/>
                  <a:pt x="91" y="0"/>
                </a:cubicBezTo>
                <a:cubicBezTo>
                  <a:pt x="91" y="0"/>
                  <a:pt x="91" y="0"/>
                  <a:pt x="91" y="0"/>
                </a:cubicBezTo>
                <a:cubicBezTo>
                  <a:pt x="90" y="0"/>
                  <a:pt x="90" y="0"/>
                  <a:pt x="89" y="2"/>
                </a:cubicBezTo>
                <a:cubicBezTo>
                  <a:pt x="89" y="3"/>
                  <a:pt x="89" y="4"/>
                  <a:pt x="87" y="4"/>
                </a:cubicBezTo>
                <a:cubicBezTo>
                  <a:pt x="85" y="4"/>
                  <a:pt x="84" y="4"/>
                  <a:pt x="82" y="4"/>
                </a:cubicBezTo>
                <a:cubicBezTo>
                  <a:pt x="82" y="6"/>
                  <a:pt x="80" y="5"/>
                  <a:pt x="80" y="7"/>
                </a:cubicBezTo>
                <a:cubicBezTo>
                  <a:pt x="78" y="8"/>
                  <a:pt x="77" y="7"/>
                  <a:pt x="75" y="6"/>
                </a:cubicBezTo>
                <a:cubicBezTo>
                  <a:pt x="74" y="6"/>
                  <a:pt x="73" y="6"/>
                  <a:pt x="72" y="6"/>
                </a:cubicBezTo>
                <a:cubicBezTo>
                  <a:pt x="72" y="6"/>
                  <a:pt x="72" y="6"/>
                  <a:pt x="72" y="6"/>
                </a:cubicBezTo>
                <a:cubicBezTo>
                  <a:pt x="72" y="6"/>
                  <a:pt x="72" y="6"/>
                  <a:pt x="72" y="6"/>
                </a:cubicBezTo>
                <a:cubicBezTo>
                  <a:pt x="73" y="9"/>
                  <a:pt x="71" y="12"/>
                  <a:pt x="71" y="14"/>
                </a:cubicBezTo>
                <a:cubicBezTo>
                  <a:pt x="71" y="16"/>
                  <a:pt x="71" y="16"/>
                  <a:pt x="69" y="17"/>
                </a:cubicBezTo>
                <a:cubicBezTo>
                  <a:pt x="68" y="18"/>
                  <a:pt x="67" y="18"/>
                  <a:pt x="67" y="20"/>
                </a:cubicBezTo>
                <a:cubicBezTo>
                  <a:pt x="64" y="20"/>
                  <a:pt x="60" y="20"/>
                  <a:pt x="57" y="20"/>
                </a:cubicBezTo>
                <a:cubicBezTo>
                  <a:pt x="55" y="20"/>
                  <a:pt x="53" y="19"/>
                  <a:pt x="52" y="20"/>
                </a:cubicBezTo>
                <a:cubicBezTo>
                  <a:pt x="51" y="21"/>
                  <a:pt x="51" y="23"/>
                  <a:pt x="49" y="23"/>
                </a:cubicBezTo>
                <a:cubicBezTo>
                  <a:pt x="49" y="27"/>
                  <a:pt x="46" y="25"/>
                  <a:pt x="43" y="26"/>
                </a:cubicBezTo>
                <a:cubicBezTo>
                  <a:pt x="42" y="26"/>
                  <a:pt x="41" y="27"/>
                  <a:pt x="40" y="29"/>
                </a:cubicBezTo>
                <a:cubicBezTo>
                  <a:pt x="38" y="30"/>
                  <a:pt x="39" y="30"/>
                  <a:pt x="38" y="32"/>
                </a:cubicBezTo>
                <a:cubicBezTo>
                  <a:pt x="37" y="34"/>
                  <a:pt x="36" y="32"/>
                  <a:pt x="35" y="33"/>
                </a:cubicBezTo>
                <a:cubicBezTo>
                  <a:pt x="34" y="34"/>
                  <a:pt x="36" y="37"/>
                  <a:pt x="37" y="38"/>
                </a:cubicBezTo>
                <a:cubicBezTo>
                  <a:pt x="38" y="40"/>
                  <a:pt x="39" y="42"/>
                  <a:pt x="38" y="45"/>
                </a:cubicBezTo>
                <a:cubicBezTo>
                  <a:pt x="38" y="45"/>
                  <a:pt x="37" y="45"/>
                  <a:pt x="37" y="45"/>
                </a:cubicBezTo>
                <a:cubicBezTo>
                  <a:pt x="39" y="45"/>
                  <a:pt x="40" y="46"/>
                  <a:pt x="40" y="49"/>
                </a:cubicBezTo>
                <a:cubicBezTo>
                  <a:pt x="40" y="49"/>
                  <a:pt x="38" y="49"/>
                  <a:pt x="38" y="50"/>
                </a:cubicBezTo>
                <a:cubicBezTo>
                  <a:pt x="37" y="50"/>
                  <a:pt x="36" y="52"/>
                  <a:pt x="35" y="53"/>
                </a:cubicBezTo>
                <a:cubicBezTo>
                  <a:pt x="35" y="54"/>
                  <a:pt x="32" y="63"/>
                  <a:pt x="35" y="63"/>
                </a:cubicBezTo>
                <a:cubicBezTo>
                  <a:pt x="35" y="63"/>
                  <a:pt x="35" y="63"/>
                  <a:pt x="35" y="63"/>
                </a:cubicBezTo>
                <a:cubicBezTo>
                  <a:pt x="35" y="64"/>
                  <a:pt x="36" y="64"/>
                  <a:pt x="37" y="64"/>
                </a:cubicBezTo>
                <a:cubicBezTo>
                  <a:pt x="37" y="62"/>
                  <a:pt x="37" y="62"/>
                  <a:pt x="37" y="62"/>
                </a:cubicBezTo>
                <a:cubicBezTo>
                  <a:pt x="38" y="62"/>
                  <a:pt x="39" y="62"/>
                  <a:pt x="40" y="62"/>
                </a:cubicBezTo>
                <a:cubicBezTo>
                  <a:pt x="40" y="63"/>
                  <a:pt x="41" y="64"/>
                  <a:pt x="40" y="65"/>
                </a:cubicBezTo>
                <a:cubicBezTo>
                  <a:pt x="40" y="65"/>
                  <a:pt x="38" y="65"/>
                  <a:pt x="38" y="65"/>
                </a:cubicBezTo>
                <a:cubicBezTo>
                  <a:pt x="37" y="65"/>
                  <a:pt x="37" y="66"/>
                  <a:pt x="36" y="66"/>
                </a:cubicBezTo>
                <a:cubicBezTo>
                  <a:pt x="35" y="67"/>
                  <a:pt x="35" y="67"/>
                  <a:pt x="34" y="67"/>
                </a:cubicBezTo>
                <a:cubicBezTo>
                  <a:pt x="33" y="68"/>
                  <a:pt x="33" y="68"/>
                  <a:pt x="33" y="69"/>
                </a:cubicBezTo>
                <a:cubicBezTo>
                  <a:pt x="32" y="69"/>
                  <a:pt x="32" y="70"/>
                  <a:pt x="31" y="70"/>
                </a:cubicBezTo>
                <a:cubicBezTo>
                  <a:pt x="30" y="72"/>
                  <a:pt x="29" y="73"/>
                  <a:pt x="27" y="74"/>
                </a:cubicBezTo>
                <a:cubicBezTo>
                  <a:pt x="26" y="76"/>
                  <a:pt x="25" y="76"/>
                  <a:pt x="23" y="77"/>
                </a:cubicBezTo>
                <a:cubicBezTo>
                  <a:pt x="20" y="77"/>
                  <a:pt x="22" y="79"/>
                  <a:pt x="21" y="80"/>
                </a:cubicBezTo>
                <a:cubicBezTo>
                  <a:pt x="20" y="82"/>
                  <a:pt x="18" y="82"/>
                  <a:pt x="17" y="83"/>
                </a:cubicBezTo>
                <a:cubicBezTo>
                  <a:pt x="16" y="85"/>
                  <a:pt x="16" y="85"/>
                  <a:pt x="13" y="85"/>
                </a:cubicBezTo>
                <a:cubicBezTo>
                  <a:pt x="13" y="86"/>
                  <a:pt x="13" y="87"/>
                  <a:pt x="13" y="88"/>
                </a:cubicBezTo>
                <a:cubicBezTo>
                  <a:pt x="12" y="88"/>
                  <a:pt x="11" y="91"/>
                  <a:pt x="10" y="91"/>
                </a:cubicBezTo>
                <a:cubicBezTo>
                  <a:pt x="9" y="91"/>
                  <a:pt x="9" y="91"/>
                  <a:pt x="9" y="91"/>
                </a:cubicBezTo>
                <a:cubicBezTo>
                  <a:pt x="8" y="91"/>
                  <a:pt x="4" y="91"/>
                  <a:pt x="4" y="93"/>
                </a:cubicBezTo>
                <a:cubicBezTo>
                  <a:pt x="6" y="93"/>
                  <a:pt x="7" y="94"/>
                  <a:pt x="6" y="95"/>
                </a:cubicBezTo>
                <a:cubicBezTo>
                  <a:pt x="6" y="95"/>
                  <a:pt x="3" y="96"/>
                  <a:pt x="3" y="96"/>
                </a:cubicBezTo>
                <a:cubicBezTo>
                  <a:pt x="1" y="98"/>
                  <a:pt x="3" y="99"/>
                  <a:pt x="5" y="100"/>
                </a:cubicBezTo>
                <a:cubicBezTo>
                  <a:pt x="5" y="103"/>
                  <a:pt x="4" y="105"/>
                  <a:pt x="4" y="107"/>
                </a:cubicBezTo>
                <a:cubicBezTo>
                  <a:pt x="3" y="109"/>
                  <a:pt x="4" y="110"/>
                  <a:pt x="2" y="110"/>
                </a:cubicBezTo>
                <a:cubicBezTo>
                  <a:pt x="1" y="111"/>
                  <a:pt x="1" y="111"/>
                  <a:pt x="0" y="111"/>
                </a:cubicBezTo>
                <a:cubicBezTo>
                  <a:pt x="2" y="112"/>
                  <a:pt x="3" y="113"/>
                  <a:pt x="3" y="117"/>
                </a:cubicBezTo>
                <a:cubicBezTo>
                  <a:pt x="2" y="119"/>
                  <a:pt x="6" y="118"/>
                  <a:pt x="8" y="118"/>
                </a:cubicBezTo>
                <a:cubicBezTo>
                  <a:pt x="11" y="118"/>
                  <a:pt x="13" y="119"/>
                  <a:pt x="16" y="120"/>
                </a:cubicBezTo>
                <a:cubicBezTo>
                  <a:pt x="19" y="121"/>
                  <a:pt x="22" y="120"/>
                  <a:pt x="25" y="121"/>
                </a:cubicBezTo>
                <a:cubicBezTo>
                  <a:pt x="29" y="121"/>
                  <a:pt x="31" y="124"/>
                  <a:pt x="34" y="123"/>
                </a:cubicBezTo>
                <a:cubicBezTo>
                  <a:pt x="35" y="122"/>
                  <a:pt x="36" y="122"/>
                  <a:pt x="36" y="121"/>
                </a:cubicBezTo>
                <a:cubicBezTo>
                  <a:pt x="40" y="121"/>
                  <a:pt x="46" y="121"/>
                  <a:pt x="48" y="124"/>
                </a:cubicBezTo>
                <a:cubicBezTo>
                  <a:pt x="52" y="130"/>
                  <a:pt x="52" y="123"/>
                  <a:pt x="54" y="126"/>
                </a:cubicBezTo>
                <a:cubicBezTo>
                  <a:pt x="54" y="126"/>
                  <a:pt x="53" y="135"/>
                  <a:pt x="57" y="131"/>
                </a:cubicBezTo>
                <a:cubicBezTo>
                  <a:pt x="57" y="131"/>
                  <a:pt x="56" y="130"/>
                  <a:pt x="58" y="130"/>
                </a:cubicBezTo>
                <a:cubicBezTo>
                  <a:pt x="59" y="130"/>
                  <a:pt x="59" y="132"/>
                  <a:pt x="58" y="133"/>
                </a:cubicBezTo>
                <a:cubicBezTo>
                  <a:pt x="58" y="135"/>
                  <a:pt x="55" y="136"/>
                  <a:pt x="55" y="139"/>
                </a:cubicBezTo>
                <a:cubicBezTo>
                  <a:pt x="55" y="139"/>
                  <a:pt x="57" y="140"/>
                  <a:pt x="57" y="141"/>
                </a:cubicBezTo>
                <a:cubicBezTo>
                  <a:pt x="58" y="142"/>
                  <a:pt x="59" y="143"/>
                  <a:pt x="59" y="145"/>
                </a:cubicBezTo>
                <a:cubicBezTo>
                  <a:pt x="62" y="145"/>
                  <a:pt x="62" y="144"/>
                  <a:pt x="62" y="142"/>
                </a:cubicBezTo>
                <a:cubicBezTo>
                  <a:pt x="62" y="139"/>
                  <a:pt x="65" y="138"/>
                  <a:pt x="66" y="136"/>
                </a:cubicBezTo>
                <a:cubicBezTo>
                  <a:pt x="68" y="134"/>
                  <a:pt x="69" y="131"/>
                  <a:pt x="72" y="133"/>
                </a:cubicBezTo>
                <a:cubicBezTo>
                  <a:pt x="75" y="134"/>
                  <a:pt x="77" y="135"/>
                  <a:pt x="80" y="134"/>
                </a:cubicBezTo>
                <a:cubicBezTo>
                  <a:pt x="80" y="130"/>
                  <a:pt x="89" y="131"/>
                  <a:pt x="89" y="136"/>
                </a:cubicBezTo>
                <a:cubicBezTo>
                  <a:pt x="91" y="136"/>
                  <a:pt x="93" y="136"/>
                  <a:pt x="94" y="136"/>
                </a:cubicBezTo>
                <a:cubicBezTo>
                  <a:pt x="97" y="137"/>
                  <a:pt x="96" y="136"/>
                  <a:pt x="97" y="135"/>
                </a:cubicBezTo>
                <a:cubicBezTo>
                  <a:pt x="97" y="134"/>
                  <a:pt x="98" y="134"/>
                  <a:pt x="98" y="133"/>
                </a:cubicBezTo>
                <a:cubicBezTo>
                  <a:pt x="98" y="134"/>
                  <a:pt x="99" y="134"/>
                  <a:pt x="99" y="134"/>
                </a:cubicBezTo>
                <a:cubicBezTo>
                  <a:pt x="100" y="134"/>
                  <a:pt x="99" y="133"/>
                  <a:pt x="100" y="132"/>
                </a:cubicBezTo>
                <a:cubicBezTo>
                  <a:pt x="101" y="132"/>
                  <a:pt x="102" y="132"/>
                  <a:pt x="103" y="132"/>
                </a:cubicBezTo>
                <a:cubicBezTo>
                  <a:pt x="103" y="131"/>
                  <a:pt x="104" y="130"/>
                  <a:pt x="104" y="130"/>
                </a:cubicBezTo>
                <a:cubicBezTo>
                  <a:pt x="102" y="130"/>
                  <a:pt x="102" y="126"/>
                  <a:pt x="103" y="125"/>
                </a:cubicBezTo>
                <a:cubicBezTo>
                  <a:pt x="103" y="124"/>
                  <a:pt x="103" y="123"/>
                  <a:pt x="104" y="122"/>
                </a:cubicBezTo>
                <a:cubicBezTo>
                  <a:pt x="104" y="120"/>
                  <a:pt x="104" y="117"/>
                  <a:pt x="105" y="115"/>
                </a:cubicBezTo>
                <a:cubicBezTo>
                  <a:pt x="106" y="116"/>
                  <a:pt x="111" y="119"/>
                  <a:pt x="112" y="116"/>
                </a:cubicBezTo>
                <a:cubicBezTo>
                  <a:pt x="112" y="114"/>
                  <a:pt x="114" y="113"/>
                  <a:pt x="115" y="116"/>
                </a:cubicBezTo>
                <a:cubicBezTo>
                  <a:pt x="115" y="117"/>
                  <a:pt x="115" y="118"/>
                  <a:pt x="116" y="119"/>
                </a:cubicBezTo>
                <a:cubicBezTo>
                  <a:pt x="118" y="121"/>
                  <a:pt x="118" y="119"/>
                  <a:pt x="119" y="118"/>
                </a:cubicBezTo>
                <a:cubicBezTo>
                  <a:pt x="121" y="117"/>
                  <a:pt x="122" y="117"/>
                  <a:pt x="122" y="115"/>
                </a:cubicBezTo>
                <a:cubicBezTo>
                  <a:pt x="122" y="113"/>
                  <a:pt x="121" y="112"/>
                  <a:pt x="119" y="112"/>
                </a:cubicBezTo>
                <a:cubicBezTo>
                  <a:pt x="119" y="111"/>
                  <a:pt x="119" y="111"/>
                  <a:pt x="119" y="111"/>
                </a:cubicBezTo>
                <a:cubicBezTo>
                  <a:pt x="121" y="112"/>
                  <a:pt x="121" y="110"/>
                  <a:pt x="122" y="109"/>
                </a:cubicBezTo>
                <a:cubicBezTo>
                  <a:pt x="123" y="109"/>
                  <a:pt x="125" y="108"/>
                  <a:pt x="126" y="108"/>
                </a:cubicBezTo>
                <a:cubicBezTo>
                  <a:pt x="126" y="107"/>
                  <a:pt x="126" y="106"/>
                  <a:pt x="126" y="105"/>
                </a:cubicBezTo>
                <a:cubicBezTo>
                  <a:pt x="125" y="104"/>
                  <a:pt x="125" y="103"/>
                  <a:pt x="125" y="102"/>
                </a:cubicBezTo>
                <a:cubicBezTo>
                  <a:pt x="126" y="101"/>
                  <a:pt x="127" y="101"/>
                  <a:pt x="128" y="102"/>
                </a:cubicBezTo>
                <a:cubicBezTo>
                  <a:pt x="128" y="103"/>
                  <a:pt x="130" y="103"/>
                  <a:pt x="131" y="103"/>
                </a:cubicBezTo>
                <a:cubicBezTo>
                  <a:pt x="133" y="104"/>
                  <a:pt x="132" y="106"/>
                  <a:pt x="133" y="107"/>
                </a:cubicBezTo>
                <a:cubicBezTo>
                  <a:pt x="135" y="107"/>
                  <a:pt x="134" y="100"/>
                  <a:pt x="134" y="99"/>
                </a:cubicBezTo>
                <a:cubicBezTo>
                  <a:pt x="134" y="97"/>
                  <a:pt x="135" y="95"/>
                  <a:pt x="134" y="94"/>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4" name="Freeform 439">
            <a:extLst>
              <a:ext uri="{FF2B5EF4-FFF2-40B4-BE49-F238E27FC236}">
                <a16:creationId xmlns:a16="http://schemas.microsoft.com/office/drawing/2014/main" id="{141C70C6-957D-4440-8844-90F6A4184C46}"/>
              </a:ext>
            </a:extLst>
          </p:cNvPr>
          <p:cNvSpPr>
            <a:spLocks/>
          </p:cNvSpPr>
          <p:nvPr/>
        </p:nvSpPr>
        <p:spPr bwMode="auto">
          <a:xfrm>
            <a:off x="2397363" y="2294578"/>
            <a:ext cx="745521" cy="520292"/>
          </a:xfrm>
          <a:custGeom>
            <a:avLst/>
            <a:gdLst>
              <a:gd name="T0" fmla="*/ 93 w 328"/>
              <a:gd name="T1" fmla="*/ 219 h 237"/>
              <a:gd name="T2" fmla="*/ 87 w 328"/>
              <a:gd name="T3" fmla="*/ 220 h 237"/>
              <a:gd name="T4" fmla="*/ 78 w 328"/>
              <a:gd name="T5" fmla="*/ 208 h 237"/>
              <a:gd name="T6" fmla="*/ 66 w 328"/>
              <a:gd name="T7" fmla="*/ 203 h 237"/>
              <a:gd name="T8" fmla="*/ 40 w 328"/>
              <a:gd name="T9" fmla="*/ 191 h 237"/>
              <a:gd name="T10" fmla="*/ 34 w 328"/>
              <a:gd name="T11" fmla="*/ 175 h 237"/>
              <a:gd name="T12" fmla="*/ 36 w 328"/>
              <a:gd name="T13" fmla="*/ 156 h 237"/>
              <a:gd name="T14" fmla="*/ 33 w 328"/>
              <a:gd name="T15" fmla="*/ 132 h 237"/>
              <a:gd name="T16" fmla="*/ 41 w 328"/>
              <a:gd name="T17" fmla="*/ 115 h 237"/>
              <a:gd name="T18" fmla="*/ 50 w 328"/>
              <a:gd name="T19" fmla="*/ 104 h 237"/>
              <a:gd name="T20" fmla="*/ 61 w 328"/>
              <a:gd name="T21" fmla="*/ 97 h 237"/>
              <a:gd name="T22" fmla="*/ 52 w 328"/>
              <a:gd name="T23" fmla="*/ 83 h 237"/>
              <a:gd name="T24" fmla="*/ 41 w 328"/>
              <a:gd name="T25" fmla="*/ 68 h 237"/>
              <a:gd name="T26" fmla="*/ 26 w 328"/>
              <a:gd name="T27" fmla="*/ 59 h 237"/>
              <a:gd name="T28" fmla="*/ 18 w 328"/>
              <a:gd name="T29" fmla="*/ 50 h 237"/>
              <a:gd name="T30" fmla="*/ 1 w 328"/>
              <a:gd name="T31" fmla="*/ 48 h 237"/>
              <a:gd name="T32" fmla="*/ 4 w 328"/>
              <a:gd name="T33" fmla="*/ 33 h 237"/>
              <a:gd name="T34" fmla="*/ 24 w 328"/>
              <a:gd name="T35" fmla="*/ 18 h 237"/>
              <a:gd name="T36" fmla="*/ 52 w 328"/>
              <a:gd name="T37" fmla="*/ 14 h 237"/>
              <a:gd name="T38" fmla="*/ 51 w 328"/>
              <a:gd name="T39" fmla="*/ 5 h 237"/>
              <a:gd name="T40" fmla="*/ 87 w 328"/>
              <a:gd name="T41" fmla="*/ 3 h 237"/>
              <a:gd name="T42" fmla="*/ 106 w 328"/>
              <a:gd name="T43" fmla="*/ 4 h 237"/>
              <a:gd name="T44" fmla="*/ 125 w 328"/>
              <a:gd name="T45" fmla="*/ 9 h 237"/>
              <a:gd name="T46" fmla="*/ 144 w 328"/>
              <a:gd name="T47" fmla="*/ 27 h 237"/>
              <a:gd name="T48" fmla="*/ 168 w 328"/>
              <a:gd name="T49" fmla="*/ 47 h 237"/>
              <a:gd name="T50" fmla="*/ 193 w 328"/>
              <a:gd name="T51" fmla="*/ 66 h 237"/>
              <a:gd name="T52" fmla="*/ 206 w 328"/>
              <a:gd name="T53" fmla="*/ 74 h 237"/>
              <a:gd name="T54" fmla="*/ 216 w 328"/>
              <a:gd name="T55" fmla="*/ 81 h 237"/>
              <a:gd name="T56" fmla="*/ 237 w 328"/>
              <a:gd name="T57" fmla="*/ 76 h 237"/>
              <a:gd name="T58" fmla="*/ 254 w 328"/>
              <a:gd name="T59" fmla="*/ 70 h 237"/>
              <a:gd name="T60" fmla="*/ 286 w 328"/>
              <a:gd name="T61" fmla="*/ 63 h 237"/>
              <a:gd name="T62" fmla="*/ 320 w 328"/>
              <a:gd name="T63" fmla="*/ 80 h 237"/>
              <a:gd name="T64" fmla="*/ 323 w 328"/>
              <a:gd name="T65" fmla="*/ 100 h 237"/>
              <a:gd name="T66" fmla="*/ 307 w 328"/>
              <a:gd name="T67" fmla="*/ 124 h 237"/>
              <a:gd name="T68" fmla="*/ 293 w 328"/>
              <a:gd name="T69" fmla="*/ 138 h 237"/>
              <a:gd name="T70" fmla="*/ 287 w 328"/>
              <a:gd name="T71" fmla="*/ 154 h 237"/>
              <a:gd name="T72" fmla="*/ 266 w 328"/>
              <a:gd name="T73" fmla="*/ 155 h 237"/>
              <a:gd name="T74" fmla="*/ 265 w 328"/>
              <a:gd name="T75" fmla="*/ 181 h 237"/>
              <a:gd name="T76" fmla="*/ 286 w 328"/>
              <a:gd name="T77" fmla="*/ 211 h 237"/>
              <a:gd name="T78" fmla="*/ 282 w 328"/>
              <a:gd name="T79" fmla="*/ 226 h 237"/>
              <a:gd name="T80" fmla="*/ 269 w 328"/>
              <a:gd name="T81" fmla="*/ 233 h 237"/>
              <a:gd name="T82" fmla="*/ 257 w 328"/>
              <a:gd name="T83" fmla="*/ 228 h 237"/>
              <a:gd name="T84" fmla="*/ 243 w 328"/>
              <a:gd name="T85" fmla="*/ 225 h 237"/>
              <a:gd name="T86" fmla="*/ 242 w 328"/>
              <a:gd name="T87" fmla="*/ 230 h 237"/>
              <a:gd name="T88" fmla="*/ 234 w 328"/>
              <a:gd name="T89" fmla="*/ 217 h 237"/>
              <a:gd name="T90" fmla="*/ 221 w 328"/>
              <a:gd name="T91" fmla="*/ 214 h 237"/>
              <a:gd name="T92" fmla="*/ 198 w 328"/>
              <a:gd name="T93" fmla="*/ 206 h 237"/>
              <a:gd name="T94" fmla="*/ 176 w 328"/>
              <a:gd name="T95" fmla="*/ 195 h 237"/>
              <a:gd name="T96" fmla="*/ 146 w 328"/>
              <a:gd name="T97" fmla="*/ 197 h 237"/>
              <a:gd name="T98" fmla="*/ 133 w 328"/>
              <a:gd name="T99" fmla="*/ 202 h 237"/>
              <a:gd name="T100" fmla="*/ 131 w 328"/>
              <a:gd name="T101" fmla="*/ 211 h 237"/>
              <a:gd name="T102" fmla="*/ 122 w 328"/>
              <a:gd name="T103" fmla="*/ 223 h 237"/>
              <a:gd name="T104" fmla="*/ 105 w 328"/>
              <a:gd name="T105" fmla="*/ 227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8" h="237">
                <a:moveTo>
                  <a:pt x="105" y="227"/>
                </a:moveTo>
                <a:cubicBezTo>
                  <a:pt x="105" y="225"/>
                  <a:pt x="102" y="223"/>
                  <a:pt x="101" y="223"/>
                </a:cubicBezTo>
                <a:cubicBezTo>
                  <a:pt x="100" y="222"/>
                  <a:pt x="98" y="223"/>
                  <a:pt x="97" y="223"/>
                </a:cubicBezTo>
                <a:cubicBezTo>
                  <a:pt x="97" y="221"/>
                  <a:pt x="95" y="220"/>
                  <a:pt x="95" y="219"/>
                </a:cubicBezTo>
                <a:cubicBezTo>
                  <a:pt x="94" y="219"/>
                  <a:pt x="93" y="219"/>
                  <a:pt x="93" y="219"/>
                </a:cubicBezTo>
                <a:cubicBezTo>
                  <a:pt x="92" y="219"/>
                  <a:pt x="92" y="219"/>
                  <a:pt x="92" y="219"/>
                </a:cubicBezTo>
                <a:cubicBezTo>
                  <a:pt x="91" y="219"/>
                  <a:pt x="91" y="220"/>
                  <a:pt x="91" y="221"/>
                </a:cubicBezTo>
                <a:cubicBezTo>
                  <a:pt x="90" y="221"/>
                  <a:pt x="89" y="221"/>
                  <a:pt x="89" y="221"/>
                </a:cubicBezTo>
                <a:cubicBezTo>
                  <a:pt x="88" y="220"/>
                  <a:pt x="88" y="220"/>
                  <a:pt x="88" y="220"/>
                </a:cubicBezTo>
                <a:cubicBezTo>
                  <a:pt x="87" y="220"/>
                  <a:pt x="87" y="220"/>
                  <a:pt x="87" y="220"/>
                </a:cubicBezTo>
                <a:cubicBezTo>
                  <a:pt x="87" y="219"/>
                  <a:pt x="86" y="218"/>
                  <a:pt x="86" y="217"/>
                </a:cubicBezTo>
                <a:cubicBezTo>
                  <a:pt x="84" y="217"/>
                  <a:pt x="79" y="216"/>
                  <a:pt x="77" y="218"/>
                </a:cubicBezTo>
                <a:cubicBezTo>
                  <a:pt x="77" y="218"/>
                  <a:pt x="77" y="216"/>
                  <a:pt x="77" y="215"/>
                </a:cubicBezTo>
                <a:cubicBezTo>
                  <a:pt x="74" y="215"/>
                  <a:pt x="77" y="213"/>
                  <a:pt x="77" y="212"/>
                </a:cubicBezTo>
                <a:cubicBezTo>
                  <a:pt x="78" y="211"/>
                  <a:pt x="78" y="210"/>
                  <a:pt x="78" y="208"/>
                </a:cubicBezTo>
                <a:cubicBezTo>
                  <a:pt x="77" y="208"/>
                  <a:pt x="77" y="208"/>
                  <a:pt x="77" y="208"/>
                </a:cubicBezTo>
                <a:cubicBezTo>
                  <a:pt x="77" y="206"/>
                  <a:pt x="79" y="204"/>
                  <a:pt x="79" y="201"/>
                </a:cubicBezTo>
                <a:cubicBezTo>
                  <a:pt x="77" y="201"/>
                  <a:pt x="76" y="202"/>
                  <a:pt x="75" y="202"/>
                </a:cubicBezTo>
                <a:cubicBezTo>
                  <a:pt x="75" y="203"/>
                  <a:pt x="75" y="204"/>
                  <a:pt x="75" y="205"/>
                </a:cubicBezTo>
                <a:cubicBezTo>
                  <a:pt x="72" y="205"/>
                  <a:pt x="70" y="203"/>
                  <a:pt x="66" y="203"/>
                </a:cubicBezTo>
                <a:cubicBezTo>
                  <a:pt x="66" y="204"/>
                  <a:pt x="66" y="204"/>
                  <a:pt x="66" y="204"/>
                </a:cubicBezTo>
                <a:cubicBezTo>
                  <a:pt x="61" y="205"/>
                  <a:pt x="63" y="200"/>
                  <a:pt x="60" y="198"/>
                </a:cubicBezTo>
                <a:cubicBezTo>
                  <a:pt x="59" y="198"/>
                  <a:pt x="58" y="199"/>
                  <a:pt x="56" y="198"/>
                </a:cubicBezTo>
                <a:cubicBezTo>
                  <a:pt x="55" y="197"/>
                  <a:pt x="55" y="195"/>
                  <a:pt x="53" y="195"/>
                </a:cubicBezTo>
                <a:cubicBezTo>
                  <a:pt x="52" y="191"/>
                  <a:pt x="43" y="191"/>
                  <a:pt x="40" y="191"/>
                </a:cubicBezTo>
                <a:cubicBezTo>
                  <a:pt x="41" y="187"/>
                  <a:pt x="38" y="186"/>
                  <a:pt x="35" y="186"/>
                </a:cubicBezTo>
                <a:cubicBezTo>
                  <a:pt x="35" y="184"/>
                  <a:pt x="35" y="183"/>
                  <a:pt x="35" y="181"/>
                </a:cubicBezTo>
                <a:cubicBezTo>
                  <a:pt x="35" y="181"/>
                  <a:pt x="35" y="181"/>
                  <a:pt x="35" y="181"/>
                </a:cubicBezTo>
                <a:cubicBezTo>
                  <a:pt x="35" y="180"/>
                  <a:pt x="35" y="179"/>
                  <a:pt x="35" y="178"/>
                </a:cubicBezTo>
                <a:cubicBezTo>
                  <a:pt x="34" y="177"/>
                  <a:pt x="34" y="177"/>
                  <a:pt x="34" y="175"/>
                </a:cubicBezTo>
                <a:cubicBezTo>
                  <a:pt x="34" y="175"/>
                  <a:pt x="35" y="174"/>
                  <a:pt x="36" y="173"/>
                </a:cubicBezTo>
                <a:cubicBezTo>
                  <a:pt x="36" y="172"/>
                  <a:pt x="36" y="170"/>
                  <a:pt x="36" y="170"/>
                </a:cubicBezTo>
                <a:cubicBezTo>
                  <a:pt x="36" y="168"/>
                  <a:pt x="36" y="167"/>
                  <a:pt x="35" y="165"/>
                </a:cubicBezTo>
                <a:cubicBezTo>
                  <a:pt x="35" y="165"/>
                  <a:pt x="34" y="163"/>
                  <a:pt x="34" y="163"/>
                </a:cubicBezTo>
                <a:cubicBezTo>
                  <a:pt x="34" y="160"/>
                  <a:pt x="36" y="159"/>
                  <a:pt x="36" y="156"/>
                </a:cubicBezTo>
                <a:cubicBezTo>
                  <a:pt x="36" y="156"/>
                  <a:pt x="36" y="155"/>
                  <a:pt x="36" y="155"/>
                </a:cubicBezTo>
                <a:cubicBezTo>
                  <a:pt x="36" y="154"/>
                  <a:pt x="35" y="154"/>
                  <a:pt x="35" y="153"/>
                </a:cubicBezTo>
                <a:cubicBezTo>
                  <a:pt x="35" y="152"/>
                  <a:pt x="35" y="152"/>
                  <a:pt x="36" y="151"/>
                </a:cubicBezTo>
                <a:cubicBezTo>
                  <a:pt x="36" y="149"/>
                  <a:pt x="35" y="147"/>
                  <a:pt x="34" y="145"/>
                </a:cubicBezTo>
                <a:cubicBezTo>
                  <a:pt x="33" y="141"/>
                  <a:pt x="33" y="137"/>
                  <a:pt x="33" y="132"/>
                </a:cubicBezTo>
                <a:cubicBezTo>
                  <a:pt x="32" y="132"/>
                  <a:pt x="32" y="132"/>
                  <a:pt x="32" y="132"/>
                </a:cubicBezTo>
                <a:cubicBezTo>
                  <a:pt x="32" y="130"/>
                  <a:pt x="32" y="127"/>
                  <a:pt x="32" y="125"/>
                </a:cubicBezTo>
                <a:cubicBezTo>
                  <a:pt x="30" y="124"/>
                  <a:pt x="32" y="120"/>
                  <a:pt x="32" y="119"/>
                </a:cubicBezTo>
                <a:cubicBezTo>
                  <a:pt x="32" y="118"/>
                  <a:pt x="32" y="116"/>
                  <a:pt x="33" y="115"/>
                </a:cubicBezTo>
                <a:cubicBezTo>
                  <a:pt x="34" y="114"/>
                  <a:pt x="39" y="115"/>
                  <a:pt x="41" y="115"/>
                </a:cubicBezTo>
                <a:cubicBezTo>
                  <a:pt x="43" y="115"/>
                  <a:pt x="42" y="116"/>
                  <a:pt x="43" y="113"/>
                </a:cubicBezTo>
                <a:cubicBezTo>
                  <a:pt x="44" y="112"/>
                  <a:pt x="44" y="111"/>
                  <a:pt x="45" y="110"/>
                </a:cubicBezTo>
                <a:cubicBezTo>
                  <a:pt x="45" y="109"/>
                  <a:pt x="44" y="106"/>
                  <a:pt x="45" y="106"/>
                </a:cubicBezTo>
                <a:cubicBezTo>
                  <a:pt x="45" y="105"/>
                  <a:pt x="48" y="105"/>
                  <a:pt x="49" y="105"/>
                </a:cubicBezTo>
                <a:cubicBezTo>
                  <a:pt x="49" y="105"/>
                  <a:pt x="50" y="104"/>
                  <a:pt x="50" y="104"/>
                </a:cubicBezTo>
                <a:cubicBezTo>
                  <a:pt x="51" y="103"/>
                  <a:pt x="52" y="103"/>
                  <a:pt x="53" y="103"/>
                </a:cubicBezTo>
                <a:cubicBezTo>
                  <a:pt x="54" y="103"/>
                  <a:pt x="55" y="104"/>
                  <a:pt x="56" y="103"/>
                </a:cubicBezTo>
                <a:cubicBezTo>
                  <a:pt x="57" y="103"/>
                  <a:pt x="57" y="102"/>
                  <a:pt x="58" y="101"/>
                </a:cubicBezTo>
                <a:cubicBezTo>
                  <a:pt x="58" y="101"/>
                  <a:pt x="60" y="101"/>
                  <a:pt x="60" y="100"/>
                </a:cubicBezTo>
                <a:cubicBezTo>
                  <a:pt x="61" y="99"/>
                  <a:pt x="60" y="98"/>
                  <a:pt x="61" y="97"/>
                </a:cubicBezTo>
                <a:cubicBezTo>
                  <a:pt x="61" y="96"/>
                  <a:pt x="61" y="96"/>
                  <a:pt x="62" y="95"/>
                </a:cubicBezTo>
                <a:cubicBezTo>
                  <a:pt x="63" y="94"/>
                  <a:pt x="64" y="91"/>
                  <a:pt x="63" y="90"/>
                </a:cubicBezTo>
                <a:cubicBezTo>
                  <a:pt x="62" y="88"/>
                  <a:pt x="60" y="89"/>
                  <a:pt x="58" y="88"/>
                </a:cubicBezTo>
                <a:cubicBezTo>
                  <a:pt x="57" y="86"/>
                  <a:pt x="55" y="86"/>
                  <a:pt x="54" y="85"/>
                </a:cubicBezTo>
                <a:cubicBezTo>
                  <a:pt x="53" y="84"/>
                  <a:pt x="53" y="83"/>
                  <a:pt x="52" y="83"/>
                </a:cubicBezTo>
                <a:cubicBezTo>
                  <a:pt x="51" y="82"/>
                  <a:pt x="50" y="83"/>
                  <a:pt x="49" y="83"/>
                </a:cubicBezTo>
                <a:cubicBezTo>
                  <a:pt x="46" y="81"/>
                  <a:pt x="47" y="74"/>
                  <a:pt x="50" y="74"/>
                </a:cubicBezTo>
                <a:cubicBezTo>
                  <a:pt x="50" y="73"/>
                  <a:pt x="51" y="72"/>
                  <a:pt x="52" y="72"/>
                </a:cubicBezTo>
                <a:cubicBezTo>
                  <a:pt x="52" y="72"/>
                  <a:pt x="52" y="71"/>
                  <a:pt x="52" y="70"/>
                </a:cubicBezTo>
                <a:cubicBezTo>
                  <a:pt x="49" y="68"/>
                  <a:pt x="45" y="69"/>
                  <a:pt x="41" y="68"/>
                </a:cubicBezTo>
                <a:cubicBezTo>
                  <a:pt x="40" y="68"/>
                  <a:pt x="39" y="68"/>
                  <a:pt x="39" y="67"/>
                </a:cubicBezTo>
                <a:cubicBezTo>
                  <a:pt x="38" y="67"/>
                  <a:pt x="37" y="66"/>
                  <a:pt x="36" y="65"/>
                </a:cubicBezTo>
                <a:cubicBezTo>
                  <a:pt x="35" y="64"/>
                  <a:pt x="33" y="65"/>
                  <a:pt x="32" y="64"/>
                </a:cubicBezTo>
                <a:cubicBezTo>
                  <a:pt x="30" y="64"/>
                  <a:pt x="30" y="62"/>
                  <a:pt x="29" y="61"/>
                </a:cubicBezTo>
                <a:cubicBezTo>
                  <a:pt x="28" y="60"/>
                  <a:pt x="27" y="61"/>
                  <a:pt x="26" y="59"/>
                </a:cubicBezTo>
                <a:cubicBezTo>
                  <a:pt x="26" y="58"/>
                  <a:pt x="26" y="57"/>
                  <a:pt x="26" y="55"/>
                </a:cubicBezTo>
                <a:cubicBezTo>
                  <a:pt x="25" y="54"/>
                  <a:pt x="24" y="53"/>
                  <a:pt x="24" y="52"/>
                </a:cubicBezTo>
                <a:cubicBezTo>
                  <a:pt x="23" y="52"/>
                  <a:pt x="21" y="52"/>
                  <a:pt x="21" y="52"/>
                </a:cubicBezTo>
                <a:cubicBezTo>
                  <a:pt x="20" y="51"/>
                  <a:pt x="19" y="52"/>
                  <a:pt x="19" y="52"/>
                </a:cubicBezTo>
                <a:cubicBezTo>
                  <a:pt x="18" y="51"/>
                  <a:pt x="19" y="50"/>
                  <a:pt x="18" y="50"/>
                </a:cubicBezTo>
                <a:cubicBezTo>
                  <a:pt x="16" y="50"/>
                  <a:pt x="15" y="52"/>
                  <a:pt x="12" y="51"/>
                </a:cubicBezTo>
                <a:cubicBezTo>
                  <a:pt x="12" y="51"/>
                  <a:pt x="12" y="51"/>
                  <a:pt x="12" y="51"/>
                </a:cubicBezTo>
                <a:cubicBezTo>
                  <a:pt x="10" y="50"/>
                  <a:pt x="10" y="53"/>
                  <a:pt x="8" y="52"/>
                </a:cubicBezTo>
                <a:cubicBezTo>
                  <a:pt x="8" y="50"/>
                  <a:pt x="4" y="51"/>
                  <a:pt x="4" y="48"/>
                </a:cubicBezTo>
                <a:cubicBezTo>
                  <a:pt x="4" y="48"/>
                  <a:pt x="2" y="48"/>
                  <a:pt x="1" y="48"/>
                </a:cubicBezTo>
                <a:cubicBezTo>
                  <a:pt x="0" y="47"/>
                  <a:pt x="2" y="47"/>
                  <a:pt x="2" y="46"/>
                </a:cubicBezTo>
                <a:cubicBezTo>
                  <a:pt x="2" y="44"/>
                  <a:pt x="3" y="43"/>
                  <a:pt x="2" y="41"/>
                </a:cubicBezTo>
                <a:cubicBezTo>
                  <a:pt x="2" y="40"/>
                  <a:pt x="1" y="40"/>
                  <a:pt x="1" y="39"/>
                </a:cubicBezTo>
                <a:cubicBezTo>
                  <a:pt x="1" y="39"/>
                  <a:pt x="3" y="37"/>
                  <a:pt x="3" y="36"/>
                </a:cubicBezTo>
                <a:cubicBezTo>
                  <a:pt x="3" y="35"/>
                  <a:pt x="3" y="34"/>
                  <a:pt x="4" y="33"/>
                </a:cubicBezTo>
                <a:cubicBezTo>
                  <a:pt x="5" y="31"/>
                  <a:pt x="7" y="33"/>
                  <a:pt x="9" y="33"/>
                </a:cubicBezTo>
                <a:cubicBezTo>
                  <a:pt x="10" y="32"/>
                  <a:pt x="10" y="32"/>
                  <a:pt x="10" y="32"/>
                </a:cubicBezTo>
                <a:cubicBezTo>
                  <a:pt x="10" y="27"/>
                  <a:pt x="18" y="28"/>
                  <a:pt x="17" y="23"/>
                </a:cubicBezTo>
                <a:cubicBezTo>
                  <a:pt x="19" y="23"/>
                  <a:pt x="21" y="23"/>
                  <a:pt x="22" y="23"/>
                </a:cubicBezTo>
                <a:cubicBezTo>
                  <a:pt x="23" y="22"/>
                  <a:pt x="23" y="20"/>
                  <a:pt x="24" y="18"/>
                </a:cubicBezTo>
                <a:cubicBezTo>
                  <a:pt x="26" y="18"/>
                  <a:pt x="27" y="17"/>
                  <a:pt x="27" y="15"/>
                </a:cubicBezTo>
                <a:cubicBezTo>
                  <a:pt x="28" y="14"/>
                  <a:pt x="29" y="13"/>
                  <a:pt x="30" y="12"/>
                </a:cubicBezTo>
                <a:cubicBezTo>
                  <a:pt x="31" y="12"/>
                  <a:pt x="33" y="12"/>
                  <a:pt x="34" y="12"/>
                </a:cubicBezTo>
                <a:cubicBezTo>
                  <a:pt x="37" y="12"/>
                  <a:pt x="40" y="11"/>
                  <a:pt x="43" y="12"/>
                </a:cubicBezTo>
                <a:cubicBezTo>
                  <a:pt x="46" y="13"/>
                  <a:pt x="48" y="15"/>
                  <a:pt x="52" y="14"/>
                </a:cubicBezTo>
                <a:cubicBezTo>
                  <a:pt x="53" y="14"/>
                  <a:pt x="54" y="13"/>
                  <a:pt x="56" y="13"/>
                </a:cubicBezTo>
                <a:cubicBezTo>
                  <a:pt x="58" y="13"/>
                  <a:pt x="59" y="13"/>
                  <a:pt x="60" y="13"/>
                </a:cubicBezTo>
                <a:cubicBezTo>
                  <a:pt x="60" y="12"/>
                  <a:pt x="60" y="11"/>
                  <a:pt x="60" y="10"/>
                </a:cubicBezTo>
                <a:cubicBezTo>
                  <a:pt x="59" y="10"/>
                  <a:pt x="59" y="10"/>
                  <a:pt x="58" y="9"/>
                </a:cubicBezTo>
                <a:cubicBezTo>
                  <a:pt x="57" y="5"/>
                  <a:pt x="54" y="7"/>
                  <a:pt x="51" y="5"/>
                </a:cubicBezTo>
                <a:cubicBezTo>
                  <a:pt x="53" y="4"/>
                  <a:pt x="59" y="6"/>
                  <a:pt x="62" y="6"/>
                </a:cubicBezTo>
                <a:cubicBezTo>
                  <a:pt x="66" y="7"/>
                  <a:pt x="68" y="9"/>
                  <a:pt x="72" y="8"/>
                </a:cubicBezTo>
                <a:cubicBezTo>
                  <a:pt x="72" y="8"/>
                  <a:pt x="72" y="7"/>
                  <a:pt x="72" y="6"/>
                </a:cubicBezTo>
                <a:cubicBezTo>
                  <a:pt x="75" y="6"/>
                  <a:pt x="77" y="5"/>
                  <a:pt x="80" y="4"/>
                </a:cubicBezTo>
                <a:cubicBezTo>
                  <a:pt x="82" y="4"/>
                  <a:pt x="84" y="2"/>
                  <a:pt x="87" y="3"/>
                </a:cubicBezTo>
                <a:cubicBezTo>
                  <a:pt x="88" y="3"/>
                  <a:pt x="89" y="4"/>
                  <a:pt x="90" y="4"/>
                </a:cubicBezTo>
                <a:cubicBezTo>
                  <a:pt x="92" y="3"/>
                  <a:pt x="92" y="1"/>
                  <a:pt x="93" y="1"/>
                </a:cubicBezTo>
                <a:cubicBezTo>
                  <a:pt x="94" y="1"/>
                  <a:pt x="96" y="0"/>
                  <a:pt x="97" y="1"/>
                </a:cubicBezTo>
                <a:cubicBezTo>
                  <a:pt x="98" y="1"/>
                  <a:pt x="98" y="2"/>
                  <a:pt x="100" y="3"/>
                </a:cubicBezTo>
                <a:cubicBezTo>
                  <a:pt x="101" y="6"/>
                  <a:pt x="103" y="5"/>
                  <a:pt x="106" y="4"/>
                </a:cubicBezTo>
                <a:cubicBezTo>
                  <a:pt x="107" y="3"/>
                  <a:pt x="109" y="4"/>
                  <a:pt x="110" y="4"/>
                </a:cubicBezTo>
                <a:cubicBezTo>
                  <a:pt x="111" y="4"/>
                  <a:pt x="112" y="3"/>
                  <a:pt x="112" y="4"/>
                </a:cubicBezTo>
                <a:cubicBezTo>
                  <a:pt x="113" y="4"/>
                  <a:pt x="113" y="4"/>
                  <a:pt x="113" y="5"/>
                </a:cubicBezTo>
                <a:cubicBezTo>
                  <a:pt x="115" y="6"/>
                  <a:pt x="118" y="6"/>
                  <a:pt x="120" y="6"/>
                </a:cubicBezTo>
                <a:cubicBezTo>
                  <a:pt x="124" y="6"/>
                  <a:pt x="125" y="6"/>
                  <a:pt x="125" y="9"/>
                </a:cubicBezTo>
                <a:cubicBezTo>
                  <a:pt x="125" y="11"/>
                  <a:pt x="124" y="14"/>
                  <a:pt x="125" y="16"/>
                </a:cubicBezTo>
                <a:cubicBezTo>
                  <a:pt x="125" y="17"/>
                  <a:pt x="126" y="18"/>
                  <a:pt x="128" y="18"/>
                </a:cubicBezTo>
                <a:cubicBezTo>
                  <a:pt x="129" y="17"/>
                  <a:pt x="129" y="16"/>
                  <a:pt x="130" y="16"/>
                </a:cubicBezTo>
                <a:cubicBezTo>
                  <a:pt x="135" y="14"/>
                  <a:pt x="139" y="18"/>
                  <a:pt x="142" y="21"/>
                </a:cubicBezTo>
                <a:cubicBezTo>
                  <a:pt x="143" y="23"/>
                  <a:pt x="143" y="25"/>
                  <a:pt x="144" y="27"/>
                </a:cubicBezTo>
                <a:cubicBezTo>
                  <a:pt x="145" y="29"/>
                  <a:pt x="146" y="31"/>
                  <a:pt x="147" y="33"/>
                </a:cubicBezTo>
                <a:cubicBezTo>
                  <a:pt x="148" y="34"/>
                  <a:pt x="150" y="34"/>
                  <a:pt x="151" y="35"/>
                </a:cubicBezTo>
                <a:cubicBezTo>
                  <a:pt x="152" y="36"/>
                  <a:pt x="152" y="38"/>
                  <a:pt x="154" y="39"/>
                </a:cubicBezTo>
                <a:cubicBezTo>
                  <a:pt x="157" y="40"/>
                  <a:pt x="161" y="37"/>
                  <a:pt x="163" y="41"/>
                </a:cubicBezTo>
                <a:cubicBezTo>
                  <a:pt x="164" y="43"/>
                  <a:pt x="164" y="46"/>
                  <a:pt x="168" y="47"/>
                </a:cubicBezTo>
                <a:cubicBezTo>
                  <a:pt x="171" y="48"/>
                  <a:pt x="172" y="47"/>
                  <a:pt x="174" y="49"/>
                </a:cubicBezTo>
                <a:cubicBezTo>
                  <a:pt x="175" y="50"/>
                  <a:pt x="176" y="52"/>
                  <a:pt x="177" y="54"/>
                </a:cubicBezTo>
                <a:cubicBezTo>
                  <a:pt x="177" y="57"/>
                  <a:pt x="176" y="60"/>
                  <a:pt x="179" y="63"/>
                </a:cubicBezTo>
                <a:cubicBezTo>
                  <a:pt x="181" y="65"/>
                  <a:pt x="182" y="65"/>
                  <a:pt x="186" y="65"/>
                </a:cubicBezTo>
                <a:cubicBezTo>
                  <a:pt x="188" y="65"/>
                  <a:pt x="191" y="65"/>
                  <a:pt x="193" y="66"/>
                </a:cubicBezTo>
                <a:cubicBezTo>
                  <a:pt x="194" y="67"/>
                  <a:pt x="194" y="68"/>
                  <a:pt x="195" y="69"/>
                </a:cubicBezTo>
                <a:cubicBezTo>
                  <a:pt x="195" y="69"/>
                  <a:pt x="197" y="70"/>
                  <a:pt x="198" y="70"/>
                </a:cubicBezTo>
                <a:cubicBezTo>
                  <a:pt x="200" y="70"/>
                  <a:pt x="202" y="70"/>
                  <a:pt x="204" y="72"/>
                </a:cubicBezTo>
                <a:cubicBezTo>
                  <a:pt x="204" y="72"/>
                  <a:pt x="204" y="73"/>
                  <a:pt x="205" y="73"/>
                </a:cubicBezTo>
                <a:cubicBezTo>
                  <a:pt x="205" y="73"/>
                  <a:pt x="206" y="73"/>
                  <a:pt x="206" y="74"/>
                </a:cubicBezTo>
                <a:cubicBezTo>
                  <a:pt x="207" y="75"/>
                  <a:pt x="207" y="75"/>
                  <a:pt x="207" y="77"/>
                </a:cubicBezTo>
                <a:cubicBezTo>
                  <a:pt x="205" y="77"/>
                  <a:pt x="197" y="80"/>
                  <a:pt x="201" y="82"/>
                </a:cubicBezTo>
                <a:cubicBezTo>
                  <a:pt x="202" y="82"/>
                  <a:pt x="205" y="81"/>
                  <a:pt x="206" y="81"/>
                </a:cubicBezTo>
                <a:cubicBezTo>
                  <a:pt x="208" y="81"/>
                  <a:pt x="209" y="81"/>
                  <a:pt x="211" y="81"/>
                </a:cubicBezTo>
                <a:cubicBezTo>
                  <a:pt x="213" y="81"/>
                  <a:pt x="214" y="82"/>
                  <a:pt x="216" y="81"/>
                </a:cubicBezTo>
                <a:cubicBezTo>
                  <a:pt x="218" y="81"/>
                  <a:pt x="218" y="80"/>
                  <a:pt x="220" y="81"/>
                </a:cubicBezTo>
                <a:cubicBezTo>
                  <a:pt x="222" y="82"/>
                  <a:pt x="223" y="83"/>
                  <a:pt x="225" y="81"/>
                </a:cubicBezTo>
                <a:cubicBezTo>
                  <a:pt x="226" y="79"/>
                  <a:pt x="225" y="78"/>
                  <a:pt x="228" y="77"/>
                </a:cubicBezTo>
                <a:cubicBezTo>
                  <a:pt x="230" y="77"/>
                  <a:pt x="233" y="78"/>
                  <a:pt x="236" y="78"/>
                </a:cubicBezTo>
                <a:cubicBezTo>
                  <a:pt x="236" y="77"/>
                  <a:pt x="237" y="77"/>
                  <a:pt x="237" y="76"/>
                </a:cubicBezTo>
                <a:cubicBezTo>
                  <a:pt x="238" y="76"/>
                  <a:pt x="239" y="76"/>
                  <a:pt x="239" y="75"/>
                </a:cubicBezTo>
                <a:cubicBezTo>
                  <a:pt x="240" y="75"/>
                  <a:pt x="241" y="74"/>
                  <a:pt x="242" y="73"/>
                </a:cubicBezTo>
                <a:cubicBezTo>
                  <a:pt x="243" y="73"/>
                  <a:pt x="244" y="74"/>
                  <a:pt x="245" y="74"/>
                </a:cubicBezTo>
                <a:cubicBezTo>
                  <a:pt x="246" y="73"/>
                  <a:pt x="247" y="73"/>
                  <a:pt x="248" y="72"/>
                </a:cubicBezTo>
                <a:cubicBezTo>
                  <a:pt x="250" y="71"/>
                  <a:pt x="252" y="71"/>
                  <a:pt x="254" y="70"/>
                </a:cubicBezTo>
                <a:cubicBezTo>
                  <a:pt x="256" y="69"/>
                  <a:pt x="258" y="68"/>
                  <a:pt x="260" y="67"/>
                </a:cubicBezTo>
                <a:cubicBezTo>
                  <a:pt x="263" y="66"/>
                  <a:pt x="269" y="68"/>
                  <a:pt x="272" y="68"/>
                </a:cubicBezTo>
                <a:cubicBezTo>
                  <a:pt x="274" y="68"/>
                  <a:pt x="277" y="69"/>
                  <a:pt x="278" y="68"/>
                </a:cubicBezTo>
                <a:cubicBezTo>
                  <a:pt x="280" y="68"/>
                  <a:pt x="280" y="66"/>
                  <a:pt x="281" y="64"/>
                </a:cubicBezTo>
                <a:cubicBezTo>
                  <a:pt x="282" y="64"/>
                  <a:pt x="283" y="62"/>
                  <a:pt x="286" y="63"/>
                </a:cubicBezTo>
                <a:cubicBezTo>
                  <a:pt x="287" y="64"/>
                  <a:pt x="288" y="65"/>
                  <a:pt x="288" y="67"/>
                </a:cubicBezTo>
                <a:cubicBezTo>
                  <a:pt x="291" y="67"/>
                  <a:pt x="295" y="69"/>
                  <a:pt x="298" y="70"/>
                </a:cubicBezTo>
                <a:cubicBezTo>
                  <a:pt x="302" y="72"/>
                  <a:pt x="304" y="73"/>
                  <a:pt x="308" y="72"/>
                </a:cubicBezTo>
                <a:cubicBezTo>
                  <a:pt x="313" y="71"/>
                  <a:pt x="314" y="72"/>
                  <a:pt x="316" y="76"/>
                </a:cubicBezTo>
                <a:cubicBezTo>
                  <a:pt x="317" y="77"/>
                  <a:pt x="318" y="79"/>
                  <a:pt x="320" y="80"/>
                </a:cubicBezTo>
                <a:cubicBezTo>
                  <a:pt x="321" y="80"/>
                  <a:pt x="322" y="80"/>
                  <a:pt x="323" y="80"/>
                </a:cubicBezTo>
                <a:cubicBezTo>
                  <a:pt x="323" y="81"/>
                  <a:pt x="324" y="81"/>
                  <a:pt x="324" y="81"/>
                </a:cubicBezTo>
                <a:cubicBezTo>
                  <a:pt x="325" y="83"/>
                  <a:pt x="326" y="84"/>
                  <a:pt x="326" y="85"/>
                </a:cubicBezTo>
                <a:cubicBezTo>
                  <a:pt x="328" y="88"/>
                  <a:pt x="326" y="88"/>
                  <a:pt x="325" y="90"/>
                </a:cubicBezTo>
                <a:cubicBezTo>
                  <a:pt x="323" y="93"/>
                  <a:pt x="325" y="97"/>
                  <a:pt x="323" y="100"/>
                </a:cubicBezTo>
                <a:cubicBezTo>
                  <a:pt x="319" y="101"/>
                  <a:pt x="321" y="107"/>
                  <a:pt x="320" y="110"/>
                </a:cubicBezTo>
                <a:cubicBezTo>
                  <a:pt x="319" y="110"/>
                  <a:pt x="319" y="112"/>
                  <a:pt x="319" y="113"/>
                </a:cubicBezTo>
                <a:cubicBezTo>
                  <a:pt x="318" y="115"/>
                  <a:pt x="318" y="115"/>
                  <a:pt x="317" y="116"/>
                </a:cubicBezTo>
                <a:cubicBezTo>
                  <a:pt x="315" y="119"/>
                  <a:pt x="315" y="121"/>
                  <a:pt x="315" y="124"/>
                </a:cubicBezTo>
                <a:cubicBezTo>
                  <a:pt x="312" y="124"/>
                  <a:pt x="310" y="123"/>
                  <a:pt x="307" y="124"/>
                </a:cubicBezTo>
                <a:cubicBezTo>
                  <a:pt x="305" y="126"/>
                  <a:pt x="303" y="127"/>
                  <a:pt x="302" y="129"/>
                </a:cubicBezTo>
                <a:cubicBezTo>
                  <a:pt x="302" y="130"/>
                  <a:pt x="303" y="132"/>
                  <a:pt x="302" y="133"/>
                </a:cubicBezTo>
                <a:cubicBezTo>
                  <a:pt x="301" y="134"/>
                  <a:pt x="298" y="133"/>
                  <a:pt x="297" y="133"/>
                </a:cubicBezTo>
                <a:cubicBezTo>
                  <a:pt x="295" y="133"/>
                  <a:pt x="293" y="134"/>
                  <a:pt x="291" y="134"/>
                </a:cubicBezTo>
                <a:cubicBezTo>
                  <a:pt x="292" y="135"/>
                  <a:pt x="293" y="137"/>
                  <a:pt x="293" y="138"/>
                </a:cubicBezTo>
                <a:cubicBezTo>
                  <a:pt x="293" y="140"/>
                  <a:pt x="292" y="141"/>
                  <a:pt x="292" y="142"/>
                </a:cubicBezTo>
                <a:cubicBezTo>
                  <a:pt x="292" y="143"/>
                  <a:pt x="293" y="144"/>
                  <a:pt x="293" y="145"/>
                </a:cubicBezTo>
                <a:cubicBezTo>
                  <a:pt x="293" y="147"/>
                  <a:pt x="291" y="149"/>
                  <a:pt x="289" y="150"/>
                </a:cubicBezTo>
                <a:cubicBezTo>
                  <a:pt x="288" y="151"/>
                  <a:pt x="287" y="150"/>
                  <a:pt x="287" y="152"/>
                </a:cubicBezTo>
                <a:cubicBezTo>
                  <a:pt x="287" y="152"/>
                  <a:pt x="287" y="154"/>
                  <a:pt x="287" y="154"/>
                </a:cubicBezTo>
                <a:cubicBezTo>
                  <a:pt x="285" y="154"/>
                  <a:pt x="284" y="154"/>
                  <a:pt x="282" y="154"/>
                </a:cubicBezTo>
                <a:cubicBezTo>
                  <a:pt x="279" y="155"/>
                  <a:pt x="278" y="154"/>
                  <a:pt x="276" y="153"/>
                </a:cubicBezTo>
                <a:cubicBezTo>
                  <a:pt x="275" y="153"/>
                  <a:pt x="274" y="153"/>
                  <a:pt x="273" y="153"/>
                </a:cubicBezTo>
                <a:cubicBezTo>
                  <a:pt x="272" y="153"/>
                  <a:pt x="271" y="152"/>
                  <a:pt x="270" y="152"/>
                </a:cubicBezTo>
                <a:cubicBezTo>
                  <a:pt x="269" y="152"/>
                  <a:pt x="267" y="154"/>
                  <a:pt x="266" y="155"/>
                </a:cubicBezTo>
                <a:cubicBezTo>
                  <a:pt x="266" y="155"/>
                  <a:pt x="266" y="155"/>
                  <a:pt x="266" y="155"/>
                </a:cubicBezTo>
                <a:cubicBezTo>
                  <a:pt x="268" y="160"/>
                  <a:pt x="269" y="165"/>
                  <a:pt x="271" y="169"/>
                </a:cubicBezTo>
                <a:cubicBezTo>
                  <a:pt x="272" y="171"/>
                  <a:pt x="272" y="171"/>
                  <a:pt x="271" y="172"/>
                </a:cubicBezTo>
                <a:cubicBezTo>
                  <a:pt x="265" y="173"/>
                  <a:pt x="265" y="173"/>
                  <a:pt x="265" y="173"/>
                </a:cubicBezTo>
                <a:cubicBezTo>
                  <a:pt x="266" y="175"/>
                  <a:pt x="265" y="178"/>
                  <a:pt x="265" y="181"/>
                </a:cubicBezTo>
                <a:cubicBezTo>
                  <a:pt x="266" y="185"/>
                  <a:pt x="270" y="189"/>
                  <a:pt x="274" y="190"/>
                </a:cubicBezTo>
                <a:cubicBezTo>
                  <a:pt x="278" y="190"/>
                  <a:pt x="287" y="190"/>
                  <a:pt x="283" y="196"/>
                </a:cubicBezTo>
                <a:cubicBezTo>
                  <a:pt x="282" y="198"/>
                  <a:pt x="280" y="199"/>
                  <a:pt x="281" y="202"/>
                </a:cubicBezTo>
                <a:cubicBezTo>
                  <a:pt x="281" y="205"/>
                  <a:pt x="284" y="206"/>
                  <a:pt x="285" y="208"/>
                </a:cubicBezTo>
                <a:cubicBezTo>
                  <a:pt x="286" y="209"/>
                  <a:pt x="286" y="210"/>
                  <a:pt x="286" y="211"/>
                </a:cubicBezTo>
                <a:cubicBezTo>
                  <a:pt x="287" y="212"/>
                  <a:pt x="288" y="213"/>
                  <a:pt x="289" y="213"/>
                </a:cubicBezTo>
                <a:cubicBezTo>
                  <a:pt x="290" y="215"/>
                  <a:pt x="289" y="217"/>
                  <a:pt x="291" y="219"/>
                </a:cubicBezTo>
                <a:cubicBezTo>
                  <a:pt x="289" y="219"/>
                  <a:pt x="288" y="220"/>
                  <a:pt x="287" y="221"/>
                </a:cubicBezTo>
                <a:cubicBezTo>
                  <a:pt x="285" y="221"/>
                  <a:pt x="285" y="222"/>
                  <a:pt x="284" y="223"/>
                </a:cubicBezTo>
                <a:cubicBezTo>
                  <a:pt x="283" y="225"/>
                  <a:pt x="283" y="226"/>
                  <a:pt x="282" y="226"/>
                </a:cubicBezTo>
                <a:cubicBezTo>
                  <a:pt x="280" y="226"/>
                  <a:pt x="279" y="225"/>
                  <a:pt x="279" y="224"/>
                </a:cubicBezTo>
                <a:cubicBezTo>
                  <a:pt x="277" y="225"/>
                  <a:pt x="274" y="227"/>
                  <a:pt x="275" y="229"/>
                </a:cubicBezTo>
                <a:cubicBezTo>
                  <a:pt x="275" y="229"/>
                  <a:pt x="271" y="230"/>
                  <a:pt x="271" y="230"/>
                </a:cubicBezTo>
                <a:cubicBezTo>
                  <a:pt x="270" y="230"/>
                  <a:pt x="270" y="231"/>
                  <a:pt x="269" y="232"/>
                </a:cubicBezTo>
                <a:cubicBezTo>
                  <a:pt x="269" y="232"/>
                  <a:pt x="269" y="232"/>
                  <a:pt x="269" y="233"/>
                </a:cubicBezTo>
                <a:cubicBezTo>
                  <a:pt x="268" y="233"/>
                  <a:pt x="268" y="233"/>
                  <a:pt x="268" y="233"/>
                </a:cubicBezTo>
                <a:cubicBezTo>
                  <a:pt x="266" y="234"/>
                  <a:pt x="265" y="234"/>
                  <a:pt x="265" y="236"/>
                </a:cubicBezTo>
                <a:cubicBezTo>
                  <a:pt x="265" y="237"/>
                  <a:pt x="262" y="234"/>
                  <a:pt x="262" y="234"/>
                </a:cubicBezTo>
                <a:cubicBezTo>
                  <a:pt x="260" y="233"/>
                  <a:pt x="259" y="231"/>
                  <a:pt x="257" y="231"/>
                </a:cubicBezTo>
                <a:cubicBezTo>
                  <a:pt x="257" y="230"/>
                  <a:pt x="257" y="229"/>
                  <a:pt x="257" y="228"/>
                </a:cubicBezTo>
                <a:cubicBezTo>
                  <a:pt x="256" y="228"/>
                  <a:pt x="256" y="227"/>
                  <a:pt x="255" y="227"/>
                </a:cubicBezTo>
                <a:cubicBezTo>
                  <a:pt x="254" y="224"/>
                  <a:pt x="256" y="221"/>
                  <a:pt x="256" y="218"/>
                </a:cubicBezTo>
                <a:cubicBezTo>
                  <a:pt x="255" y="218"/>
                  <a:pt x="255" y="218"/>
                  <a:pt x="255" y="218"/>
                </a:cubicBezTo>
                <a:cubicBezTo>
                  <a:pt x="254" y="219"/>
                  <a:pt x="253" y="219"/>
                  <a:pt x="253" y="221"/>
                </a:cubicBezTo>
                <a:cubicBezTo>
                  <a:pt x="250" y="221"/>
                  <a:pt x="244" y="221"/>
                  <a:pt x="243" y="225"/>
                </a:cubicBezTo>
                <a:cubicBezTo>
                  <a:pt x="242" y="225"/>
                  <a:pt x="240" y="225"/>
                  <a:pt x="241" y="227"/>
                </a:cubicBezTo>
                <a:cubicBezTo>
                  <a:pt x="241" y="227"/>
                  <a:pt x="243" y="228"/>
                  <a:pt x="243" y="228"/>
                </a:cubicBezTo>
                <a:cubicBezTo>
                  <a:pt x="244" y="229"/>
                  <a:pt x="245" y="230"/>
                  <a:pt x="245" y="231"/>
                </a:cubicBezTo>
                <a:cubicBezTo>
                  <a:pt x="244" y="231"/>
                  <a:pt x="244" y="231"/>
                  <a:pt x="244" y="231"/>
                </a:cubicBezTo>
                <a:cubicBezTo>
                  <a:pt x="243" y="231"/>
                  <a:pt x="243" y="231"/>
                  <a:pt x="242" y="230"/>
                </a:cubicBezTo>
                <a:cubicBezTo>
                  <a:pt x="241" y="229"/>
                  <a:pt x="241" y="228"/>
                  <a:pt x="239" y="228"/>
                </a:cubicBezTo>
                <a:cubicBezTo>
                  <a:pt x="238" y="228"/>
                  <a:pt x="236" y="228"/>
                  <a:pt x="235" y="229"/>
                </a:cubicBezTo>
                <a:cubicBezTo>
                  <a:pt x="236" y="228"/>
                  <a:pt x="236" y="226"/>
                  <a:pt x="238" y="227"/>
                </a:cubicBezTo>
                <a:cubicBezTo>
                  <a:pt x="239" y="224"/>
                  <a:pt x="242" y="212"/>
                  <a:pt x="235" y="216"/>
                </a:cubicBezTo>
                <a:cubicBezTo>
                  <a:pt x="234" y="216"/>
                  <a:pt x="234" y="217"/>
                  <a:pt x="234" y="217"/>
                </a:cubicBezTo>
                <a:cubicBezTo>
                  <a:pt x="233" y="217"/>
                  <a:pt x="232" y="217"/>
                  <a:pt x="232" y="217"/>
                </a:cubicBezTo>
                <a:cubicBezTo>
                  <a:pt x="231" y="218"/>
                  <a:pt x="231" y="219"/>
                  <a:pt x="229" y="219"/>
                </a:cubicBezTo>
                <a:cubicBezTo>
                  <a:pt x="228" y="220"/>
                  <a:pt x="227" y="219"/>
                  <a:pt x="225" y="219"/>
                </a:cubicBezTo>
                <a:cubicBezTo>
                  <a:pt x="224" y="218"/>
                  <a:pt x="223" y="219"/>
                  <a:pt x="221" y="218"/>
                </a:cubicBezTo>
                <a:cubicBezTo>
                  <a:pt x="221" y="217"/>
                  <a:pt x="222" y="215"/>
                  <a:pt x="221" y="214"/>
                </a:cubicBezTo>
                <a:cubicBezTo>
                  <a:pt x="221" y="212"/>
                  <a:pt x="219" y="211"/>
                  <a:pt x="218" y="210"/>
                </a:cubicBezTo>
                <a:cubicBezTo>
                  <a:pt x="217" y="208"/>
                  <a:pt x="215" y="208"/>
                  <a:pt x="214" y="206"/>
                </a:cubicBezTo>
                <a:cubicBezTo>
                  <a:pt x="213" y="205"/>
                  <a:pt x="214" y="203"/>
                  <a:pt x="214" y="202"/>
                </a:cubicBezTo>
                <a:cubicBezTo>
                  <a:pt x="211" y="201"/>
                  <a:pt x="209" y="204"/>
                  <a:pt x="207" y="204"/>
                </a:cubicBezTo>
                <a:cubicBezTo>
                  <a:pt x="204" y="205"/>
                  <a:pt x="201" y="206"/>
                  <a:pt x="198" y="206"/>
                </a:cubicBezTo>
                <a:cubicBezTo>
                  <a:pt x="195" y="206"/>
                  <a:pt x="192" y="206"/>
                  <a:pt x="190" y="204"/>
                </a:cubicBezTo>
                <a:cubicBezTo>
                  <a:pt x="189" y="202"/>
                  <a:pt x="189" y="201"/>
                  <a:pt x="187" y="201"/>
                </a:cubicBezTo>
                <a:cubicBezTo>
                  <a:pt x="186" y="201"/>
                  <a:pt x="184" y="201"/>
                  <a:pt x="182" y="201"/>
                </a:cubicBezTo>
                <a:cubicBezTo>
                  <a:pt x="182" y="200"/>
                  <a:pt x="180" y="199"/>
                  <a:pt x="179" y="197"/>
                </a:cubicBezTo>
                <a:cubicBezTo>
                  <a:pt x="178" y="195"/>
                  <a:pt x="179" y="195"/>
                  <a:pt x="176" y="195"/>
                </a:cubicBezTo>
                <a:cubicBezTo>
                  <a:pt x="175" y="195"/>
                  <a:pt x="173" y="195"/>
                  <a:pt x="172" y="194"/>
                </a:cubicBezTo>
                <a:cubicBezTo>
                  <a:pt x="170" y="193"/>
                  <a:pt x="171" y="191"/>
                  <a:pt x="171" y="190"/>
                </a:cubicBezTo>
                <a:cubicBezTo>
                  <a:pt x="167" y="189"/>
                  <a:pt x="163" y="189"/>
                  <a:pt x="159" y="189"/>
                </a:cubicBezTo>
                <a:cubicBezTo>
                  <a:pt x="155" y="189"/>
                  <a:pt x="151" y="188"/>
                  <a:pt x="150" y="192"/>
                </a:cubicBezTo>
                <a:cubicBezTo>
                  <a:pt x="148" y="193"/>
                  <a:pt x="149" y="196"/>
                  <a:pt x="146" y="197"/>
                </a:cubicBezTo>
                <a:cubicBezTo>
                  <a:pt x="145" y="198"/>
                  <a:pt x="142" y="197"/>
                  <a:pt x="140" y="197"/>
                </a:cubicBezTo>
                <a:cubicBezTo>
                  <a:pt x="139" y="198"/>
                  <a:pt x="139" y="199"/>
                  <a:pt x="139" y="200"/>
                </a:cubicBezTo>
                <a:cubicBezTo>
                  <a:pt x="138" y="200"/>
                  <a:pt x="138" y="200"/>
                  <a:pt x="137" y="200"/>
                </a:cubicBezTo>
                <a:cubicBezTo>
                  <a:pt x="137" y="201"/>
                  <a:pt x="137" y="201"/>
                  <a:pt x="136" y="202"/>
                </a:cubicBezTo>
                <a:cubicBezTo>
                  <a:pt x="135" y="203"/>
                  <a:pt x="135" y="203"/>
                  <a:pt x="133" y="202"/>
                </a:cubicBezTo>
                <a:cubicBezTo>
                  <a:pt x="132" y="202"/>
                  <a:pt x="132" y="201"/>
                  <a:pt x="131" y="200"/>
                </a:cubicBezTo>
                <a:cubicBezTo>
                  <a:pt x="130" y="200"/>
                  <a:pt x="130" y="200"/>
                  <a:pt x="129" y="200"/>
                </a:cubicBezTo>
                <a:cubicBezTo>
                  <a:pt x="128" y="202"/>
                  <a:pt x="128" y="203"/>
                  <a:pt x="128" y="204"/>
                </a:cubicBezTo>
                <a:cubicBezTo>
                  <a:pt x="130" y="204"/>
                  <a:pt x="131" y="204"/>
                  <a:pt x="131" y="206"/>
                </a:cubicBezTo>
                <a:cubicBezTo>
                  <a:pt x="132" y="208"/>
                  <a:pt x="131" y="209"/>
                  <a:pt x="131" y="211"/>
                </a:cubicBezTo>
                <a:cubicBezTo>
                  <a:pt x="130" y="214"/>
                  <a:pt x="131" y="217"/>
                  <a:pt x="128" y="219"/>
                </a:cubicBezTo>
                <a:cubicBezTo>
                  <a:pt x="128" y="219"/>
                  <a:pt x="127" y="219"/>
                  <a:pt x="127" y="220"/>
                </a:cubicBezTo>
                <a:cubicBezTo>
                  <a:pt x="126" y="220"/>
                  <a:pt x="126" y="220"/>
                  <a:pt x="126" y="220"/>
                </a:cubicBezTo>
                <a:cubicBezTo>
                  <a:pt x="125" y="220"/>
                  <a:pt x="126" y="221"/>
                  <a:pt x="125" y="221"/>
                </a:cubicBezTo>
                <a:cubicBezTo>
                  <a:pt x="123" y="222"/>
                  <a:pt x="123" y="220"/>
                  <a:pt x="122" y="223"/>
                </a:cubicBezTo>
                <a:cubicBezTo>
                  <a:pt x="122" y="224"/>
                  <a:pt x="122" y="225"/>
                  <a:pt x="120" y="225"/>
                </a:cubicBezTo>
                <a:cubicBezTo>
                  <a:pt x="118" y="225"/>
                  <a:pt x="117" y="225"/>
                  <a:pt x="115" y="225"/>
                </a:cubicBezTo>
                <a:cubicBezTo>
                  <a:pt x="115" y="227"/>
                  <a:pt x="113" y="226"/>
                  <a:pt x="113" y="228"/>
                </a:cubicBezTo>
                <a:cubicBezTo>
                  <a:pt x="111" y="229"/>
                  <a:pt x="110" y="228"/>
                  <a:pt x="108" y="227"/>
                </a:cubicBezTo>
                <a:cubicBezTo>
                  <a:pt x="107" y="227"/>
                  <a:pt x="106" y="227"/>
                  <a:pt x="105" y="227"/>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5" name="Freeform 440">
            <a:extLst>
              <a:ext uri="{FF2B5EF4-FFF2-40B4-BE49-F238E27FC236}">
                <a16:creationId xmlns:a16="http://schemas.microsoft.com/office/drawing/2014/main" id="{4EEF37DF-CDDF-4726-98F2-40755ABD38D5}"/>
              </a:ext>
            </a:extLst>
          </p:cNvPr>
          <p:cNvSpPr>
            <a:spLocks/>
          </p:cNvSpPr>
          <p:nvPr/>
        </p:nvSpPr>
        <p:spPr bwMode="auto">
          <a:xfrm>
            <a:off x="4233118" y="3649505"/>
            <a:ext cx="45719" cy="149609"/>
          </a:xfrm>
          <a:custGeom>
            <a:avLst/>
            <a:gdLst>
              <a:gd name="T0" fmla="*/ 51 w 53"/>
              <a:gd name="T1" fmla="*/ 19 h 73"/>
              <a:gd name="T2" fmla="*/ 52 w 53"/>
              <a:gd name="T3" fmla="*/ 15 h 73"/>
              <a:gd name="T4" fmla="*/ 50 w 53"/>
              <a:gd name="T5" fmla="*/ 12 h 73"/>
              <a:gd name="T6" fmla="*/ 50 w 53"/>
              <a:gd name="T7" fmla="*/ 7 h 73"/>
              <a:gd name="T8" fmla="*/ 45 w 53"/>
              <a:gd name="T9" fmla="*/ 7 h 73"/>
              <a:gd name="T10" fmla="*/ 45 w 53"/>
              <a:gd name="T11" fmla="*/ 1 h 73"/>
              <a:gd name="T12" fmla="*/ 44 w 53"/>
              <a:gd name="T13" fmla="*/ 0 h 73"/>
              <a:gd name="T14" fmla="*/ 41 w 53"/>
              <a:gd name="T15" fmla="*/ 3 h 73"/>
              <a:gd name="T16" fmla="*/ 41 w 53"/>
              <a:gd name="T17" fmla="*/ 3 h 73"/>
              <a:gd name="T18" fmla="*/ 40 w 53"/>
              <a:gd name="T19" fmla="*/ 6 h 73"/>
              <a:gd name="T20" fmla="*/ 36 w 53"/>
              <a:gd name="T21" fmla="*/ 4 h 73"/>
              <a:gd name="T22" fmla="*/ 35 w 53"/>
              <a:gd name="T23" fmla="*/ 7 h 73"/>
              <a:gd name="T24" fmla="*/ 35 w 53"/>
              <a:gd name="T25" fmla="*/ 9 h 73"/>
              <a:gd name="T26" fmla="*/ 33 w 53"/>
              <a:gd name="T27" fmla="*/ 10 h 73"/>
              <a:gd name="T28" fmla="*/ 32 w 53"/>
              <a:gd name="T29" fmla="*/ 16 h 73"/>
              <a:gd name="T30" fmla="*/ 28 w 53"/>
              <a:gd name="T31" fmla="*/ 13 h 73"/>
              <a:gd name="T32" fmla="*/ 25 w 53"/>
              <a:gd name="T33" fmla="*/ 16 h 73"/>
              <a:gd name="T34" fmla="*/ 22 w 53"/>
              <a:gd name="T35" fmla="*/ 14 h 73"/>
              <a:gd name="T36" fmla="*/ 21 w 53"/>
              <a:gd name="T37" fmla="*/ 17 h 73"/>
              <a:gd name="T38" fmla="*/ 18 w 53"/>
              <a:gd name="T39" fmla="*/ 20 h 73"/>
              <a:gd name="T40" fmla="*/ 14 w 53"/>
              <a:gd name="T41" fmla="*/ 20 h 73"/>
              <a:gd name="T42" fmla="*/ 10 w 53"/>
              <a:gd name="T43" fmla="*/ 19 h 73"/>
              <a:gd name="T44" fmla="*/ 10 w 53"/>
              <a:gd name="T45" fmla="*/ 22 h 73"/>
              <a:gd name="T46" fmla="*/ 5 w 53"/>
              <a:gd name="T47" fmla="*/ 24 h 73"/>
              <a:gd name="T48" fmla="*/ 4 w 53"/>
              <a:gd name="T49" fmla="*/ 30 h 73"/>
              <a:gd name="T50" fmla="*/ 1 w 53"/>
              <a:gd name="T51" fmla="*/ 35 h 73"/>
              <a:gd name="T52" fmla="*/ 4 w 53"/>
              <a:gd name="T53" fmla="*/ 41 h 73"/>
              <a:gd name="T54" fmla="*/ 4 w 53"/>
              <a:gd name="T55" fmla="*/ 43 h 73"/>
              <a:gd name="T56" fmla="*/ 5 w 53"/>
              <a:gd name="T57" fmla="*/ 47 h 73"/>
              <a:gd name="T58" fmla="*/ 7 w 53"/>
              <a:gd name="T59" fmla="*/ 50 h 73"/>
              <a:gd name="T60" fmla="*/ 7 w 53"/>
              <a:gd name="T61" fmla="*/ 54 h 73"/>
              <a:gd name="T62" fmla="*/ 9 w 53"/>
              <a:gd name="T63" fmla="*/ 58 h 73"/>
              <a:gd name="T64" fmla="*/ 8 w 53"/>
              <a:gd name="T65" fmla="*/ 62 h 73"/>
              <a:gd name="T66" fmla="*/ 9 w 53"/>
              <a:gd name="T67" fmla="*/ 66 h 73"/>
              <a:gd name="T68" fmla="*/ 12 w 53"/>
              <a:gd name="T69" fmla="*/ 67 h 73"/>
              <a:gd name="T70" fmla="*/ 15 w 53"/>
              <a:gd name="T71" fmla="*/ 57 h 73"/>
              <a:gd name="T72" fmla="*/ 19 w 53"/>
              <a:gd name="T73" fmla="*/ 70 h 73"/>
              <a:gd name="T74" fmla="*/ 30 w 53"/>
              <a:gd name="T75" fmla="*/ 65 h 73"/>
              <a:gd name="T76" fmla="*/ 29 w 53"/>
              <a:gd name="T77" fmla="*/ 61 h 73"/>
              <a:gd name="T78" fmla="*/ 28 w 53"/>
              <a:gd name="T79" fmla="*/ 56 h 73"/>
              <a:gd name="T80" fmla="*/ 31 w 53"/>
              <a:gd name="T81" fmla="*/ 51 h 73"/>
              <a:gd name="T82" fmla="*/ 36 w 53"/>
              <a:gd name="T83" fmla="*/ 48 h 73"/>
              <a:gd name="T84" fmla="*/ 34 w 53"/>
              <a:gd name="T85" fmla="*/ 42 h 73"/>
              <a:gd name="T86" fmla="*/ 34 w 53"/>
              <a:gd name="T87" fmla="*/ 35 h 73"/>
              <a:gd name="T88" fmla="*/ 37 w 53"/>
              <a:gd name="T89" fmla="*/ 39 h 73"/>
              <a:gd name="T90" fmla="*/ 44 w 53"/>
              <a:gd name="T91" fmla="*/ 35 h 73"/>
              <a:gd name="T92" fmla="*/ 46 w 53"/>
              <a:gd name="T93" fmla="*/ 38 h 73"/>
              <a:gd name="T94" fmla="*/ 48 w 53"/>
              <a:gd name="T95" fmla="*/ 36 h 73"/>
              <a:gd name="T96" fmla="*/ 50 w 53"/>
              <a:gd name="T97" fmla="*/ 33 h 73"/>
              <a:gd name="T98" fmla="*/ 51 w 53"/>
              <a:gd name="T99" fmla="*/ 33 h 73"/>
              <a:gd name="T100" fmla="*/ 53 w 53"/>
              <a:gd name="T101" fmla="*/ 23 h 73"/>
              <a:gd name="T102" fmla="*/ 51 w 53"/>
              <a:gd name="T103" fmla="*/ 1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3" h="73">
                <a:moveTo>
                  <a:pt x="51" y="19"/>
                </a:moveTo>
                <a:cubicBezTo>
                  <a:pt x="51" y="17"/>
                  <a:pt x="52" y="16"/>
                  <a:pt x="52" y="15"/>
                </a:cubicBezTo>
                <a:cubicBezTo>
                  <a:pt x="52" y="13"/>
                  <a:pt x="50" y="13"/>
                  <a:pt x="50" y="12"/>
                </a:cubicBezTo>
                <a:cubicBezTo>
                  <a:pt x="49" y="10"/>
                  <a:pt x="49" y="9"/>
                  <a:pt x="50" y="7"/>
                </a:cubicBezTo>
                <a:cubicBezTo>
                  <a:pt x="48" y="7"/>
                  <a:pt x="45" y="7"/>
                  <a:pt x="45" y="7"/>
                </a:cubicBezTo>
                <a:cubicBezTo>
                  <a:pt x="46" y="5"/>
                  <a:pt x="46" y="3"/>
                  <a:pt x="45" y="1"/>
                </a:cubicBezTo>
                <a:cubicBezTo>
                  <a:pt x="44" y="0"/>
                  <a:pt x="44" y="0"/>
                  <a:pt x="44" y="0"/>
                </a:cubicBezTo>
                <a:cubicBezTo>
                  <a:pt x="42" y="1"/>
                  <a:pt x="42" y="2"/>
                  <a:pt x="41" y="3"/>
                </a:cubicBezTo>
                <a:cubicBezTo>
                  <a:pt x="41" y="3"/>
                  <a:pt x="41" y="3"/>
                  <a:pt x="41" y="3"/>
                </a:cubicBezTo>
                <a:cubicBezTo>
                  <a:pt x="41" y="4"/>
                  <a:pt x="41" y="6"/>
                  <a:pt x="40" y="6"/>
                </a:cubicBezTo>
                <a:cubicBezTo>
                  <a:pt x="38" y="7"/>
                  <a:pt x="37" y="5"/>
                  <a:pt x="36" y="4"/>
                </a:cubicBezTo>
                <a:cubicBezTo>
                  <a:pt x="36" y="5"/>
                  <a:pt x="35" y="5"/>
                  <a:pt x="35" y="7"/>
                </a:cubicBezTo>
                <a:cubicBezTo>
                  <a:pt x="35" y="7"/>
                  <a:pt x="35" y="8"/>
                  <a:pt x="35" y="9"/>
                </a:cubicBezTo>
                <a:cubicBezTo>
                  <a:pt x="34" y="9"/>
                  <a:pt x="34" y="9"/>
                  <a:pt x="33" y="10"/>
                </a:cubicBezTo>
                <a:cubicBezTo>
                  <a:pt x="32" y="12"/>
                  <a:pt x="34" y="14"/>
                  <a:pt x="32" y="16"/>
                </a:cubicBezTo>
                <a:cubicBezTo>
                  <a:pt x="31" y="15"/>
                  <a:pt x="30" y="13"/>
                  <a:pt x="28" y="13"/>
                </a:cubicBezTo>
                <a:cubicBezTo>
                  <a:pt x="26" y="13"/>
                  <a:pt x="25" y="14"/>
                  <a:pt x="25" y="16"/>
                </a:cubicBezTo>
                <a:cubicBezTo>
                  <a:pt x="24" y="16"/>
                  <a:pt x="23" y="15"/>
                  <a:pt x="22" y="14"/>
                </a:cubicBezTo>
                <a:cubicBezTo>
                  <a:pt x="21" y="15"/>
                  <a:pt x="22" y="16"/>
                  <a:pt x="21" y="17"/>
                </a:cubicBezTo>
                <a:cubicBezTo>
                  <a:pt x="20" y="18"/>
                  <a:pt x="19" y="19"/>
                  <a:pt x="18" y="20"/>
                </a:cubicBezTo>
                <a:cubicBezTo>
                  <a:pt x="17" y="21"/>
                  <a:pt x="16" y="20"/>
                  <a:pt x="14" y="20"/>
                </a:cubicBezTo>
                <a:cubicBezTo>
                  <a:pt x="13" y="19"/>
                  <a:pt x="12" y="19"/>
                  <a:pt x="10" y="19"/>
                </a:cubicBezTo>
                <a:cubicBezTo>
                  <a:pt x="10" y="20"/>
                  <a:pt x="10" y="21"/>
                  <a:pt x="10" y="22"/>
                </a:cubicBezTo>
                <a:cubicBezTo>
                  <a:pt x="8" y="22"/>
                  <a:pt x="7" y="24"/>
                  <a:pt x="5" y="24"/>
                </a:cubicBezTo>
                <a:cubicBezTo>
                  <a:pt x="4" y="26"/>
                  <a:pt x="5" y="28"/>
                  <a:pt x="4" y="30"/>
                </a:cubicBezTo>
                <a:cubicBezTo>
                  <a:pt x="4" y="32"/>
                  <a:pt x="2" y="33"/>
                  <a:pt x="1" y="35"/>
                </a:cubicBezTo>
                <a:cubicBezTo>
                  <a:pt x="0" y="38"/>
                  <a:pt x="3" y="38"/>
                  <a:pt x="4" y="41"/>
                </a:cubicBezTo>
                <a:cubicBezTo>
                  <a:pt x="4" y="42"/>
                  <a:pt x="3" y="42"/>
                  <a:pt x="4" y="43"/>
                </a:cubicBezTo>
                <a:cubicBezTo>
                  <a:pt x="4" y="44"/>
                  <a:pt x="5" y="46"/>
                  <a:pt x="5" y="47"/>
                </a:cubicBezTo>
                <a:cubicBezTo>
                  <a:pt x="6" y="48"/>
                  <a:pt x="6" y="49"/>
                  <a:pt x="7" y="50"/>
                </a:cubicBezTo>
                <a:cubicBezTo>
                  <a:pt x="7" y="51"/>
                  <a:pt x="7" y="52"/>
                  <a:pt x="7" y="54"/>
                </a:cubicBezTo>
                <a:cubicBezTo>
                  <a:pt x="7" y="55"/>
                  <a:pt x="9" y="56"/>
                  <a:pt x="9" y="58"/>
                </a:cubicBezTo>
                <a:cubicBezTo>
                  <a:pt x="9" y="59"/>
                  <a:pt x="8" y="61"/>
                  <a:pt x="8" y="62"/>
                </a:cubicBezTo>
                <a:cubicBezTo>
                  <a:pt x="8" y="63"/>
                  <a:pt x="8" y="65"/>
                  <a:pt x="9" y="66"/>
                </a:cubicBezTo>
                <a:cubicBezTo>
                  <a:pt x="9" y="66"/>
                  <a:pt x="12" y="68"/>
                  <a:pt x="12" y="67"/>
                </a:cubicBezTo>
                <a:cubicBezTo>
                  <a:pt x="12" y="65"/>
                  <a:pt x="11" y="54"/>
                  <a:pt x="15" y="57"/>
                </a:cubicBezTo>
                <a:cubicBezTo>
                  <a:pt x="19" y="60"/>
                  <a:pt x="16" y="67"/>
                  <a:pt x="19" y="70"/>
                </a:cubicBezTo>
                <a:cubicBezTo>
                  <a:pt x="22" y="73"/>
                  <a:pt x="30" y="69"/>
                  <a:pt x="30" y="65"/>
                </a:cubicBezTo>
                <a:cubicBezTo>
                  <a:pt x="30" y="64"/>
                  <a:pt x="29" y="62"/>
                  <a:pt x="29" y="61"/>
                </a:cubicBezTo>
                <a:cubicBezTo>
                  <a:pt x="28" y="60"/>
                  <a:pt x="27" y="57"/>
                  <a:pt x="28" y="56"/>
                </a:cubicBezTo>
                <a:cubicBezTo>
                  <a:pt x="29" y="54"/>
                  <a:pt x="31" y="53"/>
                  <a:pt x="31" y="51"/>
                </a:cubicBezTo>
                <a:cubicBezTo>
                  <a:pt x="32" y="49"/>
                  <a:pt x="33" y="48"/>
                  <a:pt x="36" y="48"/>
                </a:cubicBezTo>
                <a:cubicBezTo>
                  <a:pt x="36" y="45"/>
                  <a:pt x="34" y="44"/>
                  <a:pt x="34" y="42"/>
                </a:cubicBezTo>
                <a:cubicBezTo>
                  <a:pt x="34" y="40"/>
                  <a:pt x="33" y="37"/>
                  <a:pt x="34" y="35"/>
                </a:cubicBezTo>
                <a:cubicBezTo>
                  <a:pt x="37" y="34"/>
                  <a:pt x="35" y="38"/>
                  <a:pt x="37" y="39"/>
                </a:cubicBezTo>
                <a:cubicBezTo>
                  <a:pt x="40" y="41"/>
                  <a:pt x="42" y="36"/>
                  <a:pt x="44" y="35"/>
                </a:cubicBezTo>
                <a:cubicBezTo>
                  <a:pt x="46" y="35"/>
                  <a:pt x="46" y="37"/>
                  <a:pt x="46" y="38"/>
                </a:cubicBezTo>
                <a:cubicBezTo>
                  <a:pt x="46" y="37"/>
                  <a:pt x="48" y="36"/>
                  <a:pt x="48" y="36"/>
                </a:cubicBezTo>
                <a:cubicBezTo>
                  <a:pt x="49" y="35"/>
                  <a:pt x="49" y="33"/>
                  <a:pt x="50" y="33"/>
                </a:cubicBezTo>
                <a:cubicBezTo>
                  <a:pt x="51" y="32"/>
                  <a:pt x="51" y="32"/>
                  <a:pt x="51" y="33"/>
                </a:cubicBezTo>
                <a:cubicBezTo>
                  <a:pt x="52" y="29"/>
                  <a:pt x="53" y="26"/>
                  <a:pt x="53" y="23"/>
                </a:cubicBezTo>
                <a:cubicBezTo>
                  <a:pt x="53" y="21"/>
                  <a:pt x="52" y="20"/>
                  <a:pt x="51" y="19"/>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6" name="Freeform 441">
            <a:extLst>
              <a:ext uri="{FF2B5EF4-FFF2-40B4-BE49-F238E27FC236}">
                <a16:creationId xmlns:a16="http://schemas.microsoft.com/office/drawing/2014/main" id="{A351472F-F836-4D51-AE0D-51311517FCE1}"/>
              </a:ext>
            </a:extLst>
          </p:cNvPr>
          <p:cNvSpPr>
            <a:spLocks/>
          </p:cNvSpPr>
          <p:nvPr/>
        </p:nvSpPr>
        <p:spPr bwMode="auto">
          <a:xfrm>
            <a:off x="3067413" y="3682023"/>
            <a:ext cx="449761" cy="698649"/>
          </a:xfrm>
          <a:custGeom>
            <a:avLst/>
            <a:gdLst>
              <a:gd name="T0" fmla="*/ 196 w 198"/>
              <a:gd name="T1" fmla="*/ 72 h 318"/>
              <a:gd name="T2" fmla="*/ 185 w 198"/>
              <a:gd name="T3" fmla="*/ 58 h 318"/>
              <a:gd name="T4" fmla="*/ 175 w 198"/>
              <a:gd name="T5" fmla="*/ 34 h 318"/>
              <a:gd name="T6" fmla="*/ 167 w 198"/>
              <a:gd name="T7" fmla="*/ 21 h 318"/>
              <a:gd name="T8" fmla="*/ 128 w 198"/>
              <a:gd name="T9" fmla="*/ 0 h 318"/>
              <a:gd name="T10" fmla="*/ 123 w 198"/>
              <a:gd name="T11" fmla="*/ 8 h 318"/>
              <a:gd name="T12" fmla="*/ 128 w 198"/>
              <a:gd name="T13" fmla="*/ 15 h 318"/>
              <a:gd name="T14" fmla="*/ 121 w 198"/>
              <a:gd name="T15" fmla="*/ 21 h 318"/>
              <a:gd name="T16" fmla="*/ 114 w 198"/>
              <a:gd name="T17" fmla="*/ 29 h 318"/>
              <a:gd name="T18" fmla="*/ 100 w 198"/>
              <a:gd name="T19" fmla="*/ 25 h 318"/>
              <a:gd name="T20" fmla="*/ 75 w 198"/>
              <a:gd name="T21" fmla="*/ 29 h 318"/>
              <a:gd name="T22" fmla="*/ 85 w 198"/>
              <a:gd name="T23" fmla="*/ 38 h 318"/>
              <a:gd name="T24" fmla="*/ 87 w 198"/>
              <a:gd name="T25" fmla="*/ 60 h 318"/>
              <a:gd name="T26" fmla="*/ 80 w 198"/>
              <a:gd name="T27" fmla="*/ 71 h 318"/>
              <a:gd name="T28" fmla="*/ 71 w 198"/>
              <a:gd name="T29" fmla="*/ 82 h 318"/>
              <a:gd name="T30" fmla="*/ 57 w 198"/>
              <a:gd name="T31" fmla="*/ 87 h 318"/>
              <a:gd name="T32" fmla="*/ 45 w 198"/>
              <a:gd name="T33" fmla="*/ 96 h 318"/>
              <a:gd name="T34" fmla="*/ 37 w 198"/>
              <a:gd name="T35" fmla="*/ 104 h 318"/>
              <a:gd name="T36" fmla="*/ 34 w 198"/>
              <a:gd name="T37" fmla="*/ 118 h 318"/>
              <a:gd name="T38" fmla="*/ 17 w 198"/>
              <a:gd name="T39" fmla="*/ 142 h 318"/>
              <a:gd name="T40" fmla="*/ 25 w 198"/>
              <a:gd name="T41" fmla="*/ 147 h 318"/>
              <a:gd name="T42" fmla="*/ 13 w 198"/>
              <a:gd name="T43" fmla="*/ 150 h 318"/>
              <a:gd name="T44" fmla="*/ 19 w 198"/>
              <a:gd name="T45" fmla="*/ 163 h 318"/>
              <a:gd name="T46" fmla="*/ 21 w 198"/>
              <a:gd name="T47" fmla="*/ 183 h 318"/>
              <a:gd name="T48" fmla="*/ 11 w 198"/>
              <a:gd name="T49" fmla="*/ 196 h 318"/>
              <a:gd name="T50" fmla="*/ 18 w 198"/>
              <a:gd name="T51" fmla="*/ 204 h 318"/>
              <a:gd name="T52" fmla="*/ 12 w 198"/>
              <a:gd name="T53" fmla="*/ 217 h 318"/>
              <a:gd name="T54" fmla="*/ 26 w 198"/>
              <a:gd name="T55" fmla="*/ 225 h 318"/>
              <a:gd name="T56" fmla="*/ 32 w 198"/>
              <a:gd name="T57" fmla="*/ 235 h 318"/>
              <a:gd name="T58" fmla="*/ 31 w 198"/>
              <a:gd name="T59" fmla="*/ 239 h 318"/>
              <a:gd name="T60" fmla="*/ 18 w 198"/>
              <a:gd name="T61" fmla="*/ 236 h 318"/>
              <a:gd name="T62" fmla="*/ 5 w 198"/>
              <a:gd name="T63" fmla="*/ 249 h 318"/>
              <a:gd name="T64" fmla="*/ 1 w 198"/>
              <a:gd name="T65" fmla="*/ 266 h 318"/>
              <a:gd name="T66" fmla="*/ 0 w 198"/>
              <a:gd name="T67" fmla="*/ 269 h 318"/>
              <a:gd name="T68" fmla="*/ 11 w 198"/>
              <a:gd name="T69" fmla="*/ 273 h 318"/>
              <a:gd name="T70" fmla="*/ 24 w 198"/>
              <a:gd name="T71" fmla="*/ 296 h 318"/>
              <a:gd name="T72" fmla="*/ 35 w 198"/>
              <a:gd name="T73" fmla="*/ 296 h 318"/>
              <a:gd name="T74" fmla="*/ 37 w 198"/>
              <a:gd name="T75" fmla="*/ 310 h 318"/>
              <a:gd name="T76" fmla="*/ 51 w 198"/>
              <a:gd name="T77" fmla="*/ 313 h 318"/>
              <a:gd name="T78" fmla="*/ 56 w 198"/>
              <a:gd name="T79" fmla="*/ 303 h 318"/>
              <a:gd name="T80" fmla="*/ 66 w 198"/>
              <a:gd name="T81" fmla="*/ 288 h 318"/>
              <a:gd name="T82" fmla="*/ 81 w 198"/>
              <a:gd name="T83" fmla="*/ 278 h 318"/>
              <a:gd name="T84" fmla="*/ 89 w 198"/>
              <a:gd name="T85" fmla="*/ 267 h 318"/>
              <a:gd name="T86" fmla="*/ 92 w 198"/>
              <a:gd name="T87" fmla="*/ 243 h 318"/>
              <a:gd name="T88" fmla="*/ 85 w 198"/>
              <a:gd name="T89" fmla="*/ 231 h 318"/>
              <a:gd name="T90" fmla="*/ 79 w 198"/>
              <a:gd name="T91" fmla="*/ 213 h 318"/>
              <a:gd name="T92" fmla="*/ 101 w 198"/>
              <a:gd name="T93" fmla="*/ 207 h 318"/>
              <a:gd name="T94" fmla="*/ 113 w 198"/>
              <a:gd name="T95" fmla="*/ 217 h 318"/>
              <a:gd name="T96" fmla="*/ 111 w 198"/>
              <a:gd name="T97" fmla="*/ 207 h 318"/>
              <a:gd name="T98" fmla="*/ 105 w 198"/>
              <a:gd name="T99" fmla="*/ 184 h 318"/>
              <a:gd name="T100" fmla="*/ 103 w 198"/>
              <a:gd name="T101" fmla="*/ 161 h 318"/>
              <a:gd name="T102" fmla="*/ 112 w 198"/>
              <a:gd name="T103" fmla="*/ 161 h 318"/>
              <a:gd name="T104" fmla="*/ 138 w 198"/>
              <a:gd name="T105" fmla="*/ 151 h 318"/>
              <a:gd name="T106" fmla="*/ 145 w 198"/>
              <a:gd name="T107" fmla="*/ 142 h 318"/>
              <a:gd name="T108" fmla="*/ 153 w 198"/>
              <a:gd name="T109" fmla="*/ 128 h 318"/>
              <a:gd name="T110" fmla="*/ 164 w 198"/>
              <a:gd name="T111" fmla="*/ 115 h 318"/>
              <a:gd name="T112" fmla="*/ 168 w 198"/>
              <a:gd name="T113" fmla="*/ 99 h 318"/>
              <a:gd name="T114" fmla="*/ 183 w 198"/>
              <a:gd name="T115" fmla="*/ 84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8" h="318">
                <a:moveTo>
                  <a:pt x="186" y="84"/>
                </a:moveTo>
                <a:cubicBezTo>
                  <a:pt x="187" y="82"/>
                  <a:pt x="188" y="79"/>
                  <a:pt x="191" y="77"/>
                </a:cubicBezTo>
                <a:cubicBezTo>
                  <a:pt x="193" y="75"/>
                  <a:pt x="196" y="76"/>
                  <a:pt x="196" y="72"/>
                </a:cubicBezTo>
                <a:cubicBezTo>
                  <a:pt x="197" y="70"/>
                  <a:pt x="197" y="67"/>
                  <a:pt x="198" y="65"/>
                </a:cubicBezTo>
                <a:cubicBezTo>
                  <a:pt x="195" y="64"/>
                  <a:pt x="191" y="65"/>
                  <a:pt x="189" y="62"/>
                </a:cubicBezTo>
                <a:cubicBezTo>
                  <a:pt x="188" y="61"/>
                  <a:pt x="188" y="58"/>
                  <a:pt x="185" y="58"/>
                </a:cubicBezTo>
                <a:cubicBezTo>
                  <a:pt x="185" y="56"/>
                  <a:pt x="186" y="49"/>
                  <a:pt x="182" y="49"/>
                </a:cubicBezTo>
                <a:cubicBezTo>
                  <a:pt x="181" y="44"/>
                  <a:pt x="186" y="38"/>
                  <a:pt x="181" y="34"/>
                </a:cubicBezTo>
                <a:cubicBezTo>
                  <a:pt x="180" y="33"/>
                  <a:pt x="177" y="35"/>
                  <a:pt x="175" y="34"/>
                </a:cubicBezTo>
                <a:cubicBezTo>
                  <a:pt x="174" y="33"/>
                  <a:pt x="174" y="31"/>
                  <a:pt x="174" y="29"/>
                </a:cubicBezTo>
                <a:cubicBezTo>
                  <a:pt x="171" y="30"/>
                  <a:pt x="171" y="27"/>
                  <a:pt x="170" y="26"/>
                </a:cubicBezTo>
                <a:cubicBezTo>
                  <a:pt x="170" y="24"/>
                  <a:pt x="169" y="22"/>
                  <a:pt x="167" y="21"/>
                </a:cubicBezTo>
                <a:cubicBezTo>
                  <a:pt x="163" y="19"/>
                  <a:pt x="161" y="18"/>
                  <a:pt x="161" y="13"/>
                </a:cubicBezTo>
                <a:cubicBezTo>
                  <a:pt x="161" y="10"/>
                  <a:pt x="157" y="9"/>
                  <a:pt x="154" y="9"/>
                </a:cubicBezTo>
                <a:cubicBezTo>
                  <a:pt x="128" y="0"/>
                  <a:pt x="128" y="0"/>
                  <a:pt x="128" y="0"/>
                </a:cubicBezTo>
                <a:cubicBezTo>
                  <a:pt x="128" y="1"/>
                  <a:pt x="128" y="1"/>
                  <a:pt x="128" y="1"/>
                </a:cubicBezTo>
                <a:cubicBezTo>
                  <a:pt x="127" y="4"/>
                  <a:pt x="125" y="5"/>
                  <a:pt x="125" y="8"/>
                </a:cubicBezTo>
                <a:cubicBezTo>
                  <a:pt x="124" y="8"/>
                  <a:pt x="124" y="8"/>
                  <a:pt x="123" y="8"/>
                </a:cubicBezTo>
                <a:cubicBezTo>
                  <a:pt x="123" y="8"/>
                  <a:pt x="123" y="9"/>
                  <a:pt x="123" y="10"/>
                </a:cubicBezTo>
                <a:cubicBezTo>
                  <a:pt x="124" y="10"/>
                  <a:pt x="126" y="11"/>
                  <a:pt x="126" y="12"/>
                </a:cubicBezTo>
                <a:cubicBezTo>
                  <a:pt x="127" y="14"/>
                  <a:pt x="126" y="16"/>
                  <a:pt x="128" y="15"/>
                </a:cubicBezTo>
                <a:cubicBezTo>
                  <a:pt x="128" y="16"/>
                  <a:pt x="128" y="16"/>
                  <a:pt x="128" y="16"/>
                </a:cubicBezTo>
                <a:cubicBezTo>
                  <a:pt x="127" y="17"/>
                  <a:pt x="127" y="19"/>
                  <a:pt x="125" y="19"/>
                </a:cubicBezTo>
                <a:cubicBezTo>
                  <a:pt x="123" y="20"/>
                  <a:pt x="121" y="19"/>
                  <a:pt x="121" y="21"/>
                </a:cubicBezTo>
                <a:cubicBezTo>
                  <a:pt x="121" y="22"/>
                  <a:pt x="121" y="24"/>
                  <a:pt x="120" y="25"/>
                </a:cubicBezTo>
                <a:cubicBezTo>
                  <a:pt x="118" y="25"/>
                  <a:pt x="117" y="24"/>
                  <a:pt x="116" y="24"/>
                </a:cubicBezTo>
                <a:cubicBezTo>
                  <a:pt x="115" y="25"/>
                  <a:pt x="116" y="28"/>
                  <a:pt x="114" y="29"/>
                </a:cubicBezTo>
                <a:cubicBezTo>
                  <a:pt x="113" y="29"/>
                  <a:pt x="113" y="27"/>
                  <a:pt x="112" y="26"/>
                </a:cubicBezTo>
                <a:cubicBezTo>
                  <a:pt x="110" y="25"/>
                  <a:pt x="108" y="26"/>
                  <a:pt x="107" y="26"/>
                </a:cubicBezTo>
                <a:cubicBezTo>
                  <a:pt x="107" y="23"/>
                  <a:pt x="102" y="25"/>
                  <a:pt x="100" y="25"/>
                </a:cubicBezTo>
                <a:cubicBezTo>
                  <a:pt x="101" y="21"/>
                  <a:pt x="82" y="23"/>
                  <a:pt x="79" y="23"/>
                </a:cubicBezTo>
                <a:cubicBezTo>
                  <a:pt x="80" y="16"/>
                  <a:pt x="69" y="20"/>
                  <a:pt x="73" y="23"/>
                </a:cubicBezTo>
                <a:cubicBezTo>
                  <a:pt x="75" y="25"/>
                  <a:pt x="79" y="26"/>
                  <a:pt x="75" y="29"/>
                </a:cubicBezTo>
                <a:cubicBezTo>
                  <a:pt x="72" y="32"/>
                  <a:pt x="69" y="34"/>
                  <a:pt x="73" y="38"/>
                </a:cubicBezTo>
                <a:cubicBezTo>
                  <a:pt x="75" y="40"/>
                  <a:pt x="78" y="36"/>
                  <a:pt x="80" y="37"/>
                </a:cubicBezTo>
                <a:cubicBezTo>
                  <a:pt x="82" y="38"/>
                  <a:pt x="84" y="41"/>
                  <a:pt x="85" y="38"/>
                </a:cubicBezTo>
                <a:cubicBezTo>
                  <a:pt x="87" y="39"/>
                  <a:pt x="88" y="41"/>
                  <a:pt x="88" y="42"/>
                </a:cubicBezTo>
                <a:cubicBezTo>
                  <a:pt x="92" y="42"/>
                  <a:pt x="96" y="49"/>
                  <a:pt x="97" y="52"/>
                </a:cubicBezTo>
                <a:cubicBezTo>
                  <a:pt x="98" y="60"/>
                  <a:pt x="93" y="60"/>
                  <a:pt x="87" y="60"/>
                </a:cubicBezTo>
                <a:cubicBezTo>
                  <a:pt x="87" y="62"/>
                  <a:pt x="86" y="62"/>
                  <a:pt x="84" y="63"/>
                </a:cubicBezTo>
                <a:cubicBezTo>
                  <a:pt x="83" y="64"/>
                  <a:pt x="83" y="66"/>
                  <a:pt x="83" y="68"/>
                </a:cubicBezTo>
                <a:cubicBezTo>
                  <a:pt x="83" y="70"/>
                  <a:pt x="81" y="70"/>
                  <a:pt x="80" y="71"/>
                </a:cubicBezTo>
                <a:cubicBezTo>
                  <a:pt x="78" y="73"/>
                  <a:pt x="79" y="74"/>
                  <a:pt x="78" y="76"/>
                </a:cubicBezTo>
                <a:cubicBezTo>
                  <a:pt x="78" y="78"/>
                  <a:pt x="76" y="78"/>
                  <a:pt x="74" y="79"/>
                </a:cubicBezTo>
                <a:cubicBezTo>
                  <a:pt x="72" y="80"/>
                  <a:pt x="72" y="81"/>
                  <a:pt x="71" y="82"/>
                </a:cubicBezTo>
                <a:cubicBezTo>
                  <a:pt x="70" y="84"/>
                  <a:pt x="64" y="83"/>
                  <a:pt x="64" y="87"/>
                </a:cubicBezTo>
                <a:cubicBezTo>
                  <a:pt x="62" y="87"/>
                  <a:pt x="61" y="86"/>
                  <a:pt x="60" y="86"/>
                </a:cubicBezTo>
                <a:cubicBezTo>
                  <a:pt x="58" y="86"/>
                  <a:pt x="58" y="86"/>
                  <a:pt x="57" y="87"/>
                </a:cubicBezTo>
                <a:cubicBezTo>
                  <a:pt x="54" y="88"/>
                  <a:pt x="51" y="87"/>
                  <a:pt x="48" y="87"/>
                </a:cubicBezTo>
                <a:cubicBezTo>
                  <a:pt x="48" y="90"/>
                  <a:pt x="48" y="93"/>
                  <a:pt x="48" y="96"/>
                </a:cubicBezTo>
                <a:cubicBezTo>
                  <a:pt x="47" y="96"/>
                  <a:pt x="46" y="96"/>
                  <a:pt x="45" y="96"/>
                </a:cubicBezTo>
                <a:cubicBezTo>
                  <a:pt x="44" y="97"/>
                  <a:pt x="41" y="101"/>
                  <a:pt x="43" y="102"/>
                </a:cubicBezTo>
                <a:cubicBezTo>
                  <a:pt x="43" y="103"/>
                  <a:pt x="43" y="104"/>
                  <a:pt x="43" y="105"/>
                </a:cubicBezTo>
                <a:cubicBezTo>
                  <a:pt x="41" y="106"/>
                  <a:pt x="40" y="104"/>
                  <a:pt x="37" y="104"/>
                </a:cubicBezTo>
                <a:cubicBezTo>
                  <a:pt x="37" y="106"/>
                  <a:pt x="37" y="108"/>
                  <a:pt x="37" y="110"/>
                </a:cubicBezTo>
                <a:cubicBezTo>
                  <a:pt x="35" y="111"/>
                  <a:pt x="33" y="110"/>
                  <a:pt x="33" y="112"/>
                </a:cubicBezTo>
                <a:cubicBezTo>
                  <a:pt x="33" y="114"/>
                  <a:pt x="34" y="116"/>
                  <a:pt x="34" y="118"/>
                </a:cubicBezTo>
                <a:cubicBezTo>
                  <a:pt x="35" y="121"/>
                  <a:pt x="33" y="124"/>
                  <a:pt x="29" y="124"/>
                </a:cubicBezTo>
                <a:cubicBezTo>
                  <a:pt x="29" y="129"/>
                  <a:pt x="32" y="140"/>
                  <a:pt x="24" y="141"/>
                </a:cubicBezTo>
                <a:cubicBezTo>
                  <a:pt x="17" y="142"/>
                  <a:pt x="17" y="142"/>
                  <a:pt x="17" y="142"/>
                </a:cubicBezTo>
                <a:cubicBezTo>
                  <a:pt x="15" y="141"/>
                  <a:pt x="14" y="140"/>
                  <a:pt x="13" y="139"/>
                </a:cubicBezTo>
                <a:cubicBezTo>
                  <a:pt x="14" y="141"/>
                  <a:pt x="16" y="142"/>
                  <a:pt x="19" y="142"/>
                </a:cubicBezTo>
                <a:cubicBezTo>
                  <a:pt x="22" y="143"/>
                  <a:pt x="26" y="143"/>
                  <a:pt x="25" y="147"/>
                </a:cubicBezTo>
                <a:cubicBezTo>
                  <a:pt x="24" y="149"/>
                  <a:pt x="22" y="150"/>
                  <a:pt x="21" y="150"/>
                </a:cubicBezTo>
                <a:cubicBezTo>
                  <a:pt x="19" y="150"/>
                  <a:pt x="18" y="153"/>
                  <a:pt x="16" y="152"/>
                </a:cubicBezTo>
                <a:cubicBezTo>
                  <a:pt x="16" y="150"/>
                  <a:pt x="15" y="150"/>
                  <a:pt x="13" y="150"/>
                </a:cubicBezTo>
                <a:cubicBezTo>
                  <a:pt x="13" y="152"/>
                  <a:pt x="14" y="153"/>
                  <a:pt x="14" y="154"/>
                </a:cubicBezTo>
                <a:cubicBezTo>
                  <a:pt x="14" y="156"/>
                  <a:pt x="14" y="158"/>
                  <a:pt x="14" y="160"/>
                </a:cubicBezTo>
                <a:cubicBezTo>
                  <a:pt x="15" y="162"/>
                  <a:pt x="18" y="161"/>
                  <a:pt x="19" y="163"/>
                </a:cubicBezTo>
                <a:cubicBezTo>
                  <a:pt x="23" y="168"/>
                  <a:pt x="16" y="173"/>
                  <a:pt x="17" y="178"/>
                </a:cubicBezTo>
                <a:cubicBezTo>
                  <a:pt x="18" y="179"/>
                  <a:pt x="20" y="177"/>
                  <a:pt x="22" y="177"/>
                </a:cubicBezTo>
                <a:cubicBezTo>
                  <a:pt x="22" y="179"/>
                  <a:pt x="21" y="181"/>
                  <a:pt x="21" y="183"/>
                </a:cubicBezTo>
                <a:cubicBezTo>
                  <a:pt x="21" y="185"/>
                  <a:pt x="21" y="188"/>
                  <a:pt x="20" y="190"/>
                </a:cubicBezTo>
                <a:cubicBezTo>
                  <a:pt x="20" y="191"/>
                  <a:pt x="13" y="194"/>
                  <a:pt x="13" y="192"/>
                </a:cubicBezTo>
                <a:cubicBezTo>
                  <a:pt x="13" y="194"/>
                  <a:pt x="12" y="194"/>
                  <a:pt x="11" y="196"/>
                </a:cubicBezTo>
                <a:cubicBezTo>
                  <a:pt x="11" y="197"/>
                  <a:pt x="11" y="198"/>
                  <a:pt x="11" y="200"/>
                </a:cubicBezTo>
                <a:cubicBezTo>
                  <a:pt x="12" y="200"/>
                  <a:pt x="13" y="199"/>
                  <a:pt x="14" y="198"/>
                </a:cubicBezTo>
                <a:cubicBezTo>
                  <a:pt x="16" y="200"/>
                  <a:pt x="18" y="201"/>
                  <a:pt x="18" y="204"/>
                </a:cubicBezTo>
                <a:cubicBezTo>
                  <a:pt x="17" y="208"/>
                  <a:pt x="17" y="209"/>
                  <a:pt x="13" y="209"/>
                </a:cubicBezTo>
                <a:cubicBezTo>
                  <a:pt x="12" y="210"/>
                  <a:pt x="14" y="211"/>
                  <a:pt x="14" y="213"/>
                </a:cubicBezTo>
                <a:cubicBezTo>
                  <a:pt x="13" y="215"/>
                  <a:pt x="11" y="215"/>
                  <a:pt x="12" y="217"/>
                </a:cubicBezTo>
                <a:cubicBezTo>
                  <a:pt x="14" y="216"/>
                  <a:pt x="16" y="213"/>
                  <a:pt x="19" y="215"/>
                </a:cubicBezTo>
                <a:cubicBezTo>
                  <a:pt x="21" y="216"/>
                  <a:pt x="20" y="219"/>
                  <a:pt x="22" y="220"/>
                </a:cubicBezTo>
                <a:cubicBezTo>
                  <a:pt x="23" y="223"/>
                  <a:pt x="22" y="225"/>
                  <a:pt x="26" y="225"/>
                </a:cubicBezTo>
                <a:cubicBezTo>
                  <a:pt x="26" y="226"/>
                  <a:pt x="26" y="227"/>
                  <a:pt x="26" y="227"/>
                </a:cubicBezTo>
                <a:cubicBezTo>
                  <a:pt x="29" y="228"/>
                  <a:pt x="33" y="227"/>
                  <a:pt x="34" y="230"/>
                </a:cubicBezTo>
                <a:cubicBezTo>
                  <a:pt x="35" y="232"/>
                  <a:pt x="31" y="233"/>
                  <a:pt x="32" y="235"/>
                </a:cubicBezTo>
                <a:cubicBezTo>
                  <a:pt x="33" y="235"/>
                  <a:pt x="33" y="235"/>
                  <a:pt x="33" y="235"/>
                </a:cubicBezTo>
                <a:cubicBezTo>
                  <a:pt x="33" y="236"/>
                  <a:pt x="31" y="237"/>
                  <a:pt x="32" y="238"/>
                </a:cubicBezTo>
                <a:cubicBezTo>
                  <a:pt x="31" y="239"/>
                  <a:pt x="31" y="238"/>
                  <a:pt x="31" y="239"/>
                </a:cubicBezTo>
                <a:cubicBezTo>
                  <a:pt x="29" y="240"/>
                  <a:pt x="29" y="240"/>
                  <a:pt x="28" y="241"/>
                </a:cubicBezTo>
                <a:cubicBezTo>
                  <a:pt x="26" y="241"/>
                  <a:pt x="24" y="241"/>
                  <a:pt x="22" y="240"/>
                </a:cubicBezTo>
                <a:cubicBezTo>
                  <a:pt x="20" y="240"/>
                  <a:pt x="19" y="237"/>
                  <a:pt x="18" y="236"/>
                </a:cubicBezTo>
                <a:cubicBezTo>
                  <a:pt x="16" y="235"/>
                  <a:pt x="11" y="243"/>
                  <a:pt x="8" y="242"/>
                </a:cubicBezTo>
                <a:cubicBezTo>
                  <a:pt x="8" y="243"/>
                  <a:pt x="8" y="243"/>
                  <a:pt x="8" y="243"/>
                </a:cubicBezTo>
                <a:cubicBezTo>
                  <a:pt x="5" y="244"/>
                  <a:pt x="8" y="248"/>
                  <a:pt x="5" y="249"/>
                </a:cubicBezTo>
                <a:cubicBezTo>
                  <a:pt x="2" y="249"/>
                  <a:pt x="3" y="255"/>
                  <a:pt x="4" y="256"/>
                </a:cubicBezTo>
                <a:cubicBezTo>
                  <a:pt x="5" y="258"/>
                  <a:pt x="10" y="260"/>
                  <a:pt x="6" y="262"/>
                </a:cubicBezTo>
                <a:cubicBezTo>
                  <a:pt x="4" y="263"/>
                  <a:pt x="0" y="262"/>
                  <a:pt x="1" y="266"/>
                </a:cubicBezTo>
                <a:cubicBezTo>
                  <a:pt x="2" y="266"/>
                  <a:pt x="3" y="267"/>
                  <a:pt x="3" y="267"/>
                </a:cubicBezTo>
                <a:cubicBezTo>
                  <a:pt x="2" y="268"/>
                  <a:pt x="1" y="268"/>
                  <a:pt x="1" y="268"/>
                </a:cubicBezTo>
                <a:cubicBezTo>
                  <a:pt x="0" y="269"/>
                  <a:pt x="0" y="269"/>
                  <a:pt x="0" y="269"/>
                </a:cubicBezTo>
                <a:cubicBezTo>
                  <a:pt x="1" y="269"/>
                  <a:pt x="2" y="268"/>
                  <a:pt x="3" y="269"/>
                </a:cubicBezTo>
                <a:cubicBezTo>
                  <a:pt x="4" y="270"/>
                  <a:pt x="4" y="271"/>
                  <a:pt x="5" y="272"/>
                </a:cubicBezTo>
                <a:cubicBezTo>
                  <a:pt x="6" y="273"/>
                  <a:pt x="10" y="274"/>
                  <a:pt x="11" y="273"/>
                </a:cubicBezTo>
                <a:cubicBezTo>
                  <a:pt x="14" y="269"/>
                  <a:pt x="21" y="280"/>
                  <a:pt x="22" y="282"/>
                </a:cubicBezTo>
                <a:cubicBezTo>
                  <a:pt x="23" y="285"/>
                  <a:pt x="24" y="287"/>
                  <a:pt x="25" y="290"/>
                </a:cubicBezTo>
                <a:cubicBezTo>
                  <a:pt x="26" y="292"/>
                  <a:pt x="23" y="293"/>
                  <a:pt x="24" y="296"/>
                </a:cubicBezTo>
                <a:cubicBezTo>
                  <a:pt x="26" y="297"/>
                  <a:pt x="28" y="294"/>
                  <a:pt x="31" y="294"/>
                </a:cubicBezTo>
                <a:cubicBezTo>
                  <a:pt x="31" y="295"/>
                  <a:pt x="31" y="296"/>
                  <a:pt x="31" y="297"/>
                </a:cubicBezTo>
                <a:cubicBezTo>
                  <a:pt x="33" y="298"/>
                  <a:pt x="33" y="296"/>
                  <a:pt x="35" y="296"/>
                </a:cubicBezTo>
                <a:cubicBezTo>
                  <a:pt x="35" y="297"/>
                  <a:pt x="35" y="297"/>
                  <a:pt x="35" y="297"/>
                </a:cubicBezTo>
                <a:cubicBezTo>
                  <a:pt x="36" y="298"/>
                  <a:pt x="33" y="300"/>
                  <a:pt x="35" y="302"/>
                </a:cubicBezTo>
                <a:cubicBezTo>
                  <a:pt x="37" y="304"/>
                  <a:pt x="37" y="307"/>
                  <a:pt x="37" y="310"/>
                </a:cubicBezTo>
                <a:cubicBezTo>
                  <a:pt x="36" y="318"/>
                  <a:pt x="40" y="312"/>
                  <a:pt x="45" y="312"/>
                </a:cubicBezTo>
                <a:cubicBezTo>
                  <a:pt x="47" y="312"/>
                  <a:pt x="49" y="314"/>
                  <a:pt x="51" y="313"/>
                </a:cubicBezTo>
                <a:cubicBezTo>
                  <a:pt x="51" y="313"/>
                  <a:pt x="51" y="313"/>
                  <a:pt x="51" y="313"/>
                </a:cubicBezTo>
                <a:cubicBezTo>
                  <a:pt x="51" y="313"/>
                  <a:pt x="51" y="313"/>
                  <a:pt x="51" y="313"/>
                </a:cubicBezTo>
                <a:cubicBezTo>
                  <a:pt x="51" y="313"/>
                  <a:pt x="51" y="312"/>
                  <a:pt x="51" y="311"/>
                </a:cubicBezTo>
                <a:cubicBezTo>
                  <a:pt x="52" y="308"/>
                  <a:pt x="54" y="306"/>
                  <a:pt x="56" y="303"/>
                </a:cubicBezTo>
                <a:cubicBezTo>
                  <a:pt x="58" y="300"/>
                  <a:pt x="58" y="296"/>
                  <a:pt x="59" y="293"/>
                </a:cubicBezTo>
                <a:cubicBezTo>
                  <a:pt x="61" y="292"/>
                  <a:pt x="62" y="291"/>
                  <a:pt x="64" y="289"/>
                </a:cubicBezTo>
                <a:cubicBezTo>
                  <a:pt x="65" y="289"/>
                  <a:pt x="65" y="288"/>
                  <a:pt x="66" y="288"/>
                </a:cubicBezTo>
                <a:cubicBezTo>
                  <a:pt x="67" y="288"/>
                  <a:pt x="69" y="289"/>
                  <a:pt x="70" y="288"/>
                </a:cubicBezTo>
                <a:cubicBezTo>
                  <a:pt x="73" y="286"/>
                  <a:pt x="74" y="281"/>
                  <a:pt x="76" y="278"/>
                </a:cubicBezTo>
                <a:cubicBezTo>
                  <a:pt x="78" y="278"/>
                  <a:pt x="79" y="278"/>
                  <a:pt x="81" y="278"/>
                </a:cubicBezTo>
                <a:cubicBezTo>
                  <a:pt x="81" y="274"/>
                  <a:pt x="81" y="273"/>
                  <a:pt x="78" y="271"/>
                </a:cubicBezTo>
                <a:cubicBezTo>
                  <a:pt x="79" y="271"/>
                  <a:pt x="82" y="271"/>
                  <a:pt x="84" y="271"/>
                </a:cubicBezTo>
                <a:cubicBezTo>
                  <a:pt x="84" y="268"/>
                  <a:pt x="87" y="269"/>
                  <a:pt x="89" y="267"/>
                </a:cubicBezTo>
                <a:cubicBezTo>
                  <a:pt x="91" y="266"/>
                  <a:pt x="91" y="262"/>
                  <a:pt x="91" y="260"/>
                </a:cubicBezTo>
                <a:cubicBezTo>
                  <a:pt x="92" y="260"/>
                  <a:pt x="93" y="260"/>
                  <a:pt x="94" y="260"/>
                </a:cubicBezTo>
                <a:cubicBezTo>
                  <a:pt x="95" y="254"/>
                  <a:pt x="92" y="248"/>
                  <a:pt x="92" y="243"/>
                </a:cubicBezTo>
                <a:cubicBezTo>
                  <a:pt x="92" y="240"/>
                  <a:pt x="93" y="237"/>
                  <a:pt x="92" y="235"/>
                </a:cubicBezTo>
                <a:cubicBezTo>
                  <a:pt x="91" y="233"/>
                  <a:pt x="89" y="233"/>
                  <a:pt x="88" y="231"/>
                </a:cubicBezTo>
                <a:cubicBezTo>
                  <a:pt x="88" y="231"/>
                  <a:pt x="86" y="230"/>
                  <a:pt x="85" y="231"/>
                </a:cubicBezTo>
                <a:cubicBezTo>
                  <a:pt x="85" y="226"/>
                  <a:pt x="90" y="222"/>
                  <a:pt x="88" y="218"/>
                </a:cubicBezTo>
                <a:cubicBezTo>
                  <a:pt x="87" y="215"/>
                  <a:pt x="83" y="217"/>
                  <a:pt x="83" y="213"/>
                </a:cubicBezTo>
                <a:cubicBezTo>
                  <a:pt x="82" y="213"/>
                  <a:pt x="80" y="214"/>
                  <a:pt x="79" y="213"/>
                </a:cubicBezTo>
                <a:cubicBezTo>
                  <a:pt x="77" y="209"/>
                  <a:pt x="80" y="206"/>
                  <a:pt x="80" y="202"/>
                </a:cubicBezTo>
                <a:cubicBezTo>
                  <a:pt x="82" y="202"/>
                  <a:pt x="86" y="201"/>
                  <a:pt x="86" y="204"/>
                </a:cubicBezTo>
                <a:cubicBezTo>
                  <a:pt x="91" y="205"/>
                  <a:pt x="97" y="204"/>
                  <a:pt x="101" y="207"/>
                </a:cubicBezTo>
                <a:cubicBezTo>
                  <a:pt x="101" y="209"/>
                  <a:pt x="99" y="215"/>
                  <a:pt x="103" y="214"/>
                </a:cubicBezTo>
                <a:cubicBezTo>
                  <a:pt x="103" y="210"/>
                  <a:pt x="111" y="211"/>
                  <a:pt x="113" y="212"/>
                </a:cubicBezTo>
                <a:cubicBezTo>
                  <a:pt x="114" y="214"/>
                  <a:pt x="113" y="216"/>
                  <a:pt x="113" y="217"/>
                </a:cubicBezTo>
                <a:cubicBezTo>
                  <a:pt x="116" y="218"/>
                  <a:pt x="117" y="216"/>
                  <a:pt x="118" y="215"/>
                </a:cubicBezTo>
                <a:cubicBezTo>
                  <a:pt x="119" y="212"/>
                  <a:pt x="120" y="209"/>
                  <a:pt x="118" y="207"/>
                </a:cubicBezTo>
                <a:cubicBezTo>
                  <a:pt x="118" y="207"/>
                  <a:pt x="112" y="207"/>
                  <a:pt x="111" y="207"/>
                </a:cubicBezTo>
                <a:cubicBezTo>
                  <a:pt x="109" y="207"/>
                  <a:pt x="105" y="207"/>
                  <a:pt x="104" y="204"/>
                </a:cubicBezTo>
                <a:cubicBezTo>
                  <a:pt x="104" y="202"/>
                  <a:pt x="105" y="199"/>
                  <a:pt x="105" y="197"/>
                </a:cubicBezTo>
                <a:cubicBezTo>
                  <a:pt x="106" y="193"/>
                  <a:pt x="108" y="188"/>
                  <a:pt x="105" y="184"/>
                </a:cubicBezTo>
                <a:cubicBezTo>
                  <a:pt x="105" y="183"/>
                  <a:pt x="103" y="184"/>
                  <a:pt x="103" y="182"/>
                </a:cubicBezTo>
                <a:cubicBezTo>
                  <a:pt x="103" y="180"/>
                  <a:pt x="103" y="178"/>
                  <a:pt x="103" y="177"/>
                </a:cubicBezTo>
                <a:cubicBezTo>
                  <a:pt x="103" y="172"/>
                  <a:pt x="103" y="167"/>
                  <a:pt x="103" y="161"/>
                </a:cubicBezTo>
                <a:cubicBezTo>
                  <a:pt x="104" y="161"/>
                  <a:pt x="105" y="162"/>
                  <a:pt x="106" y="162"/>
                </a:cubicBezTo>
                <a:cubicBezTo>
                  <a:pt x="106" y="164"/>
                  <a:pt x="107" y="166"/>
                  <a:pt x="109" y="166"/>
                </a:cubicBezTo>
                <a:cubicBezTo>
                  <a:pt x="111" y="165"/>
                  <a:pt x="112" y="163"/>
                  <a:pt x="112" y="161"/>
                </a:cubicBezTo>
                <a:cubicBezTo>
                  <a:pt x="114" y="158"/>
                  <a:pt x="116" y="154"/>
                  <a:pt x="116" y="149"/>
                </a:cubicBezTo>
                <a:cubicBezTo>
                  <a:pt x="121" y="149"/>
                  <a:pt x="126" y="150"/>
                  <a:pt x="132" y="150"/>
                </a:cubicBezTo>
                <a:cubicBezTo>
                  <a:pt x="133" y="150"/>
                  <a:pt x="136" y="149"/>
                  <a:pt x="138" y="151"/>
                </a:cubicBezTo>
                <a:cubicBezTo>
                  <a:pt x="139" y="152"/>
                  <a:pt x="141" y="152"/>
                  <a:pt x="143" y="152"/>
                </a:cubicBezTo>
                <a:cubicBezTo>
                  <a:pt x="143" y="150"/>
                  <a:pt x="144" y="149"/>
                  <a:pt x="145" y="147"/>
                </a:cubicBezTo>
                <a:cubicBezTo>
                  <a:pt x="145" y="146"/>
                  <a:pt x="145" y="144"/>
                  <a:pt x="145" y="142"/>
                </a:cubicBezTo>
                <a:cubicBezTo>
                  <a:pt x="147" y="140"/>
                  <a:pt x="152" y="141"/>
                  <a:pt x="154" y="141"/>
                </a:cubicBezTo>
                <a:cubicBezTo>
                  <a:pt x="155" y="139"/>
                  <a:pt x="152" y="138"/>
                  <a:pt x="152" y="136"/>
                </a:cubicBezTo>
                <a:cubicBezTo>
                  <a:pt x="152" y="134"/>
                  <a:pt x="152" y="130"/>
                  <a:pt x="153" y="128"/>
                </a:cubicBezTo>
                <a:cubicBezTo>
                  <a:pt x="154" y="127"/>
                  <a:pt x="157" y="127"/>
                  <a:pt x="157" y="125"/>
                </a:cubicBezTo>
                <a:cubicBezTo>
                  <a:pt x="157" y="124"/>
                  <a:pt x="156" y="122"/>
                  <a:pt x="158" y="122"/>
                </a:cubicBezTo>
                <a:cubicBezTo>
                  <a:pt x="159" y="118"/>
                  <a:pt x="161" y="117"/>
                  <a:pt x="164" y="115"/>
                </a:cubicBezTo>
                <a:cubicBezTo>
                  <a:pt x="163" y="112"/>
                  <a:pt x="159" y="111"/>
                  <a:pt x="161" y="107"/>
                </a:cubicBezTo>
                <a:cubicBezTo>
                  <a:pt x="162" y="105"/>
                  <a:pt x="164" y="107"/>
                  <a:pt x="164" y="104"/>
                </a:cubicBezTo>
                <a:cubicBezTo>
                  <a:pt x="164" y="102"/>
                  <a:pt x="167" y="100"/>
                  <a:pt x="168" y="99"/>
                </a:cubicBezTo>
                <a:cubicBezTo>
                  <a:pt x="171" y="97"/>
                  <a:pt x="176" y="94"/>
                  <a:pt x="179" y="93"/>
                </a:cubicBezTo>
                <a:cubicBezTo>
                  <a:pt x="185" y="92"/>
                  <a:pt x="184" y="90"/>
                  <a:pt x="184" y="85"/>
                </a:cubicBezTo>
                <a:cubicBezTo>
                  <a:pt x="183" y="84"/>
                  <a:pt x="183" y="84"/>
                  <a:pt x="183" y="84"/>
                </a:cubicBezTo>
                <a:cubicBezTo>
                  <a:pt x="184" y="84"/>
                  <a:pt x="185" y="84"/>
                  <a:pt x="186" y="8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7" name="Freeform 442">
            <a:extLst>
              <a:ext uri="{FF2B5EF4-FFF2-40B4-BE49-F238E27FC236}">
                <a16:creationId xmlns:a16="http://schemas.microsoft.com/office/drawing/2014/main" id="{1D56AC17-C535-4A25-9622-3160EAC40796}"/>
              </a:ext>
            </a:extLst>
          </p:cNvPr>
          <p:cNvSpPr>
            <a:spLocks/>
          </p:cNvSpPr>
          <p:nvPr/>
        </p:nvSpPr>
        <p:spPr bwMode="auto">
          <a:xfrm>
            <a:off x="4058721" y="3249433"/>
            <a:ext cx="649653" cy="425693"/>
          </a:xfrm>
          <a:custGeom>
            <a:avLst/>
            <a:gdLst>
              <a:gd name="T0" fmla="*/ 13 w 286"/>
              <a:gd name="T1" fmla="*/ 76 h 194"/>
              <a:gd name="T2" fmla="*/ 12 w 286"/>
              <a:gd name="T3" fmla="*/ 92 h 194"/>
              <a:gd name="T4" fmla="*/ 2 w 286"/>
              <a:gd name="T5" fmla="*/ 104 h 194"/>
              <a:gd name="T6" fmla="*/ 3 w 286"/>
              <a:gd name="T7" fmla="*/ 129 h 194"/>
              <a:gd name="T8" fmla="*/ 15 w 286"/>
              <a:gd name="T9" fmla="*/ 124 h 194"/>
              <a:gd name="T10" fmla="*/ 32 w 286"/>
              <a:gd name="T11" fmla="*/ 113 h 194"/>
              <a:gd name="T12" fmla="*/ 53 w 286"/>
              <a:gd name="T13" fmla="*/ 114 h 194"/>
              <a:gd name="T14" fmla="*/ 70 w 286"/>
              <a:gd name="T15" fmla="*/ 120 h 194"/>
              <a:gd name="T16" fmla="*/ 80 w 286"/>
              <a:gd name="T17" fmla="*/ 123 h 194"/>
              <a:gd name="T18" fmla="*/ 90 w 286"/>
              <a:gd name="T19" fmla="*/ 113 h 194"/>
              <a:gd name="T20" fmla="*/ 101 w 286"/>
              <a:gd name="T21" fmla="*/ 110 h 194"/>
              <a:gd name="T22" fmla="*/ 124 w 286"/>
              <a:gd name="T23" fmla="*/ 106 h 194"/>
              <a:gd name="T24" fmla="*/ 121 w 286"/>
              <a:gd name="T25" fmla="*/ 122 h 194"/>
              <a:gd name="T26" fmla="*/ 143 w 286"/>
              <a:gd name="T27" fmla="*/ 125 h 194"/>
              <a:gd name="T28" fmla="*/ 145 w 286"/>
              <a:gd name="T29" fmla="*/ 144 h 194"/>
              <a:gd name="T30" fmla="*/ 118 w 286"/>
              <a:gd name="T31" fmla="*/ 158 h 194"/>
              <a:gd name="T32" fmla="*/ 122 w 286"/>
              <a:gd name="T33" fmla="*/ 181 h 194"/>
              <a:gd name="T34" fmla="*/ 132 w 286"/>
              <a:gd name="T35" fmla="*/ 194 h 194"/>
              <a:gd name="T36" fmla="*/ 141 w 286"/>
              <a:gd name="T37" fmla="*/ 185 h 194"/>
              <a:gd name="T38" fmla="*/ 154 w 286"/>
              <a:gd name="T39" fmla="*/ 180 h 194"/>
              <a:gd name="T40" fmla="*/ 162 w 286"/>
              <a:gd name="T41" fmla="*/ 159 h 194"/>
              <a:gd name="T42" fmla="*/ 170 w 286"/>
              <a:gd name="T43" fmla="*/ 148 h 194"/>
              <a:gd name="T44" fmla="*/ 178 w 286"/>
              <a:gd name="T45" fmla="*/ 137 h 194"/>
              <a:gd name="T46" fmla="*/ 171 w 286"/>
              <a:gd name="T47" fmla="*/ 123 h 194"/>
              <a:gd name="T48" fmla="*/ 186 w 286"/>
              <a:gd name="T49" fmla="*/ 109 h 194"/>
              <a:gd name="T50" fmla="*/ 194 w 286"/>
              <a:gd name="T51" fmla="*/ 109 h 194"/>
              <a:gd name="T52" fmla="*/ 203 w 286"/>
              <a:gd name="T53" fmla="*/ 86 h 194"/>
              <a:gd name="T54" fmla="*/ 212 w 286"/>
              <a:gd name="T55" fmla="*/ 79 h 194"/>
              <a:gd name="T56" fmla="*/ 219 w 286"/>
              <a:gd name="T57" fmla="*/ 72 h 194"/>
              <a:gd name="T58" fmla="*/ 238 w 286"/>
              <a:gd name="T59" fmla="*/ 55 h 194"/>
              <a:gd name="T60" fmla="*/ 249 w 286"/>
              <a:gd name="T61" fmla="*/ 49 h 194"/>
              <a:gd name="T62" fmla="*/ 256 w 286"/>
              <a:gd name="T63" fmla="*/ 46 h 194"/>
              <a:gd name="T64" fmla="*/ 265 w 286"/>
              <a:gd name="T65" fmla="*/ 36 h 194"/>
              <a:gd name="T66" fmla="*/ 285 w 286"/>
              <a:gd name="T67" fmla="*/ 30 h 194"/>
              <a:gd name="T68" fmla="*/ 278 w 286"/>
              <a:gd name="T69" fmla="*/ 24 h 194"/>
              <a:gd name="T70" fmla="*/ 277 w 286"/>
              <a:gd name="T71" fmla="*/ 7 h 194"/>
              <a:gd name="T72" fmla="*/ 269 w 286"/>
              <a:gd name="T73" fmla="*/ 2 h 194"/>
              <a:gd name="T74" fmla="*/ 256 w 286"/>
              <a:gd name="T75" fmla="*/ 7 h 194"/>
              <a:gd name="T76" fmla="*/ 248 w 286"/>
              <a:gd name="T77" fmla="*/ 10 h 194"/>
              <a:gd name="T78" fmla="*/ 239 w 286"/>
              <a:gd name="T79" fmla="*/ 13 h 194"/>
              <a:gd name="T80" fmla="*/ 233 w 286"/>
              <a:gd name="T81" fmla="*/ 17 h 194"/>
              <a:gd name="T82" fmla="*/ 229 w 286"/>
              <a:gd name="T83" fmla="*/ 19 h 194"/>
              <a:gd name="T84" fmla="*/ 215 w 286"/>
              <a:gd name="T85" fmla="*/ 25 h 194"/>
              <a:gd name="T86" fmla="*/ 203 w 286"/>
              <a:gd name="T87" fmla="*/ 25 h 194"/>
              <a:gd name="T88" fmla="*/ 203 w 286"/>
              <a:gd name="T89" fmla="*/ 34 h 194"/>
              <a:gd name="T90" fmla="*/ 195 w 286"/>
              <a:gd name="T91" fmla="*/ 40 h 194"/>
              <a:gd name="T92" fmla="*/ 187 w 286"/>
              <a:gd name="T93" fmla="*/ 52 h 194"/>
              <a:gd name="T94" fmla="*/ 177 w 286"/>
              <a:gd name="T95" fmla="*/ 57 h 194"/>
              <a:gd name="T96" fmla="*/ 159 w 286"/>
              <a:gd name="T97" fmla="*/ 61 h 194"/>
              <a:gd name="T98" fmla="*/ 138 w 286"/>
              <a:gd name="T99" fmla="*/ 59 h 194"/>
              <a:gd name="T100" fmla="*/ 125 w 286"/>
              <a:gd name="T101" fmla="*/ 63 h 194"/>
              <a:gd name="T102" fmla="*/ 110 w 286"/>
              <a:gd name="T103" fmla="*/ 65 h 194"/>
              <a:gd name="T104" fmla="*/ 66 w 286"/>
              <a:gd name="T105" fmla="*/ 56 h 194"/>
              <a:gd name="T106" fmla="*/ 14 w 286"/>
              <a:gd name="T107" fmla="*/ 7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6" h="194">
                <a:moveTo>
                  <a:pt x="14" y="74"/>
                </a:moveTo>
                <a:cubicBezTo>
                  <a:pt x="8" y="78"/>
                  <a:pt x="8" y="78"/>
                  <a:pt x="8" y="78"/>
                </a:cubicBezTo>
                <a:cubicBezTo>
                  <a:pt x="8" y="77"/>
                  <a:pt x="9" y="77"/>
                  <a:pt x="10" y="77"/>
                </a:cubicBezTo>
                <a:cubicBezTo>
                  <a:pt x="11" y="77"/>
                  <a:pt x="12" y="77"/>
                  <a:pt x="13" y="76"/>
                </a:cubicBezTo>
                <a:cubicBezTo>
                  <a:pt x="13" y="77"/>
                  <a:pt x="13" y="78"/>
                  <a:pt x="12" y="79"/>
                </a:cubicBezTo>
                <a:cubicBezTo>
                  <a:pt x="11" y="81"/>
                  <a:pt x="10" y="85"/>
                  <a:pt x="11" y="87"/>
                </a:cubicBezTo>
                <a:cubicBezTo>
                  <a:pt x="12" y="88"/>
                  <a:pt x="12" y="89"/>
                  <a:pt x="14" y="89"/>
                </a:cubicBezTo>
                <a:cubicBezTo>
                  <a:pt x="13" y="90"/>
                  <a:pt x="13" y="91"/>
                  <a:pt x="12" y="92"/>
                </a:cubicBezTo>
                <a:cubicBezTo>
                  <a:pt x="11" y="93"/>
                  <a:pt x="10" y="94"/>
                  <a:pt x="9" y="96"/>
                </a:cubicBezTo>
                <a:cubicBezTo>
                  <a:pt x="8" y="96"/>
                  <a:pt x="7" y="97"/>
                  <a:pt x="6" y="98"/>
                </a:cubicBezTo>
                <a:cubicBezTo>
                  <a:pt x="4" y="99"/>
                  <a:pt x="3" y="101"/>
                  <a:pt x="3" y="103"/>
                </a:cubicBezTo>
                <a:cubicBezTo>
                  <a:pt x="2" y="104"/>
                  <a:pt x="2" y="104"/>
                  <a:pt x="2" y="104"/>
                </a:cubicBezTo>
                <a:cubicBezTo>
                  <a:pt x="1" y="105"/>
                  <a:pt x="0" y="105"/>
                  <a:pt x="0" y="105"/>
                </a:cubicBezTo>
                <a:cubicBezTo>
                  <a:pt x="2" y="108"/>
                  <a:pt x="2" y="108"/>
                  <a:pt x="2" y="108"/>
                </a:cubicBezTo>
                <a:cubicBezTo>
                  <a:pt x="2" y="114"/>
                  <a:pt x="2" y="120"/>
                  <a:pt x="2" y="125"/>
                </a:cubicBezTo>
                <a:cubicBezTo>
                  <a:pt x="2" y="127"/>
                  <a:pt x="2" y="128"/>
                  <a:pt x="3" y="129"/>
                </a:cubicBezTo>
                <a:cubicBezTo>
                  <a:pt x="4" y="131"/>
                  <a:pt x="6" y="131"/>
                  <a:pt x="8" y="131"/>
                </a:cubicBezTo>
                <a:cubicBezTo>
                  <a:pt x="10" y="131"/>
                  <a:pt x="16" y="132"/>
                  <a:pt x="17" y="131"/>
                </a:cubicBezTo>
                <a:cubicBezTo>
                  <a:pt x="19" y="130"/>
                  <a:pt x="17" y="125"/>
                  <a:pt x="16" y="124"/>
                </a:cubicBezTo>
                <a:cubicBezTo>
                  <a:pt x="16" y="124"/>
                  <a:pt x="15" y="124"/>
                  <a:pt x="15" y="124"/>
                </a:cubicBezTo>
                <a:cubicBezTo>
                  <a:pt x="15" y="123"/>
                  <a:pt x="15" y="122"/>
                  <a:pt x="15" y="120"/>
                </a:cubicBezTo>
                <a:cubicBezTo>
                  <a:pt x="17" y="120"/>
                  <a:pt x="18" y="118"/>
                  <a:pt x="19" y="117"/>
                </a:cubicBezTo>
                <a:cubicBezTo>
                  <a:pt x="20" y="116"/>
                  <a:pt x="20" y="116"/>
                  <a:pt x="22" y="116"/>
                </a:cubicBezTo>
                <a:cubicBezTo>
                  <a:pt x="24" y="115"/>
                  <a:pt x="32" y="117"/>
                  <a:pt x="32" y="113"/>
                </a:cubicBezTo>
                <a:cubicBezTo>
                  <a:pt x="34" y="113"/>
                  <a:pt x="36" y="113"/>
                  <a:pt x="38" y="112"/>
                </a:cubicBezTo>
                <a:cubicBezTo>
                  <a:pt x="40" y="112"/>
                  <a:pt x="41" y="112"/>
                  <a:pt x="43" y="112"/>
                </a:cubicBezTo>
                <a:cubicBezTo>
                  <a:pt x="44" y="113"/>
                  <a:pt x="45" y="114"/>
                  <a:pt x="46" y="114"/>
                </a:cubicBezTo>
                <a:cubicBezTo>
                  <a:pt x="48" y="114"/>
                  <a:pt x="51" y="114"/>
                  <a:pt x="53" y="114"/>
                </a:cubicBezTo>
                <a:cubicBezTo>
                  <a:pt x="55" y="114"/>
                  <a:pt x="56" y="113"/>
                  <a:pt x="58" y="113"/>
                </a:cubicBezTo>
                <a:cubicBezTo>
                  <a:pt x="60" y="113"/>
                  <a:pt x="61" y="114"/>
                  <a:pt x="63" y="115"/>
                </a:cubicBezTo>
                <a:cubicBezTo>
                  <a:pt x="65" y="116"/>
                  <a:pt x="66" y="114"/>
                  <a:pt x="68" y="116"/>
                </a:cubicBezTo>
                <a:cubicBezTo>
                  <a:pt x="69" y="117"/>
                  <a:pt x="69" y="119"/>
                  <a:pt x="70" y="120"/>
                </a:cubicBezTo>
                <a:cubicBezTo>
                  <a:pt x="72" y="120"/>
                  <a:pt x="72" y="118"/>
                  <a:pt x="73" y="117"/>
                </a:cubicBezTo>
                <a:cubicBezTo>
                  <a:pt x="74" y="117"/>
                  <a:pt x="75" y="117"/>
                  <a:pt x="76" y="117"/>
                </a:cubicBezTo>
                <a:cubicBezTo>
                  <a:pt x="76" y="118"/>
                  <a:pt x="75" y="120"/>
                  <a:pt x="76" y="122"/>
                </a:cubicBezTo>
                <a:cubicBezTo>
                  <a:pt x="77" y="124"/>
                  <a:pt x="78" y="123"/>
                  <a:pt x="80" y="123"/>
                </a:cubicBezTo>
                <a:cubicBezTo>
                  <a:pt x="80" y="122"/>
                  <a:pt x="80" y="121"/>
                  <a:pt x="81" y="120"/>
                </a:cubicBezTo>
                <a:cubicBezTo>
                  <a:pt x="82" y="120"/>
                  <a:pt x="83" y="120"/>
                  <a:pt x="83" y="120"/>
                </a:cubicBezTo>
                <a:cubicBezTo>
                  <a:pt x="84" y="116"/>
                  <a:pt x="87" y="117"/>
                  <a:pt x="89" y="117"/>
                </a:cubicBezTo>
                <a:cubicBezTo>
                  <a:pt x="93" y="116"/>
                  <a:pt x="89" y="115"/>
                  <a:pt x="90" y="113"/>
                </a:cubicBezTo>
                <a:cubicBezTo>
                  <a:pt x="90" y="111"/>
                  <a:pt x="93" y="111"/>
                  <a:pt x="93" y="109"/>
                </a:cubicBezTo>
                <a:cubicBezTo>
                  <a:pt x="94" y="109"/>
                  <a:pt x="96" y="109"/>
                  <a:pt x="97" y="110"/>
                </a:cubicBezTo>
                <a:cubicBezTo>
                  <a:pt x="98" y="111"/>
                  <a:pt x="98" y="114"/>
                  <a:pt x="100" y="114"/>
                </a:cubicBezTo>
                <a:cubicBezTo>
                  <a:pt x="100" y="112"/>
                  <a:pt x="101" y="112"/>
                  <a:pt x="101" y="110"/>
                </a:cubicBezTo>
                <a:cubicBezTo>
                  <a:pt x="102" y="108"/>
                  <a:pt x="101" y="107"/>
                  <a:pt x="103" y="106"/>
                </a:cubicBezTo>
                <a:cubicBezTo>
                  <a:pt x="106" y="104"/>
                  <a:pt x="110" y="110"/>
                  <a:pt x="113" y="106"/>
                </a:cubicBezTo>
                <a:cubicBezTo>
                  <a:pt x="114" y="106"/>
                  <a:pt x="116" y="106"/>
                  <a:pt x="118" y="106"/>
                </a:cubicBezTo>
                <a:cubicBezTo>
                  <a:pt x="120" y="106"/>
                  <a:pt x="122" y="106"/>
                  <a:pt x="124" y="106"/>
                </a:cubicBezTo>
                <a:cubicBezTo>
                  <a:pt x="124" y="108"/>
                  <a:pt x="122" y="107"/>
                  <a:pt x="121" y="108"/>
                </a:cubicBezTo>
                <a:cubicBezTo>
                  <a:pt x="120" y="108"/>
                  <a:pt x="119" y="110"/>
                  <a:pt x="119" y="111"/>
                </a:cubicBezTo>
                <a:cubicBezTo>
                  <a:pt x="122" y="112"/>
                  <a:pt x="122" y="114"/>
                  <a:pt x="121" y="116"/>
                </a:cubicBezTo>
                <a:cubicBezTo>
                  <a:pt x="121" y="118"/>
                  <a:pt x="120" y="120"/>
                  <a:pt x="121" y="122"/>
                </a:cubicBezTo>
                <a:cubicBezTo>
                  <a:pt x="123" y="123"/>
                  <a:pt x="124" y="121"/>
                  <a:pt x="126" y="120"/>
                </a:cubicBezTo>
                <a:cubicBezTo>
                  <a:pt x="128" y="120"/>
                  <a:pt x="131" y="119"/>
                  <a:pt x="133" y="120"/>
                </a:cubicBezTo>
                <a:cubicBezTo>
                  <a:pt x="135" y="120"/>
                  <a:pt x="135" y="123"/>
                  <a:pt x="137" y="124"/>
                </a:cubicBezTo>
                <a:cubicBezTo>
                  <a:pt x="138" y="125"/>
                  <a:pt x="141" y="125"/>
                  <a:pt x="143" y="125"/>
                </a:cubicBezTo>
                <a:cubicBezTo>
                  <a:pt x="141" y="125"/>
                  <a:pt x="141" y="130"/>
                  <a:pt x="141" y="132"/>
                </a:cubicBezTo>
                <a:cubicBezTo>
                  <a:pt x="142" y="135"/>
                  <a:pt x="146" y="135"/>
                  <a:pt x="148" y="137"/>
                </a:cubicBezTo>
                <a:cubicBezTo>
                  <a:pt x="149" y="139"/>
                  <a:pt x="149" y="141"/>
                  <a:pt x="148" y="143"/>
                </a:cubicBezTo>
                <a:cubicBezTo>
                  <a:pt x="148" y="143"/>
                  <a:pt x="146" y="143"/>
                  <a:pt x="145" y="144"/>
                </a:cubicBezTo>
                <a:cubicBezTo>
                  <a:pt x="143" y="145"/>
                  <a:pt x="142" y="148"/>
                  <a:pt x="139" y="149"/>
                </a:cubicBezTo>
                <a:cubicBezTo>
                  <a:pt x="137" y="150"/>
                  <a:pt x="135" y="150"/>
                  <a:pt x="133" y="151"/>
                </a:cubicBezTo>
                <a:cubicBezTo>
                  <a:pt x="131" y="153"/>
                  <a:pt x="131" y="155"/>
                  <a:pt x="129" y="156"/>
                </a:cubicBezTo>
                <a:cubicBezTo>
                  <a:pt x="125" y="157"/>
                  <a:pt x="121" y="155"/>
                  <a:pt x="118" y="158"/>
                </a:cubicBezTo>
                <a:cubicBezTo>
                  <a:pt x="116" y="160"/>
                  <a:pt x="115" y="165"/>
                  <a:pt x="115" y="168"/>
                </a:cubicBezTo>
                <a:cubicBezTo>
                  <a:pt x="114" y="170"/>
                  <a:pt x="115" y="172"/>
                  <a:pt x="117" y="174"/>
                </a:cubicBezTo>
                <a:cubicBezTo>
                  <a:pt x="117" y="174"/>
                  <a:pt x="123" y="178"/>
                  <a:pt x="123" y="177"/>
                </a:cubicBezTo>
                <a:cubicBezTo>
                  <a:pt x="123" y="178"/>
                  <a:pt x="123" y="180"/>
                  <a:pt x="122" y="181"/>
                </a:cubicBezTo>
                <a:cubicBezTo>
                  <a:pt x="122" y="181"/>
                  <a:pt x="121" y="181"/>
                  <a:pt x="121" y="181"/>
                </a:cubicBezTo>
                <a:cubicBezTo>
                  <a:pt x="122" y="183"/>
                  <a:pt x="123" y="187"/>
                  <a:pt x="122" y="189"/>
                </a:cubicBezTo>
                <a:cubicBezTo>
                  <a:pt x="122" y="189"/>
                  <a:pt x="131" y="188"/>
                  <a:pt x="132" y="188"/>
                </a:cubicBezTo>
                <a:cubicBezTo>
                  <a:pt x="132" y="190"/>
                  <a:pt x="132" y="192"/>
                  <a:pt x="132" y="194"/>
                </a:cubicBezTo>
                <a:cubicBezTo>
                  <a:pt x="134" y="194"/>
                  <a:pt x="136" y="193"/>
                  <a:pt x="137" y="192"/>
                </a:cubicBezTo>
                <a:cubicBezTo>
                  <a:pt x="138" y="191"/>
                  <a:pt x="138" y="190"/>
                  <a:pt x="138" y="188"/>
                </a:cubicBezTo>
                <a:cubicBezTo>
                  <a:pt x="139" y="188"/>
                  <a:pt x="140" y="188"/>
                  <a:pt x="141" y="188"/>
                </a:cubicBezTo>
                <a:cubicBezTo>
                  <a:pt x="141" y="187"/>
                  <a:pt x="141" y="185"/>
                  <a:pt x="141" y="185"/>
                </a:cubicBezTo>
                <a:cubicBezTo>
                  <a:pt x="142" y="183"/>
                  <a:pt x="143" y="184"/>
                  <a:pt x="144" y="183"/>
                </a:cubicBezTo>
                <a:cubicBezTo>
                  <a:pt x="145" y="181"/>
                  <a:pt x="145" y="178"/>
                  <a:pt x="145" y="176"/>
                </a:cubicBezTo>
                <a:cubicBezTo>
                  <a:pt x="146" y="178"/>
                  <a:pt x="149" y="179"/>
                  <a:pt x="150" y="182"/>
                </a:cubicBezTo>
                <a:cubicBezTo>
                  <a:pt x="152" y="182"/>
                  <a:pt x="153" y="180"/>
                  <a:pt x="154" y="180"/>
                </a:cubicBezTo>
                <a:cubicBezTo>
                  <a:pt x="156" y="179"/>
                  <a:pt x="158" y="180"/>
                  <a:pt x="159" y="180"/>
                </a:cubicBezTo>
                <a:cubicBezTo>
                  <a:pt x="159" y="178"/>
                  <a:pt x="160" y="177"/>
                  <a:pt x="160" y="175"/>
                </a:cubicBezTo>
                <a:cubicBezTo>
                  <a:pt x="161" y="173"/>
                  <a:pt x="162" y="172"/>
                  <a:pt x="162" y="170"/>
                </a:cubicBezTo>
                <a:cubicBezTo>
                  <a:pt x="162" y="166"/>
                  <a:pt x="162" y="163"/>
                  <a:pt x="162" y="159"/>
                </a:cubicBezTo>
                <a:cubicBezTo>
                  <a:pt x="164" y="159"/>
                  <a:pt x="166" y="160"/>
                  <a:pt x="167" y="160"/>
                </a:cubicBezTo>
                <a:cubicBezTo>
                  <a:pt x="168" y="158"/>
                  <a:pt x="168" y="156"/>
                  <a:pt x="168" y="154"/>
                </a:cubicBezTo>
                <a:cubicBezTo>
                  <a:pt x="169" y="152"/>
                  <a:pt x="169" y="151"/>
                  <a:pt x="168" y="149"/>
                </a:cubicBezTo>
                <a:cubicBezTo>
                  <a:pt x="169" y="148"/>
                  <a:pt x="170" y="148"/>
                  <a:pt x="170" y="148"/>
                </a:cubicBezTo>
                <a:cubicBezTo>
                  <a:pt x="171" y="147"/>
                  <a:pt x="172" y="146"/>
                  <a:pt x="172" y="145"/>
                </a:cubicBezTo>
                <a:cubicBezTo>
                  <a:pt x="172" y="144"/>
                  <a:pt x="172" y="142"/>
                  <a:pt x="172" y="141"/>
                </a:cubicBezTo>
                <a:cubicBezTo>
                  <a:pt x="173" y="140"/>
                  <a:pt x="174" y="139"/>
                  <a:pt x="175" y="138"/>
                </a:cubicBezTo>
                <a:cubicBezTo>
                  <a:pt x="176" y="137"/>
                  <a:pt x="176" y="137"/>
                  <a:pt x="178" y="137"/>
                </a:cubicBezTo>
                <a:cubicBezTo>
                  <a:pt x="177" y="135"/>
                  <a:pt x="177" y="133"/>
                  <a:pt x="177" y="131"/>
                </a:cubicBezTo>
                <a:cubicBezTo>
                  <a:pt x="177" y="127"/>
                  <a:pt x="176" y="129"/>
                  <a:pt x="173" y="127"/>
                </a:cubicBezTo>
                <a:cubicBezTo>
                  <a:pt x="172" y="125"/>
                  <a:pt x="172" y="125"/>
                  <a:pt x="172" y="125"/>
                </a:cubicBezTo>
                <a:cubicBezTo>
                  <a:pt x="171" y="124"/>
                  <a:pt x="171" y="125"/>
                  <a:pt x="171" y="123"/>
                </a:cubicBezTo>
                <a:cubicBezTo>
                  <a:pt x="172" y="122"/>
                  <a:pt x="175" y="121"/>
                  <a:pt x="177" y="121"/>
                </a:cubicBezTo>
                <a:cubicBezTo>
                  <a:pt x="177" y="119"/>
                  <a:pt x="178" y="119"/>
                  <a:pt x="179" y="118"/>
                </a:cubicBezTo>
                <a:cubicBezTo>
                  <a:pt x="179" y="116"/>
                  <a:pt x="178" y="115"/>
                  <a:pt x="179" y="114"/>
                </a:cubicBezTo>
                <a:cubicBezTo>
                  <a:pt x="181" y="112"/>
                  <a:pt x="185" y="112"/>
                  <a:pt x="186" y="109"/>
                </a:cubicBezTo>
                <a:cubicBezTo>
                  <a:pt x="185" y="108"/>
                  <a:pt x="185" y="107"/>
                  <a:pt x="185" y="106"/>
                </a:cubicBezTo>
                <a:cubicBezTo>
                  <a:pt x="187" y="105"/>
                  <a:pt x="189" y="105"/>
                  <a:pt x="190" y="104"/>
                </a:cubicBezTo>
                <a:cubicBezTo>
                  <a:pt x="189" y="105"/>
                  <a:pt x="190" y="107"/>
                  <a:pt x="190" y="108"/>
                </a:cubicBezTo>
                <a:cubicBezTo>
                  <a:pt x="191" y="110"/>
                  <a:pt x="192" y="110"/>
                  <a:pt x="194" y="109"/>
                </a:cubicBezTo>
                <a:cubicBezTo>
                  <a:pt x="198" y="109"/>
                  <a:pt x="199" y="106"/>
                  <a:pt x="198" y="102"/>
                </a:cubicBezTo>
                <a:cubicBezTo>
                  <a:pt x="198" y="100"/>
                  <a:pt x="198" y="100"/>
                  <a:pt x="200" y="98"/>
                </a:cubicBezTo>
                <a:cubicBezTo>
                  <a:pt x="202" y="96"/>
                  <a:pt x="200" y="96"/>
                  <a:pt x="199" y="94"/>
                </a:cubicBezTo>
                <a:cubicBezTo>
                  <a:pt x="199" y="94"/>
                  <a:pt x="203" y="87"/>
                  <a:pt x="203" y="86"/>
                </a:cubicBezTo>
                <a:cubicBezTo>
                  <a:pt x="205" y="85"/>
                  <a:pt x="206" y="85"/>
                  <a:pt x="207" y="84"/>
                </a:cubicBezTo>
                <a:cubicBezTo>
                  <a:pt x="209" y="81"/>
                  <a:pt x="208" y="78"/>
                  <a:pt x="210" y="76"/>
                </a:cubicBezTo>
                <a:cubicBezTo>
                  <a:pt x="210" y="75"/>
                  <a:pt x="212" y="75"/>
                  <a:pt x="212" y="75"/>
                </a:cubicBezTo>
                <a:cubicBezTo>
                  <a:pt x="213" y="76"/>
                  <a:pt x="212" y="78"/>
                  <a:pt x="212" y="79"/>
                </a:cubicBezTo>
                <a:cubicBezTo>
                  <a:pt x="213" y="79"/>
                  <a:pt x="213" y="80"/>
                  <a:pt x="214" y="79"/>
                </a:cubicBezTo>
                <a:cubicBezTo>
                  <a:pt x="215" y="79"/>
                  <a:pt x="215" y="79"/>
                  <a:pt x="215" y="78"/>
                </a:cubicBezTo>
                <a:cubicBezTo>
                  <a:pt x="216" y="77"/>
                  <a:pt x="218" y="77"/>
                  <a:pt x="218" y="75"/>
                </a:cubicBezTo>
                <a:cubicBezTo>
                  <a:pt x="218" y="74"/>
                  <a:pt x="218" y="73"/>
                  <a:pt x="219" y="72"/>
                </a:cubicBezTo>
                <a:cubicBezTo>
                  <a:pt x="221" y="67"/>
                  <a:pt x="227" y="66"/>
                  <a:pt x="231" y="63"/>
                </a:cubicBezTo>
                <a:cubicBezTo>
                  <a:pt x="232" y="63"/>
                  <a:pt x="234" y="62"/>
                  <a:pt x="235" y="61"/>
                </a:cubicBezTo>
                <a:cubicBezTo>
                  <a:pt x="235" y="60"/>
                  <a:pt x="236" y="58"/>
                  <a:pt x="237" y="58"/>
                </a:cubicBezTo>
                <a:cubicBezTo>
                  <a:pt x="238" y="57"/>
                  <a:pt x="237" y="55"/>
                  <a:pt x="238" y="55"/>
                </a:cubicBezTo>
                <a:cubicBezTo>
                  <a:pt x="239" y="54"/>
                  <a:pt x="241" y="54"/>
                  <a:pt x="242" y="54"/>
                </a:cubicBezTo>
                <a:cubicBezTo>
                  <a:pt x="243" y="53"/>
                  <a:pt x="244" y="54"/>
                  <a:pt x="245" y="53"/>
                </a:cubicBezTo>
                <a:cubicBezTo>
                  <a:pt x="245" y="53"/>
                  <a:pt x="246" y="52"/>
                  <a:pt x="247" y="52"/>
                </a:cubicBezTo>
                <a:cubicBezTo>
                  <a:pt x="247" y="51"/>
                  <a:pt x="249" y="50"/>
                  <a:pt x="249" y="49"/>
                </a:cubicBezTo>
                <a:cubicBezTo>
                  <a:pt x="250" y="49"/>
                  <a:pt x="250" y="48"/>
                  <a:pt x="251" y="48"/>
                </a:cubicBezTo>
                <a:cubicBezTo>
                  <a:pt x="252" y="47"/>
                  <a:pt x="253" y="48"/>
                  <a:pt x="254" y="48"/>
                </a:cubicBezTo>
                <a:cubicBezTo>
                  <a:pt x="255" y="47"/>
                  <a:pt x="256" y="47"/>
                  <a:pt x="256" y="46"/>
                </a:cubicBezTo>
                <a:cubicBezTo>
                  <a:pt x="256" y="46"/>
                  <a:pt x="256" y="46"/>
                  <a:pt x="256" y="46"/>
                </a:cubicBezTo>
                <a:cubicBezTo>
                  <a:pt x="256" y="46"/>
                  <a:pt x="258" y="44"/>
                  <a:pt x="259" y="43"/>
                </a:cubicBezTo>
                <a:cubicBezTo>
                  <a:pt x="259" y="43"/>
                  <a:pt x="262" y="42"/>
                  <a:pt x="262" y="42"/>
                </a:cubicBezTo>
                <a:cubicBezTo>
                  <a:pt x="262" y="41"/>
                  <a:pt x="262" y="39"/>
                  <a:pt x="262" y="38"/>
                </a:cubicBezTo>
                <a:cubicBezTo>
                  <a:pt x="263" y="36"/>
                  <a:pt x="263" y="36"/>
                  <a:pt x="265" y="36"/>
                </a:cubicBezTo>
                <a:cubicBezTo>
                  <a:pt x="266" y="37"/>
                  <a:pt x="271" y="37"/>
                  <a:pt x="272" y="37"/>
                </a:cubicBezTo>
                <a:cubicBezTo>
                  <a:pt x="273" y="36"/>
                  <a:pt x="274" y="36"/>
                  <a:pt x="275" y="36"/>
                </a:cubicBezTo>
                <a:cubicBezTo>
                  <a:pt x="276" y="35"/>
                  <a:pt x="278" y="35"/>
                  <a:pt x="278" y="34"/>
                </a:cubicBezTo>
                <a:cubicBezTo>
                  <a:pt x="281" y="35"/>
                  <a:pt x="284" y="33"/>
                  <a:pt x="285" y="30"/>
                </a:cubicBezTo>
                <a:cubicBezTo>
                  <a:pt x="285" y="28"/>
                  <a:pt x="286" y="25"/>
                  <a:pt x="284" y="26"/>
                </a:cubicBezTo>
                <a:cubicBezTo>
                  <a:pt x="283" y="26"/>
                  <a:pt x="283" y="27"/>
                  <a:pt x="282" y="27"/>
                </a:cubicBezTo>
                <a:cubicBezTo>
                  <a:pt x="281" y="28"/>
                  <a:pt x="280" y="28"/>
                  <a:pt x="280" y="28"/>
                </a:cubicBezTo>
                <a:cubicBezTo>
                  <a:pt x="279" y="26"/>
                  <a:pt x="279" y="25"/>
                  <a:pt x="278" y="24"/>
                </a:cubicBezTo>
                <a:cubicBezTo>
                  <a:pt x="278" y="23"/>
                  <a:pt x="278" y="22"/>
                  <a:pt x="278" y="20"/>
                </a:cubicBezTo>
                <a:cubicBezTo>
                  <a:pt x="274" y="19"/>
                  <a:pt x="274" y="16"/>
                  <a:pt x="274" y="13"/>
                </a:cubicBezTo>
                <a:cubicBezTo>
                  <a:pt x="274" y="11"/>
                  <a:pt x="274" y="9"/>
                  <a:pt x="275" y="8"/>
                </a:cubicBezTo>
                <a:cubicBezTo>
                  <a:pt x="275" y="7"/>
                  <a:pt x="276" y="7"/>
                  <a:pt x="277" y="7"/>
                </a:cubicBezTo>
                <a:cubicBezTo>
                  <a:pt x="278" y="6"/>
                  <a:pt x="278" y="6"/>
                  <a:pt x="279" y="5"/>
                </a:cubicBezTo>
                <a:cubicBezTo>
                  <a:pt x="279" y="4"/>
                  <a:pt x="281" y="3"/>
                  <a:pt x="280" y="2"/>
                </a:cubicBezTo>
                <a:cubicBezTo>
                  <a:pt x="279" y="0"/>
                  <a:pt x="275" y="1"/>
                  <a:pt x="273" y="1"/>
                </a:cubicBezTo>
                <a:cubicBezTo>
                  <a:pt x="272" y="1"/>
                  <a:pt x="271" y="2"/>
                  <a:pt x="269" y="2"/>
                </a:cubicBezTo>
                <a:cubicBezTo>
                  <a:pt x="268" y="2"/>
                  <a:pt x="267" y="2"/>
                  <a:pt x="266" y="3"/>
                </a:cubicBezTo>
                <a:cubicBezTo>
                  <a:pt x="264" y="4"/>
                  <a:pt x="264" y="4"/>
                  <a:pt x="263" y="5"/>
                </a:cubicBezTo>
                <a:cubicBezTo>
                  <a:pt x="261" y="5"/>
                  <a:pt x="261" y="5"/>
                  <a:pt x="259" y="6"/>
                </a:cubicBezTo>
                <a:cubicBezTo>
                  <a:pt x="258" y="7"/>
                  <a:pt x="257" y="7"/>
                  <a:pt x="256" y="7"/>
                </a:cubicBezTo>
                <a:cubicBezTo>
                  <a:pt x="255" y="7"/>
                  <a:pt x="253" y="7"/>
                  <a:pt x="252" y="8"/>
                </a:cubicBezTo>
                <a:cubicBezTo>
                  <a:pt x="251" y="8"/>
                  <a:pt x="252" y="8"/>
                  <a:pt x="251" y="9"/>
                </a:cubicBezTo>
                <a:cubicBezTo>
                  <a:pt x="251" y="9"/>
                  <a:pt x="250" y="9"/>
                  <a:pt x="249" y="9"/>
                </a:cubicBezTo>
                <a:cubicBezTo>
                  <a:pt x="249" y="9"/>
                  <a:pt x="248" y="10"/>
                  <a:pt x="248" y="10"/>
                </a:cubicBezTo>
                <a:cubicBezTo>
                  <a:pt x="247" y="11"/>
                  <a:pt x="247" y="11"/>
                  <a:pt x="246" y="11"/>
                </a:cubicBezTo>
                <a:cubicBezTo>
                  <a:pt x="246" y="11"/>
                  <a:pt x="245" y="11"/>
                  <a:pt x="244" y="11"/>
                </a:cubicBezTo>
                <a:cubicBezTo>
                  <a:pt x="244" y="12"/>
                  <a:pt x="243" y="12"/>
                  <a:pt x="243" y="12"/>
                </a:cubicBezTo>
                <a:cubicBezTo>
                  <a:pt x="241" y="13"/>
                  <a:pt x="240" y="13"/>
                  <a:pt x="239" y="13"/>
                </a:cubicBezTo>
                <a:cubicBezTo>
                  <a:pt x="239" y="14"/>
                  <a:pt x="239" y="14"/>
                  <a:pt x="238" y="14"/>
                </a:cubicBezTo>
                <a:cubicBezTo>
                  <a:pt x="237" y="15"/>
                  <a:pt x="237" y="15"/>
                  <a:pt x="236" y="15"/>
                </a:cubicBezTo>
                <a:cubicBezTo>
                  <a:pt x="236" y="16"/>
                  <a:pt x="235" y="16"/>
                  <a:pt x="234" y="16"/>
                </a:cubicBezTo>
                <a:cubicBezTo>
                  <a:pt x="234" y="16"/>
                  <a:pt x="234" y="16"/>
                  <a:pt x="233" y="17"/>
                </a:cubicBezTo>
                <a:cubicBezTo>
                  <a:pt x="233" y="17"/>
                  <a:pt x="233" y="17"/>
                  <a:pt x="233" y="17"/>
                </a:cubicBezTo>
                <a:cubicBezTo>
                  <a:pt x="232" y="17"/>
                  <a:pt x="232" y="17"/>
                  <a:pt x="232" y="17"/>
                </a:cubicBezTo>
                <a:cubicBezTo>
                  <a:pt x="231" y="17"/>
                  <a:pt x="231" y="17"/>
                  <a:pt x="231" y="17"/>
                </a:cubicBezTo>
                <a:cubicBezTo>
                  <a:pt x="230" y="18"/>
                  <a:pt x="229" y="18"/>
                  <a:pt x="229" y="19"/>
                </a:cubicBezTo>
                <a:cubicBezTo>
                  <a:pt x="228" y="20"/>
                  <a:pt x="227" y="20"/>
                  <a:pt x="226" y="21"/>
                </a:cubicBezTo>
                <a:cubicBezTo>
                  <a:pt x="224" y="21"/>
                  <a:pt x="223" y="22"/>
                  <a:pt x="222" y="23"/>
                </a:cubicBezTo>
                <a:cubicBezTo>
                  <a:pt x="220" y="24"/>
                  <a:pt x="219" y="23"/>
                  <a:pt x="218" y="24"/>
                </a:cubicBezTo>
                <a:cubicBezTo>
                  <a:pt x="218" y="25"/>
                  <a:pt x="216" y="25"/>
                  <a:pt x="215" y="25"/>
                </a:cubicBezTo>
                <a:cubicBezTo>
                  <a:pt x="213" y="25"/>
                  <a:pt x="213" y="26"/>
                  <a:pt x="211" y="26"/>
                </a:cubicBezTo>
                <a:cubicBezTo>
                  <a:pt x="210" y="26"/>
                  <a:pt x="209" y="25"/>
                  <a:pt x="208" y="24"/>
                </a:cubicBezTo>
                <a:cubicBezTo>
                  <a:pt x="207" y="24"/>
                  <a:pt x="205" y="23"/>
                  <a:pt x="204" y="24"/>
                </a:cubicBezTo>
                <a:cubicBezTo>
                  <a:pt x="204" y="24"/>
                  <a:pt x="203" y="24"/>
                  <a:pt x="203" y="25"/>
                </a:cubicBezTo>
                <a:cubicBezTo>
                  <a:pt x="204" y="26"/>
                  <a:pt x="204" y="25"/>
                  <a:pt x="205" y="26"/>
                </a:cubicBezTo>
                <a:cubicBezTo>
                  <a:pt x="206" y="27"/>
                  <a:pt x="206" y="30"/>
                  <a:pt x="206" y="31"/>
                </a:cubicBezTo>
                <a:cubicBezTo>
                  <a:pt x="205" y="31"/>
                  <a:pt x="205" y="31"/>
                  <a:pt x="205" y="32"/>
                </a:cubicBezTo>
                <a:cubicBezTo>
                  <a:pt x="204" y="32"/>
                  <a:pt x="203" y="33"/>
                  <a:pt x="203" y="34"/>
                </a:cubicBezTo>
                <a:cubicBezTo>
                  <a:pt x="202" y="35"/>
                  <a:pt x="201" y="35"/>
                  <a:pt x="200" y="36"/>
                </a:cubicBezTo>
                <a:cubicBezTo>
                  <a:pt x="200" y="37"/>
                  <a:pt x="199" y="37"/>
                  <a:pt x="198" y="38"/>
                </a:cubicBezTo>
                <a:cubicBezTo>
                  <a:pt x="197" y="39"/>
                  <a:pt x="197" y="39"/>
                  <a:pt x="197" y="39"/>
                </a:cubicBezTo>
                <a:cubicBezTo>
                  <a:pt x="196" y="40"/>
                  <a:pt x="196" y="40"/>
                  <a:pt x="195" y="40"/>
                </a:cubicBezTo>
                <a:cubicBezTo>
                  <a:pt x="194" y="42"/>
                  <a:pt x="193" y="43"/>
                  <a:pt x="191" y="45"/>
                </a:cubicBezTo>
                <a:cubicBezTo>
                  <a:pt x="191" y="46"/>
                  <a:pt x="190" y="47"/>
                  <a:pt x="190" y="48"/>
                </a:cubicBezTo>
                <a:cubicBezTo>
                  <a:pt x="190" y="49"/>
                  <a:pt x="191" y="50"/>
                  <a:pt x="190" y="51"/>
                </a:cubicBezTo>
                <a:cubicBezTo>
                  <a:pt x="189" y="51"/>
                  <a:pt x="188" y="51"/>
                  <a:pt x="187" y="52"/>
                </a:cubicBezTo>
                <a:cubicBezTo>
                  <a:pt x="187" y="53"/>
                  <a:pt x="186" y="54"/>
                  <a:pt x="186" y="55"/>
                </a:cubicBezTo>
                <a:cubicBezTo>
                  <a:pt x="185" y="56"/>
                  <a:pt x="184" y="57"/>
                  <a:pt x="182" y="57"/>
                </a:cubicBezTo>
                <a:cubicBezTo>
                  <a:pt x="181" y="57"/>
                  <a:pt x="180" y="57"/>
                  <a:pt x="178" y="57"/>
                </a:cubicBezTo>
                <a:cubicBezTo>
                  <a:pt x="178" y="57"/>
                  <a:pt x="177" y="57"/>
                  <a:pt x="177" y="57"/>
                </a:cubicBezTo>
                <a:cubicBezTo>
                  <a:pt x="176" y="57"/>
                  <a:pt x="175" y="58"/>
                  <a:pt x="175" y="58"/>
                </a:cubicBezTo>
                <a:cubicBezTo>
                  <a:pt x="174" y="58"/>
                  <a:pt x="172" y="58"/>
                  <a:pt x="171" y="58"/>
                </a:cubicBezTo>
                <a:cubicBezTo>
                  <a:pt x="168" y="58"/>
                  <a:pt x="166" y="58"/>
                  <a:pt x="163" y="60"/>
                </a:cubicBezTo>
                <a:cubicBezTo>
                  <a:pt x="162" y="61"/>
                  <a:pt x="160" y="61"/>
                  <a:pt x="159" y="61"/>
                </a:cubicBezTo>
                <a:cubicBezTo>
                  <a:pt x="157" y="61"/>
                  <a:pt x="155" y="61"/>
                  <a:pt x="153" y="60"/>
                </a:cubicBezTo>
                <a:cubicBezTo>
                  <a:pt x="152" y="59"/>
                  <a:pt x="150" y="59"/>
                  <a:pt x="149" y="59"/>
                </a:cubicBezTo>
                <a:cubicBezTo>
                  <a:pt x="146" y="58"/>
                  <a:pt x="144" y="57"/>
                  <a:pt x="141" y="57"/>
                </a:cubicBezTo>
                <a:cubicBezTo>
                  <a:pt x="139" y="57"/>
                  <a:pt x="139" y="58"/>
                  <a:pt x="138" y="59"/>
                </a:cubicBezTo>
                <a:cubicBezTo>
                  <a:pt x="137" y="59"/>
                  <a:pt x="137" y="59"/>
                  <a:pt x="136" y="59"/>
                </a:cubicBezTo>
                <a:cubicBezTo>
                  <a:pt x="135" y="59"/>
                  <a:pt x="135" y="60"/>
                  <a:pt x="134" y="60"/>
                </a:cubicBezTo>
                <a:cubicBezTo>
                  <a:pt x="132" y="61"/>
                  <a:pt x="131" y="62"/>
                  <a:pt x="129" y="62"/>
                </a:cubicBezTo>
                <a:cubicBezTo>
                  <a:pt x="128" y="62"/>
                  <a:pt x="126" y="62"/>
                  <a:pt x="125" y="63"/>
                </a:cubicBezTo>
                <a:cubicBezTo>
                  <a:pt x="124" y="63"/>
                  <a:pt x="123" y="64"/>
                  <a:pt x="122" y="64"/>
                </a:cubicBezTo>
                <a:cubicBezTo>
                  <a:pt x="121" y="64"/>
                  <a:pt x="120" y="64"/>
                  <a:pt x="120" y="64"/>
                </a:cubicBezTo>
                <a:cubicBezTo>
                  <a:pt x="118" y="65"/>
                  <a:pt x="117" y="65"/>
                  <a:pt x="116" y="65"/>
                </a:cubicBezTo>
                <a:cubicBezTo>
                  <a:pt x="114" y="66"/>
                  <a:pt x="112" y="66"/>
                  <a:pt x="110" y="65"/>
                </a:cubicBezTo>
                <a:cubicBezTo>
                  <a:pt x="108" y="65"/>
                  <a:pt x="107" y="63"/>
                  <a:pt x="105" y="62"/>
                </a:cubicBezTo>
                <a:cubicBezTo>
                  <a:pt x="102" y="61"/>
                  <a:pt x="100" y="61"/>
                  <a:pt x="98" y="60"/>
                </a:cubicBezTo>
                <a:cubicBezTo>
                  <a:pt x="92" y="58"/>
                  <a:pt x="87" y="59"/>
                  <a:pt x="80" y="59"/>
                </a:cubicBezTo>
                <a:cubicBezTo>
                  <a:pt x="75" y="58"/>
                  <a:pt x="71" y="56"/>
                  <a:pt x="66" y="56"/>
                </a:cubicBezTo>
                <a:cubicBezTo>
                  <a:pt x="57" y="55"/>
                  <a:pt x="49" y="52"/>
                  <a:pt x="41" y="53"/>
                </a:cubicBezTo>
                <a:cubicBezTo>
                  <a:pt x="33" y="54"/>
                  <a:pt x="29" y="60"/>
                  <a:pt x="21" y="63"/>
                </a:cubicBezTo>
                <a:cubicBezTo>
                  <a:pt x="20" y="64"/>
                  <a:pt x="16" y="64"/>
                  <a:pt x="14" y="65"/>
                </a:cubicBezTo>
                <a:cubicBezTo>
                  <a:pt x="13" y="67"/>
                  <a:pt x="14" y="72"/>
                  <a:pt x="14" y="74"/>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8" name="Freeform 443">
            <a:extLst>
              <a:ext uri="{FF2B5EF4-FFF2-40B4-BE49-F238E27FC236}">
                <a16:creationId xmlns:a16="http://schemas.microsoft.com/office/drawing/2014/main" id="{7C54FEA2-9ED0-4A48-9A9E-FFC2F2D1E269}"/>
              </a:ext>
            </a:extLst>
          </p:cNvPr>
          <p:cNvSpPr>
            <a:spLocks/>
          </p:cNvSpPr>
          <p:nvPr/>
        </p:nvSpPr>
        <p:spPr bwMode="auto">
          <a:xfrm>
            <a:off x="2526885" y="2946913"/>
            <a:ext cx="318197" cy="368540"/>
          </a:xfrm>
          <a:custGeom>
            <a:avLst/>
            <a:gdLst>
              <a:gd name="T0" fmla="*/ 129 w 140"/>
              <a:gd name="T1" fmla="*/ 29 h 168"/>
              <a:gd name="T2" fmla="*/ 117 w 140"/>
              <a:gd name="T3" fmla="*/ 13 h 168"/>
              <a:gd name="T4" fmla="*/ 105 w 140"/>
              <a:gd name="T5" fmla="*/ 0 h 168"/>
              <a:gd name="T6" fmla="*/ 107 w 140"/>
              <a:gd name="T7" fmla="*/ 7 h 168"/>
              <a:gd name="T8" fmla="*/ 103 w 140"/>
              <a:gd name="T9" fmla="*/ 9 h 168"/>
              <a:gd name="T10" fmla="*/ 105 w 140"/>
              <a:gd name="T11" fmla="*/ 13 h 168"/>
              <a:gd name="T12" fmla="*/ 110 w 140"/>
              <a:gd name="T13" fmla="*/ 23 h 168"/>
              <a:gd name="T14" fmla="*/ 104 w 140"/>
              <a:gd name="T15" fmla="*/ 26 h 168"/>
              <a:gd name="T16" fmla="*/ 102 w 140"/>
              <a:gd name="T17" fmla="*/ 32 h 168"/>
              <a:gd name="T18" fmla="*/ 95 w 140"/>
              <a:gd name="T19" fmla="*/ 36 h 168"/>
              <a:gd name="T20" fmla="*/ 92 w 140"/>
              <a:gd name="T21" fmla="*/ 43 h 168"/>
              <a:gd name="T22" fmla="*/ 81 w 140"/>
              <a:gd name="T23" fmla="*/ 39 h 168"/>
              <a:gd name="T24" fmla="*/ 80 w 140"/>
              <a:gd name="T25" fmla="*/ 54 h 168"/>
              <a:gd name="T26" fmla="*/ 75 w 140"/>
              <a:gd name="T27" fmla="*/ 58 h 168"/>
              <a:gd name="T28" fmla="*/ 70 w 140"/>
              <a:gd name="T29" fmla="*/ 60 h 168"/>
              <a:gd name="T30" fmla="*/ 48 w 140"/>
              <a:gd name="T31" fmla="*/ 57 h 168"/>
              <a:gd name="T32" fmla="*/ 35 w 140"/>
              <a:gd name="T33" fmla="*/ 69 h 168"/>
              <a:gd name="T34" fmla="*/ 34 w 140"/>
              <a:gd name="T35" fmla="*/ 57 h 168"/>
              <a:gd name="T36" fmla="*/ 30 w 140"/>
              <a:gd name="T37" fmla="*/ 50 h 168"/>
              <a:gd name="T38" fmla="*/ 10 w 140"/>
              <a:gd name="T39" fmla="*/ 47 h 168"/>
              <a:gd name="T40" fmla="*/ 1 w 140"/>
              <a:gd name="T41" fmla="*/ 46 h 168"/>
              <a:gd name="T42" fmla="*/ 5 w 140"/>
              <a:gd name="T43" fmla="*/ 53 h 168"/>
              <a:gd name="T44" fmla="*/ 5 w 140"/>
              <a:gd name="T45" fmla="*/ 66 h 168"/>
              <a:gd name="T46" fmla="*/ 4 w 140"/>
              <a:gd name="T47" fmla="*/ 76 h 168"/>
              <a:gd name="T48" fmla="*/ 22 w 140"/>
              <a:gd name="T49" fmla="*/ 79 h 168"/>
              <a:gd name="T50" fmla="*/ 37 w 140"/>
              <a:gd name="T51" fmla="*/ 83 h 168"/>
              <a:gd name="T52" fmla="*/ 41 w 140"/>
              <a:gd name="T53" fmla="*/ 95 h 168"/>
              <a:gd name="T54" fmla="*/ 47 w 140"/>
              <a:gd name="T55" fmla="*/ 121 h 168"/>
              <a:gd name="T56" fmla="*/ 65 w 140"/>
              <a:gd name="T57" fmla="*/ 138 h 168"/>
              <a:gd name="T58" fmla="*/ 72 w 140"/>
              <a:gd name="T59" fmla="*/ 156 h 168"/>
              <a:gd name="T60" fmla="*/ 78 w 140"/>
              <a:gd name="T61" fmla="*/ 142 h 168"/>
              <a:gd name="T62" fmla="*/ 93 w 140"/>
              <a:gd name="T63" fmla="*/ 148 h 168"/>
              <a:gd name="T64" fmla="*/ 100 w 140"/>
              <a:gd name="T65" fmla="*/ 140 h 168"/>
              <a:gd name="T66" fmla="*/ 104 w 140"/>
              <a:gd name="T67" fmla="*/ 157 h 168"/>
              <a:gd name="T68" fmla="*/ 110 w 140"/>
              <a:gd name="T69" fmla="*/ 160 h 168"/>
              <a:gd name="T70" fmla="*/ 125 w 140"/>
              <a:gd name="T71" fmla="*/ 155 h 168"/>
              <a:gd name="T72" fmla="*/ 131 w 140"/>
              <a:gd name="T73" fmla="*/ 154 h 168"/>
              <a:gd name="T74" fmla="*/ 132 w 140"/>
              <a:gd name="T75" fmla="*/ 152 h 168"/>
              <a:gd name="T76" fmla="*/ 131 w 140"/>
              <a:gd name="T77" fmla="*/ 148 h 168"/>
              <a:gd name="T78" fmla="*/ 129 w 140"/>
              <a:gd name="T79" fmla="*/ 139 h 168"/>
              <a:gd name="T80" fmla="*/ 121 w 140"/>
              <a:gd name="T81" fmla="*/ 123 h 168"/>
              <a:gd name="T82" fmla="*/ 118 w 140"/>
              <a:gd name="T83" fmla="*/ 125 h 168"/>
              <a:gd name="T84" fmla="*/ 115 w 140"/>
              <a:gd name="T85" fmla="*/ 125 h 168"/>
              <a:gd name="T86" fmla="*/ 114 w 140"/>
              <a:gd name="T87" fmla="*/ 123 h 168"/>
              <a:gd name="T88" fmla="*/ 112 w 140"/>
              <a:gd name="T89" fmla="*/ 122 h 168"/>
              <a:gd name="T90" fmla="*/ 110 w 140"/>
              <a:gd name="T91" fmla="*/ 122 h 168"/>
              <a:gd name="T92" fmla="*/ 106 w 140"/>
              <a:gd name="T93" fmla="*/ 122 h 168"/>
              <a:gd name="T94" fmla="*/ 104 w 140"/>
              <a:gd name="T95" fmla="*/ 119 h 168"/>
              <a:gd name="T96" fmla="*/ 107 w 140"/>
              <a:gd name="T97" fmla="*/ 117 h 168"/>
              <a:gd name="T98" fmla="*/ 108 w 140"/>
              <a:gd name="T99" fmla="*/ 115 h 168"/>
              <a:gd name="T100" fmla="*/ 108 w 140"/>
              <a:gd name="T101" fmla="*/ 110 h 168"/>
              <a:gd name="T102" fmla="*/ 112 w 140"/>
              <a:gd name="T103" fmla="*/ 108 h 168"/>
              <a:gd name="T104" fmla="*/ 115 w 140"/>
              <a:gd name="T105" fmla="*/ 109 h 168"/>
              <a:gd name="T106" fmla="*/ 115 w 140"/>
              <a:gd name="T107" fmla="*/ 70 h 168"/>
              <a:gd name="T108" fmla="*/ 120 w 140"/>
              <a:gd name="T109" fmla="*/ 61 h 168"/>
              <a:gd name="T110" fmla="*/ 130 w 140"/>
              <a:gd name="T111" fmla="*/ 50 h 168"/>
              <a:gd name="T112" fmla="*/ 140 w 140"/>
              <a:gd name="T113" fmla="*/ 3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 h="168">
                <a:moveTo>
                  <a:pt x="139" y="33"/>
                </a:moveTo>
                <a:cubicBezTo>
                  <a:pt x="137" y="34"/>
                  <a:pt x="136" y="34"/>
                  <a:pt x="136" y="31"/>
                </a:cubicBezTo>
                <a:cubicBezTo>
                  <a:pt x="134" y="30"/>
                  <a:pt x="131" y="31"/>
                  <a:pt x="129" y="29"/>
                </a:cubicBezTo>
                <a:cubicBezTo>
                  <a:pt x="127" y="26"/>
                  <a:pt x="125" y="26"/>
                  <a:pt x="122" y="25"/>
                </a:cubicBezTo>
                <a:cubicBezTo>
                  <a:pt x="122" y="23"/>
                  <a:pt x="122" y="20"/>
                  <a:pt x="122" y="18"/>
                </a:cubicBezTo>
                <a:cubicBezTo>
                  <a:pt x="122" y="16"/>
                  <a:pt x="119" y="15"/>
                  <a:pt x="117" y="13"/>
                </a:cubicBezTo>
                <a:cubicBezTo>
                  <a:pt x="116" y="12"/>
                  <a:pt x="114" y="10"/>
                  <a:pt x="112" y="8"/>
                </a:cubicBezTo>
                <a:cubicBezTo>
                  <a:pt x="110" y="6"/>
                  <a:pt x="109" y="3"/>
                  <a:pt x="107" y="1"/>
                </a:cubicBezTo>
                <a:cubicBezTo>
                  <a:pt x="107" y="1"/>
                  <a:pt x="106" y="0"/>
                  <a:pt x="105" y="0"/>
                </a:cubicBezTo>
                <a:cubicBezTo>
                  <a:pt x="105" y="1"/>
                  <a:pt x="105" y="2"/>
                  <a:pt x="105" y="3"/>
                </a:cubicBezTo>
                <a:cubicBezTo>
                  <a:pt x="106" y="4"/>
                  <a:pt x="107" y="5"/>
                  <a:pt x="107" y="6"/>
                </a:cubicBezTo>
                <a:cubicBezTo>
                  <a:pt x="107" y="7"/>
                  <a:pt x="107" y="7"/>
                  <a:pt x="107" y="7"/>
                </a:cubicBezTo>
                <a:cubicBezTo>
                  <a:pt x="106" y="7"/>
                  <a:pt x="106" y="7"/>
                  <a:pt x="106" y="7"/>
                </a:cubicBezTo>
                <a:cubicBezTo>
                  <a:pt x="104" y="7"/>
                  <a:pt x="102" y="6"/>
                  <a:pt x="102" y="7"/>
                </a:cubicBezTo>
                <a:cubicBezTo>
                  <a:pt x="101" y="8"/>
                  <a:pt x="102" y="9"/>
                  <a:pt x="103" y="9"/>
                </a:cubicBezTo>
                <a:cubicBezTo>
                  <a:pt x="103" y="10"/>
                  <a:pt x="102" y="11"/>
                  <a:pt x="103" y="11"/>
                </a:cubicBezTo>
                <a:cubicBezTo>
                  <a:pt x="104" y="13"/>
                  <a:pt x="104" y="13"/>
                  <a:pt x="104" y="13"/>
                </a:cubicBezTo>
                <a:cubicBezTo>
                  <a:pt x="104" y="13"/>
                  <a:pt x="105" y="13"/>
                  <a:pt x="105" y="13"/>
                </a:cubicBezTo>
                <a:cubicBezTo>
                  <a:pt x="105" y="14"/>
                  <a:pt x="105" y="14"/>
                  <a:pt x="105" y="14"/>
                </a:cubicBezTo>
                <a:cubicBezTo>
                  <a:pt x="106" y="17"/>
                  <a:pt x="108" y="16"/>
                  <a:pt x="110" y="18"/>
                </a:cubicBezTo>
                <a:cubicBezTo>
                  <a:pt x="111" y="19"/>
                  <a:pt x="110" y="21"/>
                  <a:pt x="110" y="23"/>
                </a:cubicBezTo>
                <a:cubicBezTo>
                  <a:pt x="110" y="24"/>
                  <a:pt x="111" y="31"/>
                  <a:pt x="109" y="31"/>
                </a:cubicBezTo>
                <a:cubicBezTo>
                  <a:pt x="108" y="30"/>
                  <a:pt x="109" y="28"/>
                  <a:pt x="107" y="27"/>
                </a:cubicBezTo>
                <a:cubicBezTo>
                  <a:pt x="106" y="27"/>
                  <a:pt x="104" y="27"/>
                  <a:pt x="104" y="26"/>
                </a:cubicBezTo>
                <a:cubicBezTo>
                  <a:pt x="103" y="25"/>
                  <a:pt x="102" y="25"/>
                  <a:pt x="101" y="26"/>
                </a:cubicBezTo>
                <a:cubicBezTo>
                  <a:pt x="101" y="27"/>
                  <a:pt x="101" y="28"/>
                  <a:pt x="102" y="29"/>
                </a:cubicBezTo>
                <a:cubicBezTo>
                  <a:pt x="102" y="30"/>
                  <a:pt x="102" y="31"/>
                  <a:pt x="102" y="32"/>
                </a:cubicBezTo>
                <a:cubicBezTo>
                  <a:pt x="101" y="32"/>
                  <a:pt x="99" y="33"/>
                  <a:pt x="98" y="33"/>
                </a:cubicBezTo>
                <a:cubicBezTo>
                  <a:pt x="97" y="34"/>
                  <a:pt x="97" y="36"/>
                  <a:pt x="95" y="35"/>
                </a:cubicBezTo>
                <a:cubicBezTo>
                  <a:pt x="95" y="36"/>
                  <a:pt x="95" y="36"/>
                  <a:pt x="95" y="36"/>
                </a:cubicBezTo>
                <a:cubicBezTo>
                  <a:pt x="97" y="36"/>
                  <a:pt x="98" y="37"/>
                  <a:pt x="98" y="39"/>
                </a:cubicBezTo>
                <a:cubicBezTo>
                  <a:pt x="98" y="41"/>
                  <a:pt x="97" y="41"/>
                  <a:pt x="95" y="42"/>
                </a:cubicBezTo>
                <a:cubicBezTo>
                  <a:pt x="94" y="43"/>
                  <a:pt x="94" y="45"/>
                  <a:pt x="92" y="43"/>
                </a:cubicBezTo>
                <a:cubicBezTo>
                  <a:pt x="91" y="42"/>
                  <a:pt x="91" y="41"/>
                  <a:pt x="91" y="40"/>
                </a:cubicBezTo>
                <a:cubicBezTo>
                  <a:pt x="90" y="37"/>
                  <a:pt x="88" y="38"/>
                  <a:pt x="88" y="40"/>
                </a:cubicBezTo>
                <a:cubicBezTo>
                  <a:pt x="87" y="43"/>
                  <a:pt x="82" y="40"/>
                  <a:pt x="81" y="39"/>
                </a:cubicBezTo>
                <a:cubicBezTo>
                  <a:pt x="80" y="41"/>
                  <a:pt x="80" y="44"/>
                  <a:pt x="80" y="46"/>
                </a:cubicBezTo>
                <a:cubicBezTo>
                  <a:pt x="79" y="47"/>
                  <a:pt x="79" y="48"/>
                  <a:pt x="79" y="49"/>
                </a:cubicBezTo>
                <a:cubicBezTo>
                  <a:pt x="78" y="50"/>
                  <a:pt x="78" y="54"/>
                  <a:pt x="80" y="54"/>
                </a:cubicBezTo>
                <a:cubicBezTo>
                  <a:pt x="80" y="54"/>
                  <a:pt x="79" y="55"/>
                  <a:pt x="79" y="56"/>
                </a:cubicBezTo>
                <a:cubicBezTo>
                  <a:pt x="78" y="56"/>
                  <a:pt x="77" y="56"/>
                  <a:pt x="76" y="56"/>
                </a:cubicBezTo>
                <a:cubicBezTo>
                  <a:pt x="75" y="57"/>
                  <a:pt x="76" y="58"/>
                  <a:pt x="75" y="58"/>
                </a:cubicBezTo>
                <a:cubicBezTo>
                  <a:pt x="75" y="58"/>
                  <a:pt x="74" y="58"/>
                  <a:pt x="74" y="57"/>
                </a:cubicBezTo>
                <a:cubicBezTo>
                  <a:pt x="74" y="58"/>
                  <a:pt x="73" y="58"/>
                  <a:pt x="73" y="59"/>
                </a:cubicBezTo>
                <a:cubicBezTo>
                  <a:pt x="72" y="60"/>
                  <a:pt x="73" y="61"/>
                  <a:pt x="70" y="60"/>
                </a:cubicBezTo>
                <a:cubicBezTo>
                  <a:pt x="69" y="60"/>
                  <a:pt x="67" y="60"/>
                  <a:pt x="65" y="60"/>
                </a:cubicBezTo>
                <a:cubicBezTo>
                  <a:pt x="65" y="55"/>
                  <a:pt x="56" y="54"/>
                  <a:pt x="56" y="58"/>
                </a:cubicBezTo>
                <a:cubicBezTo>
                  <a:pt x="53" y="59"/>
                  <a:pt x="51" y="58"/>
                  <a:pt x="48" y="57"/>
                </a:cubicBezTo>
                <a:cubicBezTo>
                  <a:pt x="45" y="55"/>
                  <a:pt x="44" y="58"/>
                  <a:pt x="42" y="60"/>
                </a:cubicBezTo>
                <a:cubicBezTo>
                  <a:pt x="41" y="62"/>
                  <a:pt x="38" y="63"/>
                  <a:pt x="38" y="66"/>
                </a:cubicBezTo>
                <a:cubicBezTo>
                  <a:pt x="38" y="68"/>
                  <a:pt x="38" y="69"/>
                  <a:pt x="35" y="69"/>
                </a:cubicBezTo>
                <a:cubicBezTo>
                  <a:pt x="35" y="67"/>
                  <a:pt x="34" y="66"/>
                  <a:pt x="33" y="65"/>
                </a:cubicBezTo>
                <a:cubicBezTo>
                  <a:pt x="33" y="64"/>
                  <a:pt x="31" y="63"/>
                  <a:pt x="31" y="63"/>
                </a:cubicBezTo>
                <a:cubicBezTo>
                  <a:pt x="31" y="60"/>
                  <a:pt x="34" y="59"/>
                  <a:pt x="34" y="57"/>
                </a:cubicBezTo>
                <a:cubicBezTo>
                  <a:pt x="35" y="56"/>
                  <a:pt x="35" y="54"/>
                  <a:pt x="34" y="54"/>
                </a:cubicBezTo>
                <a:cubicBezTo>
                  <a:pt x="32" y="54"/>
                  <a:pt x="33" y="55"/>
                  <a:pt x="33" y="55"/>
                </a:cubicBezTo>
                <a:cubicBezTo>
                  <a:pt x="29" y="59"/>
                  <a:pt x="30" y="50"/>
                  <a:pt x="30" y="50"/>
                </a:cubicBezTo>
                <a:cubicBezTo>
                  <a:pt x="28" y="47"/>
                  <a:pt x="28" y="54"/>
                  <a:pt x="24" y="48"/>
                </a:cubicBezTo>
                <a:cubicBezTo>
                  <a:pt x="22" y="45"/>
                  <a:pt x="16" y="45"/>
                  <a:pt x="12" y="45"/>
                </a:cubicBezTo>
                <a:cubicBezTo>
                  <a:pt x="12" y="46"/>
                  <a:pt x="11" y="46"/>
                  <a:pt x="10" y="47"/>
                </a:cubicBezTo>
                <a:cubicBezTo>
                  <a:pt x="7" y="48"/>
                  <a:pt x="5" y="45"/>
                  <a:pt x="1" y="45"/>
                </a:cubicBezTo>
                <a:cubicBezTo>
                  <a:pt x="0" y="44"/>
                  <a:pt x="0" y="44"/>
                  <a:pt x="0" y="44"/>
                </a:cubicBezTo>
                <a:cubicBezTo>
                  <a:pt x="0" y="45"/>
                  <a:pt x="0" y="45"/>
                  <a:pt x="1" y="46"/>
                </a:cubicBezTo>
                <a:cubicBezTo>
                  <a:pt x="1" y="47"/>
                  <a:pt x="1" y="49"/>
                  <a:pt x="2" y="50"/>
                </a:cubicBezTo>
                <a:cubicBezTo>
                  <a:pt x="3" y="50"/>
                  <a:pt x="5" y="50"/>
                  <a:pt x="5" y="50"/>
                </a:cubicBezTo>
                <a:cubicBezTo>
                  <a:pt x="6" y="51"/>
                  <a:pt x="6" y="53"/>
                  <a:pt x="5" y="53"/>
                </a:cubicBezTo>
                <a:cubicBezTo>
                  <a:pt x="2" y="53"/>
                  <a:pt x="2" y="57"/>
                  <a:pt x="3" y="59"/>
                </a:cubicBezTo>
                <a:cubicBezTo>
                  <a:pt x="4" y="60"/>
                  <a:pt x="5" y="60"/>
                  <a:pt x="6" y="60"/>
                </a:cubicBezTo>
                <a:cubicBezTo>
                  <a:pt x="7" y="62"/>
                  <a:pt x="7" y="64"/>
                  <a:pt x="5" y="66"/>
                </a:cubicBezTo>
                <a:cubicBezTo>
                  <a:pt x="4" y="68"/>
                  <a:pt x="5" y="71"/>
                  <a:pt x="5" y="73"/>
                </a:cubicBezTo>
                <a:cubicBezTo>
                  <a:pt x="4" y="73"/>
                  <a:pt x="2" y="73"/>
                  <a:pt x="1" y="73"/>
                </a:cubicBezTo>
                <a:cubicBezTo>
                  <a:pt x="1" y="75"/>
                  <a:pt x="3" y="76"/>
                  <a:pt x="4" y="76"/>
                </a:cubicBezTo>
                <a:cubicBezTo>
                  <a:pt x="4" y="77"/>
                  <a:pt x="5" y="77"/>
                  <a:pt x="5" y="78"/>
                </a:cubicBezTo>
                <a:cubicBezTo>
                  <a:pt x="8" y="77"/>
                  <a:pt x="10" y="78"/>
                  <a:pt x="13" y="79"/>
                </a:cubicBezTo>
                <a:cubicBezTo>
                  <a:pt x="14" y="74"/>
                  <a:pt x="19" y="78"/>
                  <a:pt x="22" y="79"/>
                </a:cubicBezTo>
                <a:cubicBezTo>
                  <a:pt x="22" y="80"/>
                  <a:pt x="22" y="81"/>
                  <a:pt x="22" y="82"/>
                </a:cubicBezTo>
                <a:cubicBezTo>
                  <a:pt x="23" y="82"/>
                  <a:pt x="23" y="83"/>
                  <a:pt x="24" y="82"/>
                </a:cubicBezTo>
                <a:cubicBezTo>
                  <a:pt x="25" y="88"/>
                  <a:pt x="34" y="83"/>
                  <a:pt x="37" y="83"/>
                </a:cubicBezTo>
                <a:cubicBezTo>
                  <a:pt x="37" y="84"/>
                  <a:pt x="37" y="84"/>
                  <a:pt x="37" y="85"/>
                </a:cubicBezTo>
                <a:cubicBezTo>
                  <a:pt x="41" y="85"/>
                  <a:pt x="41" y="88"/>
                  <a:pt x="41" y="91"/>
                </a:cubicBezTo>
                <a:cubicBezTo>
                  <a:pt x="41" y="92"/>
                  <a:pt x="40" y="94"/>
                  <a:pt x="41" y="95"/>
                </a:cubicBezTo>
                <a:cubicBezTo>
                  <a:pt x="41" y="95"/>
                  <a:pt x="44" y="97"/>
                  <a:pt x="44" y="96"/>
                </a:cubicBezTo>
                <a:cubicBezTo>
                  <a:pt x="43" y="102"/>
                  <a:pt x="42" y="109"/>
                  <a:pt x="45" y="115"/>
                </a:cubicBezTo>
                <a:cubicBezTo>
                  <a:pt x="46" y="117"/>
                  <a:pt x="47" y="119"/>
                  <a:pt x="47" y="121"/>
                </a:cubicBezTo>
                <a:cubicBezTo>
                  <a:pt x="48" y="124"/>
                  <a:pt x="52" y="123"/>
                  <a:pt x="54" y="123"/>
                </a:cubicBezTo>
                <a:cubicBezTo>
                  <a:pt x="54" y="126"/>
                  <a:pt x="55" y="128"/>
                  <a:pt x="58" y="129"/>
                </a:cubicBezTo>
                <a:cubicBezTo>
                  <a:pt x="61" y="131"/>
                  <a:pt x="64" y="134"/>
                  <a:pt x="65" y="138"/>
                </a:cubicBezTo>
                <a:cubicBezTo>
                  <a:pt x="67" y="142"/>
                  <a:pt x="56" y="154"/>
                  <a:pt x="66" y="156"/>
                </a:cubicBezTo>
                <a:cubicBezTo>
                  <a:pt x="67" y="156"/>
                  <a:pt x="68" y="155"/>
                  <a:pt x="68" y="155"/>
                </a:cubicBezTo>
                <a:cubicBezTo>
                  <a:pt x="70" y="155"/>
                  <a:pt x="71" y="156"/>
                  <a:pt x="72" y="156"/>
                </a:cubicBezTo>
                <a:cubicBezTo>
                  <a:pt x="72" y="154"/>
                  <a:pt x="71" y="151"/>
                  <a:pt x="71" y="149"/>
                </a:cubicBezTo>
                <a:cubicBezTo>
                  <a:pt x="72" y="146"/>
                  <a:pt x="77" y="148"/>
                  <a:pt x="79" y="148"/>
                </a:cubicBezTo>
                <a:cubicBezTo>
                  <a:pt x="78" y="146"/>
                  <a:pt x="77" y="144"/>
                  <a:pt x="78" y="142"/>
                </a:cubicBezTo>
                <a:cubicBezTo>
                  <a:pt x="78" y="142"/>
                  <a:pt x="79" y="142"/>
                  <a:pt x="79" y="142"/>
                </a:cubicBezTo>
                <a:cubicBezTo>
                  <a:pt x="77" y="142"/>
                  <a:pt x="76" y="141"/>
                  <a:pt x="76" y="140"/>
                </a:cubicBezTo>
                <a:cubicBezTo>
                  <a:pt x="85" y="138"/>
                  <a:pt x="86" y="149"/>
                  <a:pt x="93" y="148"/>
                </a:cubicBezTo>
                <a:cubicBezTo>
                  <a:pt x="94" y="147"/>
                  <a:pt x="93" y="145"/>
                  <a:pt x="94" y="144"/>
                </a:cubicBezTo>
                <a:cubicBezTo>
                  <a:pt x="95" y="143"/>
                  <a:pt x="98" y="144"/>
                  <a:pt x="99" y="144"/>
                </a:cubicBezTo>
                <a:cubicBezTo>
                  <a:pt x="99" y="142"/>
                  <a:pt x="100" y="141"/>
                  <a:pt x="100" y="140"/>
                </a:cubicBezTo>
                <a:cubicBezTo>
                  <a:pt x="102" y="138"/>
                  <a:pt x="104" y="143"/>
                  <a:pt x="107" y="144"/>
                </a:cubicBezTo>
                <a:cubicBezTo>
                  <a:pt x="107" y="145"/>
                  <a:pt x="107" y="145"/>
                  <a:pt x="107" y="145"/>
                </a:cubicBezTo>
                <a:cubicBezTo>
                  <a:pt x="103" y="146"/>
                  <a:pt x="104" y="154"/>
                  <a:pt x="104" y="157"/>
                </a:cubicBezTo>
                <a:cubicBezTo>
                  <a:pt x="103" y="159"/>
                  <a:pt x="101" y="168"/>
                  <a:pt x="106" y="166"/>
                </a:cubicBezTo>
                <a:cubicBezTo>
                  <a:pt x="106" y="163"/>
                  <a:pt x="108" y="163"/>
                  <a:pt x="111" y="163"/>
                </a:cubicBezTo>
                <a:cubicBezTo>
                  <a:pt x="111" y="162"/>
                  <a:pt x="111" y="161"/>
                  <a:pt x="110" y="160"/>
                </a:cubicBezTo>
                <a:cubicBezTo>
                  <a:pt x="113" y="161"/>
                  <a:pt x="118" y="161"/>
                  <a:pt x="120" y="159"/>
                </a:cubicBezTo>
                <a:cubicBezTo>
                  <a:pt x="122" y="158"/>
                  <a:pt x="123" y="156"/>
                  <a:pt x="125" y="155"/>
                </a:cubicBezTo>
                <a:cubicBezTo>
                  <a:pt x="125" y="155"/>
                  <a:pt x="125" y="155"/>
                  <a:pt x="125" y="155"/>
                </a:cubicBezTo>
                <a:cubicBezTo>
                  <a:pt x="126" y="155"/>
                  <a:pt x="126" y="155"/>
                  <a:pt x="126" y="155"/>
                </a:cubicBezTo>
                <a:cubicBezTo>
                  <a:pt x="126" y="155"/>
                  <a:pt x="126" y="155"/>
                  <a:pt x="126" y="155"/>
                </a:cubicBezTo>
                <a:cubicBezTo>
                  <a:pt x="127" y="154"/>
                  <a:pt x="129" y="155"/>
                  <a:pt x="131" y="154"/>
                </a:cubicBezTo>
                <a:cubicBezTo>
                  <a:pt x="132" y="154"/>
                  <a:pt x="132" y="154"/>
                  <a:pt x="132" y="154"/>
                </a:cubicBezTo>
                <a:cubicBezTo>
                  <a:pt x="132" y="154"/>
                  <a:pt x="132" y="154"/>
                  <a:pt x="132" y="154"/>
                </a:cubicBezTo>
                <a:cubicBezTo>
                  <a:pt x="132" y="153"/>
                  <a:pt x="132" y="153"/>
                  <a:pt x="132" y="152"/>
                </a:cubicBezTo>
                <a:cubicBezTo>
                  <a:pt x="132" y="151"/>
                  <a:pt x="132" y="151"/>
                  <a:pt x="132" y="151"/>
                </a:cubicBezTo>
                <a:cubicBezTo>
                  <a:pt x="131" y="151"/>
                  <a:pt x="131" y="150"/>
                  <a:pt x="131" y="149"/>
                </a:cubicBezTo>
                <a:cubicBezTo>
                  <a:pt x="131" y="148"/>
                  <a:pt x="131" y="148"/>
                  <a:pt x="131" y="148"/>
                </a:cubicBezTo>
                <a:cubicBezTo>
                  <a:pt x="131" y="145"/>
                  <a:pt x="131" y="143"/>
                  <a:pt x="129" y="140"/>
                </a:cubicBezTo>
                <a:cubicBezTo>
                  <a:pt x="129" y="139"/>
                  <a:pt x="129" y="139"/>
                  <a:pt x="129" y="139"/>
                </a:cubicBezTo>
                <a:cubicBezTo>
                  <a:pt x="129" y="139"/>
                  <a:pt x="129" y="139"/>
                  <a:pt x="129" y="139"/>
                </a:cubicBezTo>
                <a:cubicBezTo>
                  <a:pt x="128" y="136"/>
                  <a:pt x="126" y="134"/>
                  <a:pt x="124" y="131"/>
                </a:cubicBezTo>
                <a:cubicBezTo>
                  <a:pt x="122" y="129"/>
                  <a:pt x="123" y="127"/>
                  <a:pt x="122" y="125"/>
                </a:cubicBezTo>
                <a:cubicBezTo>
                  <a:pt x="122" y="124"/>
                  <a:pt x="121" y="124"/>
                  <a:pt x="121" y="123"/>
                </a:cubicBezTo>
                <a:cubicBezTo>
                  <a:pt x="120" y="123"/>
                  <a:pt x="120" y="123"/>
                  <a:pt x="120" y="123"/>
                </a:cubicBezTo>
                <a:cubicBezTo>
                  <a:pt x="120" y="123"/>
                  <a:pt x="119" y="123"/>
                  <a:pt x="118" y="123"/>
                </a:cubicBezTo>
                <a:cubicBezTo>
                  <a:pt x="117" y="124"/>
                  <a:pt x="119" y="124"/>
                  <a:pt x="118" y="125"/>
                </a:cubicBezTo>
                <a:cubicBezTo>
                  <a:pt x="118" y="126"/>
                  <a:pt x="116" y="127"/>
                  <a:pt x="115" y="126"/>
                </a:cubicBezTo>
                <a:cubicBezTo>
                  <a:pt x="115" y="126"/>
                  <a:pt x="115" y="126"/>
                  <a:pt x="115" y="126"/>
                </a:cubicBezTo>
                <a:cubicBezTo>
                  <a:pt x="115" y="125"/>
                  <a:pt x="115" y="125"/>
                  <a:pt x="115" y="125"/>
                </a:cubicBezTo>
                <a:cubicBezTo>
                  <a:pt x="115" y="125"/>
                  <a:pt x="114" y="125"/>
                  <a:pt x="114" y="124"/>
                </a:cubicBezTo>
                <a:cubicBezTo>
                  <a:pt x="114" y="124"/>
                  <a:pt x="114" y="124"/>
                  <a:pt x="114" y="123"/>
                </a:cubicBezTo>
                <a:cubicBezTo>
                  <a:pt x="114" y="123"/>
                  <a:pt x="114" y="123"/>
                  <a:pt x="114" y="123"/>
                </a:cubicBezTo>
                <a:cubicBezTo>
                  <a:pt x="113" y="122"/>
                  <a:pt x="113" y="122"/>
                  <a:pt x="113" y="122"/>
                </a:cubicBezTo>
                <a:cubicBezTo>
                  <a:pt x="113" y="122"/>
                  <a:pt x="113" y="122"/>
                  <a:pt x="113" y="122"/>
                </a:cubicBezTo>
                <a:cubicBezTo>
                  <a:pt x="112" y="122"/>
                  <a:pt x="112" y="122"/>
                  <a:pt x="112" y="122"/>
                </a:cubicBezTo>
                <a:cubicBezTo>
                  <a:pt x="111" y="122"/>
                  <a:pt x="111" y="121"/>
                  <a:pt x="111" y="121"/>
                </a:cubicBezTo>
                <a:cubicBezTo>
                  <a:pt x="110" y="121"/>
                  <a:pt x="109" y="121"/>
                  <a:pt x="110" y="121"/>
                </a:cubicBezTo>
                <a:cubicBezTo>
                  <a:pt x="111" y="121"/>
                  <a:pt x="110" y="122"/>
                  <a:pt x="110" y="122"/>
                </a:cubicBezTo>
                <a:cubicBezTo>
                  <a:pt x="109" y="122"/>
                  <a:pt x="109" y="122"/>
                  <a:pt x="109" y="122"/>
                </a:cubicBezTo>
                <a:cubicBezTo>
                  <a:pt x="108" y="122"/>
                  <a:pt x="108" y="122"/>
                  <a:pt x="107" y="122"/>
                </a:cubicBezTo>
                <a:cubicBezTo>
                  <a:pt x="107" y="122"/>
                  <a:pt x="106" y="122"/>
                  <a:pt x="106" y="122"/>
                </a:cubicBezTo>
                <a:cubicBezTo>
                  <a:pt x="105" y="123"/>
                  <a:pt x="106" y="122"/>
                  <a:pt x="106" y="121"/>
                </a:cubicBezTo>
                <a:cubicBezTo>
                  <a:pt x="105" y="120"/>
                  <a:pt x="105" y="120"/>
                  <a:pt x="105" y="120"/>
                </a:cubicBezTo>
                <a:cubicBezTo>
                  <a:pt x="104" y="120"/>
                  <a:pt x="104" y="120"/>
                  <a:pt x="104" y="119"/>
                </a:cubicBezTo>
                <a:cubicBezTo>
                  <a:pt x="104" y="118"/>
                  <a:pt x="105" y="119"/>
                  <a:pt x="105" y="118"/>
                </a:cubicBezTo>
                <a:cubicBezTo>
                  <a:pt x="105" y="118"/>
                  <a:pt x="105" y="117"/>
                  <a:pt x="106" y="117"/>
                </a:cubicBezTo>
                <a:cubicBezTo>
                  <a:pt x="107" y="117"/>
                  <a:pt x="107" y="117"/>
                  <a:pt x="107" y="117"/>
                </a:cubicBezTo>
                <a:cubicBezTo>
                  <a:pt x="107" y="117"/>
                  <a:pt x="107" y="116"/>
                  <a:pt x="107" y="116"/>
                </a:cubicBezTo>
                <a:cubicBezTo>
                  <a:pt x="107" y="115"/>
                  <a:pt x="108" y="116"/>
                  <a:pt x="108" y="115"/>
                </a:cubicBezTo>
                <a:cubicBezTo>
                  <a:pt x="108" y="115"/>
                  <a:pt x="108" y="115"/>
                  <a:pt x="108" y="115"/>
                </a:cubicBezTo>
                <a:cubicBezTo>
                  <a:pt x="109" y="114"/>
                  <a:pt x="108" y="114"/>
                  <a:pt x="108" y="114"/>
                </a:cubicBezTo>
                <a:cubicBezTo>
                  <a:pt x="108" y="114"/>
                  <a:pt x="109" y="113"/>
                  <a:pt x="108" y="112"/>
                </a:cubicBezTo>
                <a:cubicBezTo>
                  <a:pt x="108" y="110"/>
                  <a:pt x="108" y="110"/>
                  <a:pt x="108" y="110"/>
                </a:cubicBezTo>
                <a:cubicBezTo>
                  <a:pt x="108" y="109"/>
                  <a:pt x="109" y="109"/>
                  <a:pt x="109" y="109"/>
                </a:cubicBezTo>
                <a:cubicBezTo>
                  <a:pt x="110" y="109"/>
                  <a:pt x="111" y="109"/>
                  <a:pt x="111" y="109"/>
                </a:cubicBezTo>
                <a:cubicBezTo>
                  <a:pt x="111" y="109"/>
                  <a:pt x="112" y="108"/>
                  <a:pt x="112" y="108"/>
                </a:cubicBezTo>
                <a:cubicBezTo>
                  <a:pt x="113" y="107"/>
                  <a:pt x="114" y="108"/>
                  <a:pt x="114" y="108"/>
                </a:cubicBezTo>
                <a:cubicBezTo>
                  <a:pt x="114" y="108"/>
                  <a:pt x="114" y="108"/>
                  <a:pt x="114" y="108"/>
                </a:cubicBezTo>
                <a:cubicBezTo>
                  <a:pt x="115" y="109"/>
                  <a:pt x="115" y="109"/>
                  <a:pt x="115" y="109"/>
                </a:cubicBezTo>
                <a:cubicBezTo>
                  <a:pt x="115" y="102"/>
                  <a:pt x="115" y="102"/>
                  <a:pt x="115" y="102"/>
                </a:cubicBezTo>
                <a:cubicBezTo>
                  <a:pt x="115" y="97"/>
                  <a:pt x="115" y="92"/>
                  <a:pt x="113" y="87"/>
                </a:cubicBezTo>
                <a:cubicBezTo>
                  <a:pt x="112" y="82"/>
                  <a:pt x="114" y="75"/>
                  <a:pt x="115" y="70"/>
                </a:cubicBezTo>
                <a:cubicBezTo>
                  <a:pt x="116" y="70"/>
                  <a:pt x="116" y="70"/>
                  <a:pt x="116" y="70"/>
                </a:cubicBezTo>
                <a:cubicBezTo>
                  <a:pt x="117" y="68"/>
                  <a:pt x="117" y="67"/>
                  <a:pt x="118" y="65"/>
                </a:cubicBezTo>
                <a:cubicBezTo>
                  <a:pt x="119" y="64"/>
                  <a:pt x="120" y="63"/>
                  <a:pt x="120" y="61"/>
                </a:cubicBezTo>
                <a:cubicBezTo>
                  <a:pt x="121" y="59"/>
                  <a:pt x="120" y="55"/>
                  <a:pt x="124" y="55"/>
                </a:cubicBezTo>
                <a:cubicBezTo>
                  <a:pt x="124" y="54"/>
                  <a:pt x="125" y="54"/>
                  <a:pt x="126" y="52"/>
                </a:cubicBezTo>
                <a:cubicBezTo>
                  <a:pt x="126" y="50"/>
                  <a:pt x="128" y="51"/>
                  <a:pt x="130" y="50"/>
                </a:cubicBezTo>
                <a:cubicBezTo>
                  <a:pt x="130" y="45"/>
                  <a:pt x="136" y="42"/>
                  <a:pt x="138" y="38"/>
                </a:cubicBezTo>
                <a:cubicBezTo>
                  <a:pt x="139" y="37"/>
                  <a:pt x="139" y="36"/>
                  <a:pt x="139" y="35"/>
                </a:cubicBezTo>
                <a:cubicBezTo>
                  <a:pt x="140" y="35"/>
                  <a:pt x="140" y="35"/>
                  <a:pt x="140" y="35"/>
                </a:cubicBezTo>
                <a:cubicBezTo>
                  <a:pt x="139" y="34"/>
                  <a:pt x="139" y="33"/>
                  <a:pt x="139" y="33"/>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29" name="Rectangle 444">
            <a:extLst>
              <a:ext uri="{FF2B5EF4-FFF2-40B4-BE49-F238E27FC236}">
                <a16:creationId xmlns:a16="http://schemas.microsoft.com/office/drawing/2014/main" id="{C57F0651-99BD-48D8-853E-3EAB2B0FB3CB}"/>
              </a:ext>
            </a:extLst>
          </p:cNvPr>
          <p:cNvSpPr>
            <a:spLocks noChangeArrowheads="1"/>
          </p:cNvSpPr>
          <p:nvPr/>
        </p:nvSpPr>
        <p:spPr bwMode="auto">
          <a:xfrm>
            <a:off x="2765534" y="2946914"/>
            <a:ext cx="1020" cy="985"/>
          </a:xfrm>
          <a:prstGeom prst="rect">
            <a:avLst/>
          </a:prstGeom>
          <a:solidFill>
            <a:schemeClr val="bg2"/>
          </a:solidFill>
          <a:ln w="3175">
            <a:solidFill>
              <a:schemeClr val="bg1"/>
            </a:solidFill>
            <a:miter lim="800000"/>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0" name="Freeform 445">
            <a:extLst>
              <a:ext uri="{FF2B5EF4-FFF2-40B4-BE49-F238E27FC236}">
                <a16:creationId xmlns:a16="http://schemas.microsoft.com/office/drawing/2014/main" id="{C3601493-F370-4EA0-8087-249311F87634}"/>
              </a:ext>
            </a:extLst>
          </p:cNvPr>
          <p:cNvSpPr>
            <a:spLocks/>
          </p:cNvSpPr>
          <p:nvPr/>
        </p:nvSpPr>
        <p:spPr bwMode="auto">
          <a:xfrm>
            <a:off x="2781852" y="3023775"/>
            <a:ext cx="767958" cy="677956"/>
          </a:xfrm>
          <a:custGeom>
            <a:avLst/>
            <a:gdLst>
              <a:gd name="T0" fmla="*/ 317 w 338"/>
              <a:gd name="T1" fmla="*/ 205 h 309"/>
              <a:gd name="T2" fmla="*/ 325 w 338"/>
              <a:gd name="T3" fmla="*/ 189 h 309"/>
              <a:gd name="T4" fmla="*/ 311 w 338"/>
              <a:gd name="T5" fmla="*/ 168 h 309"/>
              <a:gd name="T6" fmla="*/ 280 w 338"/>
              <a:gd name="T7" fmla="*/ 151 h 309"/>
              <a:gd name="T8" fmla="*/ 252 w 338"/>
              <a:gd name="T9" fmla="*/ 139 h 309"/>
              <a:gd name="T10" fmla="*/ 217 w 338"/>
              <a:gd name="T11" fmla="*/ 125 h 309"/>
              <a:gd name="T12" fmla="*/ 189 w 338"/>
              <a:gd name="T13" fmla="*/ 112 h 309"/>
              <a:gd name="T14" fmla="*/ 173 w 338"/>
              <a:gd name="T15" fmla="*/ 97 h 309"/>
              <a:gd name="T16" fmla="*/ 148 w 338"/>
              <a:gd name="T17" fmla="*/ 87 h 309"/>
              <a:gd name="T18" fmla="*/ 129 w 338"/>
              <a:gd name="T19" fmla="*/ 82 h 309"/>
              <a:gd name="T20" fmla="*/ 95 w 338"/>
              <a:gd name="T21" fmla="*/ 69 h 309"/>
              <a:gd name="T22" fmla="*/ 78 w 338"/>
              <a:gd name="T23" fmla="*/ 46 h 309"/>
              <a:gd name="T24" fmla="*/ 42 w 338"/>
              <a:gd name="T25" fmla="*/ 37 h 309"/>
              <a:gd name="T26" fmla="*/ 43 w 338"/>
              <a:gd name="T27" fmla="*/ 8 h 309"/>
              <a:gd name="T28" fmla="*/ 14 w 338"/>
              <a:gd name="T29" fmla="*/ 17 h 309"/>
              <a:gd name="T30" fmla="*/ 1 w 338"/>
              <a:gd name="T31" fmla="*/ 52 h 309"/>
              <a:gd name="T32" fmla="*/ 5 w 338"/>
              <a:gd name="T33" fmla="*/ 76 h 309"/>
              <a:gd name="T34" fmla="*/ 8 w 338"/>
              <a:gd name="T35" fmla="*/ 79 h 309"/>
              <a:gd name="T36" fmla="*/ 9 w 338"/>
              <a:gd name="T37" fmla="*/ 88 h 309"/>
              <a:gd name="T38" fmla="*/ 17 w 338"/>
              <a:gd name="T39" fmla="*/ 105 h 309"/>
              <a:gd name="T40" fmla="*/ 20 w 338"/>
              <a:gd name="T41" fmla="*/ 119 h 309"/>
              <a:gd name="T42" fmla="*/ 19 w 338"/>
              <a:gd name="T43" fmla="*/ 119 h 309"/>
              <a:gd name="T44" fmla="*/ 19 w 338"/>
              <a:gd name="T45" fmla="*/ 119 h 309"/>
              <a:gd name="T46" fmla="*/ 19 w 338"/>
              <a:gd name="T47" fmla="*/ 119 h 309"/>
              <a:gd name="T48" fmla="*/ 14 w 338"/>
              <a:gd name="T49" fmla="*/ 120 h 309"/>
              <a:gd name="T50" fmla="*/ 13 w 338"/>
              <a:gd name="T51" fmla="*/ 120 h 309"/>
              <a:gd name="T52" fmla="*/ 13 w 338"/>
              <a:gd name="T53" fmla="*/ 120 h 309"/>
              <a:gd name="T54" fmla="*/ 14 w 338"/>
              <a:gd name="T55" fmla="*/ 142 h 309"/>
              <a:gd name="T56" fmla="*/ 20 w 338"/>
              <a:gd name="T57" fmla="*/ 161 h 309"/>
              <a:gd name="T58" fmla="*/ 26 w 338"/>
              <a:gd name="T59" fmla="*/ 171 h 309"/>
              <a:gd name="T60" fmla="*/ 45 w 338"/>
              <a:gd name="T61" fmla="*/ 167 h 309"/>
              <a:gd name="T62" fmla="*/ 71 w 338"/>
              <a:gd name="T63" fmla="*/ 174 h 309"/>
              <a:gd name="T64" fmla="*/ 87 w 338"/>
              <a:gd name="T65" fmla="*/ 199 h 309"/>
              <a:gd name="T66" fmla="*/ 72 w 338"/>
              <a:gd name="T67" fmla="*/ 224 h 309"/>
              <a:gd name="T68" fmla="*/ 51 w 338"/>
              <a:gd name="T69" fmla="*/ 238 h 309"/>
              <a:gd name="T70" fmla="*/ 42 w 338"/>
              <a:gd name="T71" fmla="*/ 265 h 309"/>
              <a:gd name="T72" fmla="*/ 62 w 338"/>
              <a:gd name="T73" fmla="*/ 292 h 309"/>
              <a:gd name="T74" fmla="*/ 76 w 338"/>
              <a:gd name="T75" fmla="*/ 286 h 309"/>
              <a:gd name="T76" fmla="*/ 66 w 338"/>
              <a:gd name="T77" fmla="*/ 265 h 309"/>
              <a:gd name="T78" fmla="*/ 71 w 338"/>
              <a:gd name="T79" fmla="*/ 240 h 309"/>
              <a:gd name="T80" fmla="*/ 74 w 338"/>
              <a:gd name="T81" fmla="*/ 247 h 309"/>
              <a:gd name="T82" fmla="*/ 79 w 338"/>
              <a:gd name="T83" fmla="*/ 250 h 309"/>
              <a:gd name="T84" fmla="*/ 95 w 338"/>
              <a:gd name="T85" fmla="*/ 252 h 309"/>
              <a:gd name="T86" fmla="*/ 106 w 338"/>
              <a:gd name="T87" fmla="*/ 256 h 309"/>
              <a:gd name="T88" fmla="*/ 140 w 338"/>
              <a:gd name="T89" fmla="*/ 243 h 309"/>
              <a:gd name="T90" fmla="*/ 142 w 338"/>
              <a:gd name="T91" fmla="*/ 261 h 309"/>
              <a:gd name="T92" fmla="*/ 153 w 338"/>
              <a:gd name="T93" fmla="*/ 259 h 309"/>
              <a:gd name="T94" fmla="*/ 164 w 338"/>
              <a:gd name="T95" fmla="*/ 257 h 309"/>
              <a:gd name="T96" fmla="*/ 164 w 338"/>
              <a:gd name="T97" fmla="*/ 268 h 309"/>
              <a:gd name="T98" fmla="*/ 191 w 338"/>
              <a:gd name="T99" fmla="*/ 257 h 309"/>
              <a:gd name="T100" fmla="*/ 206 w 338"/>
              <a:gd name="T101" fmla="*/ 263 h 309"/>
              <a:gd name="T102" fmla="*/ 229 w 338"/>
              <a:gd name="T103" fmla="*/ 281 h 309"/>
              <a:gd name="T104" fmla="*/ 252 w 338"/>
              <a:gd name="T105" fmla="*/ 282 h 309"/>
              <a:gd name="T106" fmla="*/ 252 w 338"/>
              <a:gd name="T107" fmla="*/ 296 h 309"/>
              <a:gd name="T108" fmla="*/ 283 w 338"/>
              <a:gd name="T109" fmla="*/ 297 h 309"/>
              <a:gd name="T110" fmla="*/ 280 w 338"/>
              <a:gd name="T111" fmla="*/ 259 h 309"/>
              <a:gd name="T112" fmla="*/ 313 w 338"/>
              <a:gd name="T113" fmla="*/ 23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8" h="309">
                <a:moveTo>
                  <a:pt x="333" y="226"/>
                </a:moveTo>
                <a:cubicBezTo>
                  <a:pt x="328" y="225"/>
                  <a:pt x="325" y="222"/>
                  <a:pt x="321" y="220"/>
                </a:cubicBezTo>
                <a:cubicBezTo>
                  <a:pt x="319" y="219"/>
                  <a:pt x="318" y="219"/>
                  <a:pt x="317" y="218"/>
                </a:cubicBezTo>
                <a:cubicBezTo>
                  <a:pt x="316" y="217"/>
                  <a:pt x="316" y="216"/>
                  <a:pt x="316" y="214"/>
                </a:cubicBezTo>
                <a:cubicBezTo>
                  <a:pt x="314" y="211"/>
                  <a:pt x="311" y="210"/>
                  <a:pt x="309" y="207"/>
                </a:cubicBezTo>
                <a:cubicBezTo>
                  <a:pt x="312" y="207"/>
                  <a:pt x="315" y="206"/>
                  <a:pt x="317" y="205"/>
                </a:cubicBezTo>
                <a:cubicBezTo>
                  <a:pt x="318" y="204"/>
                  <a:pt x="317" y="202"/>
                  <a:pt x="317" y="200"/>
                </a:cubicBezTo>
                <a:cubicBezTo>
                  <a:pt x="316" y="199"/>
                  <a:pt x="315" y="199"/>
                  <a:pt x="313" y="199"/>
                </a:cubicBezTo>
                <a:cubicBezTo>
                  <a:pt x="311" y="198"/>
                  <a:pt x="309" y="197"/>
                  <a:pt x="307" y="197"/>
                </a:cubicBezTo>
                <a:cubicBezTo>
                  <a:pt x="305" y="194"/>
                  <a:pt x="306" y="192"/>
                  <a:pt x="309" y="192"/>
                </a:cubicBezTo>
                <a:cubicBezTo>
                  <a:pt x="313" y="191"/>
                  <a:pt x="311" y="190"/>
                  <a:pt x="314" y="189"/>
                </a:cubicBezTo>
                <a:cubicBezTo>
                  <a:pt x="318" y="188"/>
                  <a:pt x="322" y="189"/>
                  <a:pt x="325" y="189"/>
                </a:cubicBezTo>
                <a:cubicBezTo>
                  <a:pt x="327" y="189"/>
                  <a:pt x="328" y="188"/>
                  <a:pt x="327" y="186"/>
                </a:cubicBezTo>
                <a:cubicBezTo>
                  <a:pt x="326" y="185"/>
                  <a:pt x="324" y="185"/>
                  <a:pt x="323" y="185"/>
                </a:cubicBezTo>
                <a:cubicBezTo>
                  <a:pt x="323" y="184"/>
                  <a:pt x="322" y="183"/>
                  <a:pt x="321" y="183"/>
                </a:cubicBezTo>
                <a:cubicBezTo>
                  <a:pt x="320" y="181"/>
                  <a:pt x="320" y="179"/>
                  <a:pt x="320" y="177"/>
                </a:cubicBezTo>
                <a:cubicBezTo>
                  <a:pt x="318" y="177"/>
                  <a:pt x="315" y="178"/>
                  <a:pt x="312" y="176"/>
                </a:cubicBezTo>
                <a:cubicBezTo>
                  <a:pt x="310" y="174"/>
                  <a:pt x="312" y="171"/>
                  <a:pt x="311" y="168"/>
                </a:cubicBezTo>
                <a:cubicBezTo>
                  <a:pt x="310" y="165"/>
                  <a:pt x="306" y="166"/>
                  <a:pt x="307" y="163"/>
                </a:cubicBezTo>
                <a:cubicBezTo>
                  <a:pt x="308" y="160"/>
                  <a:pt x="304" y="158"/>
                  <a:pt x="305" y="155"/>
                </a:cubicBezTo>
                <a:cubicBezTo>
                  <a:pt x="302" y="155"/>
                  <a:pt x="301" y="153"/>
                  <a:pt x="301" y="152"/>
                </a:cubicBezTo>
                <a:cubicBezTo>
                  <a:pt x="298" y="152"/>
                  <a:pt x="296" y="150"/>
                  <a:pt x="294" y="149"/>
                </a:cubicBezTo>
                <a:cubicBezTo>
                  <a:pt x="290" y="147"/>
                  <a:pt x="286" y="147"/>
                  <a:pt x="282" y="148"/>
                </a:cubicBezTo>
                <a:cubicBezTo>
                  <a:pt x="282" y="149"/>
                  <a:pt x="281" y="150"/>
                  <a:pt x="280" y="151"/>
                </a:cubicBezTo>
                <a:cubicBezTo>
                  <a:pt x="280" y="152"/>
                  <a:pt x="277" y="152"/>
                  <a:pt x="277" y="153"/>
                </a:cubicBezTo>
                <a:cubicBezTo>
                  <a:pt x="274" y="154"/>
                  <a:pt x="274" y="151"/>
                  <a:pt x="273" y="150"/>
                </a:cubicBezTo>
                <a:cubicBezTo>
                  <a:pt x="273" y="149"/>
                  <a:pt x="272" y="147"/>
                  <a:pt x="270" y="147"/>
                </a:cubicBezTo>
                <a:cubicBezTo>
                  <a:pt x="267" y="146"/>
                  <a:pt x="264" y="147"/>
                  <a:pt x="261" y="147"/>
                </a:cubicBezTo>
                <a:cubicBezTo>
                  <a:pt x="260" y="144"/>
                  <a:pt x="254" y="145"/>
                  <a:pt x="252" y="145"/>
                </a:cubicBezTo>
                <a:cubicBezTo>
                  <a:pt x="252" y="143"/>
                  <a:pt x="252" y="141"/>
                  <a:pt x="252" y="139"/>
                </a:cubicBezTo>
                <a:cubicBezTo>
                  <a:pt x="252" y="138"/>
                  <a:pt x="250" y="136"/>
                  <a:pt x="250" y="134"/>
                </a:cubicBezTo>
                <a:cubicBezTo>
                  <a:pt x="246" y="134"/>
                  <a:pt x="242" y="136"/>
                  <a:pt x="238" y="136"/>
                </a:cubicBezTo>
                <a:cubicBezTo>
                  <a:pt x="236" y="135"/>
                  <a:pt x="236" y="134"/>
                  <a:pt x="235" y="132"/>
                </a:cubicBezTo>
                <a:cubicBezTo>
                  <a:pt x="233" y="131"/>
                  <a:pt x="232" y="131"/>
                  <a:pt x="230" y="130"/>
                </a:cubicBezTo>
                <a:cubicBezTo>
                  <a:pt x="227" y="129"/>
                  <a:pt x="224" y="127"/>
                  <a:pt x="221" y="125"/>
                </a:cubicBezTo>
                <a:cubicBezTo>
                  <a:pt x="219" y="124"/>
                  <a:pt x="219" y="124"/>
                  <a:pt x="217" y="125"/>
                </a:cubicBezTo>
                <a:cubicBezTo>
                  <a:pt x="216" y="126"/>
                  <a:pt x="215" y="128"/>
                  <a:pt x="213" y="127"/>
                </a:cubicBezTo>
                <a:cubicBezTo>
                  <a:pt x="212" y="125"/>
                  <a:pt x="209" y="124"/>
                  <a:pt x="207" y="123"/>
                </a:cubicBezTo>
                <a:cubicBezTo>
                  <a:pt x="205" y="122"/>
                  <a:pt x="203" y="122"/>
                  <a:pt x="201" y="121"/>
                </a:cubicBezTo>
                <a:cubicBezTo>
                  <a:pt x="201" y="120"/>
                  <a:pt x="201" y="119"/>
                  <a:pt x="201" y="119"/>
                </a:cubicBezTo>
                <a:cubicBezTo>
                  <a:pt x="199" y="118"/>
                  <a:pt x="197" y="117"/>
                  <a:pt x="195" y="115"/>
                </a:cubicBezTo>
                <a:cubicBezTo>
                  <a:pt x="193" y="113"/>
                  <a:pt x="192" y="111"/>
                  <a:pt x="189" y="112"/>
                </a:cubicBezTo>
                <a:cubicBezTo>
                  <a:pt x="189" y="113"/>
                  <a:pt x="189" y="113"/>
                  <a:pt x="189" y="113"/>
                </a:cubicBezTo>
                <a:cubicBezTo>
                  <a:pt x="186" y="113"/>
                  <a:pt x="187" y="108"/>
                  <a:pt x="187" y="107"/>
                </a:cubicBezTo>
                <a:cubicBezTo>
                  <a:pt x="186" y="105"/>
                  <a:pt x="185" y="103"/>
                  <a:pt x="183" y="102"/>
                </a:cubicBezTo>
                <a:cubicBezTo>
                  <a:pt x="182" y="101"/>
                  <a:pt x="181" y="102"/>
                  <a:pt x="179" y="101"/>
                </a:cubicBezTo>
                <a:cubicBezTo>
                  <a:pt x="178" y="100"/>
                  <a:pt x="178" y="100"/>
                  <a:pt x="176" y="99"/>
                </a:cubicBezTo>
                <a:cubicBezTo>
                  <a:pt x="175" y="99"/>
                  <a:pt x="174" y="97"/>
                  <a:pt x="173" y="97"/>
                </a:cubicBezTo>
                <a:cubicBezTo>
                  <a:pt x="172" y="97"/>
                  <a:pt x="170" y="97"/>
                  <a:pt x="169" y="97"/>
                </a:cubicBezTo>
                <a:cubicBezTo>
                  <a:pt x="169" y="96"/>
                  <a:pt x="169" y="95"/>
                  <a:pt x="169" y="95"/>
                </a:cubicBezTo>
                <a:cubicBezTo>
                  <a:pt x="164" y="95"/>
                  <a:pt x="162" y="92"/>
                  <a:pt x="159" y="89"/>
                </a:cubicBezTo>
                <a:cubicBezTo>
                  <a:pt x="158" y="88"/>
                  <a:pt x="157" y="86"/>
                  <a:pt x="155" y="86"/>
                </a:cubicBezTo>
                <a:cubicBezTo>
                  <a:pt x="152" y="86"/>
                  <a:pt x="153" y="89"/>
                  <a:pt x="153" y="91"/>
                </a:cubicBezTo>
                <a:cubicBezTo>
                  <a:pt x="151" y="91"/>
                  <a:pt x="150" y="88"/>
                  <a:pt x="148" y="87"/>
                </a:cubicBezTo>
                <a:cubicBezTo>
                  <a:pt x="146" y="86"/>
                  <a:pt x="145" y="88"/>
                  <a:pt x="143" y="86"/>
                </a:cubicBezTo>
                <a:cubicBezTo>
                  <a:pt x="142" y="85"/>
                  <a:pt x="142" y="84"/>
                  <a:pt x="142" y="83"/>
                </a:cubicBezTo>
                <a:cubicBezTo>
                  <a:pt x="141" y="82"/>
                  <a:pt x="140" y="81"/>
                  <a:pt x="139" y="81"/>
                </a:cubicBezTo>
                <a:cubicBezTo>
                  <a:pt x="137" y="82"/>
                  <a:pt x="137" y="84"/>
                  <a:pt x="136" y="85"/>
                </a:cubicBezTo>
                <a:cubicBezTo>
                  <a:pt x="135" y="86"/>
                  <a:pt x="133" y="85"/>
                  <a:pt x="132" y="85"/>
                </a:cubicBezTo>
                <a:cubicBezTo>
                  <a:pt x="133" y="82"/>
                  <a:pt x="129" y="84"/>
                  <a:pt x="129" y="82"/>
                </a:cubicBezTo>
                <a:cubicBezTo>
                  <a:pt x="128" y="81"/>
                  <a:pt x="127" y="81"/>
                  <a:pt x="126" y="82"/>
                </a:cubicBezTo>
                <a:cubicBezTo>
                  <a:pt x="126" y="80"/>
                  <a:pt x="126" y="79"/>
                  <a:pt x="126" y="77"/>
                </a:cubicBezTo>
                <a:cubicBezTo>
                  <a:pt x="123" y="77"/>
                  <a:pt x="120" y="79"/>
                  <a:pt x="116" y="78"/>
                </a:cubicBezTo>
                <a:cubicBezTo>
                  <a:pt x="113" y="77"/>
                  <a:pt x="111" y="77"/>
                  <a:pt x="108" y="77"/>
                </a:cubicBezTo>
                <a:cubicBezTo>
                  <a:pt x="108" y="74"/>
                  <a:pt x="107" y="74"/>
                  <a:pt x="104" y="73"/>
                </a:cubicBezTo>
                <a:cubicBezTo>
                  <a:pt x="101" y="72"/>
                  <a:pt x="98" y="69"/>
                  <a:pt x="95" y="69"/>
                </a:cubicBezTo>
                <a:cubicBezTo>
                  <a:pt x="95" y="66"/>
                  <a:pt x="95" y="64"/>
                  <a:pt x="90" y="63"/>
                </a:cubicBezTo>
                <a:cubicBezTo>
                  <a:pt x="87" y="63"/>
                  <a:pt x="83" y="65"/>
                  <a:pt x="83" y="61"/>
                </a:cubicBezTo>
                <a:cubicBezTo>
                  <a:pt x="80" y="60"/>
                  <a:pt x="80" y="57"/>
                  <a:pt x="77" y="56"/>
                </a:cubicBezTo>
                <a:cubicBezTo>
                  <a:pt x="77" y="55"/>
                  <a:pt x="78" y="54"/>
                  <a:pt x="78" y="53"/>
                </a:cubicBezTo>
                <a:cubicBezTo>
                  <a:pt x="80" y="53"/>
                  <a:pt x="85" y="53"/>
                  <a:pt x="85" y="51"/>
                </a:cubicBezTo>
                <a:cubicBezTo>
                  <a:pt x="84" y="49"/>
                  <a:pt x="79" y="47"/>
                  <a:pt x="78" y="46"/>
                </a:cubicBezTo>
                <a:cubicBezTo>
                  <a:pt x="75" y="44"/>
                  <a:pt x="71" y="41"/>
                  <a:pt x="68" y="38"/>
                </a:cubicBezTo>
                <a:cubicBezTo>
                  <a:pt x="66" y="36"/>
                  <a:pt x="66" y="33"/>
                  <a:pt x="63" y="31"/>
                </a:cubicBezTo>
                <a:cubicBezTo>
                  <a:pt x="60" y="29"/>
                  <a:pt x="58" y="32"/>
                  <a:pt x="55" y="31"/>
                </a:cubicBezTo>
                <a:cubicBezTo>
                  <a:pt x="53" y="31"/>
                  <a:pt x="53" y="34"/>
                  <a:pt x="51" y="35"/>
                </a:cubicBezTo>
                <a:cubicBezTo>
                  <a:pt x="48" y="36"/>
                  <a:pt x="49" y="38"/>
                  <a:pt x="47" y="40"/>
                </a:cubicBezTo>
                <a:cubicBezTo>
                  <a:pt x="45" y="41"/>
                  <a:pt x="43" y="37"/>
                  <a:pt x="42" y="37"/>
                </a:cubicBezTo>
                <a:cubicBezTo>
                  <a:pt x="43" y="35"/>
                  <a:pt x="42" y="33"/>
                  <a:pt x="42" y="32"/>
                </a:cubicBezTo>
                <a:cubicBezTo>
                  <a:pt x="40" y="33"/>
                  <a:pt x="36" y="34"/>
                  <a:pt x="33" y="33"/>
                </a:cubicBezTo>
                <a:cubicBezTo>
                  <a:pt x="32" y="32"/>
                  <a:pt x="32" y="28"/>
                  <a:pt x="31" y="26"/>
                </a:cubicBezTo>
                <a:cubicBezTo>
                  <a:pt x="29" y="23"/>
                  <a:pt x="33" y="20"/>
                  <a:pt x="35" y="18"/>
                </a:cubicBezTo>
                <a:cubicBezTo>
                  <a:pt x="37" y="16"/>
                  <a:pt x="38" y="12"/>
                  <a:pt x="39" y="9"/>
                </a:cubicBezTo>
                <a:cubicBezTo>
                  <a:pt x="40" y="9"/>
                  <a:pt x="41" y="8"/>
                  <a:pt x="43" y="8"/>
                </a:cubicBezTo>
                <a:cubicBezTo>
                  <a:pt x="39" y="6"/>
                  <a:pt x="35" y="6"/>
                  <a:pt x="32" y="3"/>
                </a:cubicBezTo>
                <a:cubicBezTo>
                  <a:pt x="31" y="2"/>
                  <a:pt x="29" y="1"/>
                  <a:pt x="28" y="0"/>
                </a:cubicBezTo>
                <a:cubicBezTo>
                  <a:pt x="27" y="0"/>
                  <a:pt x="27" y="0"/>
                  <a:pt x="27" y="0"/>
                </a:cubicBezTo>
                <a:cubicBezTo>
                  <a:pt x="27" y="1"/>
                  <a:pt x="27" y="2"/>
                  <a:pt x="26" y="3"/>
                </a:cubicBezTo>
                <a:cubicBezTo>
                  <a:pt x="24" y="7"/>
                  <a:pt x="18" y="10"/>
                  <a:pt x="18" y="15"/>
                </a:cubicBezTo>
                <a:cubicBezTo>
                  <a:pt x="16" y="16"/>
                  <a:pt x="14" y="15"/>
                  <a:pt x="14" y="17"/>
                </a:cubicBezTo>
                <a:cubicBezTo>
                  <a:pt x="13" y="19"/>
                  <a:pt x="12" y="19"/>
                  <a:pt x="12" y="20"/>
                </a:cubicBezTo>
                <a:cubicBezTo>
                  <a:pt x="8" y="20"/>
                  <a:pt x="9" y="24"/>
                  <a:pt x="8" y="26"/>
                </a:cubicBezTo>
                <a:cubicBezTo>
                  <a:pt x="8" y="28"/>
                  <a:pt x="7" y="29"/>
                  <a:pt x="6" y="30"/>
                </a:cubicBezTo>
                <a:cubicBezTo>
                  <a:pt x="5" y="32"/>
                  <a:pt x="5" y="33"/>
                  <a:pt x="4" y="35"/>
                </a:cubicBezTo>
                <a:cubicBezTo>
                  <a:pt x="3" y="35"/>
                  <a:pt x="3" y="35"/>
                  <a:pt x="3" y="35"/>
                </a:cubicBezTo>
                <a:cubicBezTo>
                  <a:pt x="2" y="40"/>
                  <a:pt x="0" y="47"/>
                  <a:pt x="1" y="52"/>
                </a:cubicBezTo>
                <a:cubicBezTo>
                  <a:pt x="3" y="57"/>
                  <a:pt x="3" y="62"/>
                  <a:pt x="3" y="67"/>
                </a:cubicBezTo>
                <a:cubicBezTo>
                  <a:pt x="3" y="74"/>
                  <a:pt x="3" y="74"/>
                  <a:pt x="3" y="74"/>
                </a:cubicBezTo>
                <a:cubicBezTo>
                  <a:pt x="4" y="74"/>
                  <a:pt x="4" y="73"/>
                  <a:pt x="5" y="73"/>
                </a:cubicBezTo>
                <a:cubicBezTo>
                  <a:pt x="6" y="74"/>
                  <a:pt x="6" y="74"/>
                  <a:pt x="6" y="74"/>
                </a:cubicBezTo>
                <a:cubicBezTo>
                  <a:pt x="6" y="76"/>
                  <a:pt x="5" y="75"/>
                  <a:pt x="5" y="75"/>
                </a:cubicBezTo>
                <a:cubicBezTo>
                  <a:pt x="5" y="76"/>
                  <a:pt x="5" y="76"/>
                  <a:pt x="5" y="76"/>
                </a:cubicBezTo>
                <a:cubicBezTo>
                  <a:pt x="6" y="76"/>
                  <a:pt x="6" y="76"/>
                  <a:pt x="6" y="76"/>
                </a:cubicBezTo>
                <a:cubicBezTo>
                  <a:pt x="6" y="77"/>
                  <a:pt x="6" y="77"/>
                  <a:pt x="6" y="77"/>
                </a:cubicBezTo>
                <a:cubicBezTo>
                  <a:pt x="6" y="77"/>
                  <a:pt x="6" y="77"/>
                  <a:pt x="6" y="77"/>
                </a:cubicBezTo>
                <a:cubicBezTo>
                  <a:pt x="7" y="78"/>
                  <a:pt x="7" y="78"/>
                  <a:pt x="7" y="78"/>
                </a:cubicBezTo>
                <a:cubicBezTo>
                  <a:pt x="7" y="78"/>
                  <a:pt x="7" y="78"/>
                  <a:pt x="7" y="78"/>
                </a:cubicBezTo>
                <a:cubicBezTo>
                  <a:pt x="7" y="79"/>
                  <a:pt x="8" y="79"/>
                  <a:pt x="8" y="79"/>
                </a:cubicBezTo>
                <a:cubicBezTo>
                  <a:pt x="8" y="80"/>
                  <a:pt x="9" y="79"/>
                  <a:pt x="9" y="79"/>
                </a:cubicBezTo>
                <a:cubicBezTo>
                  <a:pt x="9" y="81"/>
                  <a:pt x="9" y="81"/>
                  <a:pt x="9" y="81"/>
                </a:cubicBezTo>
                <a:cubicBezTo>
                  <a:pt x="9" y="81"/>
                  <a:pt x="9" y="82"/>
                  <a:pt x="9" y="82"/>
                </a:cubicBezTo>
                <a:cubicBezTo>
                  <a:pt x="9" y="83"/>
                  <a:pt x="11" y="83"/>
                  <a:pt x="9" y="84"/>
                </a:cubicBezTo>
                <a:cubicBezTo>
                  <a:pt x="8" y="84"/>
                  <a:pt x="8" y="85"/>
                  <a:pt x="9" y="86"/>
                </a:cubicBezTo>
                <a:cubicBezTo>
                  <a:pt x="10" y="87"/>
                  <a:pt x="10" y="88"/>
                  <a:pt x="9" y="88"/>
                </a:cubicBezTo>
                <a:cubicBezTo>
                  <a:pt x="9" y="88"/>
                  <a:pt x="9" y="88"/>
                  <a:pt x="9" y="88"/>
                </a:cubicBezTo>
                <a:cubicBezTo>
                  <a:pt x="9" y="89"/>
                  <a:pt x="10" y="89"/>
                  <a:pt x="10" y="90"/>
                </a:cubicBezTo>
                <a:cubicBezTo>
                  <a:pt x="11" y="92"/>
                  <a:pt x="10" y="94"/>
                  <a:pt x="12" y="96"/>
                </a:cubicBezTo>
                <a:cubicBezTo>
                  <a:pt x="14" y="99"/>
                  <a:pt x="16" y="101"/>
                  <a:pt x="17" y="104"/>
                </a:cubicBezTo>
                <a:cubicBezTo>
                  <a:pt x="17" y="104"/>
                  <a:pt x="17" y="104"/>
                  <a:pt x="17" y="104"/>
                </a:cubicBezTo>
                <a:cubicBezTo>
                  <a:pt x="17" y="105"/>
                  <a:pt x="17" y="105"/>
                  <a:pt x="17" y="105"/>
                </a:cubicBezTo>
                <a:cubicBezTo>
                  <a:pt x="19" y="108"/>
                  <a:pt x="19" y="110"/>
                  <a:pt x="19" y="113"/>
                </a:cubicBezTo>
                <a:cubicBezTo>
                  <a:pt x="19" y="114"/>
                  <a:pt x="19" y="114"/>
                  <a:pt x="19" y="114"/>
                </a:cubicBezTo>
                <a:cubicBezTo>
                  <a:pt x="19" y="115"/>
                  <a:pt x="19" y="116"/>
                  <a:pt x="20" y="116"/>
                </a:cubicBezTo>
                <a:cubicBezTo>
                  <a:pt x="20" y="117"/>
                  <a:pt x="20" y="117"/>
                  <a:pt x="20" y="117"/>
                </a:cubicBezTo>
                <a:cubicBezTo>
                  <a:pt x="20" y="118"/>
                  <a:pt x="20" y="118"/>
                  <a:pt x="20" y="119"/>
                </a:cubicBezTo>
                <a:cubicBezTo>
                  <a:pt x="20" y="119"/>
                  <a:pt x="20" y="119"/>
                  <a:pt x="20" y="119"/>
                </a:cubicBezTo>
                <a:cubicBezTo>
                  <a:pt x="20" y="119"/>
                  <a:pt x="20" y="119"/>
                  <a:pt x="20"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9" y="119"/>
                  <a:pt x="19" y="119"/>
                  <a:pt x="19" y="119"/>
                </a:cubicBezTo>
                <a:cubicBezTo>
                  <a:pt x="17" y="120"/>
                  <a:pt x="15" y="119"/>
                  <a:pt x="14" y="120"/>
                </a:cubicBezTo>
                <a:cubicBezTo>
                  <a:pt x="14" y="120"/>
                  <a:pt x="14" y="120"/>
                  <a:pt x="14" y="120"/>
                </a:cubicBezTo>
                <a:cubicBezTo>
                  <a:pt x="14" y="120"/>
                  <a:pt x="14" y="120"/>
                  <a:pt x="14" y="120"/>
                </a:cubicBezTo>
                <a:cubicBezTo>
                  <a:pt x="14" y="120"/>
                  <a:pt x="14" y="120"/>
                  <a:pt x="14"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3" y="120"/>
                  <a:pt x="13" y="120"/>
                  <a:pt x="13" y="120"/>
                </a:cubicBezTo>
                <a:cubicBezTo>
                  <a:pt x="15" y="122"/>
                  <a:pt x="14" y="122"/>
                  <a:pt x="12" y="124"/>
                </a:cubicBezTo>
                <a:cubicBezTo>
                  <a:pt x="7" y="129"/>
                  <a:pt x="14" y="137"/>
                  <a:pt x="14" y="142"/>
                </a:cubicBezTo>
                <a:cubicBezTo>
                  <a:pt x="14" y="145"/>
                  <a:pt x="18" y="145"/>
                  <a:pt x="20" y="146"/>
                </a:cubicBezTo>
                <a:cubicBezTo>
                  <a:pt x="21" y="146"/>
                  <a:pt x="22" y="146"/>
                  <a:pt x="23" y="147"/>
                </a:cubicBezTo>
                <a:cubicBezTo>
                  <a:pt x="25" y="149"/>
                  <a:pt x="21" y="149"/>
                  <a:pt x="21" y="149"/>
                </a:cubicBezTo>
                <a:cubicBezTo>
                  <a:pt x="21" y="152"/>
                  <a:pt x="26" y="149"/>
                  <a:pt x="25" y="154"/>
                </a:cubicBezTo>
                <a:cubicBezTo>
                  <a:pt x="23" y="154"/>
                  <a:pt x="23" y="155"/>
                  <a:pt x="23" y="156"/>
                </a:cubicBezTo>
                <a:cubicBezTo>
                  <a:pt x="20" y="156"/>
                  <a:pt x="20" y="158"/>
                  <a:pt x="20" y="161"/>
                </a:cubicBezTo>
                <a:cubicBezTo>
                  <a:pt x="23" y="161"/>
                  <a:pt x="28" y="160"/>
                  <a:pt x="29" y="164"/>
                </a:cubicBezTo>
                <a:cubicBezTo>
                  <a:pt x="27" y="164"/>
                  <a:pt x="23" y="164"/>
                  <a:pt x="23" y="166"/>
                </a:cubicBezTo>
                <a:cubicBezTo>
                  <a:pt x="21" y="166"/>
                  <a:pt x="19" y="166"/>
                  <a:pt x="17" y="166"/>
                </a:cubicBezTo>
                <a:cubicBezTo>
                  <a:pt x="17" y="167"/>
                  <a:pt x="17" y="167"/>
                  <a:pt x="17" y="167"/>
                </a:cubicBezTo>
                <a:cubicBezTo>
                  <a:pt x="13" y="167"/>
                  <a:pt x="11" y="175"/>
                  <a:pt x="15" y="175"/>
                </a:cubicBezTo>
                <a:cubicBezTo>
                  <a:pt x="14" y="168"/>
                  <a:pt x="21" y="171"/>
                  <a:pt x="26" y="171"/>
                </a:cubicBezTo>
                <a:cubicBezTo>
                  <a:pt x="26" y="169"/>
                  <a:pt x="26" y="168"/>
                  <a:pt x="26" y="167"/>
                </a:cubicBezTo>
                <a:cubicBezTo>
                  <a:pt x="29" y="167"/>
                  <a:pt x="31" y="167"/>
                  <a:pt x="33" y="169"/>
                </a:cubicBezTo>
                <a:cubicBezTo>
                  <a:pt x="34" y="171"/>
                  <a:pt x="37" y="167"/>
                  <a:pt x="39" y="167"/>
                </a:cubicBezTo>
                <a:cubicBezTo>
                  <a:pt x="40" y="169"/>
                  <a:pt x="40" y="171"/>
                  <a:pt x="42" y="171"/>
                </a:cubicBezTo>
                <a:cubicBezTo>
                  <a:pt x="42" y="170"/>
                  <a:pt x="43" y="168"/>
                  <a:pt x="43" y="167"/>
                </a:cubicBezTo>
                <a:cubicBezTo>
                  <a:pt x="44" y="167"/>
                  <a:pt x="44" y="167"/>
                  <a:pt x="45" y="167"/>
                </a:cubicBezTo>
                <a:cubicBezTo>
                  <a:pt x="45" y="166"/>
                  <a:pt x="46" y="165"/>
                  <a:pt x="47" y="165"/>
                </a:cubicBezTo>
                <a:cubicBezTo>
                  <a:pt x="47" y="167"/>
                  <a:pt x="49" y="169"/>
                  <a:pt x="50" y="169"/>
                </a:cubicBezTo>
                <a:cubicBezTo>
                  <a:pt x="49" y="170"/>
                  <a:pt x="49" y="172"/>
                  <a:pt x="51" y="172"/>
                </a:cubicBezTo>
                <a:cubicBezTo>
                  <a:pt x="53" y="173"/>
                  <a:pt x="55" y="172"/>
                  <a:pt x="57" y="172"/>
                </a:cubicBezTo>
                <a:cubicBezTo>
                  <a:pt x="59" y="172"/>
                  <a:pt x="61" y="174"/>
                  <a:pt x="64" y="174"/>
                </a:cubicBezTo>
                <a:cubicBezTo>
                  <a:pt x="66" y="174"/>
                  <a:pt x="68" y="174"/>
                  <a:pt x="71" y="174"/>
                </a:cubicBezTo>
                <a:cubicBezTo>
                  <a:pt x="71" y="173"/>
                  <a:pt x="71" y="173"/>
                  <a:pt x="71" y="173"/>
                </a:cubicBezTo>
                <a:cubicBezTo>
                  <a:pt x="75" y="173"/>
                  <a:pt x="76" y="174"/>
                  <a:pt x="78" y="176"/>
                </a:cubicBezTo>
                <a:cubicBezTo>
                  <a:pt x="78" y="178"/>
                  <a:pt x="80" y="178"/>
                  <a:pt x="82" y="179"/>
                </a:cubicBezTo>
                <a:cubicBezTo>
                  <a:pt x="84" y="179"/>
                  <a:pt x="84" y="181"/>
                  <a:pt x="84" y="183"/>
                </a:cubicBezTo>
                <a:cubicBezTo>
                  <a:pt x="84" y="186"/>
                  <a:pt x="86" y="188"/>
                  <a:pt x="87" y="190"/>
                </a:cubicBezTo>
                <a:cubicBezTo>
                  <a:pt x="89" y="193"/>
                  <a:pt x="87" y="196"/>
                  <a:pt x="87" y="199"/>
                </a:cubicBezTo>
                <a:cubicBezTo>
                  <a:pt x="83" y="200"/>
                  <a:pt x="85" y="203"/>
                  <a:pt x="83" y="203"/>
                </a:cubicBezTo>
                <a:cubicBezTo>
                  <a:pt x="82" y="205"/>
                  <a:pt x="83" y="206"/>
                  <a:pt x="82" y="208"/>
                </a:cubicBezTo>
                <a:cubicBezTo>
                  <a:pt x="80" y="209"/>
                  <a:pt x="80" y="213"/>
                  <a:pt x="78" y="215"/>
                </a:cubicBezTo>
                <a:cubicBezTo>
                  <a:pt x="77" y="217"/>
                  <a:pt x="75" y="219"/>
                  <a:pt x="75" y="221"/>
                </a:cubicBezTo>
                <a:cubicBezTo>
                  <a:pt x="73" y="219"/>
                  <a:pt x="73" y="223"/>
                  <a:pt x="73" y="224"/>
                </a:cubicBezTo>
                <a:cubicBezTo>
                  <a:pt x="72" y="224"/>
                  <a:pt x="72" y="224"/>
                  <a:pt x="72" y="224"/>
                </a:cubicBezTo>
                <a:cubicBezTo>
                  <a:pt x="72" y="226"/>
                  <a:pt x="75" y="228"/>
                  <a:pt x="74" y="229"/>
                </a:cubicBezTo>
                <a:cubicBezTo>
                  <a:pt x="73" y="231"/>
                  <a:pt x="72" y="230"/>
                  <a:pt x="70" y="230"/>
                </a:cubicBezTo>
                <a:cubicBezTo>
                  <a:pt x="69" y="230"/>
                  <a:pt x="68" y="231"/>
                  <a:pt x="67" y="232"/>
                </a:cubicBezTo>
                <a:cubicBezTo>
                  <a:pt x="64" y="233"/>
                  <a:pt x="61" y="232"/>
                  <a:pt x="58" y="232"/>
                </a:cubicBezTo>
                <a:cubicBezTo>
                  <a:pt x="55" y="232"/>
                  <a:pt x="56" y="236"/>
                  <a:pt x="55" y="238"/>
                </a:cubicBezTo>
                <a:cubicBezTo>
                  <a:pt x="54" y="238"/>
                  <a:pt x="52" y="237"/>
                  <a:pt x="51" y="238"/>
                </a:cubicBezTo>
                <a:cubicBezTo>
                  <a:pt x="51" y="239"/>
                  <a:pt x="51" y="241"/>
                  <a:pt x="51" y="242"/>
                </a:cubicBezTo>
                <a:cubicBezTo>
                  <a:pt x="51" y="244"/>
                  <a:pt x="50" y="249"/>
                  <a:pt x="54" y="249"/>
                </a:cubicBezTo>
                <a:cubicBezTo>
                  <a:pt x="54" y="250"/>
                  <a:pt x="55" y="251"/>
                  <a:pt x="55" y="253"/>
                </a:cubicBezTo>
                <a:cubicBezTo>
                  <a:pt x="52" y="252"/>
                  <a:pt x="53" y="256"/>
                  <a:pt x="50" y="255"/>
                </a:cubicBezTo>
                <a:cubicBezTo>
                  <a:pt x="50" y="258"/>
                  <a:pt x="50" y="260"/>
                  <a:pt x="48" y="262"/>
                </a:cubicBezTo>
                <a:cubicBezTo>
                  <a:pt x="47" y="263"/>
                  <a:pt x="44" y="265"/>
                  <a:pt x="42" y="265"/>
                </a:cubicBezTo>
                <a:cubicBezTo>
                  <a:pt x="42" y="268"/>
                  <a:pt x="51" y="280"/>
                  <a:pt x="45" y="282"/>
                </a:cubicBezTo>
                <a:cubicBezTo>
                  <a:pt x="44" y="284"/>
                  <a:pt x="46" y="284"/>
                  <a:pt x="48" y="285"/>
                </a:cubicBezTo>
                <a:cubicBezTo>
                  <a:pt x="53" y="286"/>
                  <a:pt x="50" y="291"/>
                  <a:pt x="50" y="294"/>
                </a:cubicBezTo>
                <a:cubicBezTo>
                  <a:pt x="51" y="294"/>
                  <a:pt x="52" y="295"/>
                  <a:pt x="54" y="295"/>
                </a:cubicBezTo>
                <a:cubicBezTo>
                  <a:pt x="54" y="292"/>
                  <a:pt x="54" y="290"/>
                  <a:pt x="57" y="289"/>
                </a:cubicBezTo>
                <a:cubicBezTo>
                  <a:pt x="57" y="292"/>
                  <a:pt x="60" y="290"/>
                  <a:pt x="62" y="292"/>
                </a:cubicBezTo>
                <a:cubicBezTo>
                  <a:pt x="64" y="293"/>
                  <a:pt x="62" y="298"/>
                  <a:pt x="66" y="298"/>
                </a:cubicBezTo>
                <a:cubicBezTo>
                  <a:pt x="66" y="298"/>
                  <a:pt x="67" y="297"/>
                  <a:pt x="66" y="297"/>
                </a:cubicBezTo>
                <a:cubicBezTo>
                  <a:pt x="68" y="296"/>
                  <a:pt x="71" y="296"/>
                  <a:pt x="71" y="299"/>
                </a:cubicBezTo>
                <a:cubicBezTo>
                  <a:pt x="74" y="298"/>
                  <a:pt x="75" y="296"/>
                  <a:pt x="78" y="295"/>
                </a:cubicBezTo>
                <a:cubicBezTo>
                  <a:pt x="78" y="293"/>
                  <a:pt x="79" y="291"/>
                  <a:pt x="80" y="290"/>
                </a:cubicBezTo>
                <a:cubicBezTo>
                  <a:pt x="79" y="289"/>
                  <a:pt x="78" y="287"/>
                  <a:pt x="76" y="286"/>
                </a:cubicBezTo>
                <a:cubicBezTo>
                  <a:pt x="76" y="285"/>
                  <a:pt x="77" y="284"/>
                  <a:pt x="78" y="284"/>
                </a:cubicBezTo>
                <a:cubicBezTo>
                  <a:pt x="78" y="283"/>
                  <a:pt x="78" y="282"/>
                  <a:pt x="78" y="281"/>
                </a:cubicBezTo>
                <a:cubicBezTo>
                  <a:pt x="78" y="280"/>
                  <a:pt x="76" y="280"/>
                  <a:pt x="76" y="278"/>
                </a:cubicBezTo>
                <a:cubicBezTo>
                  <a:pt x="74" y="278"/>
                  <a:pt x="72" y="280"/>
                  <a:pt x="69" y="279"/>
                </a:cubicBezTo>
                <a:cubicBezTo>
                  <a:pt x="69" y="275"/>
                  <a:pt x="71" y="271"/>
                  <a:pt x="71" y="268"/>
                </a:cubicBezTo>
                <a:cubicBezTo>
                  <a:pt x="70" y="265"/>
                  <a:pt x="67" y="267"/>
                  <a:pt x="66" y="265"/>
                </a:cubicBezTo>
                <a:cubicBezTo>
                  <a:pt x="65" y="263"/>
                  <a:pt x="68" y="254"/>
                  <a:pt x="63" y="254"/>
                </a:cubicBezTo>
                <a:cubicBezTo>
                  <a:pt x="62" y="252"/>
                  <a:pt x="64" y="248"/>
                  <a:pt x="61" y="246"/>
                </a:cubicBezTo>
                <a:cubicBezTo>
                  <a:pt x="60" y="246"/>
                  <a:pt x="56" y="246"/>
                  <a:pt x="57" y="244"/>
                </a:cubicBezTo>
                <a:cubicBezTo>
                  <a:pt x="59" y="244"/>
                  <a:pt x="60" y="242"/>
                  <a:pt x="62" y="240"/>
                </a:cubicBezTo>
                <a:cubicBezTo>
                  <a:pt x="65" y="239"/>
                  <a:pt x="67" y="239"/>
                  <a:pt x="67" y="243"/>
                </a:cubicBezTo>
                <a:cubicBezTo>
                  <a:pt x="70" y="243"/>
                  <a:pt x="71" y="243"/>
                  <a:pt x="71" y="240"/>
                </a:cubicBezTo>
                <a:cubicBezTo>
                  <a:pt x="72" y="240"/>
                  <a:pt x="73" y="240"/>
                  <a:pt x="73" y="240"/>
                </a:cubicBezTo>
                <a:cubicBezTo>
                  <a:pt x="73" y="239"/>
                  <a:pt x="73" y="238"/>
                  <a:pt x="73" y="237"/>
                </a:cubicBezTo>
                <a:cubicBezTo>
                  <a:pt x="76" y="237"/>
                  <a:pt x="77" y="234"/>
                  <a:pt x="79" y="234"/>
                </a:cubicBezTo>
                <a:cubicBezTo>
                  <a:pt x="80" y="235"/>
                  <a:pt x="79" y="236"/>
                  <a:pt x="78" y="237"/>
                </a:cubicBezTo>
                <a:cubicBezTo>
                  <a:pt x="77" y="239"/>
                  <a:pt x="80" y="241"/>
                  <a:pt x="80" y="243"/>
                </a:cubicBezTo>
                <a:cubicBezTo>
                  <a:pt x="77" y="243"/>
                  <a:pt x="74" y="243"/>
                  <a:pt x="74" y="247"/>
                </a:cubicBezTo>
                <a:cubicBezTo>
                  <a:pt x="75" y="247"/>
                  <a:pt x="76" y="248"/>
                  <a:pt x="76" y="248"/>
                </a:cubicBezTo>
                <a:cubicBezTo>
                  <a:pt x="76" y="247"/>
                  <a:pt x="77" y="246"/>
                  <a:pt x="77" y="245"/>
                </a:cubicBezTo>
                <a:cubicBezTo>
                  <a:pt x="77" y="245"/>
                  <a:pt x="78" y="245"/>
                  <a:pt x="79" y="245"/>
                </a:cubicBezTo>
                <a:cubicBezTo>
                  <a:pt x="79" y="247"/>
                  <a:pt x="79" y="249"/>
                  <a:pt x="77" y="250"/>
                </a:cubicBezTo>
                <a:cubicBezTo>
                  <a:pt x="77" y="250"/>
                  <a:pt x="77" y="251"/>
                  <a:pt x="77" y="252"/>
                </a:cubicBezTo>
                <a:cubicBezTo>
                  <a:pt x="78" y="252"/>
                  <a:pt x="79" y="251"/>
                  <a:pt x="79" y="250"/>
                </a:cubicBezTo>
                <a:cubicBezTo>
                  <a:pt x="80" y="250"/>
                  <a:pt x="82" y="249"/>
                  <a:pt x="83" y="249"/>
                </a:cubicBezTo>
                <a:cubicBezTo>
                  <a:pt x="84" y="250"/>
                  <a:pt x="82" y="252"/>
                  <a:pt x="85" y="253"/>
                </a:cubicBezTo>
                <a:cubicBezTo>
                  <a:pt x="84" y="253"/>
                  <a:pt x="85" y="254"/>
                  <a:pt x="85" y="254"/>
                </a:cubicBezTo>
                <a:cubicBezTo>
                  <a:pt x="86" y="254"/>
                  <a:pt x="87" y="253"/>
                  <a:pt x="89" y="253"/>
                </a:cubicBezTo>
                <a:cubicBezTo>
                  <a:pt x="91" y="254"/>
                  <a:pt x="92" y="255"/>
                  <a:pt x="95" y="254"/>
                </a:cubicBezTo>
                <a:cubicBezTo>
                  <a:pt x="95" y="254"/>
                  <a:pt x="95" y="253"/>
                  <a:pt x="95" y="252"/>
                </a:cubicBezTo>
                <a:cubicBezTo>
                  <a:pt x="97" y="252"/>
                  <a:pt x="94" y="246"/>
                  <a:pt x="94" y="245"/>
                </a:cubicBezTo>
                <a:cubicBezTo>
                  <a:pt x="96" y="245"/>
                  <a:pt x="97" y="247"/>
                  <a:pt x="99" y="246"/>
                </a:cubicBezTo>
                <a:cubicBezTo>
                  <a:pt x="98" y="250"/>
                  <a:pt x="101" y="249"/>
                  <a:pt x="103" y="249"/>
                </a:cubicBezTo>
                <a:cubicBezTo>
                  <a:pt x="104" y="251"/>
                  <a:pt x="93" y="259"/>
                  <a:pt x="100" y="260"/>
                </a:cubicBezTo>
                <a:cubicBezTo>
                  <a:pt x="101" y="258"/>
                  <a:pt x="99" y="257"/>
                  <a:pt x="101" y="256"/>
                </a:cubicBezTo>
                <a:cubicBezTo>
                  <a:pt x="102" y="255"/>
                  <a:pt x="104" y="256"/>
                  <a:pt x="106" y="256"/>
                </a:cubicBezTo>
                <a:cubicBezTo>
                  <a:pt x="106" y="252"/>
                  <a:pt x="109" y="253"/>
                  <a:pt x="109" y="256"/>
                </a:cubicBezTo>
                <a:cubicBezTo>
                  <a:pt x="113" y="256"/>
                  <a:pt x="117" y="256"/>
                  <a:pt x="121" y="256"/>
                </a:cubicBezTo>
                <a:cubicBezTo>
                  <a:pt x="121" y="255"/>
                  <a:pt x="120" y="248"/>
                  <a:pt x="123" y="250"/>
                </a:cubicBezTo>
                <a:cubicBezTo>
                  <a:pt x="125" y="251"/>
                  <a:pt x="131" y="248"/>
                  <a:pt x="129" y="245"/>
                </a:cubicBezTo>
                <a:cubicBezTo>
                  <a:pt x="131" y="245"/>
                  <a:pt x="133" y="245"/>
                  <a:pt x="134" y="246"/>
                </a:cubicBezTo>
                <a:cubicBezTo>
                  <a:pt x="134" y="244"/>
                  <a:pt x="139" y="243"/>
                  <a:pt x="140" y="243"/>
                </a:cubicBezTo>
                <a:cubicBezTo>
                  <a:pt x="140" y="245"/>
                  <a:pt x="140" y="247"/>
                  <a:pt x="142" y="248"/>
                </a:cubicBezTo>
                <a:cubicBezTo>
                  <a:pt x="143" y="249"/>
                  <a:pt x="145" y="251"/>
                  <a:pt x="147" y="252"/>
                </a:cubicBezTo>
                <a:cubicBezTo>
                  <a:pt x="147" y="256"/>
                  <a:pt x="142" y="255"/>
                  <a:pt x="143" y="258"/>
                </a:cubicBezTo>
                <a:cubicBezTo>
                  <a:pt x="144" y="259"/>
                  <a:pt x="144" y="259"/>
                  <a:pt x="144" y="259"/>
                </a:cubicBezTo>
                <a:cubicBezTo>
                  <a:pt x="143" y="260"/>
                  <a:pt x="143" y="260"/>
                  <a:pt x="143" y="260"/>
                </a:cubicBezTo>
                <a:cubicBezTo>
                  <a:pt x="142" y="260"/>
                  <a:pt x="142" y="260"/>
                  <a:pt x="142" y="261"/>
                </a:cubicBezTo>
                <a:cubicBezTo>
                  <a:pt x="141" y="261"/>
                  <a:pt x="140" y="262"/>
                  <a:pt x="140" y="263"/>
                </a:cubicBezTo>
                <a:cubicBezTo>
                  <a:pt x="141" y="263"/>
                  <a:pt x="142" y="263"/>
                  <a:pt x="143" y="262"/>
                </a:cubicBezTo>
                <a:cubicBezTo>
                  <a:pt x="143" y="261"/>
                  <a:pt x="145" y="259"/>
                  <a:pt x="147" y="260"/>
                </a:cubicBezTo>
                <a:cubicBezTo>
                  <a:pt x="148" y="261"/>
                  <a:pt x="148" y="263"/>
                  <a:pt x="148" y="264"/>
                </a:cubicBezTo>
                <a:cubicBezTo>
                  <a:pt x="151" y="265"/>
                  <a:pt x="150" y="260"/>
                  <a:pt x="150" y="259"/>
                </a:cubicBezTo>
                <a:cubicBezTo>
                  <a:pt x="151" y="258"/>
                  <a:pt x="152" y="258"/>
                  <a:pt x="153" y="259"/>
                </a:cubicBezTo>
                <a:cubicBezTo>
                  <a:pt x="153" y="258"/>
                  <a:pt x="154" y="258"/>
                  <a:pt x="154" y="257"/>
                </a:cubicBezTo>
                <a:cubicBezTo>
                  <a:pt x="156" y="257"/>
                  <a:pt x="155" y="258"/>
                  <a:pt x="156" y="259"/>
                </a:cubicBezTo>
                <a:cubicBezTo>
                  <a:pt x="157" y="261"/>
                  <a:pt x="160" y="260"/>
                  <a:pt x="161" y="260"/>
                </a:cubicBezTo>
                <a:cubicBezTo>
                  <a:pt x="161" y="259"/>
                  <a:pt x="161" y="259"/>
                  <a:pt x="161" y="259"/>
                </a:cubicBezTo>
                <a:cubicBezTo>
                  <a:pt x="160" y="259"/>
                  <a:pt x="160" y="258"/>
                  <a:pt x="160" y="257"/>
                </a:cubicBezTo>
                <a:cubicBezTo>
                  <a:pt x="161" y="257"/>
                  <a:pt x="163" y="257"/>
                  <a:pt x="164" y="257"/>
                </a:cubicBezTo>
                <a:cubicBezTo>
                  <a:pt x="164" y="258"/>
                  <a:pt x="164" y="259"/>
                  <a:pt x="164" y="259"/>
                </a:cubicBezTo>
                <a:cubicBezTo>
                  <a:pt x="165" y="258"/>
                  <a:pt x="165" y="257"/>
                  <a:pt x="165" y="257"/>
                </a:cubicBezTo>
                <a:cubicBezTo>
                  <a:pt x="166" y="257"/>
                  <a:pt x="167" y="257"/>
                  <a:pt x="168" y="257"/>
                </a:cubicBezTo>
                <a:cubicBezTo>
                  <a:pt x="168" y="257"/>
                  <a:pt x="168" y="258"/>
                  <a:pt x="167" y="258"/>
                </a:cubicBezTo>
                <a:cubicBezTo>
                  <a:pt x="166" y="259"/>
                  <a:pt x="166" y="260"/>
                  <a:pt x="166" y="262"/>
                </a:cubicBezTo>
                <a:cubicBezTo>
                  <a:pt x="166" y="264"/>
                  <a:pt x="165" y="266"/>
                  <a:pt x="164" y="268"/>
                </a:cubicBezTo>
                <a:cubicBezTo>
                  <a:pt x="167" y="269"/>
                  <a:pt x="168" y="266"/>
                  <a:pt x="170" y="266"/>
                </a:cubicBezTo>
                <a:cubicBezTo>
                  <a:pt x="170" y="268"/>
                  <a:pt x="180" y="267"/>
                  <a:pt x="182" y="267"/>
                </a:cubicBezTo>
                <a:cubicBezTo>
                  <a:pt x="180" y="263"/>
                  <a:pt x="186" y="261"/>
                  <a:pt x="184" y="258"/>
                </a:cubicBezTo>
                <a:cubicBezTo>
                  <a:pt x="184" y="257"/>
                  <a:pt x="185" y="257"/>
                  <a:pt x="186" y="257"/>
                </a:cubicBezTo>
                <a:cubicBezTo>
                  <a:pt x="186" y="258"/>
                  <a:pt x="186" y="259"/>
                  <a:pt x="187" y="259"/>
                </a:cubicBezTo>
                <a:cubicBezTo>
                  <a:pt x="187" y="258"/>
                  <a:pt x="189" y="256"/>
                  <a:pt x="191" y="257"/>
                </a:cubicBezTo>
                <a:cubicBezTo>
                  <a:pt x="191" y="257"/>
                  <a:pt x="191" y="258"/>
                  <a:pt x="191" y="258"/>
                </a:cubicBezTo>
                <a:cubicBezTo>
                  <a:pt x="192" y="259"/>
                  <a:pt x="193" y="260"/>
                  <a:pt x="195" y="260"/>
                </a:cubicBezTo>
                <a:cubicBezTo>
                  <a:pt x="194" y="258"/>
                  <a:pt x="196" y="257"/>
                  <a:pt x="196" y="255"/>
                </a:cubicBezTo>
                <a:cubicBezTo>
                  <a:pt x="197" y="255"/>
                  <a:pt x="199" y="254"/>
                  <a:pt x="201" y="255"/>
                </a:cubicBezTo>
                <a:cubicBezTo>
                  <a:pt x="203" y="257"/>
                  <a:pt x="200" y="260"/>
                  <a:pt x="201" y="262"/>
                </a:cubicBezTo>
                <a:cubicBezTo>
                  <a:pt x="202" y="262"/>
                  <a:pt x="206" y="261"/>
                  <a:pt x="206" y="263"/>
                </a:cubicBezTo>
                <a:cubicBezTo>
                  <a:pt x="207" y="267"/>
                  <a:pt x="212" y="265"/>
                  <a:pt x="215" y="266"/>
                </a:cubicBezTo>
                <a:cubicBezTo>
                  <a:pt x="215" y="268"/>
                  <a:pt x="214" y="271"/>
                  <a:pt x="215" y="273"/>
                </a:cubicBezTo>
                <a:cubicBezTo>
                  <a:pt x="217" y="275"/>
                  <a:pt x="221" y="273"/>
                  <a:pt x="224" y="274"/>
                </a:cubicBezTo>
                <a:cubicBezTo>
                  <a:pt x="224" y="274"/>
                  <a:pt x="224" y="275"/>
                  <a:pt x="224" y="276"/>
                </a:cubicBezTo>
                <a:cubicBezTo>
                  <a:pt x="225" y="276"/>
                  <a:pt x="227" y="276"/>
                  <a:pt x="229" y="276"/>
                </a:cubicBezTo>
                <a:cubicBezTo>
                  <a:pt x="229" y="278"/>
                  <a:pt x="229" y="280"/>
                  <a:pt x="229" y="281"/>
                </a:cubicBezTo>
                <a:cubicBezTo>
                  <a:pt x="230" y="281"/>
                  <a:pt x="231" y="281"/>
                  <a:pt x="232" y="281"/>
                </a:cubicBezTo>
                <a:cubicBezTo>
                  <a:pt x="232" y="282"/>
                  <a:pt x="232" y="283"/>
                  <a:pt x="232" y="284"/>
                </a:cubicBezTo>
                <a:cubicBezTo>
                  <a:pt x="234" y="284"/>
                  <a:pt x="234" y="286"/>
                  <a:pt x="236" y="286"/>
                </a:cubicBezTo>
                <a:cubicBezTo>
                  <a:pt x="236" y="284"/>
                  <a:pt x="235" y="283"/>
                  <a:pt x="236" y="282"/>
                </a:cubicBezTo>
                <a:cubicBezTo>
                  <a:pt x="239" y="282"/>
                  <a:pt x="246" y="283"/>
                  <a:pt x="248" y="281"/>
                </a:cubicBezTo>
                <a:cubicBezTo>
                  <a:pt x="249" y="280"/>
                  <a:pt x="251" y="281"/>
                  <a:pt x="252" y="282"/>
                </a:cubicBezTo>
                <a:cubicBezTo>
                  <a:pt x="252" y="282"/>
                  <a:pt x="252" y="283"/>
                  <a:pt x="252" y="284"/>
                </a:cubicBezTo>
                <a:cubicBezTo>
                  <a:pt x="253" y="285"/>
                  <a:pt x="254" y="284"/>
                  <a:pt x="255" y="285"/>
                </a:cubicBezTo>
                <a:cubicBezTo>
                  <a:pt x="258" y="288"/>
                  <a:pt x="253" y="290"/>
                  <a:pt x="251" y="288"/>
                </a:cubicBezTo>
                <a:cubicBezTo>
                  <a:pt x="250" y="290"/>
                  <a:pt x="250" y="291"/>
                  <a:pt x="250" y="292"/>
                </a:cubicBezTo>
                <a:cubicBezTo>
                  <a:pt x="251" y="292"/>
                  <a:pt x="251" y="292"/>
                  <a:pt x="252" y="292"/>
                </a:cubicBezTo>
                <a:cubicBezTo>
                  <a:pt x="252" y="294"/>
                  <a:pt x="252" y="295"/>
                  <a:pt x="252" y="296"/>
                </a:cubicBezTo>
                <a:cubicBezTo>
                  <a:pt x="255" y="296"/>
                  <a:pt x="255" y="298"/>
                  <a:pt x="254" y="300"/>
                </a:cubicBezTo>
                <a:cubicBezTo>
                  <a:pt x="280" y="309"/>
                  <a:pt x="280" y="309"/>
                  <a:pt x="280" y="309"/>
                </a:cubicBezTo>
                <a:cubicBezTo>
                  <a:pt x="280" y="309"/>
                  <a:pt x="280" y="309"/>
                  <a:pt x="280" y="309"/>
                </a:cubicBezTo>
                <a:cubicBezTo>
                  <a:pt x="279" y="308"/>
                  <a:pt x="278" y="307"/>
                  <a:pt x="280" y="306"/>
                </a:cubicBezTo>
                <a:cubicBezTo>
                  <a:pt x="281" y="305"/>
                  <a:pt x="284" y="304"/>
                  <a:pt x="282" y="302"/>
                </a:cubicBezTo>
                <a:cubicBezTo>
                  <a:pt x="280" y="300"/>
                  <a:pt x="281" y="298"/>
                  <a:pt x="283" y="297"/>
                </a:cubicBezTo>
                <a:cubicBezTo>
                  <a:pt x="284" y="295"/>
                  <a:pt x="282" y="295"/>
                  <a:pt x="282" y="294"/>
                </a:cubicBezTo>
                <a:cubicBezTo>
                  <a:pt x="282" y="293"/>
                  <a:pt x="282" y="291"/>
                  <a:pt x="282" y="290"/>
                </a:cubicBezTo>
                <a:cubicBezTo>
                  <a:pt x="285" y="290"/>
                  <a:pt x="288" y="289"/>
                  <a:pt x="288" y="285"/>
                </a:cubicBezTo>
                <a:cubicBezTo>
                  <a:pt x="288" y="282"/>
                  <a:pt x="286" y="280"/>
                  <a:pt x="283" y="278"/>
                </a:cubicBezTo>
                <a:cubicBezTo>
                  <a:pt x="280" y="276"/>
                  <a:pt x="281" y="272"/>
                  <a:pt x="280" y="269"/>
                </a:cubicBezTo>
                <a:cubicBezTo>
                  <a:pt x="278" y="266"/>
                  <a:pt x="278" y="263"/>
                  <a:pt x="280" y="259"/>
                </a:cubicBezTo>
                <a:cubicBezTo>
                  <a:pt x="281" y="257"/>
                  <a:pt x="282" y="254"/>
                  <a:pt x="285" y="253"/>
                </a:cubicBezTo>
                <a:cubicBezTo>
                  <a:pt x="289" y="253"/>
                  <a:pt x="290" y="251"/>
                  <a:pt x="294" y="249"/>
                </a:cubicBezTo>
                <a:cubicBezTo>
                  <a:pt x="296" y="248"/>
                  <a:pt x="300" y="248"/>
                  <a:pt x="301" y="245"/>
                </a:cubicBezTo>
                <a:cubicBezTo>
                  <a:pt x="303" y="243"/>
                  <a:pt x="304" y="239"/>
                  <a:pt x="307" y="239"/>
                </a:cubicBezTo>
                <a:cubicBezTo>
                  <a:pt x="308" y="238"/>
                  <a:pt x="310" y="238"/>
                  <a:pt x="311" y="237"/>
                </a:cubicBezTo>
                <a:cubicBezTo>
                  <a:pt x="313" y="236"/>
                  <a:pt x="313" y="235"/>
                  <a:pt x="313" y="233"/>
                </a:cubicBezTo>
                <a:cubicBezTo>
                  <a:pt x="314" y="230"/>
                  <a:pt x="319" y="231"/>
                  <a:pt x="319" y="234"/>
                </a:cubicBezTo>
                <a:cubicBezTo>
                  <a:pt x="321" y="235"/>
                  <a:pt x="322" y="233"/>
                  <a:pt x="323" y="232"/>
                </a:cubicBezTo>
                <a:cubicBezTo>
                  <a:pt x="326" y="230"/>
                  <a:pt x="329" y="233"/>
                  <a:pt x="332" y="233"/>
                </a:cubicBezTo>
                <a:cubicBezTo>
                  <a:pt x="338" y="234"/>
                  <a:pt x="338" y="228"/>
                  <a:pt x="333" y="226"/>
                </a:cubicBezTo>
                <a:close/>
              </a:path>
            </a:pathLst>
          </a:custGeom>
          <a:solidFill>
            <a:schemeClr val="accent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1" name="Freeform 446">
            <a:extLst>
              <a:ext uri="{FF2B5EF4-FFF2-40B4-BE49-F238E27FC236}">
                <a16:creationId xmlns:a16="http://schemas.microsoft.com/office/drawing/2014/main" id="{34CC2F8B-A9F6-4199-8ABC-4438EF083A0C}"/>
              </a:ext>
            </a:extLst>
          </p:cNvPr>
          <p:cNvSpPr>
            <a:spLocks/>
          </p:cNvSpPr>
          <p:nvPr/>
        </p:nvSpPr>
        <p:spPr bwMode="auto">
          <a:xfrm>
            <a:off x="2763494" y="3181439"/>
            <a:ext cx="42834" cy="44343"/>
          </a:xfrm>
          <a:custGeom>
            <a:avLst/>
            <a:gdLst>
              <a:gd name="T0" fmla="*/ 10 w 19"/>
              <a:gd name="T1" fmla="*/ 1 h 20"/>
              <a:gd name="T2" fmla="*/ 11 w 19"/>
              <a:gd name="T3" fmla="*/ 2 h 20"/>
              <a:gd name="T4" fmla="*/ 13 w 19"/>
              <a:gd name="T5" fmla="*/ 1 h 20"/>
              <a:gd name="T6" fmla="*/ 14 w 19"/>
              <a:gd name="T7" fmla="*/ 2 h 20"/>
              <a:gd name="T8" fmla="*/ 13 w 19"/>
              <a:gd name="T9" fmla="*/ 3 h 20"/>
              <a:gd name="T10" fmla="*/ 13 w 19"/>
              <a:gd name="T11" fmla="*/ 4 h 20"/>
              <a:gd name="T12" fmla="*/ 14 w 19"/>
              <a:gd name="T13" fmla="*/ 4 h 20"/>
              <a:gd name="T14" fmla="*/ 14 w 19"/>
              <a:gd name="T15" fmla="*/ 5 h 20"/>
              <a:gd name="T16" fmla="*/ 14 w 19"/>
              <a:gd name="T17" fmla="*/ 5 h 20"/>
              <a:gd name="T18" fmla="*/ 15 w 19"/>
              <a:gd name="T19" fmla="*/ 6 h 20"/>
              <a:gd name="T20" fmla="*/ 15 w 19"/>
              <a:gd name="T21" fmla="*/ 6 h 20"/>
              <a:gd name="T22" fmla="*/ 16 w 19"/>
              <a:gd name="T23" fmla="*/ 7 h 20"/>
              <a:gd name="T24" fmla="*/ 17 w 19"/>
              <a:gd name="T25" fmla="*/ 7 h 20"/>
              <a:gd name="T26" fmla="*/ 17 w 19"/>
              <a:gd name="T27" fmla="*/ 9 h 20"/>
              <a:gd name="T28" fmla="*/ 17 w 19"/>
              <a:gd name="T29" fmla="*/ 10 h 20"/>
              <a:gd name="T30" fmla="*/ 17 w 19"/>
              <a:gd name="T31" fmla="*/ 12 h 20"/>
              <a:gd name="T32" fmla="*/ 17 w 19"/>
              <a:gd name="T33" fmla="*/ 14 h 20"/>
              <a:gd name="T34" fmla="*/ 17 w 19"/>
              <a:gd name="T35" fmla="*/ 16 h 20"/>
              <a:gd name="T36" fmla="*/ 16 w 19"/>
              <a:gd name="T37" fmla="*/ 16 h 20"/>
              <a:gd name="T38" fmla="*/ 14 w 19"/>
              <a:gd name="T39" fmla="*/ 16 h 20"/>
              <a:gd name="T40" fmla="*/ 14 w 19"/>
              <a:gd name="T41" fmla="*/ 18 h 20"/>
              <a:gd name="T42" fmla="*/ 11 w 19"/>
              <a:gd name="T43" fmla="*/ 19 h 20"/>
              <a:gd name="T44" fmla="*/ 11 w 19"/>
              <a:gd name="T45" fmla="*/ 19 h 20"/>
              <a:gd name="T46" fmla="*/ 11 w 19"/>
              <a:gd name="T47" fmla="*/ 18 h 20"/>
              <a:gd name="T48" fmla="*/ 10 w 19"/>
              <a:gd name="T49" fmla="*/ 17 h 20"/>
              <a:gd name="T50" fmla="*/ 10 w 19"/>
              <a:gd name="T51" fmla="*/ 16 h 20"/>
              <a:gd name="T52" fmla="*/ 10 w 19"/>
              <a:gd name="T53" fmla="*/ 16 h 20"/>
              <a:gd name="T54" fmla="*/ 9 w 19"/>
              <a:gd name="T55" fmla="*/ 15 h 20"/>
              <a:gd name="T56" fmla="*/ 9 w 19"/>
              <a:gd name="T57" fmla="*/ 15 h 20"/>
              <a:gd name="T58" fmla="*/ 8 w 19"/>
              <a:gd name="T59" fmla="*/ 15 h 20"/>
              <a:gd name="T60" fmla="*/ 7 w 19"/>
              <a:gd name="T61" fmla="*/ 14 h 20"/>
              <a:gd name="T62" fmla="*/ 6 w 19"/>
              <a:gd name="T63" fmla="*/ 14 h 20"/>
              <a:gd name="T64" fmla="*/ 6 w 19"/>
              <a:gd name="T65" fmla="*/ 15 h 20"/>
              <a:gd name="T66" fmla="*/ 5 w 19"/>
              <a:gd name="T67" fmla="*/ 15 h 20"/>
              <a:gd name="T68" fmla="*/ 3 w 19"/>
              <a:gd name="T69" fmla="*/ 15 h 20"/>
              <a:gd name="T70" fmla="*/ 2 w 19"/>
              <a:gd name="T71" fmla="*/ 15 h 20"/>
              <a:gd name="T72" fmla="*/ 2 w 19"/>
              <a:gd name="T73" fmla="*/ 14 h 20"/>
              <a:gd name="T74" fmla="*/ 1 w 19"/>
              <a:gd name="T75" fmla="*/ 13 h 20"/>
              <a:gd name="T76" fmla="*/ 0 w 19"/>
              <a:gd name="T77" fmla="*/ 12 h 20"/>
              <a:gd name="T78" fmla="*/ 1 w 19"/>
              <a:gd name="T79" fmla="*/ 11 h 20"/>
              <a:gd name="T80" fmla="*/ 2 w 19"/>
              <a:gd name="T81" fmla="*/ 10 h 20"/>
              <a:gd name="T82" fmla="*/ 3 w 19"/>
              <a:gd name="T83" fmla="*/ 10 h 20"/>
              <a:gd name="T84" fmla="*/ 3 w 19"/>
              <a:gd name="T85" fmla="*/ 9 h 20"/>
              <a:gd name="T86" fmla="*/ 4 w 19"/>
              <a:gd name="T87" fmla="*/ 8 h 20"/>
              <a:gd name="T88" fmla="*/ 4 w 19"/>
              <a:gd name="T89" fmla="*/ 8 h 20"/>
              <a:gd name="T90" fmla="*/ 4 w 19"/>
              <a:gd name="T91" fmla="*/ 7 h 20"/>
              <a:gd name="T92" fmla="*/ 4 w 19"/>
              <a:gd name="T93" fmla="*/ 5 h 20"/>
              <a:gd name="T94" fmla="*/ 4 w 19"/>
              <a:gd name="T95" fmla="*/ 3 h 20"/>
              <a:gd name="T96" fmla="*/ 5 w 19"/>
              <a:gd name="T97" fmla="*/ 2 h 20"/>
              <a:gd name="T98" fmla="*/ 7 w 19"/>
              <a:gd name="T99" fmla="*/ 2 h 20"/>
              <a:gd name="T100" fmla="*/ 8 w 19"/>
              <a:gd name="T101" fmla="*/ 1 h 20"/>
              <a:gd name="T102" fmla="*/ 10 w 19"/>
              <a:gd name="T103"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 h="20">
                <a:moveTo>
                  <a:pt x="10" y="1"/>
                </a:moveTo>
                <a:cubicBezTo>
                  <a:pt x="11" y="2"/>
                  <a:pt x="11" y="2"/>
                  <a:pt x="11" y="2"/>
                </a:cubicBezTo>
                <a:cubicBezTo>
                  <a:pt x="12" y="2"/>
                  <a:pt x="12" y="1"/>
                  <a:pt x="13" y="1"/>
                </a:cubicBezTo>
                <a:cubicBezTo>
                  <a:pt x="14" y="2"/>
                  <a:pt x="14" y="2"/>
                  <a:pt x="14" y="2"/>
                </a:cubicBezTo>
                <a:cubicBezTo>
                  <a:pt x="14" y="4"/>
                  <a:pt x="13" y="3"/>
                  <a:pt x="13" y="3"/>
                </a:cubicBezTo>
                <a:cubicBezTo>
                  <a:pt x="13" y="4"/>
                  <a:pt x="13" y="4"/>
                  <a:pt x="13" y="4"/>
                </a:cubicBezTo>
                <a:cubicBezTo>
                  <a:pt x="14" y="4"/>
                  <a:pt x="14" y="4"/>
                  <a:pt x="14" y="4"/>
                </a:cubicBezTo>
                <a:cubicBezTo>
                  <a:pt x="14" y="5"/>
                  <a:pt x="14" y="5"/>
                  <a:pt x="14" y="5"/>
                </a:cubicBezTo>
                <a:cubicBezTo>
                  <a:pt x="14" y="5"/>
                  <a:pt x="14" y="5"/>
                  <a:pt x="14" y="5"/>
                </a:cubicBezTo>
                <a:cubicBezTo>
                  <a:pt x="15" y="6"/>
                  <a:pt x="15" y="6"/>
                  <a:pt x="15" y="6"/>
                </a:cubicBezTo>
                <a:cubicBezTo>
                  <a:pt x="15" y="6"/>
                  <a:pt x="15" y="6"/>
                  <a:pt x="15" y="6"/>
                </a:cubicBezTo>
                <a:cubicBezTo>
                  <a:pt x="15" y="7"/>
                  <a:pt x="16" y="7"/>
                  <a:pt x="16" y="7"/>
                </a:cubicBezTo>
                <a:cubicBezTo>
                  <a:pt x="16" y="8"/>
                  <a:pt x="17" y="7"/>
                  <a:pt x="17" y="7"/>
                </a:cubicBezTo>
                <a:cubicBezTo>
                  <a:pt x="17" y="9"/>
                  <a:pt x="17" y="9"/>
                  <a:pt x="17" y="9"/>
                </a:cubicBezTo>
                <a:cubicBezTo>
                  <a:pt x="17" y="9"/>
                  <a:pt x="17" y="10"/>
                  <a:pt x="17" y="10"/>
                </a:cubicBezTo>
                <a:cubicBezTo>
                  <a:pt x="17" y="11"/>
                  <a:pt x="19" y="11"/>
                  <a:pt x="17" y="12"/>
                </a:cubicBezTo>
                <a:cubicBezTo>
                  <a:pt x="16" y="12"/>
                  <a:pt x="16" y="13"/>
                  <a:pt x="17" y="14"/>
                </a:cubicBezTo>
                <a:cubicBezTo>
                  <a:pt x="18" y="15"/>
                  <a:pt x="18" y="16"/>
                  <a:pt x="17" y="16"/>
                </a:cubicBezTo>
                <a:cubicBezTo>
                  <a:pt x="16" y="16"/>
                  <a:pt x="16" y="16"/>
                  <a:pt x="16" y="16"/>
                </a:cubicBezTo>
                <a:cubicBezTo>
                  <a:pt x="16" y="16"/>
                  <a:pt x="15" y="16"/>
                  <a:pt x="14" y="16"/>
                </a:cubicBezTo>
                <a:cubicBezTo>
                  <a:pt x="13" y="17"/>
                  <a:pt x="15" y="17"/>
                  <a:pt x="14" y="18"/>
                </a:cubicBezTo>
                <a:cubicBezTo>
                  <a:pt x="14" y="19"/>
                  <a:pt x="12" y="20"/>
                  <a:pt x="11" y="19"/>
                </a:cubicBezTo>
                <a:cubicBezTo>
                  <a:pt x="11" y="19"/>
                  <a:pt x="11" y="19"/>
                  <a:pt x="11" y="19"/>
                </a:cubicBezTo>
                <a:cubicBezTo>
                  <a:pt x="11" y="18"/>
                  <a:pt x="11" y="18"/>
                  <a:pt x="11" y="18"/>
                </a:cubicBezTo>
                <a:cubicBezTo>
                  <a:pt x="11" y="18"/>
                  <a:pt x="10" y="18"/>
                  <a:pt x="10" y="17"/>
                </a:cubicBezTo>
                <a:cubicBezTo>
                  <a:pt x="10" y="17"/>
                  <a:pt x="10" y="17"/>
                  <a:pt x="10" y="16"/>
                </a:cubicBezTo>
                <a:cubicBezTo>
                  <a:pt x="10" y="16"/>
                  <a:pt x="10" y="16"/>
                  <a:pt x="10" y="16"/>
                </a:cubicBezTo>
                <a:cubicBezTo>
                  <a:pt x="9" y="15"/>
                  <a:pt x="9" y="15"/>
                  <a:pt x="9" y="15"/>
                </a:cubicBezTo>
                <a:cubicBezTo>
                  <a:pt x="9" y="15"/>
                  <a:pt x="9" y="15"/>
                  <a:pt x="9" y="15"/>
                </a:cubicBezTo>
                <a:cubicBezTo>
                  <a:pt x="8" y="15"/>
                  <a:pt x="8" y="15"/>
                  <a:pt x="8" y="15"/>
                </a:cubicBezTo>
                <a:cubicBezTo>
                  <a:pt x="7" y="15"/>
                  <a:pt x="7" y="14"/>
                  <a:pt x="7" y="14"/>
                </a:cubicBezTo>
                <a:cubicBezTo>
                  <a:pt x="6" y="14"/>
                  <a:pt x="5" y="14"/>
                  <a:pt x="6" y="14"/>
                </a:cubicBezTo>
                <a:cubicBezTo>
                  <a:pt x="7" y="14"/>
                  <a:pt x="6" y="15"/>
                  <a:pt x="6" y="15"/>
                </a:cubicBezTo>
                <a:cubicBezTo>
                  <a:pt x="5" y="15"/>
                  <a:pt x="5" y="15"/>
                  <a:pt x="5" y="15"/>
                </a:cubicBezTo>
                <a:cubicBezTo>
                  <a:pt x="4" y="15"/>
                  <a:pt x="4" y="15"/>
                  <a:pt x="3" y="15"/>
                </a:cubicBezTo>
                <a:cubicBezTo>
                  <a:pt x="3" y="15"/>
                  <a:pt x="2" y="15"/>
                  <a:pt x="2" y="15"/>
                </a:cubicBezTo>
                <a:cubicBezTo>
                  <a:pt x="1" y="16"/>
                  <a:pt x="2" y="15"/>
                  <a:pt x="2" y="14"/>
                </a:cubicBezTo>
                <a:cubicBezTo>
                  <a:pt x="1" y="13"/>
                  <a:pt x="1" y="13"/>
                  <a:pt x="1" y="13"/>
                </a:cubicBezTo>
                <a:cubicBezTo>
                  <a:pt x="0" y="13"/>
                  <a:pt x="0" y="13"/>
                  <a:pt x="0" y="12"/>
                </a:cubicBezTo>
                <a:cubicBezTo>
                  <a:pt x="0" y="11"/>
                  <a:pt x="1" y="12"/>
                  <a:pt x="1" y="11"/>
                </a:cubicBezTo>
                <a:cubicBezTo>
                  <a:pt x="1" y="11"/>
                  <a:pt x="1" y="10"/>
                  <a:pt x="2" y="10"/>
                </a:cubicBezTo>
                <a:cubicBezTo>
                  <a:pt x="3" y="10"/>
                  <a:pt x="3" y="10"/>
                  <a:pt x="3" y="10"/>
                </a:cubicBezTo>
                <a:cubicBezTo>
                  <a:pt x="3" y="10"/>
                  <a:pt x="3" y="9"/>
                  <a:pt x="3" y="9"/>
                </a:cubicBezTo>
                <a:cubicBezTo>
                  <a:pt x="3" y="8"/>
                  <a:pt x="4" y="9"/>
                  <a:pt x="4" y="8"/>
                </a:cubicBezTo>
                <a:cubicBezTo>
                  <a:pt x="4" y="8"/>
                  <a:pt x="4" y="8"/>
                  <a:pt x="4" y="8"/>
                </a:cubicBezTo>
                <a:cubicBezTo>
                  <a:pt x="5" y="7"/>
                  <a:pt x="4" y="7"/>
                  <a:pt x="4" y="7"/>
                </a:cubicBezTo>
                <a:cubicBezTo>
                  <a:pt x="4" y="7"/>
                  <a:pt x="5" y="6"/>
                  <a:pt x="4" y="5"/>
                </a:cubicBezTo>
                <a:cubicBezTo>
                  <a:pt x="4" y="3"/>
                  <a:pt x="4" y="3"/>
                  <a:pt x="4" y="3"/>
                </a:cubicBezTo>
                <a:cubicBezTo>
                  <a:pt x="4" y="2"/>
                  <a:pt x="5" y="2"/>
                  <a:pt x="5" y="2"/>
                </a:cubicBezTo>
                <a:cubicBezTo>
                  <a:pt x="6" y="2"/>
                  <a:pt x="7" y="2"/>
                  <a:pt x="7" y="2"/>
                </a:cubicBezTo>
                <a:cubicBezTo>
                  <a:pt x="7" y="2"/>
                  <a:pt x="8" y="1"/>
                  <a:pt x="8" y="1"/>
                </a:cubicBezTo>
                <a:cubicBezTo>
                  <a:pt x="9" y="0"/>
                  <a:pt x="10" y="1"/>
                  <a:pt x="10" y="1"/>
                </a:cubicBezTo>
                <a:close/>
              </a:path>
            </a:pathLst>
          </a:custGeom>
          <a:solidFill>
            <a:schemeClr val="bg2"/>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2" name="Freeform 136">
            <a:extLst>
              <a:ext uri="{FF2B5EF4-FFF2-40B4-BE49-F238E27FC236}">
                <a16:creationId xmlns:a16="http://schemas.microsoft.com/office/drawing/2014/main" id="{EEB2D863-13C6-413C-AF9E-76FD818E42EC}"/>
              </a:ext>
            </a:extLst>
          </p:cNvPr>
          <p:cNvSpPr>
            <a:spLocks noChangeAspect="1"/>
          </p:cNvSpPr>
          <p:nvPr/>
        </p:nvSpPr>
        <p:spPr bwMode="gray">
          <a:xfrm rot="197301">
            <a:off x="2742540" y="4129727"/>
            <a:ext cx="490476" cy="447776"/>
          </a:xfrm>
          <a:custGeom>
            <a:avLst/>
            <a:gdLst>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70418 w 829568"/>
              <a:gd name="connsiteY7" fmla="*/ 255212 h 797705"/>
              <a:gd name="connsiteX8" fmla="*/ 568829 w 829568"/>
              <a:gd name="connsiteY8" fmla="*/ 260444 h 797705"/>
              <a:gd name="connsiteX9" fmla="*/ 569816 w 829568"/>
              <a:gd name="connsiteY9" fmla="*/ 261219 h 797705"/>
              <a:gd name="connsiteX10" fmla="*/ 561350 w 829568"/>
              <a:gd name="connsiteY10" fmla="*/ 243680 h 797705"/>
              <a:gd name="connsiteX11" fmla="*/ 563631 w 829568"/>
              <a:gd name="connsiteY11" fmla="*/ 245950 h 797705"/>
              <a:gd name="connsiteX12" fmla="*/ 563632 w 829568"/>
              <a:gd name="connsiteY12" fmla="*/ 245962 h 797705"/>
              <a:gd name="connsiteX13" fmla="*/ 190103 w 829568"/>
              <a:gd name="connsiteY13" fmla="*/ 284 h 797705"/>
              <a:gd name="connsiteX14" fmla="*/ 208052 w 829568"/>
              <a:gd name="connsiteY14" fmla="*/ 7319 h 797705"/>
              <a:gd name="connsiteX15" fmla="*/ 244522 w 829568"/>
              <a:gd name="connsiteY15" fmla="*/ 16416 h 797705"/>
              <a:gd name="connsiteX16" fmla="*/ 269594 w 829568"/>
              <a:gd name="connsiteY16" fmla="*/ 36884 h 797705"/>
              <a:gd name="connsiteX17" fmla="*/ 303784 w 829568"/>
              <a:gd name="connsiteY17" fmla="*/ 59627 h 797705"/>
              <a:gd name="connsiteX18" fmla="*/ 317460 w 829568"/>
              <a:gd name="connsiteY18" fmla="*/ 89192 h 797705"/>
              <a:gd name="connsiteX19" fmla="*/ 353930 w 829568"/>
              <a:gd name="connsiteY19" fmla="*/ 73272 h 797705"/>
              <a:gd name="connsiteX20" fmla="*/ 399516 w 829568"/>
              <a:gd name="connsiteY20" fmla="*/ 82369 h 797705"/>
              <a:gd name="connsiteX21" fmla="*/ 417751 w 829568"/>
              <a:gd name="connsiteY21" fmla="*/ 77821 h 797705"/>
              <a:gd name="connsiteX22" fmla="*/ 438265 w 829568"/>
              <a:gd name="connsiteY22" fmla="*/ 64175 h 797705"/>
              <a:gd name="connsiteX23" fmla="*/ 472455 w 829568"/>
              <a:gd name="connsiteY23" fmla="*/ 73272 h 797705"/>
              <a:gd name="connsiteX24" fmla="*/ 486131 w 829568"/>
              <a:gd name="connsiteY24" fmla="*/ 82369 h 797705"/>
              <a:gd name="connsiteX25" fmla="*/ 490690 w 829568"/>
              <a:gd name="connsiteY25" fmla="*/ 132402 h 797705"/>
              <a:gd name="connsiteX26" fmla="*/ 495248 w 829568"/>
              <a:gd name="connsiteY26" fmla="*/ 196081 h 797705"/>
              <a:gd name="connsiteX27" fmla="*/ 495248 w 829568"/>
              <a:gd name="connsiteY27" fmla="*/ 214275 h 797705"/>
              <a:gd name="connsiteX28" fmla="*/ 495067 w 829568"/>
              <a:gd name="connsiteY28" fmla="*/ 214233 h 797705"/>
              <a:gd name="connsiteX29" fmla="*/ 497146 w 829568"/>
              <a:gd name="connsiteY29" fmla="*/ 220449 h 797705"/>
              <a:gd name="connsiteX30" fmla="*/ 508530 w 829568"/>
              <a:gd name="connsiteY30" fmla="*/ 224986 h 797705"/>
              <a:gd name="connsiteX31" fmla="*/ 524467 w 829568"/>
              <a:gd name="connsiteY31" fmla="*/ 238598 h 797705"/>
              <a:gd name="connsiteX32" fmla="*/ 556340 w 829568"/>
              <a:gd name="connsiteY32" fmla="*/ 234060 h 797705"/>
              <a:gd name="connsiteX33" fmla="*/ 560894 w 829568"/>
              <a:gd name="connsiteY33" fmla="*/ 234060 h 797705"/>
              <a:gd name="connsiteX34" fmla="*/ 560894 w 829568"/>
              <a:gd name="connsiteY34" fmla="*/ 243135 h 797705"/>
              <a:gd name="connsiteX35" fmla="*/ 563170 w 829568"/>
              <a:gd name="connsiteY35" fmla="*/ 247672 h 797705"/>
              <a:gd name="connsiteX36" fmla="*/ 564024 w 829568"/>
              <a:gd name="connsiteY36" fmla="*/ 255045 h 797705"/>
              <a:gd name="connsiteX37" fmla="*/ 563903 w 829568"/>
              <a:gd name="connsiteY37" fmla="*/ 256574 h 797705"/>
              <a:gd name="connsiteX38" fmla="*/ 564418 w 829568"/>
              <a:gd name="connsiteY38" fmla="*/ 256978 h 797705"/>
              <a:gd name="connsiteX39" fmla="*/ 564486 w 829568"/>
              <a:gd name="connsiteY39" fmla="*/ 256164 h 797705"/>
              <a:gd name="connsiteX40" fmla="*/ 563684 w 829568"/>
              <a:gd name="connsiteY40" fmla="*/ 246583 h 797705"/>
              <a:gd name="connsiteX41" fmla="*/ 570440 w 829568"/>
              <a:gd name="connsiteY41" fmla="*/ 254988 h 797705"/>
              <a:gd name="connsiteX42" fmla="*/ 570445 w 829568"/>
              <a:gd name="connsiteY42" fmla="*/ 254942 h 797705"/>
              <a:gd name="connsiteX43" fmla="*/ 572718 w 829568"/>
              <a:gd name="connsiteY43" fmla="*/ 257210 h 797705"/>
              <a:gd name="connsiteX44" fmla="*/ 574113 w 829568"/>
              <a:gd name="connsiteY44" fmla="*/ 256872 h 797705"/>
              <a:gd name="connsiteX45" fmla="*/ 567290 w 829568"/>
              <a:gd name="connsiteY45" fmla="*/ 250109 h 797705"/>
              <a:gd name="connsiteX46" fmla="*/ 563684 w 829568"/>
              <a:gd name="connsiteY46" fmla="*/ 246583 h 797705"/>
              <a:gd name="connsiteX47" fmla="*/ 563632 w 829568"/>
              <a:gd name="connsiteY47" fmla="*/ 245962 h 797705"/>
              <a:gd name="connsiteX48" fmla="*/ 574458 w 829568"/>
              <a:gd name="connsiteY48" fmla="*/ 256788 h 797705"/>
              <a:gd name="connsiteX49" fmla="*/ 583230 w 829568"/>
              <a:gd name="connsiteY49" fmla="*/ 254659 h 797705"/>
              <a:gd name="connsiteX50" fmla="*/ 595448 w 829568"/>
              <a:gd name="connsiteY50" fmla="*/ 250406 h 797705"/>
              <a:gd name="connsiteX51" fmla="*/ 624997 w 829568"/>
              <a:gd name="connsiteY51" fmla="*/ 282159 h 797705"/>
              <a:gd name="connsiteX52" fmla="*/ 637214 w 829568"/>
              <a:gd name="connsiteY52" fmla="*/ 311928 h 797705"/>
              <a:gd name="connsiteX53" fmla="*/ 636731 w 829568"/>
              <a:gd name="connsiteY53" fmla="*/ 319061 h 797705"/>
              <a:gd name="connsiteX54" fmla="*/ 652790 w 829568"/>
              <a:gd name="connsiteY54" fmla="*/ 335120 h 797705"/>
              <a:gd name="connsiteX55" fmla="*/ 638758 w 829568"/>
              <a:gd name="connsiteY55" fmla="*/ 321150 h 797705"/>
              <a:gd name="connsiteX56" fmla="*/ 636727 w 829568"/>
              <a:gd name="connsiteY56" fmla="*/ 319129 h 797705"/>
              <a:gd name="connsiteX57" fmla="*/ 636185 w 829568"/>
              <a:gd name="connsiteY57" fmla="*/ 327131 h 797705"/>
              <a:gd name="connsiteX58" fmla="*/ 640908 w 829568"/>
              <a:gd name="connsiteY58" fmla="*/ 343397 h 797705"/>
              <a:gd name="connsiteX59" fmla="*/ 656819 w 829568"/>
              <a:gd name="connsiteY59" fmla="*/ 329788 h 797705"/>
              <a:gd name="connsiteX60" fmla="*/ 672730 w 829568"/>
              <a:gd name="connsiteY60" fmla="*/ 347933 h 797705"/>
              <a:gd name="connsiteX61" fmla="*/ 679549 w 829568"/>
              <a:gd name="connsiteY61" fmla="*/ 366077 h 797705"/>
              <a:gd name="connsiteX62" fmla="*/ 686368 w 829568"/>
              <a:gd name="connsiteY62" fmla="*/ 418243 h 797705"/>
              <a:gd name="connsiteX63" fmla="*/ 736375 w 829568"/>
              <a:gd name="connsiteY63" fmla="*/ 413707 h 797705"/>
              <a:gd name="connsiteX64" fmla="*/ 756832 w 829568"/>
              <a:gd name="connsiteY64" fmla="*/ 420511 h 797705"/>
              <a:gd name="connsiteX65" fmla="*/ 765924 w 829568"/>
              <a:gd name="connsiteY65" fmla="*/ 406903 h 797705"/>
              <a:gd name="connsiteX66" fmla="*/ 829568 w 829568"/>
              <a:gd name="connsiteY66" fmla="*/ 397830 h 797705"/>
              <a:gd name="connsiteX67" fmla="*/ 829568 w 829568"/>
              <a:gd name="connsiteY67" fmla="*/ 413707 h 797705"/>
              <a:gd name="connsiteX68" fmla="*/ 827295 w 829568"/>
              <a:gd name="connsiteY68" fmla="*/ 422779 h 797705"/>
              <a:gd name="connsiteX69" fmla="*/ 822749 w 829568"/>
              <a:gd name="connsiteY69" fmla="*/ 427315 h 797705"/>
              <a:gd name="connsiteX70" fmla="*/ 815930 w 829568"/>
              <a:gd name="connsiteY70" fmla="*/ 427315 h 797705"/>
              <a:gd name="connsiteX71" fmla="*/ 809111 w 829568"/>
              <a:gd name="connsiteY71" fmla="*/ 443192 h 797705"/>
              <a:gd name="connsiteX72" fmla="*/ 802292 w 829568"/>
              <a:gd name="connsiteY72" fmla="*/ 452264 h 797705"/>
              <a:gd name="connsiteX73" fmla="*/ 800019 w 829568"/>
              <a:gd name="connsiteY73" fmla="*/ 459068 h 797705"/>
              <a:gd name="connsiteX74" fmla="*/ 800019 w 829568"/>
              <a:gd name="connsiteY74" fmla="*/ 470408 h 797705"/>
              <a:gd name="connsiteX75" fmla="*/ 800019 w 829568"/>
              <a:gd name="connsiteY75" fmla="*/ 481749 h 797705"/>
              <a:gd name="connsiteX76" fmla="*/ 784108 w 829568"/>
              <a:gd name="connsiteY76" fmla="*/ 477212 h 797705"/>
              <a:gd name="connsiteX77" fmla="*/ 777289 w 829568"/>
              <a:gd name="connsiteY77" fmla="*/ 477212 h 797705"/>
              <a:gd name="connsiteX78" fmla="*/ 770470 w 829568"/>
              <a:gd name="connsiteY78" fmla="*/ 481749 h 797705"/>
              <a:gd name="connsiteX79" fmla="*/ 768197 w 829568"/>
              <a:gd name="connsiteY79" fmla="*/ 488553 h 797705"/>
              <a:gd name="connsiteX80" fmla="*/ 750013 w 829568"/>
              <a:gd name="connsiteY80" fmla="*/ 497625 h 797705"/>
              <a:gd name="connsiteX81" fmla="*/ 745467 w 829568"/>
              <a:gd name="connsiteY81" fmla="*/ 490821 h 797705"/>
              <a:gd name="connsiteX82" fmla="*/ 740921 w 829568"/>
              <a:gd name="connsiteY82" fmla="*/ 493089 h 797705"/>
              <a:gd name="connsiteX83" fmla="*/ 738648 w 829568"/>
              <a:gd name="connsiteY83" fmla="*/ 499893 h 797705"/>
              <a:gd name="connsiteX84" fmla="*/ 738648 w 829568"/>
              <a:gd name="connsiteY84" fmla="*/ 502161 h 797705"/>
              <a:gd name="connsiteX85" fmla="*/ 725010 w 829568"/>
              <a:gd name="connsiteY85" fmla="*/ 504429 h 797705"/>
              <a:gd name="connsiteX86" fmla="*/ 715918 w 829568"/>
              <a:gd name="connsiteY86" fmla="*/ 508965 h 797705"/>
              <a:gd name="connsiteX87" fmla="*/ 715918 w 829568"/>
              <a:gd name="connsiteY87" fmla="*/ 520306 h 797705"/>
              <a:gd name="connsiteX88" fmla="*/ 713645 w 829568"/>
              <a:gd name="connsiteY88" fmla="*/ 522574 h 797705"/>
              <a:gd name="connsiteX89" fmla="*/ 693188 w 829568"/>
              <a:gd name="connsiteY89" fmla="*/ 527110 h 797705"/>
              <a:gd name="connsiteX90" fmla="*/ 677276 w 829568"/>
              <a:gd name="connsiteY90" fmla="*/ 531646 h 797705"/>
              <a:gd name="connsiteX91" fmla="*/ 668184 w 829568"/>
              <a:gd name="connsiteY91" fmla="*/ 527110 h 797705"/>
              <a:gd name="connsiteX92" fmla="*/ 665911 w 829568"/>
              <a:gd name="connsiteY92" fmla="*/ 529378 h 797705"/>
              <a:gd name="connsiteX93" fmla="*/ 665911 w 829568"/>
              <a:gd name="connsiteY93" fmla="*/ 538450 h 797705"/>
              <a:gd name="connsiteX94" fmla="*/ 659092 w 829568"/>
              <a:gd name="connsiteY94" fmla="*/ 540718 h 797705"/>
              <a:gd name="connsiteX95" fmla="*/ 659092 w 829568"/>
              <a:gd name="connsiteY95" fmla="*/ 545254 h 797705"/>
              <a:gd name="connsiteX96" fmla="*/ 659092 w 829568"/>
              <a:gd name="connsiteY96" fmla="*/ 556595 h 797705"/>
              <a:gd name="connsiteX97" fmla="*/ 656819 w 829568"/>
              <a:gd name="connsiteY97" fmla="*/ 561131 h 797705"/>
              <a:gd name="connsiteX98" fmla="*/ 652273 w 829568"/>
              <a:gd name="connsiteY98" fmla="*/ 561131 h 797705"/>
              <a:gd name="connsiteX99" fmla="*/ 650000 w 829568"/>
              <a:gd name="connsiteY99" fmla="*/ 561131 h 797705"/>
              <a:gd name="connsiteX100" fmla="*/ 618178 w 829568"/>
              <a:gd name="connsiteY100" fmla="*/ 552058 h 797705"/>
              <a:gd name="connsiteX101" fmla="*/ 618178 w 829568"/>
              <a:gd name="connsiteY101" fmla="*/ 549790 h 797705"/>
              <a:gd name="connsiteX102" fmla="*/ 609086 w 829568"/>
              <a:gd name="connsiteY102" fmla="*/ 542986 h 797705"/>
              <a:gd name="connsiteX103" fmla="*/ 599994 w 829568"/>
              <a:gd name="connsiteY103" fmla="*/ 547522 h 797705"/>
              <a:gd name="connsiteX104" fmla="*/ 590902 w 829568"/>
              <a:gd name="connsiteY104" fmla="*/ 554327 h 797705"/>
              <a:gd name="connsiteX105" fmla="*/ 579537 w 829568"/>
              <a:gd name="connsiteY105" fmla="*/ 563399 h 797705"/>
              <a:gd name="connsiteX106" fmla="*/ 574991 w 829568"/>
              <a:gd name="connsiteY106" fmla="*/ 556595 h 797705"/>
              <a:gd name="connsiteX107" fmla="*/ 570445 w 829568"/>
              <a:gd name="connsiteY107" fmla="*/ 558863 h 797705"/>
              <a:gd name="connsiteX108" fmla="*/ 568172 w 829568"/>
              <a:gd name="connsiteY108" fmla="*/ 563399 h 797705"/>
              <a:gd name="connsiteX109" fmla="*/ 568172 w 829568"/>
              <a:gd name="connsiteY109" fmla="*/ 565667 h 797705"/>
              <a:gd name="connsiteX110" fmla="*/ 568172 w 829568"/>
              <a:gd name="connsiteY110" fmla="*/ 570203 h 797705"/>
              <a:gd name="connsiteX111" fmla="*/ 565899 w 829568"/>
              <a:gd name="connsiteY111" fmla="*/ 572471 h 797705"/>
              <a:gd name="connsiteX112" fmla="*/ 565899 w 829568"/>
              <a:gd name="connsiteY112" fmla="*/ 574739 h 797705"/>
              <a:gd name="connsiteX113" fmla="*/ 581810 w 829568"/>
              <a:gd name="connsiteY113" fmla="*/ 581543 h 797705"/>
              <a:gd name="connsiteX114" fmla="*/ 586356 w 829568"/>
              <a:gd name="connsiteY114" fmla="*/ 586079 h 797705"/>
              <a:gd name="connsiteX115" fmla="*/ 590902 w 829568"/>
              <a:gd name="connsiteY115" fmla="*/ 579275 h 797705"/>
              <a:gd name="connsiteX116" fmla="*/ 597721 w 829568"/>
              <a:gd name="connsiteY116" fmla="*/ 583811 h 797705"/>
              <a:gd name="connsiteX117" fmla="*/ 599994 w 829568"/>
              <a:gd name="connsiteY117" fmla="*/ 579275 h 797705"/>
              <a:gd name="connsiteX118" fmla="*/ 606813 w 829568"/>
              <a:gd name="connsiteY118" fmla="*/ 588347 h 797705"/>
              <a:gd name="connsiteX119" fmla="*/ 606813 w 829568"/>
              <a:gd name="connsiteY119" fmla="*/ 590616 h 797705"/>
              <a:gd name="connsiteX120" fmla="*/ 602267 w 829568"/>
              <a:gd name="connsiteY120" fmla="*/ 601956 h 797705"/>
              <a:gd name="connsiteX121" fmla="*/ 604540 w 829568"/>
              <a:gd name="connsiteY121" fmla="*/ 606492 h 797705"/>
              <a:gd name="connsiteX122" fmla="*/ 609086 w 829568"/>
              <a:gd name="connsiteY122" fmla="*/ 611028 h 797705"/>
              <a:gd name="connsiteX123" fmla="*/ 606813 w 829568"/>
              <a:gd name="connsiteY123" fmla="*/ 613296 h 797705"/>
              <a:gd name="connsiteX124" fmla="*/ 588629 w 829568"/>
              <a:gd name="connsiteY124" fmla="*/ 613296 h 797705"/>
              <a:gd name="connsiteX125" fmla="*/ 572718 w 829568"/>
              <a:gd name="connsiteY125" fmla="*/ 597420 h 797705"/>
              <a:gd name="connsiteX126" fmla="*/ 568172 w 829568"/>
              <a:gd name="connsiteY126" fmla="*/ 606492 h 797705"/>
              <a:gd name="connsiteX127" fmla="*/ 561353 w 829568"/>
              <a:gd name="connsiteY127" fmla="*/ 597420 h 797705"/>
              <a:gd name="connsiteX128" fmla="*/ 556807 w 829568"/>
              <a:gd name="connsiteY128" fmla="*/ 592884 h 797705"/>
              <a:gd name="connsiteX129" fmla="*/ 540896 w 829568"/>
              <a:gd name="connsiteY129" fmla="*/ 570203 h 797705"/>
              <a:gd name="connsiteX130" fmla="*/ 529530 w 829568"/>
              <a:gd name="connsiteY130" fmla="*/ 565667 h 797705"/>
              <a:gd name="connsiteX131" fmla="*/ 518165 w 829568"/>
              <a:gd name="connsiteY131" fmla="*/ 572471 h 797705"/>
              <a:gd name="connsiteX132" fmla="*/ 509073 w 829568"/>
              <a:gd name="connsiteY132" fmla="*/ 577007 h 797705"/>
              <a:gd name="connsiteX133" fmla="*/ 506800 w 829568"/>
              <a:gd name="connsiteY133" fmla="*/ 574739 h 797705"/>
              <a:gd name="connsiteX134" fmla="*/ 504527 w 829568"/>
              <a:gd name="connsiteY134" fmla="*/ 574739 h 797705"/>
              <a:gd name="connsiteX135" fmla="*/ 504527 w 829568"/>
              <a:gd name="connsiteY135" fmla="*/ 570324 h 797705"/>
              <a:gd name="connsiteX136" fmla="*/ 503669 w 829568"/>
              <a:gd name="connsiteY136" fmla="*/ 570324 h 797705"/>
              <a:gd name="connsiteX137" fmla="*/ 503669 w 829568"/>
              <a:gd name="connsiteY137" fmla="*/ 574870 h 797705"/>
              <a:gd name="connsiteX138" fmla="*/ 505946 w 829568"/>
              <a:gd name="connsiteY138" fmla="*/ 577143 h 797705"/>
              <a:gd name="connsiteX139" fmla="*/ 505946 w 829568"/>
              <a:gd name="connsiteY139" fmla="*/ 579415 h 797705"/>
              <a:gd name="connsiteX140" fmla="*/ 505946 w 829568"/>
              <a:gd name="connsiteY140" fmla="*/ 581688 h 797705"/>
              <a:gd name="connsiteX141" fmla="*/ 496839 w 829568"/>
              <a:gd name="connsiteY141" fmla="*/ 590779 h 797705"/>
              <a:gd name="connsiteX142" fmla="*/ 496839 w 829568"/>
              <a:gd name="connsiteY142" fmla="*/ 595324 h 797705"/>
              <a:gd name="connsiteX143" fmla="*/ 501392 w 829568"/>
              <a:gd name="connsiteY143" fmla="*/ 599870 h 797705"/>
              <a:gd name="connsiteX144" fmla="*/ 510500 w 829568"/>
              <a:gd name="connsiteY144" fmla="*/ 608960 h 797705"/>
              <a:gd name="connsiteX145" fmla="*/ 508223 w 829568"/>
              <a:gd name="connsiteY145" fmla="*/ 613506 h 797705"/>
              <a:gd name="connsiteX146" fmla="*/ 508223 w 829568"/>
              <a:gd name="connsiteY146" fmla="*/ 618051 h 797705"/>
              <a:gd name="connsiteX147" fmla="*/ 490008 w 829568"/>
              <a:gd name="connsiteY147" fmla="*/ 640778 h 797705"/>
              <a:gd name="connsiteX148" fmla="*/ 464962 w 829568"/>
              <a:gd name="connsiteY148" fmla="*/ 631687 h 797705"/>
              <a:gd name="connsiteX149" fmla="*/ 451300 w 829568"/>
              <a:gd name="connsiteY149" fmla="*/ 624869 h 797705"/>
              <a:gd name="connsiteX150" fmla="*/ 423977 w 829568"/>
              <a:gd name="connsiteY150" fmla="*/ 638506 h 797705"/>
              <a:gd name="connsiteX151" fmla="*/ 414870 w 829568"/>
              <a:gd name="connsiteY151" fmla="*/ 643051 h 797705"/>
              <a:gd name="connsiteX152" fmla="*/ 398931 w 829568"/>
              <a:gd name="connsiteY152" fmla="*/ 645324 h 797705"/>
              <a:gd name="connsiteX153" fmla="*/ 394378 w 829568"/>
              <a:gd name="connsiteY153" fmla="*/ 652142 h 797705"/>
              <a:gd name="connsiteX154" fmla="*/ 373885 w 829568"/>
              <a:gd name="connsiteY154" fmla="*/ 654415 h 797705"/>
              <a:gd name="connsiteX155" fmla="*/ 353393 w 829568"/>
              <a:gd name="connsiteY155" fmla="*/ 661233 h 797705"/>
              <a:gd name="connsiteX156" fmla="*/ 344285 w 829568"/>
              <a:gd name="connsiteY156" fmla="*/ 683960 h 797705"/>
              <a:gd name="connsiteX157" fmla="*/ 346559 w 829568"/>
              <a:gd name="connsiteY157" fmla="*/ 695305 h 797705"/>
              <a:gd name="connsiteX158" fmla="*/ 346890 w 829568"/>
              <a:gd name="connsiteY158" fmla="*/ 695371 h 797705"/>
              <a:gd name="connsiteX159" fmla="*/ 349169 w 829568"/>
              <a:gd name="connsiteY159" fmla="*/ 697639 h 797705"/>
              <a:gd name="connsiteX160" fmla="*/ 349169 w 829568"/>
              <a:gd name="connsiteY160" fmla="*/ 708981 h 797705"/>
              <a:gd name="connsiteX161" fmla="*/ 349169 w 829568"/>
              <a:gd name="connsiteY161" fmla="*/ 713518 h 797705"/>
              <a:gd name="connsiteX162" fmla="*/ 346890 w 829568"/>
              <a:gd name="connsiteY162" fmla="*/ 724861 h 797705"/>
              <a:gd name="connsiteX163" fmla="*/ 340053 w 829568"/>
              <a:gd name="connsiteY163" fmla="*/ 722592 h 797705"/>
              <a:gd name="connsiteX164" fmla="*/ 317264 w 829568"/>
              <a:gd name="connsiteY164" fmla="*/ 720324 h 797705"/>
              <a:gd name="connsiteX165" fmla="*/ 312706 w 829568"/>
              <a:gd name="connsiteY165" fmla="*/ 718055 h 797705"/>
              <a:gd name="connsiteX166" fmla="*/ 303590 w 829568"/>
              <a:gd name="connsiteY166" fmla="*/ 724861 h 797705"/>
              <a:gd name="connsiteX167" fmla="*/ 294474 w 829568"/>
              <a:gd name="connsiteY167" fmla="*/ 731666 h 797705"/>
              <a:gd name="connsiteX168" fmla="*/ 289916 w 829568"/>
              <a:gd name="connsiteY168" fmla="*/ 738471 h 797705"/>
              <a:gd name="connsiteX169" fmla="*/ 289916 w 829568"/>
              <a:gd name="connsiteY169" fmla="*/ 752082 h 797705"/>
              <a:gd name="connsiteX170" fmla="*/ 280800 w 829568"/>
              <a:gd name="connsiteY170" fmla="*/ 740740 h 797705"/>
              <a:gd name="connsiteX171" fmla="*/ 278521 w 829568"/>
              <a:gd name="connsiteY171" fmla="*/ 738471 h 797705"/>
              <a:gd name="connsiteX172" fmla="*/ 278521 w 829568"/>
              <a:gd name="connsiteY172" fmla="*/ 743008 h 797705"/>
              <a:gd name="connsiteX173" fmla="*/ 276242 w 829568"/>
              <a:gd name="connsiteY173" fmla="*/ 749814 h 797705"/>
              <a:gd name="connsiteX174" fmla="*/ 269405 w 829568"/>
              <a:gd name="connsiteY174" fmla="*/ 761156 h 797705"/>
              <a:gd name="connsiteX175" fmla="*/ 232942 w 829568"/>
              <a:gd name="connsiteY175" fmla="*/ 749814 h 797705"/>
              <a:gd name="connsiteX176" fmla="*/ 230663 w 829568"/>
              <a:gd name="connsiteY176" fmla="*/ 754351 h 797705"/>
              <a:gd name="connsiteX177" fmla="*/ 203316 w 829568"/>
              <a:gd name="connsiteY177" fmla="*/ 754351 h 797705"/>
              <a:gd name="connsiteX178" fmla="*/ 180526 w 829568"/>
              <a:gd name="connsiteY178" fmla="*/ 761156 h 797705"/>
              <a:gd name="connsiteX179" fmla="*/ 169131 w 829568"/>
              <a:gd name="connsiteY179" fmla="*/ 767961 h 797705"/>
              <a:gd name="connsiteX180" fmla="*/ 157736 w 829568"/>
              <a:gd name="connsiteY180" fmla="*/ 783841 h 797705"/>
              <a:gd name="connsiteX181" fmla="*/ 137226 w 829568"/>
              <a:gd name="connsiteY181" fmla="*/ 797451 h 797705"/>
              <a:gd name="connsiteX182" fmla="*/ 128110 w 829568"/>
              <a:gd name="connsiteY182" fmla="*/ 786109 h 797705"/>
              <a:gd name="connsiteX183" fmla="*/ 121273 w 829568"/>
              <a:gd name="connsiteY183" fmla="*/ 792914 h 797705"/>
              <a:gd name="connsiteX184" fmla="*/ 93925 w 829568"/>
              <a:gd name="connsiteY184" fmla="*/ 790646 h 797705"/>
              <a:gd name="connsiteX185" fmla="*/ 68857 w 829568"/>
              <a:gd name="connsiteY185" fmla="*/ 790646 h 797705"/>
              <a:gd name="connsiteX186" fmla="*/ 57462 w 829568"/>
              <a:gd name="connsiteY186" fmla="*/ 792914 h 797705"/>
              <a:gd name="connsiteX187" fmla="*/ 46067 w 829568"/>
              <a:gd name="connsiteY187" fmla="*/ 788377 h 797705"/>
              <a:gd name="connsiteX188" fmla="*/ 25556 w 829568"/>
              <a:gd name="connsiteY188" fmla="*/ 786109 h 797705"/>
              <a:gd name="connsiteX189" fmla="*/ 25556 w 829568"/>
              <a:gd name="connsiteY189" fmla="*/ 783841 h 797705"/>
              <a:gd name="connsiteX190" fmla="*/ 27835 w 829568"/>
              <a:gd name="connsiteY190" fmla="*/ 777035 h 797705"/>
              <a:gd name="connsiteX191" fmla="*/ 25556 w 829568"/>
              <a:gd name="connsiteY191" fmla="*/ 774767 h 797705"/>
              <a:gd name="connsiteX192" fmla="*/ 43788 w 829568"/>
              <a:gd name="connsiteY192" fmla="*/ 770230 h 797705"/>
              <a:gd name="connsiteX193" fmla="*/ 48346 w 829568"/>
              <a:gd name="connsiteY193" fmla="*/ 699908 h 797705"/>
              <a:gd name="connsiteX194" fmla="*/ 5046 w 829568"/>
              <a:gd name="connsiteY194" fmla="*/ 670418 h 797705"/>
              <a:gd name="connsiteX195" fmla="*/ 30114 w 829568"/>
              <a:gd name="connsiteY195" fmla="*/ 615975 h 797705"/>
              <a:gd name="connsiteX196" fmla="*/ 41509 w 829568"/>
              <a:gd name="connsiteY196" fmla="*/ 600095 h 797705"/>
              <a:gd name="connsiteX197" fmla="*/ 34672 w 829568"/>
              <a:gd name="connsiteY197" fmla="*/ 581948 h 797705"/>
              <a:gd name="connsiteX198" fmla="*/ 41509 w 829568"/>
              <a:gd name="connsiteY198" fmla="*/ 554726 h 797705"/>
              <a:gd name="connsiteX199" fmla="*/ 16441 w 829568"/>
              <a:gd name="connsiteY199" fmla="*/ 543384 h 797705"/>
              <a:gd name="connsiteX200" fmla="*/ 34672 w 829568"/>
              <a:gd name="connsiteY200" fmla="*/ 541115 h 797705"/>
              <a:gd name="connsiteX201" fmla="*/ 41498 w 829568"/>
              <a:gd name="connsiteY201" fmla="*/ 541115 h 797705"/>
              <a:gd name="connsiteX202" fmla="*/ 39341 w 829568"/>
              <a:gd name="connsiteY202" fmla="*/ 528176 h 797705"/>
              <a:gd name="connsiteX203" fmla="*/ 86966 w 829568"/>
              <a:gd name="connsiteY203" fmla="*/ 494839 h 797705"/>
              <a:gd name="connsiteX204" fmla="*/ 65409 w 829568"/>
              <a:gd name="connsiteY204" fmla="*/ 464300 h 797705"/>
              <a:gd name="connsiteX205" fmla="*/ 62429 w 829568"/>
              <a:gd name="connsiteY205" fmla="*/ 465726 h 797705"/>
              <a:gd name="connsiteX206" fmla="*/ 62429 w 829568"/>
              <a:gd name="connsiteY206" fmla="*/ 467991 h 797705"/>
              <a:gd name="connsiteX207" fmla="*/ 57874 w 829568"/>
              <a:gd name="connsiteY207" fmla="*/ 470256 h 797705"/>
              <a:gd name="connsiteX208" fmla="*/ 48763 w 829568"/>
              <a:gd name="connsiteY208" fmla="*/ 472522 h 797705"/>
              <a:gd name="connsiteX209" fmla="*/ 35096 w 829568"/>
              <a:gd name="connsiteY209" fmla="*/ 467991 h 797705"/>
              <a:gd name="connsiteX210" fmla="*/ 32818 w 829568"/>
              <a:gd name="connsiteY210" fmla="*/ 449871 h 797705"/>
              <a:gd name="connsiteX211" fmla="*/ 55596 w 829568"/>
              <a:gd name="connsiteY211" fmla="*/ 418160 h 797705"/>
              <a:gd name="connsiteX212" fmla="*/ 55596 w 829568"/>
              <a:gd name="connsiteY212" fmla="*/ 404569 h 797705"/>
              <a:gd name="connsiteX213" fmla="*/ 48763 w 829568"/>
              <a:gd name="connsiteY213" fmla="*/ 372858 h 797705"/>
              <a:gd name="connsiteX214" fmla="*/ 41929 w 829568"/>
              <a:gd name="connsiteY214" fmla="*/ 354737 h 797705"/>
              <a:gd name="connsiteX215" fmla="*/ 41929 w 829568"/>
              <a:gd name="connsiteY215" fmla="*/ 320761 h 797705"/>
              <a:gd name="connsiteX216" fmla="*/ 41929 w 829568"/>
              <a:gd name="connsiteY216" fmla="*/ 300375 h 797705"/>
              <a:gd name="connsiteX217" fmla="*/ 44207 w 829568"/>
              <a:gd name="connsiteY217" fmla="*/ 302640 h 797705"/>
              <a:gd name="connsiteX218" fmla="*/ 57934 w 829568"/>
              <a:gd name="connsiteY218" fmla="*/ 312196 h 797705"/>
              <a:gd name="connsiteX219" fmla="*/ 58242 w 829568"/>
              <a:gd name="connsiteY219" fmla="*/ 311394 h 797705"/>
              <a:gd name="connsiteX220" fmla="*/ 56256 w 829568"/>
              <a:gd name="connsiteY220" fmla="*/ 310012 h 797705"/>
              <a:gd name="connsiteX221" fmla="*/ 44300 w 829568"/>
              <a:gd name="connsiteY221" fmla="*/ 302367 h 797705"/>
              <a:gd name="connsiteX222" fmla="*/ 42022 w 829568"/>
              <a:gd name="connsiteY222" fmla="*/ 300102 h 797705"/>
              <a:gd name="connsiteX223" fmla="*/ 44300 w 829568"/>
              <a:gd name="connsiteY223" fmla="*/ 291042 h 797705"/>
              <a:gd name="connsiteX224" fmla="*/ 78462 w 829568"/>
              <a:gd name="connsiteY224" fmla="*/ 259331 h 797705"/>
              <a:gd name="connsiteX225" fmla="*/ 92126 w 829568"/>
              <a:gd name="connsiteY225" fmla="*/ 232149 h 797705"/>
              <a:gd name="connsiteX226" fmla="*/ 114901 w 829568"/>
              <a:gd name="connsiteY226" fmla="*/ 211764 h 797705"/>
              <a:gd name="connsiteX227" fmla="*/ 108638 w 829568"/>
              <a:gd name="connsiteY227" fmla="*/ 204968 h 797705"/>
              <a:gd name="connsiteX228" fmla="*/ 92261 w 829568"/>
              <a:gd name="connsiteY228" fmla="*/ 198228 h 797705"/>
              <a:gd name="connsiteX229" fmla="*/ 91806 w 829568"/>
              <a:gd name="connsiteY229" fmla="*/ 198355 h 797705"/>
              <a:gd name="connsiteX230" fmla="*/ 84968 w 829568"/>
              <a:gd name="connsiteY230" fmla="*/ 193807 h 797705"/>
              <a:gd name="connsiteX231" fmla="*/ 94086 w 829568"/>
              <a:gd name="connsiteY231" fmla="*/ 155145 h 797705"/>
              <a:gd name="connsiteX232" fmla="*/ 135114 w 829568"/>
              <a:gd name="connsiteY232" fmla="*/ 127854 h 797705"/>
              <a:gd name="connsiteX233" fmla="*/ 160186 w 829568"/>
              <a:gd name="connsiteY233" fmla="*/ 134677 h 797705"/>
              <a:gd name="connsiteX234" fmla="*/ 160186 w 829568"/>
              <a:gd name="connsiteY234" fmla="*/ 109660 h 797705"/>
              <a:gd name="connsiteX235" fmla="*/ 187538 w 829568"/>
              <a:gd name="connsiteY235" fmla="*/ 82369 h 797705"/>
              <a:gd name="connsiteX236" fmla="*/ 187538 w 829568"/>
              <a:gd name="connsiteY236" fmla="*/ 48256 h 797705"/>
              <a:gd name="connsiteX237" fmla="*/ 190103 w 829568"/>
              <a:gd name="connsiteY23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69816 w 829568"/>
              <a:gd name="connsiteY10" fmla="*/ 261219 h 797705"/>
              <a:gd name="connsiteX11" fmla="*/ 570418 w 829568"/>
              <a:gd name="connsiteY11" fmla="*/ 255212 h 797705"/>
              <a:gd name="connsiteX12" fmla="*/ 561350 w 829568"/>
              <a:gd name="connsiteY12" fmla="*/ 243680 h 797705"/>
              <a:gd name="connsiteX13" fmla="*/ 563631 w 829568"/>
              <a:gd name="connsiteY13" fmla="*/ 245950 h 797705"/>
              <a:gd name="connsiteX14" fmla="*/ 563632 w 829568"/>
              <a:gd name="connsiteY14" fmla="*/ 245962 h 797705"/>
              <a:gd name="connsiteX15" fmla="*/ 561350 w 829568"/>
              <a:gd name="connsiteY15" fmla="*/ 243680 h 797705"/>
              <a:gd name="connsiteX16" fmla="*/ 190103 w 829568"/>
              <a:gd name="connsiteY16" fmla="*/ 284 h 797705"/>
              <a:gd name="connsiteX17" fmla="*/ 208052 w 829568"/>
              <a:gd name="connsiteY17" fmla="*/ 7319 h 797705"/>
              <a:gd name="connsiteX18" fmla="*/ 244522 w 829568"/>
              <a:gd name="connsiteY18" fmla="*/ 16416 h 797705"/>
              <a:gd name="connsiteX19" fmla="*/ 269594 w 829568"/>
              <a:gd name="connsiteY19" fmla="*/ 36884 h 797705"/>
              <a:gd name="connsiteX20" fmla="*/ 303784 w 829568"/>
              <a:gd name="connsiteY20" fmla="*/ 59627 h 797705"/>
              <a:gd name="connsiteX21" fmla="*/ 317460 w 829568"/>
              <a:gd name="connsiteY21" fmla="*/ 89192 h 797705"/>
              <a:gd name="connsiteX22" fmla="*/ 353930 w 829568"/>
              <a:gd name="connsiteY22" fmla="*/ 73272 h 797705"/>
              <a:gd name="connsiteX23" fmla="*/ 399516 w 829568"/>
              <a:gd name="connsiteY23" fmla="*/ 82369 h 797705"/>
              <a:gd name="connsiteX24" fmla="*/ 417751 w 829568"/>
              <a:gd name="connsiteY24" fmla="*/ 77821 h 797705"/>
              <a:gd name="connsiteX25" fmla="*/ 438265 w 829568"/>
              <a:gd name="connsiteY25" fmla="*/ 64175 h 797705"/>
              <a:gd name="connsiteX26" fmla="*/ 472455 w 829568"/>
              <a:gd name="connsiteY26" fmla="*/ 73272 h 797705"/>
              <a:gd name="connsiteX27" fmla="*/ 486131 w 829568"/>
              <a:gd name="connsiteY27" fmla="*/ 82369 h 797705"/>
              <a:gd name="connsiteX28" fmla="*/ 490690 w 829568"/>
              <a:gd name="connsiteY28" fmla="*/ 132402 h 797705"/>
              <a:gd name="connsiteX29" fmla="*/ 495248 w 829568"/>
              <a:gd name="connsiteY29" fmla="*/ 196081 h 797705"/>
              <a:gd name="connsiteX30" fmla="*/ 495248 w 829568"/>
              <a:gd name="connsiteY30" fmla="*/ 214275 h 797705"/>
              <a:gd name="connsiteX31" fmla="*/ 495067 w 829568"/>
              <a:gd name="connsiteY31" fmla="*/ 214233 h 797705"/>
              <a:gd name="connsiteX32" fmla="*/ 497146 w 829568"/>
              <a:gd name="connsiteY32" fmla="*/ 220449 h 797705"/>
              <a:gd name="connsiteX33" fmla="*/ 508530 w 829568"/>
              <a:gd name="connsiteY33" fmla="*/ 224986 h 797705"/>
              <a:gd name="connsiteX34" fmla="*/ 524467 w 829568"/>
              <a:gd name="connsiteY34" fmla="*/ 238598 h 797705"/>
              <a:gd name="connsiteX35" fmla="*/ 556340 w 829568"/>
              <a:gd name="connsiteY35" fmla="*/ 234060 h 797705"/>
              <a:gd name="connsiteX36" fmla="*/ 560894 w 829568"/>
              <a:gd name="connsiteY36" fmla="*/ 243135 h 797705"/>
              <a:gd name="connsiteX37" fmla="*/ 563170 w 829568"/>
              <a:gd name="connsiteY37" fmla="*/ 247672 h 797705"/>
              <a:gd name="connsiteX38" fmla="*/ 564024 w 829568"/>
              <a:gd name="connsiteY38" fmla="*/ 255045 h 797705"/>
              <a:gd name="connsiteX39" fmla="*/ 563903 w 829568"/>
              <a:gd name="connsiteY39" fmla="*/ 256574 h 797705"/>
              <a:gd name="connsiteX40" fmla="*/ 564418 w 829568"/>
              <a:gd name="connsiteY40" fmla="*/ 256978 h 797705"/>
              <a:gd name="connsiteX41" fmla="*/ 564486 w 829568"/>
              <a:gd name="connsiteY41" fmla="*/ 256164 h 797705"/>
              <a:gd name="connsiteX42" fmla="*/ 563684 w 829568"/>
              <a:gd name="connsiteY42" fmla="*/ 246583 h 797705"/>
              <a:gd name="connsiteX43" fmla="*/ 570440 w 829568"/>
              <a:gd name="connsiteY43" fmla="*/ 254988 h 797705"/>
              <a:gd name="connsiteX44" fmla="*/ 570445 w 829568"/>
              <a:gd name="connsiteY44" fmla="*/ 254942 h 797705"/>
              <a:gd name="connsiteX45" fmla="*/ 572718 w 829568"/>
              <a:gd name="connsiteY45" fmla="*/ 257210 h 797705"/>
              <a:gd name="connsiteX46" fmla="*/ 574113 w 829568"/>
              <a:gd name="connsiteY46" fmla="*/ 256872 h 797705"/>
              <a:gd name="connsiteX47" fmla="*/ 567290 w 829568"/>
              <a:gd name="connsiteY47" fmla="*/ 250109 h 797705"/>
              <a:gd name="connsiteX48" fmla="*/ 563684 w 829568"/>
              <a:gd name="connsiteY48" fmla="*/ 246583 h 797705"/>
              <a:gd name="connsiteX49" fmla="*/ 563632 w 829568"/>
              <a:gd name="connsiteY49" fmla="*/ 245962 h 797705"/>
              <a:gd name="connsiteX50" fmla="*/ 574458 w 829568"/>
              <a:gd name="connsiteY50" fmla="*/ 256788 h 797705"/>
              <a:gd name="connsiteX51" fmla="*/ 583230 w 829568"/>
              <a:gd name="connsiteY51" fmla="*/ 254659 h 797705"/>
              <a:gd name="connsiteX52" fmla="*/ 595448 w 829568"/>
              <a:gd name="connsiteY52" fmla="*/ 250406 h 797705"/>
              <a:gd name="connsiteX53" fmla="*/ 624997 w 829568"/>
              <a:gd name="connsiteY53" fmla="*/ 282159 h 797705"/>
              <a:gd name="connsiteX54" fmla="*/ 637214 w 829568"/>
              <a:gd name="connsiteY54" fmla="*/ 311928 h 797705"/>
              <a:gd name="connsiteX55" fmla="*/ 636731 w 829568"/>
              <a:gd name="connsiteY55" fmla="*/ 319061 h 797705"/>
              <a:gd name="connsiteX56" fmla="*/ 652790 w 829568"/>
              <a:gd name="connsiteY56" fmla="*/ 335120 h 797705"/>
              <a:gd name="connsiteX57" fmla="*/ 638758 w 829568"/>
              <a:gd name="connsiteY57" fmla="*/ 321150 h 797705"/>
              <a:gd name="connsiteX58" fmla="*/ 636727 w 829568"/>
              <a:gd name="connsiteY58" fmla="*/ 319129 h 797705"/>
              <a:gd name="connsiteX59" fmla="*/ 636185 w 829568"/>
              <a:gd name="connsiteY59" fmla="*/ 327131 h 797705"/>
              <a:gd name="connsiteX60" fmla="*/ 640908 w 829568"/>
              <a:gd name="connsiteY60" fmla="*/ 343397 h 797705"/>
              <a:gd name="connsiteX61" fmla="*/ 656819 w 829568"/>
              <a:gd name="connsiteY61" fmla="*/ 329788 h 797705"/>
              <a:gd name="connsiteX62" fmla="*/ 672730 w 829568"/>
              <a:gd name="connsiteY62" fmla="*/ 347933 h 797705"/>
              <a:gd name="connsiteX63" fmla="*/ 679549 w 829568"/>
              <a:gd name="connsiteY63" fmla="*/ 366077 h 797705"/>
              <a:gd name="connsiteX64" fmla="*/ 686368 w 829568"/>
              <a:gd name="connsiteY64" fmla="*/ 418243 h 797705"/>
              <a:gd name="connsiteX65" fmla="*/ 736375 w 829568"/>
              <a:gd name="connsiteY65" fmla="*/ 413707 h 797705"/>
              <a:gd name="connsiteX66" fmla="*/ 756832 w 829568"/>
              <a:gd name="connsiteY66" fmla="*/ 420511 h 797705"/>
              <a:gd name="connsiteX67" fmla="*/ 765924 w 829568"/>
              <a:gd name="connsiteY67" fmla="*/ 406903 h 797705"/>
              <a:gd name="connsiteX68" fmla="*/ 829568 w 829568"/>
              <a:gd name="connsiteY68" fmla="*/ 397830 h 797705"/>
              <a:gd name="connsiteX69" fmla="*/ 829568 w 829568"/>
              <a:gd name="connsiteY69" fmla="*/ 413707 h 797705"/>
              <a:gd name="connsiteX70" fmla="*/ 827295 w 829568"/>
              <a:gd name="connsiteY70" fmla="*/ 422779 h 797705"/>
              <a:gd name="connsiteX71" fmla="*/ 822749 w 829568"/>
              <a:gd name="connsiteY71" fmla="*/ 427315 h 797705"/>
              <a:gd name="connsiteX72" fmla="*/ 815930 w 829568"/>
              <a:gd name="connsiteY72" fmla="*/ 427315 h 797705"/>
              <a:gd name="connsiteX73" fmla="*/ 809111 w 829568"/>
              <a:gd name="connsiteY73" fmla="*/ 443192 h 797705"/>
              <a:gd name="connsiteX74" fmla="*/ 802292 w 829568"/>
              <a:gd name="connsiteY74" fmla="*/ 452264 h 797705"/>
              <a:gd name="connsiteX75" fmla="*/ 800019 w 829568"/>
              <a:gd name="connsiteY75" fmla="*/ 459068 h 797705"/>
              <a:gd name="connsiteX76" fmla="*/ 800019 w 829568"/>
              <a:gd name="connsiteY76" fmla="*/ 470408 h 797705"/>
              <a:gd name="connsiteX77" fmla="*/ 800019 w 829568"/>
              <a:gd name="connsiteY77" fmla="*/ 481749 h 797705"/>
              <a:gd name="connsiteX78" fmla="*/ 784108 w 829568"/>
              <a:gd name="connsiteY78" fmla="*/ 477212 h 797705"/>
              <a:gd name="connsiteX79" fmla="*/ 777289 w 829568"/>
              <a:gd name="connsiteY79" fmla="*/ 477212 h 797705"/>
              <a:gd name="connsiteX80" fmla="*/ 770470 w 829568"/>
              <a:gd name="connsiteY80" fmla="*/ 481749 h 797705"/>
              <a:gd name="connsiteX81" fmla="*/ 768197 w 829568"/>
              <a:gd name="connsiteY81" fmla="*/ 488553 h 797705"/>
              <a:gd name="connsiteX82" fmla="*/ 750013 w 829568"/>
              <a:gd name="connsiteY82" fmla="*/ 497625 h 797705"/>
              <a:gd name="connsiteX83" fmla="*/ 745467 w 829568"/>
              <a:gd name="connsiteY83" fmla="*/ 490821 h 797705"/>
              <a:gd name="connsiteX84" fmla="*/ 740921 w 829568"/>
              <a:gd name="connsiteY84" fmla="*/ 493089 h 797705"/>
              <a:gd name="connsiteX85" fmla="*/ 738648 w 829568"/>
              <a:gd name="connsiteY85" fmla="*/ 499893 h 797705"/>
              <a:gd name="connsiteX86" fmla="*/ 738648 w 829568"/>
              <a:gd name="connsiteY86" fmla="*/ 502161 h 797705"/>
              <a:gd name="connsiteX87" fmla="*/ 725010 w 829568"/>
              <a:gd name="connsiteY87" fmla="*/ 504429 h 797705"/>
              <a:gd name="connsiteX88" fmla="*/ 715918 w 829568"/>
              <a:gd name="connsiteY88" fmla="*/ 508965 h 797705"/>
              <a:gd name="connsiteX89" fmla="*/ 715918 w 829568"/>
              <a:gd name="connsiteY89" fmla="*/ 520306 h 797705"/>
              <a:gd name="connsiteX90" fmla="*/ 713645 w 829568"/>
              <a:gd name="connsiteY90" fmla="*/ 522574 h 797705"/>
              <a:gd name="connsiteX91" fmla="*/ 693188 w 829568"/>
              <a:gd name="connsiteY91" fmla="*/ 527110 h 797705"/>
              <a:gd name="connsiteX92" fmla="*/ 677276 w 829568"/>
              <a:gd name="connsiteY92" fmla="*/ 531646 h 797705"/>
              <a:gd name="connsiteX93" fmla="*/ 668184 w 829568"/>
              <a:gd name="connsiteY93" fmla="*/ 527110 h 797705"/>
              <a:gd name="connsiteX94" fmla="*/ 665911 w 829568"/>
              <a:gd name="connsiteY94" fmla="*/ 529378 h 797705"/>
              <a:gd name="connsiteX95" fmla="*/ 665911 w 829568"/>
              <a:gd name="connsiteY95" fmla="*/ 538450 h 797705"/>
              <a:gd name="connsiteX96" fmla="*/ 659092 w 829568"/>
              <a:gd name="connsiteY96" fmla="*/ 540718 h 797705"/>
              <a:gd name="connsiteX97" fmla="*/ 659092 w 829568"/>
              <a:gd name="connsiteY97" fmla="*/ 545254 h 797705"/>
              <a:gd name="connsiteX98" fmla="*/ 659092 w 829568"/>
              <a:gd name="connsiteY98" fmla="*/ 556595 h 797705"/>
              <a:gd name="connsiteX99" fmla="*/ 656819 w 829568"/>
              <a:gd name="connsiteY99" fmla="*/ 561131 h 797705"/>
              <a:gd name="connsiteX100" fmla="*/ 652273 w 829568"/>
              <a:gd name="connsiteY100" fmla="*/ 561131 h 797705"/>
              <a:gd name="connsiteX101" fmla="*/ 650000 w 829568"/>
              <a:gd name="connsiteY101" fmla="*/ 561131 h 797705"/>
              <a:gd name="connsiteX102" fmla="*/ 618178 w 829568"/>
              <a:gd name="connsiteY102" fmla="*/ 552058 h 797705"/>
              <a:gd name="connsiteX103" fmla="*/ 618178 w 829568"/>
              <a:gd name="connsiteY103" fmla="*/ 549790 h 797705"/>
              <a:gd name="connsiteX104" fmla="*/ 609086 w 829568"/>
              <a:gd name="connsiteY104" fmla="*/ 542986 h 797705"/>
              <a:gd name="connsiteX105" fmla="*/ 599994 w 829568"/>
              <a:gd name="connsiteY105" fmla="*/ 547522 h 797705"/>
              <a:gd name="connsiteX106" fmla="*/ 590902 w 829568"/>
              <a:gd name="connsiteY106" fmla="*/ 554327 h 797705"/>
              <a:gd name="connsiteX107" fmla="*/ 579537 w 829568"/>
              <a:gd name="connsiteY107" fmla="*/ 563399 h 797705"/>
              <a:gd name="connsiteX108" fmla="*/ 574991 w 829568"/>
              <a:gd name="connsiteY108" fmla="*/ 556595 h 797705"/>
              <a:gd name="connsiteX109" fmla="*/ 570445 w 829568"/>
              <a:gd name="connsiteY109" fmla="*/ 558863 h 797705"/>
              <a:gd name="connsiteX110" fmla="*/ 568172 w 829568"/>
              <a:gd name="connsiteY110" fmla="*/ 563399 h 797705"/>
              <a:gd name="connsiteX111" fmla="*/ 568172 w 829568"/>
              <a:gd name="connsiteY111" fmla="*/ 565667 h 797705"/>
              <a:gd name="connsiteX112" fmla="*/ 568172 w 829568"/>
              <a:gd name="connsiteY112" fmla="*/ 570203 h 797705"/>
              <a:gd name="connsiteX113" fmla="*/ 565899 w 829568"/>
              <a:gd name="connsiteY113" fmla="*/ 572471 h 797705"/>
              <a:gd name="connsiteX114" fmla="*/ 565899 w 829568"/>
              <a:gd name="connsiteY114" fmla="*/ 574739 h 797705"/>
              <a:gd name="connsiteX115" fmla="*/ 581810 w 829568"/>
              <a:gd name="connsiteY115" fmla="*/ 581543 h 797705"/>
              <a:gd name="connsiteX116" fmla="*/ 586356 w 829568"/>
              <a:gd name="connsiteY116" fmla="*/ 586079 h 797705"/>
              <a:gd name="connsiteX117" fmla="*/ 590902 w 829568"/>
              <a:gd name="connsiteY117" fmla="*/ 579275 h 797705"/>
              <a:gd name="connsiteX118" fmla="*/ 597721 w 829568"/>
              <a:gd name="connsiteY118" fmla="*/ 583811 h 797705"/>
              <a:gd name="connsiteX119" fmla="*/ 599994 w 829568"/>
              <a:gd name="connsiteY119" fmla="*/ 579275 h 797705"/>
              <a:gd name="connsiteX120" fmla="*/ 606813 w 829568"/>
              <a:gd name="connsiteY120" fmla="*/ 588347 h 797705"/>
              <a:gd name="connsiteX121" fmla="*/ 606813 w 829568"/>
              <a:gd name="connsiteY121" fmla="*/ 590616 h 797705"/>
              <a:gd name="connsiteX122" fmla="*/ 602267 w 829568"/>
              <a:gd name="connsiteY122" fmla="*/ 601956 h 797705"/>
              <a:gd name="connsiteX123" fmla="*/ 604540 w 829568"/>
              <a:gd name="connsiteY123" fmla="*/ 606492 h 797705"/>
              <a:gd name="connsiteX124" fmla="*/ 609086 w 829568"/>
              <a:gd name="connsiteY124" fmla="*/ 611028 h 797705"/>
              <a:gd name="connsiteX125" fmla="*/ 606813 w 829568"/>
              <a:gd name="connsiteY125" fmla="*/ 613296 h 797705"/>
              <a:gd name="connsiteX126" fmla="*/ 588629 w 829568"/>
              <a:gd name="connsiteY126" fmla="*/ 613296 h 797705"/>
              <a:gd name="connsiteX127" fmla="*/ 572718 w 829568"/>
              <a:gd name="connsiteY127" fmla="*/ 597420 h 797705"/>
              <a:gd name="connsiteX128" fmla="*/ 568172 w 829568"/>
              <a:gd name="connsiteY128" fmla="*/ 606492 h 797705"/>
              <a:gd name="connsiteX129" fmla="*/ 561353 w 829568"/>
              <a:gd name="connsiteY129" fmla="*/ 597420 h 797705"/>
              <a:gd name="connsiteX130" fmla="*/ 556807 w 829568"/>
              <a:gd name="connsiteY130" fmla="*/ 592884 h 797705"/>
              <a:gd name="connsiteX131" fmla="*/ 540896 w 829568"/>
              <a:gd name="connsiteY131" fmla="*/ 570203 h 797705"/>
              <a:gd name="connsiteX132" fmla="*/ 529530 w 829568"/>
              <a:gd name="connsiteY132" fmla="*/ 565667 h 797705"/>
              <a:gd name="connsiteX133" fmla="*/ 518165 w 829568"/>
              <a:gd name="connsiteY133" fmla="*/ 572471 h 797705"/>
              <a:gd name="connsiteX134" fmla="*/ 509073 w 829568"/>
              <a:gd name="connsiteY134" fmla="*/ 577007 h 797705"/>
              <a:gd name="connsiteX135" fmla="*/ 506800 w 829568"/>
              <a:gd name="connsiteY135" fmla="*/ 574739 h 797705"/>
              <a:gd name="connsiteX136" fmla="*/ 504527 w 829568"/>
              <a:gd name="connsiteY136" fmla="*/ 574739 h 797705"/>
              <a:gd name="connsiteX137" fmla="*/ 504527 w 829568"/>
              <a:gd name="connsiteY137" fmla="*/ 570324 h 797705"/>
              <a:gd name="connsiteX138" fmla="*/ 503669 w 829568"/>
              <a:gd name="connsiteY138" fmla="*/ 570324 h 797705"/>
              <a:gd name="connsiteX139" fmla="*/ 503669 w 829568"/>
              <a:gd name="connsiteY139" fmla="*/ 574870 h 797705"/>
              <a:gd name="connsiteX140" fmla="*/ 505946 w 829568"/>
              <a:gd name="connsiteY140" fmla="*/ 577143 h 797705"/>
              <a:gd name="connsiteX141" fmla="*/ 505946 w 829568"/>
              <a:gd name="connsiteY141" fmla="*/ 579415 h 797705"/>
              <a:gd name="connsiteX142" fmla="*/ 505946 w 829568"/>
              <a:gd name="connsiteY142" fmla="*/ 581688 h 797705"/>
              <a:gd name="connsiteX143" fmla="*/ 496839 w 829568"/>
              <a:gd name="connsiteY143" fmla="*/ 590779 h 797705"/>
              <a:gd name="connsiteX144" fmla="*/ 496839 w 829568"/>
              <a:gd name="connsiteY144" fmla="*/ 595324 h 797705"/>
              <a:gd name="connsiteX145" fmla="*/ 501392 w 829568"/>
              <a:gd name="connsiteY145" fmla="*/ 599870 h 797705"/>
              <a:gd name="connsiteX146" fmla="*/ 510500 w 829568"/>
              <a:gd name="connsiteY146" fmla="*/ 608960 h 797705"/>
              <a:gd name="connsiteX147" fmla="*/ 508223 w 829568"/>
              <a:gd name="connsiteY147" fmla="*/ 613506 h 797705"/>
              <a:gd name="connsiteX148" fmla="*/ 508223 w 829568"/>
              <a:gd name="connsiteY148" fmla="*/ 618051 h 797705"/>
              <a:gd name="connsiteX149" fmla="*/ 490008 w 829568"/>
              <a:gd name="connsiteY149" fmla="*/ 640778 h 797705"/>
              <a:gd name="connsiteX150" fmla="*/ 464962 w 829568"/>
              <a:gd name="connsiteY150" fmla="*/ 631687 h 797705"/>
              <a:gd name="connsiteX151" fmla="*/ 451300 w 829568"/>
              <a:gd name="connsiteY151" fmla="*/ 624869 h 797705"/>
              <a:gd name="connsiteX152" fmla="*/ 423977 w 829568"/>
              <a:gd name="connsiteY152" fmla="*/ 638506 h 797705"/>
              <a:gd name="connsiteX153" fmla="*/ 414870 w 829568"/>
              <a:gd name="connsiteY153" fmla="*/ 643051 h 797705"/>
              <a:gd name="connsiteX154" fmla="*/ 398931 w 829568"/>
              <a:gd name="connsiteY154" fmla="*/ 645324 h 797705"/>
              <a:gd name="connsiteX155" fmla="*/ 394378 w 829568"/>
              <a:gd name="connsiteY155" fmla="*/ 652142 h 797705"/>
              <a:gd name="connsiteX156" fmla="*/ 373885 w 829568"/>
              <a:gd name="connsiteY156" fmla="*/ 654415 h 797705"/>
              <a:gd name="connsiteX157" fmla="*/ 353393 w 829568"/>
              <a:gd name="connsiteY157" fmla="*/ 661233 h 797705"/>
              <a:gd name="connsiteX158" fmla="*/ 344285 w 829568"/>
              <a:gd name="connsiteY158" fmla="*/ 683960 h 797705"/>
              <a:gd name="connsiteX159" fmla="*/ 346559 w 829568"/>
              <a:gd name="connsiteY159" fmla="*/ 695305 h 797705"/>
              <a:gd name="connsiteX160" fmla="*/ 346890 w 829568"/>
              <a:gd name="connsiteY160" fmla="*/ 695371 h 797705"/>
              <a:gd name="connsiteX161" fmla="*/ 349169 w 829568"/>
              <a:gd name="connsiteY161" fmla="*/ 697639 h 797705"/>
              <a:gd name="connsiteX162" fmla="*/ 349169 w 829568"/>
              <a:gd name="connsiteY162" fmla="*/ 708981 h 797705"/>
              <a:gd name="connsiteX163" fmla="*/ 349169 w 829568"/>
              <a:gd name="connsiteY163" fmla="*/ 713518 h 797705"/>
              <a:gd name="connsiteX164" fmla="*/ 346890 w 829568"/>
              <a:gd name="connsiteY164" fmla="*/ 724861 h 797705"/>
              <a:gd name="connsiteX165" fmla="*/ 340053 w 829568"/>
              <a:gd name="connsiteY165" fmla="*/ 722592 h 797705"/>
              <a:gd name="connsiteX166" fmla="*/ 317264 w 829568"/>
              <a:gd name="connsiteY166" fmla="*/ 720324 h 797705"/>
              <a:gd name="connsiteX167" fmla="*/ 312706 w 829568"/>
              <a:gd name="connsiteY167" fmla="*/ 718055 h 797705"/>
              <a:gd name="connsiteX168" fmla="*/ 303590 w 829568"/>
              <a:gd name="connsiteY168" fmla="*/ 724861 h 797705"/>
              <a:gd name="connsiteX169" fmla="*/ 294474 w 829568"/>
              <a:gd name="connsiteY169" fmla="*/ 731666 h 797705"/>
              <a:gd name="connsiteX170" fmla="*/ 289916 w 829568"/>
              <a:gd name="connsiteY170" fmla="*/ 738471 h 797705"/>
              <a:gd name="connsiteX171" fmla="*/ 289916 w 829568"/>
              <a:gd name="connsiteY171" fmla="*/ 752082 h 797705"/>
              <a:gd name="connsiteX172" fmla="*/ 280800 w 829568"/>
              <a:gd name="connsiteY172" fmla="*/ 740740 h 797705"/>
              <a:gd name="connsiteX173" fmla="*/ 278521 w 829568"/>
              <a:gd name="connsiteY173" fmla="*/ 738471 h 797705"/>
              <a:gd name="connsiteX174" fmla="*/ 278521 w 829568"/>
              <a:gd name="connsiteY174" fmla="*/ 743008 h 797705"/>
              <a:gd name="connsiteX175" fmla="*/ 276242 w 829568"/>
              <a:gd name="connsiteY175" fmla="*/ 749814 h 797705"/>
              <a:gd name="connsiteX176" fmla="*/ 269405 w 829568"/>
              <a:gd name="connsiteY176" fmla="*/ 761156 h 797705"/>
              <a:gd name="connsiteX177" fmla="*/ 232942 w 829568"/>
              <a:gd name="connsiteY177" fmla="*/ 749814 h 797705"/>
              <a:gd name="connsiteX178" fmla="*/ 230663 w 829568"/>
              <a:gd name="connsiteY178" fmla="*/ 754351 h 797705"/>
              <a:gd name="connsiteX179" fmla="*/ 203316 w 829568"/>
              <a:gd name="connsiteY179" fmla="*/ 754351 h 797705"/>
              <a:gd name="connsiteX180" fmla="*/ 180526 w 829568"/>
              <a:gd name="connsiteY180" fmla="*/ 761156 h 797705"/>
              <a:gd name="connsiteX181" fmla="*/ 169131 w 829568"/>
              <a:gd name="connsiteY181" fmla="*/ 767961 h 797705"/>
              <a:gd name="connsiteX182" fmla="*/ 157736 w 829568"/>
              <a:gd name="connsiteY182" fmla="*/ 783841 h 797705"/>
              <a:gd name="connsiteX183" fmla="*/ 137226 w 829568"/>
              <a:gd name="connsiteY183" fmla="*/ 797451 h 797705"/>
              <a:gd name="connsiteX184" fmla="*/ 128110 w 829568"/>
              <a:gd name="connsiteY184" fmla="*/ 786109 h 797705"/>
              <a:gd name="connsiteX185" fmla="*/ 121273 w 829568"/>
              <a:gd name="connsiteY185" fmla="*/ 792914 h 797705"/>
              <a:gd name="connsiteX186" fmla="*/ 93925 w 829568"/>
              <a:gd name="connsiteY186" fmla="*/ 790646 h 797705"/>
              <a:gd name="connsiteX187" fmla="*/ 68857 w 829568"/>
              <a:gd name="connsiteY187" fmla="*/ 790646 h 797705"/>
              <a:gd name="connsiteX188" fmla="*/ 57462 w 829568"/>
              <a:gd name="connsiteY188" fmla="*/ 792914 h 797705"/>
              <a:gd name="connsiteX189" fmla="*/ 46067 w 829568"/>
              <a:gd name="connsiteY189" fmla="*/ 788377 h 797705"/>
              <a:gd name="connsiteX190" fmla="*/ 25556 w 829568"/>
              <a:gd name="connsiteY190" fmla="*/ 786109 h 797705"/>
              <a:gd name="connsiteX191" fmla="*/ 25556 w 829568"/>
              <a:gd name="connsiteY191" fmla="*/ 783841 h 797705"/>
              <a:gd name="connsiteX192" fmla="*/ 27835 w 829568"/>
              <a:gd name="connsiteY192" fmla="*/ 777035 h 797705"/>
              <a:gd name="connsiteX193" fmla="*/ 25556 w 829568"/>
              <a:gd name="connsiteY193" fmla="*/ 774767 h 797705"/>
              <a:gd name="connsiteX194" fmla="*/ 43788 w 829568"/>
              <a:gd name="connsiteY194" fmla="*/ 770230 h 797705"/>
              <a:gd name="connsiteX195" fmla="*/ 48346 w 829568"/>
              <a:gd name="connsiteY195" fmla="*/ 699908 h 797705"/>
              <a:gd name="connsiteX196" fmla="*/ 5046 w 829568"/>
              <a:gd name="connsiteY196" fmla="*/ 670418 h 797705"/>
              <a:gd name="connsiteX197" fmla="*/ 30114 w 829568"/>
              <a:gd name="connsiteY197" fmla="*/ 615975 h 797705"/>
              <a:gd name="connsiteX198" fmla="*/ 41509 w 829568"/>
              <a:gd name="connsiteY198" fmla="*/ 600095 h 797705"/>
              <a:gd name="connsiteX199" fmla="*/ 34672 w 829568"/>
              <a:gd name="connsiteY199" fmla="*/ 581948 h 797705"/>
              <a:gd name="connsiteX200" fmla="*/ 41509 w 829568"/>
              <a:gd name="connsiteY200" fmla="*/ 554726 h 797705"/>
              <a:gd name="connsiteX201" fmla="*/ 16441 w 829568"/>
              <a:gd name="connsiteY201" fmla="*/ 543384 h 797705"/>
              <a:gd name="connsiteX202" fmla="*/ 34672 w 829568"/>
              <a:gd name="connsiteY202" fmla="*/ 541115 h 797705"/>
              <a:gd name="connsiteX203" fmla="*/ 41498 w 829568"/>
              <a:gd name="connsiteY203" fmla="*/ 541115 h 797705"/>
              <a:gd name="connsiteX204" fmla="*/ 39341 w 829568"/>
              <a:gd name="connsiteY204" fmla="*/ 528176 h 797705"/>
              <a:gd name="connsiteX205" fmla="*/ 86966 w 829568"/>
              <a:gd name="connsiteY205" fmla="*/ 494839 h 797705"/>
              <a:gd name="connsiteX206" fmla="*/ 65409 w 829568"/>
              <a:gd name="connsiteY206" fmla="*/ 464300 h 797705"/>
              <a:gd name="connsiteX207" fmla="*/ 62429 w 829568"/>
              <a:gd name="connsiteY207" fmla="*/ 465726 h 797705"/>
              <a:gd name="connsiteX208" fmla="*/ 62429 w 829568"/>
              <a:gd name="connsiteY208" fmla="*/ 467991 h 797705"/>
              <a:gd name="connsiteX209" fmla="*/ 57874 w 829568"/>
              <a:gd name="connsiteY209" fmla="*/ 470256 h 797705"/>
              <a:gd name="connsiteX210" fmla="*/ 48763 w 829568"/>
              <a:gd name="connsiteY210" fmla="*/ 472522 h 797705"/>
              <a:gd name="connsiteX211" fmla="*/ 35096 w 829568"/>
              <a:gd name="connsiteY211" fmla="*/ 467991 h 797705"/>
              <a:gd name="connsiteX212" fmla="*/ 32818 w 829568"/>
              <a:gd name="connsiteY212" fmla="*/ 449871 h 797705"/>
              <a:gd name="connsiteX213" fmla="*/ 55596 w 829568"/>
              <a:gd name="connsiteY213" fmla="*/ 418160 h 797705"/>
              <a:gd name="connsiteX214" fmla="*/ 55596 w 829568"/>
              <a:gd name="connsiteY214" fmla="*/ 404569 h 797705"/>
              <a:gd name="connsiteX215" fmla="*/ 48763 w 829568"/>
              <a:gd name="connsiteY215" fmla="*/ 372858 h 797705"/>
              <a:gd name="connsiteX216" fmla="*/ 41929 w 829568"/>
              <a:gd name="connsiteY216" fmla="*/ 354737 h 797705"/>
              <a:gd name="connsiteX217" fmla="*/ 41929 w 829568"/>
              <a:gd name="connsiteY217" fmla="*/ 320761 h 797705"/>
              <a:gd name="connsiteX218" fmla="*/ 41929 w 829568"/>
              <a:gd name="connsiteY218" fmla="*/ 300375 h 797705"/>
              <a:gd name="connsiteX219" fmla="*/ 44207 w 829568"/>
              <a:gd name="connsiteY219" fmla="*/ 302640 h 797705"/>
              <a:gd name="connsiteX220" fmla="*/ 57934 w 829568"/>
              <a:gd name="connsiteY220" fmla="*/ 312196 h 797705"/>
              <a:gd name="connsiteX221" fmla="*/ 58242 w 829568"/>
              <a:gd name="connsiteY221" fmla="*/ 311394 h 797705"/>
              <a:gd name="connsiteX222" fmla="*/ 56256 w 829568"/>
              <a:gd name="connsiteY222" fmla="*/ 310012 h 797705"/>
              <a:gd name="connsiteX223" fmla="*/ 44300 w 829568"/>
              <a:gd name="connsiteY223" fmla="*/ 302367 h 797705"/>
              <a:gd name="connsiteX224" fmla="*/ 42022 w 829568"/>
              <a:gd name="connsiteY224" fmla="*/ 300102 h 797705"/>
              <a:gd name="connsiteX225" fmla="*/ 44300 w 829568"/>
              <a:gd name="connsiteY225" fmla="*/ 291042 h 797705"/>
              <a:gd name="connsiteX226" fmla="*/ 78462 w 829568"/>
              <a:gd name="connsiteY226" fmla="*/ 259331 h 797705"/>
              <a:gd name="connsiteX227" fmla="*/ 92126 w 829568"/>
              <a:gd name="connsiteY227" fmla="*/ 232149 h 797705"/>
              <a:gd name="connsiteX228" fmla="*/ 114901 w 829568"/>
              <a:gd name="connsiteY228" fmla="*/ 211764 h 797705"/>
              <a:gd name="connsiteX229" fmla="*/ 108638 w 829568"/>
              <a:gd name="connsiteY229" fmla="*/ 204968 h 797705"/>
              <a:gd name="connsiteX230" fmla="*/ 92261 w 829568"/>
              <a:gd name="connsiteY230" fmla="*/ 198228 h 797705"/>
              <a:gd name="connsiteX231" fmla="*/ 91806 w 829568"/>
              <a:gd name="connsiteY231" fmla="*/ 198355 h 797705"/>
              <a:gd name="connsiteX232" fmla="*/ 84968 w 829568"/>
              <a:gd name="connsiteY232" fmla="*/ 193807 h 797705"/>
              <a:gd name="connsiteX233" fmla="*/ 94086 w 829568"/>
              <a:gd name="connsiteY233" fmla="*/ 155145 h 797705"/>
              <a:gd name="connsiteX234" fmla="*/ 135114 w 829568"/>
              <a:gd name="connsiteY234" fmla="*/ 127854 h 797705"/>
              <a:gd name="connsiteX235" fmla="*/ 160186 w 829568"/>
              <a:gd name="connsiteY235" fmla="*/ 134677 h 797705"/>
              <a:gd name="connsiteX236" fmla="*/ 160186 w 829568"/>
              <a:gd name="connsiteY236" fmla="*/ 109660 h 797705"/>
              <a:gd name="connsiteX237" fmla="*/ 187538 w 829568"/>
              <a:gd name="connsiteY237" fmla="*/ 82369 h 797705"/>
              <a:gd name="connsiteX238" fmla="*/ 187538 w 829568"/>
              <a:gd name="connsiteY238" fmla="*/ 48256 h 797705"/>
              <a:gd name="connsiteX239" fmla="*/ 190103 w 829568"/>
              <a:gd name="connsiteY239"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4486 w 829568"/>
              <a:gd name="connsiteY40" fmla="*/ 256164 h 797705"/>
              <a:gd name="connsiteX41" fmla="*/ 563684 w 829568"/>
              <a:gd name="connsiteY41" fmla="*/ 246583 h 797705"/>
              <a:gd name="connsiteX42" fmla="*/ 570440 w 829568"/>
              <a:gd name="connsiteY42" fmla="*/ 254988 h 797705"/>
              <a:gd name="connsiteX43" fmla="*/ 570445 w 829568"/>
              <a:gd name="connsiteY43" fmla="*/ 254942 h 797705"/>
              <a:gd name="connsiteX44" fmla="*/ 572718 w 829568"/>
              <a:gd name="connsiteY44" fmla="*/ 257210 h 797705"/>
              <a:gd name="connsiteX45" fmla="*/ 574113 w 829568"/>
              <a:gd name="connsiteY45" fmla="*/ 256872 h 797705"/>
              <a:gd name="connsiteX46" fmla="*/ 567290 w 829568"/>
              <a:gd name="connsiteY46" fmla="*/ 250109 h 797705"/>
              <a:gd name="connsiteX47" fmla="*/ 563684 w 829568"/>
              <a:gd name="connsiteY47" fmla="*/ 246583 h 797705"/>
              <a:gd name="connsiteX48" fmla="*/ 563632 w 829568"/>
              <a:gd name="connsiteY48" fmla="*/ 245962 h 797705"/>
              <a:gd name="connsiteX49" fmla="*/ 574458 w 829568"/>
              <a:gd name="connsiteY49" fmla="*/ 256788 h 797705"/>
              <a:gd name="connsiteX50" fmla="*/ 583230 w 829568"/>
              <a:gd name="connsiteY50" fmla="*/ 254659 h 797705"/>
              <a:gd name="connsiteX51" fmla="*/ 595448 w 829568"/>
              <a:gd name="connsiteY51" fmla="*/ 250406 h 797705"/>
              <a:gd name="connsiteX52" fmla="*/ 624997 w 829568"/>
              <a:gd name="connsiteY52" fmla="*/ 282159 h 797705"/>
              <a:gd name="connsiteX53" fmla="*/ 637214 w 829568"/>
              <a:gd name="connsiteY53" fmla="*/ 311928 h 797705"/>
              <a:gd name="connsiteX54" fmla="*/ 636731 w 829568"/>
              <a:gd name="connsiteY54" fmla="*/ 319061 h 797705"/>
              <a:gd name="connsiteX55" fmla="*/ 652790 w 829568"/>
              <a:gd name="connsiteY55" fmla="*/ 335120 h 797705"/>
              <a:gd name="connsiteX56" fmla="*/ 638758 w 829568"/>
              <a:gd name="connsiteY56" fmla="*/ 321150 h 797705"/>
              <a:gd name="connsiteX57" fmla="*/ 636727 w 829568"/>
              <a:gd name="connsiteY57" fmla="*/ 319129 h 797705"/>
              <a:gd name="connsiteX58" fmla="*/ 636185 w 829568"/>
              <a:gd name="connsiteY58" fmla="*/ 327131 h 797705"/>
              <a:gd name="connsiteX59" fmla="*/ 640908 w 829568"/>
              <a:gd name="connsiteY59" fmla="*/ 343397 h 797705"/>
              <a:gd name="connsiteX60" fmla="*/ 656819 w 829568"/>
              <a:gd name="connsiteY60" fmla="*/ 329788 h 797705"/>
              <a:gd name="connsiteX61" fmla="*/ 672730 w 829568"/>
              <a:gd name="connsiteY61" fmla="*/ 347933 h 797705"/>
              <a:gd name="connsiteX62" fmla="*/ 679549 w 829568"/>
              <a:gd name="connsiteY62" fmla="*/ 366077 h 797705"/>
              <a:gd name="connsiteX63" fmla="*/ 686368 w 829568"/>
              <a:gd name="connsiteY63" fmla="*/ 418243 h 797705"/>
              <a:gd name="connsiteX64" fmla="*/ 736375 w 829568"/>
              <a:gd name="connsiteY64" fmla="*/ 413707 h 797705"/>
              <a:gd name="connsiteX65" fmla="*/ 756832 w 829568"/>
              <a:gd name="connsiteY65" fmla="*/ 420511 h 797705"/>
              <a:gd name="connsiteX66" fmla="*/ 765924 w 829568"/>
              <a:gd name="connsiteY66" fmla="*/ 406903 h 797705"/>
              <a:gd name="connsiteX67" fmla="*/ 829568 w 829568"/>
              <a:gd name="connsiteY67" fmla="*/ 397830 h 797705"/>
              <a:gd name="connsiteX68" fmla="*/ 829568 w 829568"/>
              <a:gd name="connsiteY68" fmla="*/ 413707 h 797705"/>
              <a:gd name="connsiteX69" fmla="*/ 827295 w 829568"/>
              <a:gd name="connsiteY69" fmla="*/ 422779 h 797705"/>
              <a:gd name="connsiteX70" fmla="*/ 822749 w 829568"/>
              <a:gd name="connsiteY70" fmla="*/ 427315 h 797705"/>
              <a:gd name="connsiteX71" fmla="*/ 815930 w 829568"/>
              <a:gd name="connsiteY71" fmla="*/ 427315 h 797705"/>
              <a:gd name="connsiteX72" fmla="*/ 809111 w 829568"/>
              <a:gd name="connsiteY72" fmla="*/ 443192 h 797705"/>
              <a:gd name="connsiteX73" fmla="*/ 802292 w 829568"/>
              <a:gd name="connsiteY73" fmla="*/ 452264 h 797705"/>
              <a:gd name="connsiteX74" fmla="*/ 800019 w 829568"/>
              <a:gd name="connsiteY74" fmla="*/ 459068 h 797705"/>
              <a:gd name="connsiteX75" fmla="*/ 800019 w 829568"/>
              <a:gd name="connsiteY75" fmla="*/ 470408 h 797705"/>
              <a:gd name="connsiteX76" fmla="*/ 800019 w 829568"/>
              <a:gd name="connsiteY76" fmla="*/ 481749 h 797705"/>
              <a:gd name="connsiteX77" fmla="*/ 784108 w 829568"/>
              <a:gd name="connsiteY77" fmla="*/ 477212 h 797705"/>
              <a:gd name="connsiteX78" fmla="*/ 777289 w 829568"/>
              <a:gd name="connsiteY78" fmla="*/ 477212 h 797705"/>
              <a:gd name="connsiteX79" fmla="*/ 770470 w 829568"/>
              <a:gd name="connsiteY79" fmla="*/ 481749 h 797705"/>
              <a:gd name="connsiteX80" fmla="*/ 768197 w 829568"/>
              <a:gd name="connsiteY80" fmla="*/ 488553 h 797705"/>
              <a:gd name="connsiteX81" fmla="*/ 750013 w 829568"/>
              <a:gd name="connsiteY81" fmla="*/ 497625 h 797705"/>
              <a:gd name="connsiteX82" fmla="*/ 745467 w 829568"/>
              <a:gd name="connsiteY82" fmla="*/ 490821 h 797705"/>
              <a:gd name="connsiteX83" fmla="*/ 740921 w 829568"/>
              <a:gd name="connsiteY83" fmla="*/ 493089 h 797705"/>
              <a:gd name="connsiteX84" fmla="*/ 738648 w 829568"/>
              <a:gd name="connsiteY84" fmla="*/ 499893 h 797705"/>
              <a:gd name="connsiteX85" fmla="*/ 738648 w 829568"/>
              <a:gd name="connsiteY85" fmla="*/ 502161 h 797705"/>
              <a:gd name="connsiteX86" fmla="*/ 725010 w 829568"/>
              <a:gd name="connsiteY86" fmla="*/ 504429 h 797705"/>
              <a:gd name="connsiteX87" fmla="*/ 715918 w 829568"/>
              <a:gd name="connsiteY87" fmla="*/ 508965 h 797705"/>
              <a:gd name="connsiteX88" fmla="*/ 715918 w 829568"/>
              <a:gd name="connsiteY88" fmla="*/ 520306 h 797705"/>
              <a:gd name="connsiteX89" fmla="*/ 713645 w 829568"/>
              <a:gd name="connsiteY89" fmla="*/ 522574 h 797705"/>
              <a:gd name="connsiteX90" fmla="*/ 693188 w 829568"/>
              <a:gd name="connsiteY90" fmla="*/ 527110 h 797705"/>
              <a:gd name="connsiteX91" fmla="*/ 677276 w 829568"/>
              <a:gd name="connsiteY91" fmla="*/ 531646 h 797705"/>
              <a:gd name="connsiteX92" fmla="*/ 668184 w 829568"/>
              <a:gd name="connsiteY92" fmla="*/ 527110 h 797705"/>
              <a:gd name="connsiteX93" fmla="*/ 665911 w 829568"/>
              <a:gd name="connsiteY93" fmla="*/ 529378 h 797705"/>
              <a:gd name="connsiteX94" fmla="*/ 665911 w 829568"/>
              <a:gd name="connsiteY94" fmla="*/ 538450 h 797705"/>
              <a:gd name="connsiteX95" fmla="*/ 659092 w 829568"/>
              <a:gd name="connsiteY95" fmla="*/ 540718 h 797705"/>
              <a:gd name="connsiteX96" fmla="*/ 659092 w 829568"/>
              <a:gd name="connsiteY96" fmla="*/ 545254 h 797705"/>
              <a:gd name="connsiteX97" fmla="*/ 659092 w 829568"/>
              <a:gd name="connsiteY97" fmla="*/ 556595 h 797705"/>
              <a:gd name="connsiteX98" fmla="*/ 656819 w 829568"/>
              <a:gd name="connsiteY98" fmla="*/ 561131 h 797705"/>
              <a:gd name="connsiteX99" fmla="*/ 652273 w 829568"/>
              <a:gd name="connsiteY99" fmla="*/ 561131 h 797705"/>
              <a:gd name="connsiteX100" fmla="*/ 650000 w 829568"/>
              <a:gd name="connsiteY100" fmla="*/ 561131 h 797705"/>
              <a:gd name="connsiteX101" fmla="*/ 618178 w 829568"/>
              <a:gd name="connsiteY101" fmla="*/ 552058 h 797705"/>
              <a:gd name="connsiteX102" fmla="*/ 618178 w 829568"/>
              <a:gd name="connsiteY102" fmla="*/ 549790 h 797705"/>
              <a:gd name="connsiteX103" fmla="*/ 609086 w 829568"/>
              <a:gd name="connsiteY103" fmla="*/ 542986 h 797705"/>
              <a:gd name="connsiteX104" fmla="*/ 599994 w 829568"/>
              <a:gd name="connsiteY104" fmla="*/ 547522 h 797705"/>
              <a:gd name="connsiteX105" fmla="*/ 590902 w 829568"/>
              <a:gd name="connsiteY105" fmla="*/ 554327 h 797705"/>
              <a:gd name="connsiteX106" fmla="*/ 579537 w 829568"/>
              <a:gd name="connsiteY106" fmla="*/ 563399 h 797705"/>
              <a:gd name="connsiteX107" fmla="*/ 574991 w 829568"/>
              <a:gd name="connsiteY107" fmla="*/ 556595 h 797705"/>
              <a:gd name="connsiteX108" fmla="*/ 570445 w 829568"/>
              <a:gd name="connsiteY108" fmla="*/ 558863 h 797705"/>
              <a:gd name="connsiteX109" fmla="*/ 568172 w 829568"/>
              <a:gd name="connsiteY109" fmla="*/ 563399 h 797705"/>
              <a:gd name="connsiteX110" fmla="*/ 568172 w 829568"/>
              <a:gd name="connsiteY110" fmla="*/ 565667 h 797705"/>
              <a:gd name="connsiteX111" fmla="*/ 568172 w 829568"/>
              <a:gd name="connsiteY111" fmla="*/ 570203 h 797705"/>
              <a:gd name="connsiteX112" fmla="*/ 565899 w 829568"/>
              <a:gd name="connsiteY112" fmla="*/ 572471 h 797705"/>
              <a:gd name="connsiteX113" fmla="*/ 565899 w 829568"/>
              <a:gd name="connsiteY113" fmla="*/ 574739 h 797705"/>
              <a:gd name="connsiteX114" fmla="*/ 581810 w 829568"/>
              <a:gd name="connsiteY114" fmla="*/ 581543 h 797705"/>
              <a:gd name="connsiteX115" fmla="*/ 586356 w 829568"/>
              <a:gd name="connsiteY115" fmla="*/ 586079 h 797705"/>
              <a:gd name="connsiteX116" fmla="*/ 590902 w 829568"/>
              <a:gd name="connsiteY116" fmla="*/ 579275 h 797705"/>
              <a:gd name="connsiteX117" fmla="*/ 597721 w 829568"/>
              <a:gd name="connsiteY117" fmla="*/ 583811 h 797705"/>
              <a:gd name="connsiteX118" fmla="*/ 599994 w 829568"/>
              <a:gd name="connsiteY118" fmla="*/ 579275 h 797705"/>
              <a:gd name="connsiteX119" fmla="*/ 606813 w 829568"/>
              <a:gd name="connsiteY119" fmla="*/ 588347 h 797705"/>
              <a:gd name="connsiteX120" fmla="*/ 606813 w 829568"/>
              <a:gd name="connsiteY120" fmla="*/ 590616 h 797705"/>
              <a:gd name="connsiteX121" fmla="*/ 602267 w 829568"/>
              <a:gd name="connsiteY121" fmla="*/ 601956 h 797705"/>
              <a:gd name="connsiteX122" fmla="*/ 604540 w 829568"/>
              <a:gd name="connsiteY122" fmla="*/ 606492 h 797705"/>
              <a:gd name="connsiteX123" fmla="*/ 609086 w 829568"/>
              <a:gd name="connsiteY123" fmla="*/ 611028 h 797705"/>
              <a:gd name="connsiteX124" fmla="*/ 606813 w 829568"/>
              <a:gd name="connsiteY124" fmla="*/ 613296 h 797705"/>
              <a:gd name="connsiteX125" fmla="*/ 588629 w 829568"/>
              <a:gd name="connsiteY125" fmla="*/ 613296 h 797705"/>
              <a:gd name="connsiteX126" fmla="*/ 572718 w 829568"/>
              <a:gd name="connsiteY126" fmla="*/ 597420 h 797705"/>
              <a:gd name="connsiteX127" fmla="*/ 568172 w 829568"/>
              <a:gd name="connsiteY127" fmla="*/ 606492 h 797705"/>
              <a:gd name="connsiteX128" fmla="*/ 561353 w 829568"/>
              <a:gd name="connsiteY128" fmla="*/ 597420 h 797705"/>
              <a:gd name="connsiteX129" fmla="*/ 556807 w 829568"/>
              <a:gd name="connsiteY129" fmla="*/ 592884 h 797705"/>
              <a:gd name="connsiteX130" fmla="*/ 540896 w 829568"/>
              <a:gd name="connsiteY130" fmla="*/ 570203 h 797705"/>
              <a:gd name="connsiteX131" fmla="*/ 529530 w 829568"/>
              <a:gd name="connsiteY131" fmla="*/ 565667 h 797705"/>
              <a:gd name="connsiteX132" fmla="*/ 518165 w 829568"/>
              <a:gd name="connsiteY132" fmla="*/ 572471 h 797705"/>
              <a:gd name="connsiteX133" fmla="*/ 509073 w 829568"/>
              <a:gd name="connsiteY133" fmla="*/ 577007 h 797705"/>
              <a:gd name="connsiteX134" fmla="*/ 506800 w 829568"/>
              <a:gd name="connsiteY134" fmla="*/ 574739 h 797705"/>
              <a:gd name="connsiteX135" fmla="*/ 504527 w 829568"/>
              <a:gd name="connsiteY135" fmla="*/ 574739 h 797705"/>
              <a:gd name="connsiteX136" fmla="*/ 504527 w 829568"/>
              <a:gd name="connsiteY136" fmla="*/ 570324 h 797705"/>
              <a:gd name="connsiteX137" fmla="*/ 503669 w 829568"/>
              <a:gd name="connsiteY137" fmla="*/ 570324 h 797705"/>
              <a:gd name="connsiteX138" fmla="*/ 503669 w 829568"/>
              <a:gd name="connsiteY138" fmla="*/ 574870 h 797705"/>
              <a:gd name="connsiteX139" fmla="*/ 505946 w 829568"/>
              <a:gd name="connsiteY139" fmla="*/ 577143 h 797705"/>
              <a:gd name="connsiteX140" fmla="*/ 505946 w 829568"/>
              <a:gd name="connsiteY140" fmla="*/ 579415 h 797705"/>
              <a:gd name="connsiteX141" fmla="*/ 505946 w 829568"/>
              <a:gd name="connsiteY141" fmla="*/ 581688 h 797705"/>
              <a:gd name="connsiteX142" fmla="*/ 496839 w 829568"/>
              <a:gd name="connsiteY142" fmla="*/ 590779 h 797705"/>
              <a:gd name="connsiteX143" fmla="*/ 496839 w 829568"/>
              <a:gd name="connsiteY143" fmla="*/ 595324 h 797705"/>
              <a:gd name="connsiteX144" fmla="*/ 501392 w 829568"/>
              <a:gd name="connsiteY144" fmla="*/ 599870 h 797705"/>
              <a:gd name="connsiteX145" fmla="*/ 510500 w 829568"/>
              <a:gd name="connsiteY145" fmla="*/ 608960 h 797705"/>
              <a:gd name="connsiteX146" fmla="*/ 508223 w 829568"/>
              <a:gd name="connsiteY146" fmla="*/ 613506 h 797705"/>
              <a:gd name="connsiteX147" fmla="*/ 508223 w 829568"/>
              <a:gd name="connsiteY147" fmla="*/ 618051 h 797705"/>
              <a:gd name="connsiteX148" fmla="*/ 490008 w 829568"/>
              <a:gd name="connsiteY148" fmla="*/ 640778 h 797705"/>
              <a:gd name="connsiteX149" fmla="*/ 464962 w 829568"/>
              <a:gd name="connsiteY149" fmla="*/ 631687 h 797705"/>
              <a:gd name="connsiteX150" fmla="*/ 451300 w 829568"/>
              <a:gd name="connsiteY150" fmla="*/ 624869 h 797705"/>
              <a:gd name="connsiteX151" fmla="*/ 423977 w 829568"/>
              <a:gd name="connsiteY151" fmla="*/ 638506 h 797705"/>
              <a:gd name="connsiteX152" fmla="*/ 414870 w 829568"/>
              <a:gd name="connsiteY152" fmla="*/ 643051 h 797705"/>
              <a:gd name="connsiteX153" fmla="*/ 398931 w 829568"/>
              <a:gd name="connsiteY153" fmla="*/ 645324 h 797705"/>
              <a:gd name="connsiteX154" fmla="*/ 394378 w 829568"/>
              <a:gd name="connsiteY154" fmla="*/ 652142 h 797705"/>
              <a:gd name="connsiteX155" fmla="*/ 373885 w 829568"/>
              <a:gd name="connsiteY155" fmla="*/ 654415 h 797705"/>
              <a:gd name="connsiteX156" fmla="*/ 353393 w 829568"/>
              <a:gd name="connsiteY156" fmla="*/ 661233 h 797705"/>
              <a:gd name="connsiteX157" fmla="*/ 344285 w 829568"/>
              <a:gd name="connsiteY157" fmla="*/ 683960 h 797705"/>
              <a:gd name="connsiteX158" fmla="*/ 346559 w 829568"/>
              <a:gd name="connsiteY158" fmla="*/ 695305 h 797705"/>
              <a:gd name="connsiteX159" fmla="*/ 346890 w 829568"/>
              <a:gd name="connsiteY159" fmla="*/ 695371 h 797705"/>
              <a:gd name="connsiteX160" fmla="*/ 349169 w 829568"/>
              <a:gd name="connsiteY160" fmla="*/ 697639 h 797705"/>
              <a:gd name="connsiteX161" fmla="*/ 349169 w 829568"/>
              <a:gd name="connsiteY161" fmla="*/ 708981 h 797705"/>
              <a:gd name="connsiteX162" fmla="*/ 349169 w 829568"/>
              <a:gd name="connsiteY162" fmla="*/ 713518 h 797705"/>
              <a:gd name="connsiteX163" fmla="*/ 346890 w 829568"/>
              <a:gd name="connsiteY163" fmla="*/ 724861 h 797705"/>
              <a:gd name="connsiteX164" fmla="*/ 340053 w 829568"/>
              <a:gd name="connsiteY164" fmla="*/ 722592 h 797705"/>
              <a:gd name="connsiteX165" fmla="*/ 317264 w 829568"/>
              <a:gd name="connsiteY165" fmla="*/ 720324 h 797705"/>
              <a:gd name="connsiteX166" fmla="*/ 312706 w 829568"/>
              <a:gd name="connsiteY166" fmla="*/ 718055 h 797705"/>
              <a:gd name="connsiteX167" fmla="*/ 303590 w 829568"/>
              <a:gd name="connsiteY167" fmla="*/ 724861 h 797705"/>
              <a:gd name="connsiteX168" fmla="*/ 294474 w 829568"/>
              <a:gd name="connsiteY168" fmla="*/ 731666 h 797705"/>
              <a:gd name="connsiteX169" fmla="*/ 289916 w 829568"/>
              <a:gd name="connsiteY169" fmla="*/ 738471 h 797705"/>
              <a:gd name="connsiteX170" fmla="*/ 289916 w 829568"/>
              <a:gd name="connsiteY170" fmla="*/ 752082 h 797705"/>
              <a:gd name="connsiteX171" fmla="*/ 280800 w 829568"/>
              <a:gd name="connsiteY171" fmla="*/ 740740 h 797705"/>
              <a:gd name="connsiteX172" fmla="*/ 278521 w 829568"/>
              <a:gd name="connsiteY172" fmla="*/ 738471 h 797705"/>
              <a:gd name="connsiteX173" fmla="*/ 278521 w 829568"/>
              <a:gd name="connsiteY173" fmla="*/ 743008 h 797705"/>
              <a:gd name="connsiteX174" fmla="*/ 276242 w 829568"/>
              <a:gd name="connsiteY174" fmla="*/ 749814 h 797705"/>
              <a:gd name="connsiteX175" fmla="*/ 269405 w 829568"/>
              <a:gd name="connsiteY175" fmla="*/ 761156 h 797705"/>
              <a:gd name="connsiteX176" fmla="*/ 232942 w 829568"/>
              <a:gd name="connsiteY176" fmla="*/ 749814 h 797705"/>
              <a:gd name="connsiteX177" fmla="*/ 230663 w 829568"/>
              <a:gd name="connsiteY177" fmla="*/ 754351 h 797705"/>
              <a:gd name="connsiteX178" fmla="*/ 203316 w 829568"/>
              <a:gd name="connsiteY178" fmla="*/ 754351 h 797705"/>
              <a:gd name="connsiteX179" fmla="*/ 180526 w 829568"/>
              <a:gd name="connsiteY179" fmla="*/ 761156 h 797705"/>
              <a:gd name="connsiteX180" fmla="*/ 169131 w 829568"/>
              <a:gd name="connsiteY180" fmla="*/ 767961 h 797705"/>
              <a:gd name="connsiteX181" fmla="*/ 157736 w 829568"/>
              <a:gd name="connsiteY181" fmla="*/ 783841 h 797705"/>
              <a:gd name="connsiteX182" fmla="*/ 137226 w 829568"/>
              <a:gd name="connsiteY182" fmla="*/ 797451 h 797705"/>
              <a:gd name="connsiteX183" fmla="*/ 128110 w 829568"/>
              <a:gd name="connsiteY183" fmla="*/ 786109 h 797705"/>
              <a:gd name="connsiteX184" fmla="*/ 121273 w 829568"/>
              <a:gd name="connsiteY184" fmla="*/ 792914 h 797705"/>
              <a:gd name="connsiteX185" fmla="*/ 93925 w 829568"/>
              <a:gd name="connsiteY185" fmla="*/ 790646 h 797705"/>
              <a:gd name="connsiteX186" fmla="*/ 68857 w 829568"/>
              <a:gd name="connsiteY186" fmla="*/ 790646 h 797705"/>
              <a:gd name="connsiteX187" fmla="*/ 57462 w 829568"/>
              <a:gd name="connsiteY187" fmla="*/ 792914 h 797705"/>
              <a:gd name="connsiteX188" fmla="*/ 46067 w 829568"/>
              <a:gd name="connsiteY188" fmla="*/ 788377 h 797705"/>
              <a:gd name="connsiteX189" fmla="*/ 25556 w 829568"/>
              <a:gd name="connsiteY189" fmla="*/ 786109 h 797705"/>
              <a:gd name="connsiteX190" fmla="*/ 25556 w 829568"/>
              <a:gd name="connsiteY190" fmla="*/ 783841 h 797705"/>
              <a:gd name="connsiteX191" fmla="*/ 27835 w 829568"/>
              <a:gd name="connsiteY191" fmla="*/ 777035 h 797705"/>
              <a:gd name="connsiteX192" fmla="*/ 25556 w 829568"/>
              <a:gd name="connsiteY192" fmla="*/ 774767 h 797705"/>
              <a:gd name="connsiteX193" fmla="*/ 43788 w 829568"/>
              <a:gd name="connsiteY193" fmla="*/ 770230 h 797705"/>
              <a:gd name="connsiteX194" fmla="*/ 48346 w 829568"/>
              <a:gd name="connsiteY194" fmla="*/ 699908 h 797705"/>
              <a:gd name="connsiteX195" fmla="*/ 5046 w 829568"/>
              <a:gd name="connsiteY195" fmla="*/ 670418 h 797705"/>
              <a:gd name="connsiteX196" fmla="*/ 30114 w 829568"/>
              <a:gd name="connsiteY196" fmla="*/ 615975 h 797705"/>
              <a:gd name="connsiteX197" fmla="*/ 41509 w 829568"/>
              <a:gd name="connsiteY197" fmla="*/ 600095 h 797705"/>
              <a:gd name="connsiteX198" fmla="*/ 34672 w 829568"/>
              <a:gd name="connsiteY198" fmla="*/ 581948 h 797705"/>
              <a:gd name="connsiteX199" fmla="*/ 41509 w 829568"/>
              <a:gd name="connsiteY199" fmla="*/ 554726 h 797705"/>
              <a:gd name="connsiteX200" fmla="*/ 16441 w 829568"/>
              <a:gd name="connsiteY200" fmla="*/ 543384 h 797705"/>
              <a:gd name="connsiteX201" fmla="*/ 34672 w 829568"/>
              <a:gd name="connsiteY201" fmla="*/ 541115 h 797705"/>
              <a:gd name="connsiteX202" fmla="*/ 41498 w 829568"/>
              <a:gd name="connsiteY202" fmla="*/ 541115 h 797705"/>
              <a:gd name="connsiteX203" fmla="*/ 39341 w 829568"/>
              <a:gd name="connsiteY203" fmla="*/ 528176 h 797705"/>
              <a:gd name="connsiteX204" fmla="*/ 86966 w 829568"/>
              <a:gd name="connsiteY204" fmla="*/ 494839 h 797705"/>
              <a:gd name="connsiteX205" fmla="*/ 65409 w 829568"/>
              <a:gd name="connsiteY205" fmla="*/ 464300 h 797705"/>
              <a:gd name="connsiteX206" fmla="*/ 62429 w 829568"/>
              <a:gd name="connsiteY206" fmla="*/ 465726 h 797705"/>
              <a:gd name="connsiteX207" fmla="*/ 62429 w 829568"/>
              <a:gd name="connsiteY207" fmla="*/ 467991 h 797705"/>
              <a:gd name="connsiteX208" fmla="*/ 57874 w 829568"/>
              <a:gd name="connsiteY208" fmla="*/ 470256 h 797705"/>
              <a:gd name="connsiteX209" fmla="*/ 48763 w 829568"/>
              <a:gd name="connsiteY209" fmla="*/ 472522 h 797705"/>
              <a:gd name="connsiteX210" fmla="*/ 35096 w 829568"/>
              <a:gd name="connsiteY210" fmla="*/ 467991 h 797705"/>
              <a:gd name="connsiteX211" fmla="*/ 32818 w 829568"/>
              <a:gd name="connsiteY211" fmla="*/ 449871 h 797705"/>
              <a:gd name="connsiteX212" fmla="*/ 55596 w 829568"/>
              <a:gd name="connsiteY212" fmla="*/ 418160 h 797705"/>
              <a:gd name="connsiteX213" fmla="*/ 55596 w 829568"/>
              <a:gd name="connsiteY213" fmla="*/ 404569 h 797705"/>
              <a:gd name="connsiteX214" fmla="*/ 48763 w 829568"/>
              <a:gd name="connsiteY214" fmla="*/ 372858 h 797705"/>
              <a:gd name="connsiteX215" fmla="*/ 41929 w 829568"/>
              <a:gd name="connsiteY215" fmla="*/ 354737 h 797705"/>
              <a:gd name="connsiteX216" fmla="*/ 41929 w 829568"/>
              <a:gd name="connsiteY216" fmla="*/ 320761 h 797705"/>
              <a:gd name="connsiteX217" fmla="*/ 41929 w 829568"/>
              <a:gd name="connsiteY217" fmla="*/ 300375 h 797705"/>
              <a:gd name="connsiteX218" fmla="*/ 44207 w 829568"/>
              <a:gd name="connsiteY218" fmla="*/ 302640 h 797705"/>
              <a:gd name="connsiteX219" fmla="*/ 57934 w 829568"/>
              <a:gd name="connsiteY219" fmla="*/ 312196 h 797705"/>
              <a:gd name="connsiteX220" fmla="*/ 58242 w 829568"/>
              <a:gd name="connsiteY220" fmla="*/ 311394 h 797705"/>
              <a:gd name="connsiteX221" fmla="*/ 56256 w 829568"/>
              <a:gd name="connsiteY221" fmla="*/ 310012 h 797705"/>
              <a:gd name="connsiteX222" fmla="*/ 44300 w 829568"/>
              <a:gd name="connsiteY222" fmla="*/ 302367 h 797705"/>
              <a:gd name="connsiteX223" fmla="*/ 42022 w 829568"/>
              <a:gd name="connsiteY223" fmla="*/ 300102 h 797705"/>
              <a:gd name="connsiteX224" fmla="*/ 44300 w 829568"/>
              <a:gd name="connsiteY224" fmla="*/ 291042 h 797705"/>
              <a:gd name="connsiteX225" fmla="*/ 78462 w 829568"/>
              <a:gd name="connsiteY225" fmla="*/ 259331 h 797705"/>
              <a:gd name="connsiteX226" fmla="*/ 92126 w 829568"/>
              <a:gd name="connsiteY226" fmla="*/ 232149 h 797705"/>
              <a:gd name="connsiteX227" fmla="*/ 114901 w 829568"/>
              <a:gd name="connsiteY227" fmla="*/ 211764 h 797705"/>
              <a:gd name="connsiteX228" fmla="*/ 108638 w 829568"/>
              <a:gd name="connsiteY228" fmla="*/ 204968 h 797705"/>
              <a:gd name="connsiteX229" fmla="*/ 92261 w 829568"/>
              <a:gd name="connsiteY229" fmla="*/ 198228 h 797705"/>
              <a:gd name="connsiteX230" fmla="*/ 91806 w 829568"/>
              <a:gd name="connsiteY230" fmla="*/ 198355 h 797705"/>
              <a:gd name="connsiteX231" fmla="*/ 84968 w 829568"/>
              <a:gd name="connsiteY231" fmla="*/ 193807 h 797705"/>
              <a:gd name="connsiteX232" fmla="*/ 94086 w 829568"/>
              <a:gd name="connsiteY232" fmla="*/ 155145 h 797705"/>
              <a:gd name="connsiteX233" fmla="*/ 135114 w 829568"/>
              <a:gd name="connsiteY233" fmla="*/ 127854 h 797705"/>
              <a:gd name="connsiteX234" fmla="*/ 160186 w 829568"/>
              <a:gd name="connsiteY234" fmla="*/ 134677 h 797705"/>
              <a:gd name="connsiteX235" fmla="*/ 160186 w 829568"/>
              <a:gd name="connsiteY235" fmla="*/ 109660 h 797705"/>
              <a:gd name="connsiteX236" fmla="*/ 187538 w 829568"/>
              <a:gd name="connsiteY236" fmla="*/ 82369 h 797705"/>
              <a:gd name="connsiteX237" fmla="*/ 187538 w 829568"/>
              <a:gd name="connsiteY237" fmla="*/ 48256 h 797705"/>
              <a:gd name="connsiteX238" fmla="*/ 190103 w 829568"/>
              <a:gd name="connsiteY238"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4486 w 829568"/>
              <a:gd name="connsiteY40" fmla="*/ 256164 h 797705"/>
              <a:gd name="connsiteX41" fmla="*/ 563684 w 829568"/>
              <a:gd name="connsiteY41" fmla="*/ 246583 h 797705"/>
              <a:gd name="connsiteX42" fmla="*/ 570440 w 829568"/>
              <a:gd name="connsiteY42" fmla="*/ 254988 h 797705"/>
              <a:gd name="connsiteX43" fmla="*/ 570445 w 829568"/>
              <a:gd name="connsiteY43" fmla="*/ 254942 h 797705"/>
              <a:gd name="connsiteX44" fmla="*/ 574113 w 829568"/>
              <a:gd name="connsiteY44" fmla="*/ 256872 h 797705"/>
              <a:gd name="connsiteX45" fmla="*/ 567290 w 829568"/>
              <a:gd name="connsiteY45" fmla="*/ 250109 h 797705"/>
              <a:gd name="connsiteX46" fmla="*/ 563684 w 829568"/>
              <a:gd name="connsiteY46" fmla="*/ 246583 h 797705"/>
              <a:gd name="connsiteX47" fmla="*/ 563632 w 829568"/>
              <a:gd name="connsiteY47" fmla="*/ 245962 h 797705"/>
              <a:gd name="connsiteX48" fmla="*/ 574458 w 829568"/>
              <a:gd name="connsiteY48" fmla="*/ 256788 h 797705"/>
              <a:gd name="connsiteX49" fmla="*/ 583230 w 829568"/>
              <a:gd name="connsiteY49" fmla="*/ 254659 h 797705"/>
              <a:gd name="connsiteX50" fmla="*/ 595448 w 829568"/>
              <a:gd name="connsiteY50" fmla="*/ 250406 h 797705"/>
              <a:gd name="connsiteX51" fmla="*/ 624997 w 829568"/>
              <a:gd name="connsiteY51" fmla="*/ 282159 h 797705"/>
              <a:gd name="connsiteX52" fmla="*/ 637214 w 829568"/>
              <a:gd name="connsiteY52" fmla="*/ 311928 h 797705"/>
              <a:gd name="connsiteX53" fmla="*/ 636731 w 829568"/>
              <a:gd name="connsiteY53" fmla="*/ 319061 h 797705"/>
              <a:gd name="connsiteX54" fmla="*/ 652790 w 829568"/>
              <a:gd name="connsiteY54" fmla="*/ 335120 h 797705"/>
              <a:gd name="connsiteX55" fmla="*/ 638758 w 829568"/>
              <a:gd name="connsiteY55" fmla="*/ 321150 h 797705"/>
              <a:gd name="connsiteX56" fmla="*/ 636727 w 829568"/>
              <a:gd name="connsiteY56" fmla="*/ 319129 h 797705"/>
              <a:gd name="connsiteX57" fmla="*/ 636185 w 829568"/>
              <a:gd name="connsiteY57" fmla="*/ 327131 h 797705"/>
              <a:gd name="connsiteX58" fmla="*/ 640908 w 829568"/>
              <a:gd name="connsiteY58" fmla="*/ 343397 h 797705"/>
              <a:gd name="connsiteX59" fmla="*/ 656819 w 829568"/>
              <a:gd name="connsiteY59" fmla="*/ 329788 h 797705"/>
              <a:gd name="connsiteX60" fmla="*/ 672730 w 829568"/>
              <a:gd name="connsiteY60" fmla="*/ 347933 h 797705"/>
              <a:gd name="connsiteX61" fmla="*/ 679549 w 829568"/>
              <a:gd name="connsiteY61" fmla="*/ 366077 h 797705"/>
              <a:gd name="connsiteX62" fmla="*/ 686368 w 829568"/>
              <a:gd name="connsiteY62" fmla="*/ 418243 h 797705"/>
              <a:gd name="connsiteX63" fmla="*/ 736375 w 829568"/>
              <a:gd name="connsiteY63" fmla="*/ 413707 h 797705"/>
              <a:gd name="connsiteX64" fmla="*/ 756832 w 829568"/>
              <a:gd name="connsiteY64" fmla="*/ 420511 h 797705"/>
              <a:gd name="connsiteX65" fmla="*/ 765924 w 829568"/>
              <a:gd name="connsiteY65" fmla="*/ 406903 h 797705"/>
              <a:gd name="connsiteX66" fmla="*/ 829568 w 829568"/>
              <a:gd name="connsiteY66" fmla="*/ 397830 h 797705"/>
              <a:gd name="connsiteX67" fmla="*/ 829568 w 829568"/>
              <a:gd name="connsiteY67" fmla="*/ 413707 h 797705"/>
              <a:gd name="connsiteX68" fmla="*/ 827295 w 829568"/>
              <a:gd name="connsiteY68" fmla="*/ 422779 h 797705"/>
              <a:gd name="connsiteX69" fmla="*/ 822749 w 829568"/>
              <a:gd name="connsiteY69" fmla="*/ 427315 h 797705"/>
              <a:gd name="connsiteX70" fmla="*/ 815930 w 829568"/>
              <a:gd name="connsiteY70" fmla="*/ 427315 h 797705"/>
              <a:gd name="connsiteX71" fmla="*/ 809111 w 829568"/>
              <a:gd name="connsiteY71" fmla="*/ 443192 h 797705"/>
              <a:gd name="connsiteX72" fmla="*/ 802292 w 829568"/>
              <a:gd name="connsiteY72" fmla="*/ 452264 h 797705"/>
              <a:gd name="connsiteX73" fmla="*/ 800019 w 829568"/>
              <a:gd name="connsiteY73" fmla="*/ 459068 h 797705"/>
              <a:gd name="connsiteX74" fmla="*/ 800019 w 829568"/>
              <a:gd name="connsiteY74" fmla="*/ 470408 h 797705"/>
              <a:gd name="connsiteX75" fmla="*/ 800019 w 829568"/>
              <a:gd name="connsiteY75" fmla="*/ 481749 h 797705"/>
              <a:gd name="connsiteX76" fmla="*/ 784108 w 829568"/>
              <a:gd name="connsiteY76" fmla="*/ 477212 h 797705"/>
              <a:gd name="connsiteX77" fmla="*/ 777289 w 829568"/>
              <a:gd name="connsiteY77" fmla="*/ 477212 h 797705"/>
              <a:gd name="connsiteX78" fmla="*/ 770470 w 829568"/>
              <a:gd name="connsiteY78" fmla="*/ 481749 h 797705"/>
              <a:gd name="connsiteX79" fmla="*/ 768197 w 829568"/>
              <a:gd name="connsiteY79" fmla="*/ 488553 h 797705"/>
              <a:gd name="connsiteX80" fmla="*/ 750013 w 829568"/>
              <a:gd name="connsiteY80" fmla="*/ 497625 h 797705"/>
              <a:gd name="connsiteX81" fmla="*/ 745467 w 829568"/>
              <a:gd name="connsiteY81" fmla="*/ 490821 h 797705"/>
              <a:gd name="connsiteX82" fmla="*/ 740921 w 829568"/>
              <a:gd name="connsiteY82" fmla="*/ 493089 h 797705"/>
              <a:gd name="connsiteX83" fmla="*/ 738648 w 829568"/>
              <a:gd name="connsiteY83" fmla="*/ 499893 h 797705"/>
              <a:gd name="connsiteX84" fmla="*/ 738648 w 829568"/>
              <a:gd name="connsiteY84" fmla="*/ 502161 h 797705"/>
              <a:gd name="connsiteX85" fmla="*/ 725010 w 829568"/>
              <a:gd name="connsiteY85" fmla="*/ 504429 h 797705"/>
              <a:gd name="connsiteX86" fmla="*/ 715918 w 829568"/>
              <a:gd name="connsiteY86" fmla="*/ 508965 h 797705"/>
              <a:gd name="connsiteX87" fmla="*/ 715918 w 829568"/>
              <a:gd name="connsiteY87" fmla="*/ 520306 h 797705"/>
              <a:gd name="connsiteX88" fmla="*/ 713645 w 829568"/>
              <a:gd name="connsiteY88" fmla="*/ 522574 h 797705"/>
              <a:gd name="connsiteX89" fmla="*/ 693188 w 829568"/>
              <a:gd name="connsiteY89" fmla="*/ 527110 h 797705"/>
              <a:gd name="connsiteX90" fmla="*/ 677276 w 829568"/>
              <a:gd name="connsiteY90" fmla="*/ 531646 h 797705"/>
              <a:gd name="connsiteX91" fmla="*/ 668184 w 829568"/>
              <a:gd name="connsiteY91" fmla="*/ 527110 h 797705"/>
              <a:gd name="connsiteX92" fmla="*/ 665911 w 829568"/>
              <a:gd name="connsiteY92" fmla="*/ 529378 h 797705"/>
              <a:gd name="connsiteX93" fmla="*/ 665911 w 829568"/>
              <a:gd name="connsiteY93" fmla="*/ 538450 h 797705"/>
              <a:gd name="connsiteX94" fmla="*/ 659092 w 829568"/>
              <a:gd name="connsiteY94" fmla="*/ 540718 h 797705"/>
              <a:gd name="connsiteX95" fmla="*/ 659092 w 829568"/>
              <a:gd name="connsiteY95" fmla="*/ 545254 h 797705"/>
              <a:gd name="connsiteX96" fmla="*/ 659092 w 829568"/>
              <a:gd name="connsiteY96" fmla="*/ 556595 h 797705"/>
              <a:gd name="connsiteX97" fmla="*/ 656819 w 829568"/>
              <a:gd name="connsiteY97" fmla="*/ 561131 h 797705"/>
              <a:gd name="connsiteX98" fmla="*/ 652273 w 829568"/>
              <a:gd name="connsiteY98" fmla="*/ 561131 h 797705"/>
              <a:gd name="connsiteX99" fmla="*/ 650000 w 829568"/>
              <a:gd name="connsiteY99" fmla="*/ 561131 h 797705"/>
              <a:gd name="connsiteX100" fmla="*/ 618178 w 829568"/>
              <a:gd name="connsiteY100" fmla="*/ 552058 h 797705"/>
              <a:gd name="connsiteX101" fmla="*/ 618178 w 829568"/>
              <a:gd name="connsiteY101" fmla="*/ 549790 h 797705"/>
              <a:gd name="connsiteX102" fmla="*/ 609086 w 829568"/>
              <a:gd name="connsiteY102" fmla="*/ 542986 h 797705"/>
              <a:gd name="connsiteX103" fmla="*/ 599994 w 829568"/>
              <a:gd name="connsiteY103" fmla="*/ 547522 h 797705"/>
              <a:gd name="connsiteX104" fmla="*/ 590902 w 829568"/>
              <a:gd name="connsiteY104" fmla="*/ 554327 h 797705"/>
              <a:gd name="connsiteX105" fmla="*/ 579537 w 829568"/>
              <a:gd name="connsiteY105" fmla="*/ 563399 h 797705"/>
              <a:gd name="connsiteX106" fmla="*/ 574991 w 829568"/>
              <a:gd name="connsiteY106" fmla="*/ 556595 h 797705"/>
              <a:gd name="connsiteX107" fmla="*/ 570445 w 829568"/>
              <a:gd name="connsiteY107" fmla="*/ 558863 h 797705"/>
              <a:gd name="connsiteX108" fmla="*/ 568172 w 829568"/>
              <a:gd name="connsiteY108" fmla="*/ 563399 h 797705"/>
              <a:gd name="connsiteX109" fmla="*/ 568172 w 829568"/>
              <a:gd name="connsiteY109" fmla="*/ 565667 h 797705"/>
              <a:gd name="connsiteX110" fmla="*/ 568172 w 829568"/>
              <a:gd name="connsiteY110" fmla="*/ 570203 h 797705"/>
              <a:gd name="connsiteX111" fmla="*/ 565899 w 829568"/>
              <a:gd name="connsiteY111" fmla="*/ 572471 h 797705"/>
              <a:gd name="connsiteX112" fmla="*/ 565899 w 829568"/>
              <a:gd name="connsiteY112" fmla="*/ 574739 h 797705"/>
              <a:gd name="connsiteX113" fmla="*/ 581810 w 829568"/>
              <a:gd name="connsiteY113" fmla="*/ 581543 h 797705"/>
              <a:gd name="connsiteX114" fmla="*/ 586356 w 829568"/>
              <a:gd name="connsiteY114" fmla="*/ 586079 h 797705"/>
              <a:gd name="connsiteX115" fmla="*/ 590902 w 829568"/>
              <a:gd name="connsiteY115" fmla="*/ 579275 h 797705"/>
              <a:gd name="connsiteX116" fmla="*/ 597721 w 829568"/>
              <a:gd name="connsiteY116" fmla="*/ 583811 h 797705"/>
              <a:gd name="connsiteX117" fmla="*/ 599994 w 829568"/>
              <a:gd name="connsiteY117" fmla="*/ 579275 h 797705"/>
              <a:gd name="connsiteX118" fmla="*/ 606813 w 829568"/>
              <a:gd name="connsiteY118" fmla="*/ 588347 h 797705"/>
              <a:gd name="connsiteX119" fmla="*/ 606813 w 829568"/>
              <a:gd name="connsiteY119" fmla="*/ 590616 h 797705"/>
              <a:gd name="connsiteX120" fmla="*/ 602267 w 829568"/>
              <a:gd name="connsiteY120" fmla="*/ 601956 h 797705"/>
              <a:gd name="connsiteX121" fmla="*/ 604540 w 829568"/>
              <a:gd name="connsiteY121" fmla="*/ 606492 h 797705"/>
              <a:gd name="connsiteX122" fmla="*/ 609086 w 829568"/>
              <a:gd name="connsiteY122" fmla="*/ 611028 h 797705"/>
              <a:gd name="connsiteX123" fmla="*/ 606813 w 829568"/>
              <a:gd name="connsiteY123" fmla="*/ 613296 h 797705"/>
              <a:gd name="connsiteX124" fmla="*/ 588629 w 829568"/>
              <a:gd name="connsiteY124" fmla="*/ 613296 h 797705"/>
              <a:gd name="connsiteX125" fmla="*/ 572718 w 829568"/>
              <a:gd name="connsiteY125" fmla="*/ 597420 h 797705"/>
              <a:gd name="connsiteX126" fmla="*/ 568172 w 829568"/>
              <a:gd name="connsiteY126" fmla="*/ 606492 h 797705"/>
              <a:gd name="connsiteX127" fmla="*/ 561353 w 829568"/>
              <a:gd name="connsiteY127" fmla="*/ 597420 h 797705"/>
              <a:gd name="connsiteX128" fmla="*/ 556807 w 829568"/>
              <a:gd name="connsiteY128" fmla="*/ 592884 h 797705"/>
              <a:gd name="connsiteX129" fmla="*/ 540896 w 829568"/>
              <a:gd name="connsiteY129" fmla="*/ 570203 h 797705"/>
              <a:gd name="connsiteX130" fmla="*/ 529530 w 829568"/>
              <a:gd name="connsiteY130" fmla="*/ 565667 h 797705"/>
              <a:gd name="connsiteX131" fmla="*/ 518165 w 829568"/>
              <a:gd name="connsiteY131" fmla="*/ 572471 h 797705"/>
              <a:gd name="connsiteX132" fmla="*/ 509073 w 829568"/>
              <a:gd name="connsiteY132" fmla="*/ 577007 h 797705"/>
              <a:gd name="connsiteX133" fmla="*/ 506800 w 829568"/>
              <a:gd name="connsiteY133" fmla="*/ 574739 h 797705"/>
              <a:gd name="connsiteX134" fmla="*/ 504527 w 829568"/>
              <a:gd name="connsiteY134" fmla="*/ 574739 h 797705"/>
              <a:gd name="connsiteX135" fmla="*/ 504527 w 829568"/>
              <a:gd name="connsiteY135" fmla="*/ 570324 h 797705"/>
              <a:gd name="connsiteX136" fmla="*/ 503669 w 829568"/>
              <a:gd name="connsiteY136" fmla="*/ 570324 h 797705"/>
              <a:gd name="connsiteX137" fmla="*/ 503669 w 829568"/>
              <a:gd name="connsiteY137" fmla="*/ 574870 h 797705"/>
              <a:gd name="connsiteX138" fmla="*/ 505946 w 829568"/>
              <a:gd name="connsiteY138" fmla="*/ 577143 h 797705"/>
              <a:gd name="connsiteX139" fmla="*/ 505946 w 829568"/>
              <a:gd name="connsiteY139" fmla="*/ 579415 h 797705"/>
              <a:gd name="connsiteX140" fmla="*/ 505946 w 829568"/>
              <a:gd name="connsiteY140" fmla="*/ 581688 h 797705"/>
              <a:gd name="connsiteX141" fmla="*/ 496839 w 829568"/>
              <a:gd name="connsiteY141" fmla="*/ 590779 h 797705"/>
              <a:gd name="connsiteX142" fmla="*/ 496839 w 829568"/>
              <a:gd name="connsiteY142" fmla="*/ 595324 h 797705"/>
              <a:gd name="connsiteX143" fmla="*/ 501392 w 829568"/>
              <a:gd name="connsiteY143" fmla="*/ 599870 h 797705"/>
              <a:gd name="connsiteX144" fmla="*/ 510500 w 829568"/>
              <a:gd name="connsiteY144" fmla="*/ 608960 h 797705"/>
              <a:gd name="connsiteX145" fmla="*/ 508223 w 829568"/>
              <a:gd name="connsiteY145" fmla="*/ 613506 h 797705"/>
              <a:gd name="connsiteX146" fmla="*/ 508223 w 829568"/>
              <a:gd name="connsiteY146" fmla="*/ 618051 h 797705"/>
              <a:gd name="connsiteX147" fmla="*/ 490008 w 829568"/>
              <a:gd name="connsiteY147" fmla="*/ 640778 h 797705"/>
              <a:gd name="connsiteX148" fmla="*/ 464962 w 829568"/>
              <a:gd name="connsiteY148" fmla="*/ 631687 h 797705"/>
              <a:gd name="connsiteX149" fmla="*/ 451300 w 829568"/>
              <a:gd name="connsiteY149" fmla="*/ 624869 h 797705"/>
              <a:gd name="connsiteX150" fmla="*/ 423977 w 829568"/>
              <a:gd name="connsiteY150" fmla="*/ 638506 h 797705"/>
              <a:gd name="connsiteX151" fmla="*/ 414870 w 829568"/>
              <a:gd name="connsiteY151" fmla="*/ 643051 h 797705"/>
              <a:gd name="connsiteX152" fmla="*/ 398931 w 829568"/>
              <a:gd name="connsiteY152" fmla="*/ 645324 h 797705"/>
              <a:gd name="connsiteX153" fmla="*/ 394378 w 829568"/>
              <a:gd name="connsiteY153" fmla="*/ 652142 h 797705"/>
              <a:gd name="connsiteX154" fmla="*/ 373885 w 829568"/>
              <a:gd name="connsiteY154" fmla="*/ 654415 h 797705"/>
              <a:gd name="connsiteX155" fmla="*/ 353393 w 829568"/>
              <a:gd name="connsiteY155" fmla="*/ 661233 h 797705"/>
              <a:gd name="connsiteX156" fmla="*/ 344285 w 829568"/>
              <a:gd name="connsiteY156" fmla="*/ 683960 h 797705"/>
              <a:gd name="connsiteX157" fmla="*/ 346559 w 829568"/>
              <a:gd name="connsiteY157" fmla="*/ 695305 h 797705"/>
              <a:gd name="connsiteX158" fmla="*/ 346890 w 829568"/>
              <a:gd name="connsiteY158" fmla="*/ 695371 h 797705"/>
              <a:gd name="connsiteX159" fmla="*/ 349169 w 829568"/>
              <a:gd name="connsiteY159" fmla="*/ 697639 h 797705"/>
              <a:gd name="connsiteX160" fmla="*/ 349169 w 829568"/>
              <a:gd name="connsiteY160" fmla="*/ 708981 h 797705"/>
              <a:gd name="connsiteX161" fmla="*/ 349169 w 829568"/>
              <a:gd name="connsiteY161" fmla="*/ 713518 h 797705"/>
              <a:gd name="connsiteX162" fmla="*/ 346890 w 829568"/>
              <a:gd name="connsiteY162" fmla="*/ 724861 h 797705"/>
              <a:gd name="connsiteX163" fmla="*/ 340053 w 829568"/>
              <a:gd name="connsiteY163" fmla="*/ 722592 h 797705"/>
              <a:gd name="connsiteX164" fmla="*/ 317264 w 829568"/>
              <a:gd name="connsiteY164" fmla="*/ 720324 h 797705"/>
              <a:gd name="connsiteX165" fmla="*/ 312706 w 829568"/>
              <a:gd name="connsiteY165" fmla="*/ 718055 h 797705"/>
              <a:gd name="connsiteX166" fmla="*/ 303590 w 829568"/>
              <a:gd name="connsiteY166" fmla="*/ 724861 h 797705"/>
              <a:gd name="connsiteX167" fmla="*/ 294474 w 829568"/>
              <a:gd name="connsiteY167" fmla="*/ 731666 h 797705"/>
              <a:gd name="connsiteX168" fmla="*/ 289916 w 829568"/>
              <a:gd name="connsiteY168" fmla="*/ 738471 h 797705"/>
              <a:gd name="connsiteX169" fmla="*/ 289916 w 829568"/>
              <a:gd name="connsiteY169" fmla="*/ 752082 h 797705"/>
              <a:gd name="connsiteX170" fmla="*/ 280800 w 829568"/>
              <a:gd name="connsiteY170" fmla="*/ 740740 h 797705"/>
              <a:gd name="connsiteX171" fmla="*/ 278521 w 829568"/>
              <a:gd name="connsiteY171" fmla="*/ 738471 h 797705"/>
              <a:gd name="connsiteX172" fmla="*/ 278521 w 829568"/>
              <a:gd name="connsiteY172" fmla="*/ 743008 h 797705"/>
              <a:gd name="connsiteX173" fmla="*/ 276242 w 829568"/>
              <a:gd name="connsiteY173" fmla="*/ 749814 h 797705"/>
              <a:gd name="connsiteX174" fmla="*/ 269405 w 829568"/>
              <a:gd name="connsiteY174" fmla="*/ 761156 h 797705"/>
              <a:gd name="connsiteX175" fmla="*/ 232942 w 829568"/>
              <a:gd name="connsiteY175" fmla="*/ 749814 h 797705"/>
              <a:gd name="connsiteX176" fmla="*/ 230663 w 829568"/>
              <a:gd name="connsiteY176" fmla="*/ 754351 h 797705"/>
              <a:gd name="connsiteX177" fmla="*/ 203316 w 829568"/>
              <a:gd name="connsiteY177" fmla="*/ 754351 h 797705"/>
              <a:gd name="connsiteX178" fmla="*/ 180526 w 829568"/>
              <a:gd name="connsiteY178" fmla="*/ 761156 h 797705"/>
              <a:gd name="connsiteX179" fmla="*/ 169131 w 829568"/>
              <a:gd name="connsiteY179" fmla="*/ 767961 h 797705"/>
              <a:gd name="connsiteX180" fmla="*/ 157736 w 829568"/>
              <a:gd name="connsiteY180" fmla="*/ 783841 h 797705"/>
              <a:gd name="connsiteX181" fmla="*/ 137226 w 829568"/>
              <a:gd name="connsiteY181" fmla="*/ 797451 h 797705"/>
              <a:gd name="connsiteX182" fmla="*/ 128110 w 829568"/>
              <a:gd name="connsiteY182" fmla="*/ 786109 h 797705"/>
              <a:gd name="connsiteX183" fmla="*/ 121273 w 829568"/>
              <a:gd name="connsiteY183" fmla="*/ 792914 h 797705"/>
              <a:gd name="connsiteX184" fmla="*/ 93925 w 829568"/>
              <a:gd name="connsiteY184" fmla="*/ 790646 h 797705"/>
              <a:gd name="connsiteX185" fmla="*/ 68857 w 829568"/>
              <a:gd name="connsiteY185" fmla="*/ 790646 h 797705"/>
              <a:gd name="connsiteX186" fmla="*/ 57462 w 829568"/>
              <a:gd name="connsiteY186" fmla="*/ 792914 h 797705"/>
              <a:gd name="connsiteX187" fmla="*/ 46067 w 829568"/>
              <a:gd name="connsiteY187" fmla="*/ 788377 h 797705"/>
              <a:gd name="connsiteX188" fmla="*/ 25556 w 829568"/>
              <a:gd name="connsiteY188" fmla="*/ 786109 h 797705"/>
              <a:gd name="connsiteX189" fmla="*/ 25556 w 829568"/>
              <a:gd name="connsiteY189" fmla="*/ 783841 h 797705"/>
              <a:gd name="connsiteX190" fmla="*/ 27835 w 829568"/>
              <a:gd name="connsiteY190" fmla="*/ 777035 h 797705"/>
              <a:gd name="connsiteX191" fmla="*/ 25556 w 829568"/>
              <a:gd name="connsiteY191" fmla="*/ 774767 h 797705"/>
              <a:gd name="connsiteX192" fmla="*/ 43788 w 829568"/>
              <a:gd name="connsiteY192" fmla="*/ 770230 h 797705"/>
              <a:gd name="connsiteX193" fmla="*/ 48346 w 829568"/>
              <a:gd name="connsiteY193" fmla="*/ 699908 h 797705"/>
              <a:gd name="connsiteX194" fmla="*/ 5046 w 829568"/>
              <a:gd name="connsiteY194" fmla="*/ 670418 h 797705"/>
              <a:gd name="connsiteX195" fmla="*/ 30114 w 829568"/>
              <a:gd name="connsiteY195" fmla="*/ 615975 h 797705"/>
              <a:gd name="connsiteX196" fmla="*/ 41509 w 829568"/>
              <a:gd name="connsiteY196" fmla="*/ 600095 h 797705"/>
              <a:gd name="connsiteX197" fmla="*/ 34672 w 829568"/>
              <a:gd name="connsiteY197" fmla="*/ 581948 h 797705"/>
              <a:gd name="connsiteX198" fmla="*/ 41509 w 829568"/>
              <a:gd name="connsiteY198" fmla="*/ 554726 h 797705"/>
              <a:gd name="connsiteX199" fmla="*/ 16441 w 829568"/>
              <a:gd name="connsiteY199" fmla="*/ 543384 h 797705"/>
              <a:gd name="connsiteX200" fmla="*/ 34672 w 829568"/>
              <a:gd name="connsiteY200" fmla="*/ 541115 h 797705"/>
              <a:gd name="connsiteX201" fmla="*/ 41498 w 829568"/>
              <a:gd name="connsiteY201" fmla="*/ 541115 h 797705"/>
              <a:gd name="connsiteX202" fmla="*/ 39341 w 829568"/>
              <a:gd name="connsiteY202" fmla="*/ 528176 h 797705"/>
              <a:gd name="connsiteX203" fmla="*/ 86966 w 829568"/>
              <a:gd name="connsiteY203" fmla="*/ 494839 h 797705"/>
              <a:gd name="connsiteX204" fmla="*/ 65409 w 829568"/>
              <a:gd name="connsiteY204" fmla="*/ 464300 h 797705"/>
              <a:gd name="connsiteX205" fmla="*/ 62429 w 829568"/>
              <a:gd name="connsiteY205" fmla="*/ 465726 h 797705"/>
              <a:gd name="connsiteX206" fmla="*/ 62429 w 829568"/>
              <a:gd name="connsiteY206" fmla="*/ 467991 h 797705"/>
              <a:gd name="connsiteX207" fmla="*/ 57874 w 829568"/>
              <a:gd name="connsiteY207" fmla="*/ 470256 h 797705"/>
              <a:gd name="connsiteX208" fmla="*/ 48763 w 829568"/>
              <a:gd name="connsiteY208" fmla="*/ 472522 h 797705"/>
              <a:gd name="connsiteX209" fmla="*/ 35096 w 829568"/>
              <a:gd name="connsiteY209" fmla="*/ 467991 h 797705"/>
              <a:gd name="connsiteX210" fmla="*/ 32818 w 829568"/>
              <a:gd name="connsiteY210" fmla="*/ 449871 h 797705"/>
              <a:gd name="connsiteX211" fmla="*/ 55596 w 829568"/>
              <a:gd name="connsiteY211" fmla="*/ 418160 h 797705"/>
              <a:gd name="connsiteX212" fmla="*/ 55596 w 829568"/>
              <a:gd name="connsiteY212" fmla="*/ 404569 h 797705"/>
              <a:gd name="connsiteX213" fmla="*/ 48763 w 829568"/>
              <a:gd name="connsiteY213" fmla="*/ 372858 h 797705"/>
              <a:gd name="connsiteX214" fmla="*/ 41929 w 829568"/>
              <a:gd name="connsiteY214" fmla="*/ 354737 h 797705"/>
              <a:gd name="connsiteX215" fmla="*/ 41929 w 829568"/>
              <a:gd name="connsiteY215" fmla="*/ 320761 h 797705"/>
              <a:gd name="connsiteX216" fmla="*/ 41929 w 829568"/>
              <a:gd name="connsiteY216" fmla="*/ 300375 h 797705"/>
              <a:gd name="connsiteX217" fmla="*/ 44207 w 829568"/>
              <a:gd name="connsiteY217" fmla="*/ 302640 h 797705"/>
              <a:gd name="connsiteX218" fmla="*/ 57934 w 829568"/>
              <a:gd name="connsiteY218" fmla="*/ 312196 h 797705"/>
              <a:gd name="connsiteX219" fmla="*/ 58242 w 829568"/>
              <a:gd name="connsiteY219" fmla="*/ 311394 h 797705"/>
              <a:gd name="connsiteX220" fmla="*/ 56256 w 829568"/>
              <a:gd name="connsiteY220" fmla="*/ 310012 h 797705"/>
              <a:gd name="connsiteX221" fmla="*/ 44300 w 829568"/>
              <a:gd name="connsiteY221" fmla="*/ 302367 h 797705"/>
              <a:gd name="connsiteX222" fmla="*/ 42022 w 829568"/>
              <a:gd name="connsiteY222" fmla="*/ 300102 h 797705"/>
              <a:gd name="connsiteX223" fmla="*/ 44300 w 829568"/>
              <a:gd name="connsiteY223" fmla="*/ 291042 h 797705"/>
              <a:gd name="connsiteX224" fmla="*/ 78462 w 829568"/>
              <a:gd name="connsiteY224" fmla="*/ 259331 h 797705"/>
              <a:gd name="connsiteX225" fmla="*/ 92126 w 829568"/>
              <a:gd name="connsiteY225" fmla="*/ 232149 h 797705"/>
              <a:gd name="connsiteX226" fmla="*/ 114901 w 829568"/>
              <a:gd name="connsiteY226" fmla="*/ 211764 h 797705"/>
              <a:gd name="connsiteX227" fmla="*/ 108638 w 829568"/>
              <a:gd name="connsiteY227" fmla="*/ 204968 h 797705"/>
              <a:gd name="connsiteX228" fmla="*/ 92261 w 829568"/>
              <a:gd name="connsiteY228" fmla="*/ 198228 h 797705"/>
              <a:gd name="connsiteX229" fmla="*/ 91806 w 829568"/>
              <a:gd name="connsiteY229" fmla="*/ 198355 h 797705"/>
              <a:gd name="connsiteX230" fmla="*/ 84968 w 829568"/>
              <a:gd name="connsiteY230" fmla="*/ 193807 h 797705"/>
              <a:gd name="connsiteX231" fmla="*/ 94086 w 829568"/>
              <a:gd name="connsiteY231" fmla="*/ 155145 h 797705"/>
              <a:gd name="connsiteX232" fmla="*/ 135114 w 829568"/>
              <a:gd name="connsiteY232" fmla="*/ 127854 h 797705"/>
              <a:gd name="connsiteX233" fmla="*/ 160186 w 829568"/>
              <a:gd name="connsiteY233" fmla="*/ 134677 h 797705"/>
              <a:gd name="connsiteX234" fmla="*/ 160186 w 829568"/>
              <a:gd name="connsiteY234" fmla="*/ 109660 h 797705"/>
              <a:gd name="connsiteX235" fmla="*/ 187538 w 829568"/>
              <a:gd name="connsiteY235" fmla="*/ 82369 h 797705"/>
              <a:gd name="connsiteX236" fmla="*/ 187538 w 829568"/>
              <a:gd name="connsiteY236" fmla="*/ 48256 h 797705"/>
              <a:gd name="connsiteX237" fmla="*/ 190103 w 829568"/>
              <a:gd name="connsiteY23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4418 w 829568"/>
              <a:gd name="connsiteY39" fmla="*/ 256978 h 797705"/>
              <a:gd name="connsiteX40" fmla="*/ 563684 w 829568"/>
              <a:gd name="connsiteY40" fmla="*/ 246583 h 797705"/>
              <a:gd name="connsiteX41" fmla="*/ 570440 w 829568"/>
              <a:gd name="connsiteY41" fmla="*/ 254988 h 797705"/>
              <a:gd name="connsiteX42" fmla="*/ 570445 w 829568"/>
              <a:gd name="connsiteY42" fmla="*/ 254942 h 797705"/>
              <a:gd name="connsiteX43" fmla="*/ 574113 w 829568"/>
              <a:gd name="connsiteY43" fmla="*/ 256872 h 797705"/>
              <a:gd name="connsiteX44" fmla="*/ 567290 w 829568"/>
              <a:gd name="connsiteY44" fmla="*/ 250109 h 797705"/>
              <a:gd name="connsiteX45" fmla="*/ 563684 w 829568"/>
              <a:gd name="connsiteY45" fmla="*/ 246583 h 797705"/>
              <a:gd name="connsiteX46" fmla="*/ 563632 w 829568"/>
              <a:gd name="connsiteY46" fmla="*/ 245962 h 797705"/>
              <a:gd name="connsiteX47" fmla="*/ 574458 w 829568"/>
              <a:gd name="connsiteY47" fmla="*/ 256788 h 797705"/>
              <a:gd name="connsiteX48" fmla="*/ 583230 w 829568"/>
              <a:gd name="connsiteY48" fmla="*/ 254659 h 797705"/>
              <a:gd name="connsiteX49" fmla="*/ 595448 w 829568"/>
              <a:gd name="connsiteY49" fmla="*/ 250406 h 797705"/>
              <a:gd name="connsiteX50" fmla="*/ 624997 w 829568"/>
              <a:gd name="connsiteY50" fmla="*/ 282159 h 797705"/>
              <a:gd name="connsiteX51" fmla="*/ 637214 w 829568"/>
              <a:gd name="connsiteY51" fmla="*/ 311928 h 797705"/>
              <a:gd name="connsiteX52" fmla="*/ 636731 w 829568"/>
              <a:gd name="connsiteY52" fmla="*/ 319061 h 797705"/>
              <a:gd name="connsiteX53" fmla="*/ 652790 w 829568"/>
              <a:gd name="connsiteY53" fmla="*/ 335120 h 797705"/>
              <a:gd name="connsiteX54" fmla="*/ 638758 w 829568"/>
              <a:gd name="connsiteY54" fmla="*/ 321150 h 797705"/>
              <a:gd name="connsiteX55" fmla="*/ 636727 w 829568"/>
              <a:gd name="connsiteY55" fmla="*/ 319129 h 797705"/>
              <a:gd name="connsiteX56" fmla="*/ 636185 w 829568"/>
              <a:gd name="connsiteY56" fmla="*/ 327131 h 797705"/>
              <a:gd name="connsiteX57" fmla="*/ 640908 w 829568"/>
              <a:gd name="connsiteY57" fmla="*/ 343397 h 797705"/>
              <a:gd name="connsiteX58" fmla="*/ 656819 w 829568"/>
              <a:gd name="connsiteY58" fmla="*/ 329788 h 797705"/>
              <a:gd name="connsiteX59" fmla="*/ 672730 w 829568"/>
              <a:gd name="connsiteY59" fmla="*/ 347933 h 797705"/>
              <a:gd name="connsiteX60" fmla="*/ 679549 w 829568"/>
              <a:gd name="connsiteY60" fmla="*/ 366077 h 797705"/>
              <a:gd name="connsiteX61" fmla="*/ 686368 w 829568"/>
              <a:gd name="connsiteY61" fmla="*/ 418243 h 797705"/>
              <a:gd name="connsiteX62" fmla="*/ 736375 w 829568"/>
              <a:gd name="connsiteY62" fmla="*/ 413707 h 797705"/>
              <a:gd name="connsiteX63" fmla="*/ 756832 w 829568"/>
              <a:gd name="connsiteY63" fmla="*/ 420511 h 797705"/>
              <a:gd name="connsiteX64" fmla="*/ 765924 w 829568"/>
              <a:gd name="connsiteY64" fmla="*/ 406903 h 797705"/>
              <a:gd name="connsiteX65" fmla="*/ 829568 w 829568"/>
              <a:gd name="connsiteY65" fmla="*/ 397830 h 797705"/>
              <a:gd name="connsiteX66" fmla="*/ 829568 w 829568"/>
              <a:gd name="connsiteY66" fmla="*/ 413707 h 797705"/>
              <a:gd name="connsiteX67" fmla="*/ 827295 w 829568"/>
              <a:gd name="connsiteY67" fmla="*/ 422779 h 797705"/>
              <a:gd name="connsiteX68" fmla="*/ 822749 w 829568"/>
              <a:gd name="connsiteY68" fmla="*/ 427315 h 797705"/>
              <a:gd name="connsiteX69" fmla="*/ 815930 w 829568"/>
              <a:gd name="connsiteY69" fmla="*/ 427315 h 797705"/>
              <a:gd name="connsiteX70" fmla="*/ 809111 w 829568"/>
              <a:gd name="connsiteY70" fmla="*/ 443192 h 797705"/>
              <a:gd name="connsiteX71" fmla="*/ 802292 w 829568"/>
              <a:gd name="connsiteY71" fmla="*/ 452264 h 797705"/>
              <a:gd name="connsiteX72" fmla="*/ 800019 w 829568"/>
              <a:gd name="connsiteY72" fmla="*/ 459068 h 797705"/>
              <a:gd name="connsiteX73" fmla="*/ 800019 w 829568"/>
              <a:gd name="connsiteY73" fmla="*/ 470408 h 797705"/>
              <a:gd name="connsiteX74" fmla="*/ 800019 w 829568"/>
              <a:gd name="connsiteY74" fmla="*/ 481749 h 797705"/>
              <a:gd name="connsiteX75" fmla="*/ 784108 w 829568"/>
              <a:gd name="connsiteY75" fmla="*/ 477212 h 797705"/>
              <a:gd name="connsiteX76" fmla="*/ 777289 w 829568"/>
              <a:gd name="connsiteY76" fmla="*/ 477212 h 797705"/>
              <a:gd name="connsiteX77" fmla="*/ 770470 w 829568"/>
              <a:gd name="connsiteY77" fmla="*/ 481749 h 797705"/>
              <a:gd name="connsiteX78" fmla="*/ 768197 w 829568"/>
              <a:gd name="connsiteY78" fmla="*/ 488553 h 797705"/>
              <a:gd name="connsiteX79" fmla="*/ 750013 w 829568"/>
              <a:gd name="connsiteY79" fmla="*/ 497625 h 797705"/>
              <a:gd name="connsiteX80" fmla="*/ 745467 w 829568"/>
              <a:gd name="connsiteY80" fmla="*/ 490821 h 797705"/>
              <a:gd name="connsiteX81" fmla="*/ 740921 w 829568"/>
              <a:gd name="connsiteY81" fmla="*/ 493089 h 797705"/>
              <a:gd name="connsiteX82" fmla="*/ 738648 w 829568"/>
              <a:gd name="connsiteY82" fmla="*/ 499893 h 797705"/>
              <a:gd name="connsiteX83" fmla="*/ 738648 w 829568"/>
              <a:gd name="connsiteY83" fmla="*/ 502161 h 797705"/>
              <a:gd name="connsiteX84" fmla="*/ 725010 w 829568"/>
              <a:gd name="connsiteY84" fmla="*/ 504429 h 797705"/>
              <a:gd name="connsiteX85" fmla="*/ 715918 w 829568"/>
              <a:gd name="connsiteY85" fmla="*/ 508965 h 797705"/>
              <a:gd name="connsiteX86" fmla="*/ 715918 w 829568"/>
              <a:gd name="connsiteY86" fmla="*/ 520306 h 797705"/>
              <a:gd name="connsiteX87" fmla="*/ 713645 w 829568"/>
              <a:gd name="connsiteY87" fmla="*/ 522574 h 797705"/>
              <a:gd name="connsiteX88" fmla="*/ 693188 w 829568"/>
              <a:gd name="connsiteY88" fmla="*/ 527110 h 797705"/>
              <a:gd name="connsiteX89" fmla="*/ 677276 w 829568"/>
              <a:gd name="connsiteY89" fmla="*/ 531646 h 797705"/>
              <a:gd name="connsiteX90" fmla="*/ 668184 w 829568"/>
              <a:gd name="connsiteY90" fmla="*/ 527110 h 797705"/>
              <a:gd name="connsiteX91" fmla="*/ 665911 w 829568"/>
              <a:gd name="connsiteY91" fmla="*/ 529378 h 797705"/>
              <a:gd name="connsiteX92" fmla="*/ 665911 w 829568"/>
              <a:gd name="connsiteY92" fmla="*/ 538450 h 797705"/>
              <a:gd name="connsiteX93" fmla="*/ 659092 w 829568"/>
              <a:gd name="connsiteY93" fmla="*/ 540718 h 797705"/>
              <a:gd name="connsiteX94" fmla="*/ 659092 w 829568"/>
              <a:gd name="connsiteY94" fmla="*/ 545254 h 797705"/>
              <a:gd name="connsiteX95" fmla="*/ 659092 w 829568"/>
              <a:gd name="connsiteY95" fmla="*/ 556595 h 797705"/>
              <a:gd name="connsiteX96" fmla="*/ 656819 w 829568"/>
              <a:gd name="connsiteY96" fmla="*/ 561131 h 797705"/>
              <a:gd name="connsiteX97" fmla="*/ 652273 w 829568"/>
              <a:gd name="connsiteY97" fmla="*/ 561131 h 797705"/>
              <a:gd name="connsiteX98" fmla="*/ 650000 w 829568"/>
              <a:gd name="connsiteY98" fmla="*/ 561131 h 797705"/>
              <a:gd name="connsiteX99" fmla="*/ 618178 w 829568"/>
              <a:gd name="connsiteY99" fmla="*/ 552058 h 797705"/>
              <a:gd name="connsiteX100" fmla="*/ 618178 w 829568"/>
              <a:gd name="connsiteY100" fmla="*/ 549790 h 797705"/>
              <a:gd name="connsiteX101" fmla="*/ 609086 w 829568"/>
              <a:gd name="connsiteY101" fmla="*/ 542986 h 797705"/>
              <a:gd name="connsiteX102" fmla="*/ 599994 w 829568"/>
              <a:gd name="connsiteY102" fmla="*/ 547522 h 797705"/>
              <a:gd name="connsiteX103" fmla="*/ 590902 w 829568"/>
              <a:gd name="connsiteY103" fmla="*/ 554327 h 797705"/>
              <a:gd name="connsiteX104" fmla="*/ 579537 w 829568"/>
              <a:gd name="connsiteY104" fmla="*/ 563399 h 797705"/>
              <a:gd name="connsiteX105" fmla="*/ 574991 w 829568"/>
              <a:gd name="connsiteY105" fmla="*/ 556595 h 797705"/>
              <a:gd name="connsiteX106" fmla="*/ 570445 w 829568"/>
              <a:gd name="connsiteY106" fmla="*/ 558863 h 797705"/>
              <a:gd name="connsiteX107" fmla="*/ 568172 w 829568"/>
              <a:gd name="connsiteY107" fmla="*/ 563399 h 797705"/>
              <a:gd name="connsiteX108" fmla="*/ 568172 w 829568"/>
              <a:gd name="connsiteY108" fmla="*/ 565667 h 797705"/>
              <a:gd name="connsiteX109" fmla="*/ 568172 w 829568"/>
              <a:gd name="connsiteY109" fmla="*/ 570203 h 797705"/>
              <a:gd name="connsiteX110" fmla="*/ 565899 w 829568"/>
              <a:gd name="connsiteY110" fmla="*/ 572471 h 797705"/>
              <a:gd name="connsiteX111" fmla="*/ 565899 w 829568"/>
              <a:gd name="connsiteY111" fmla="*/ 574739 h 797705"/>
              <a:gd name="connsiteX112" fmla="*/ 581810 w 829568"/>
              <a:gd name="connsiteY112" fmla="*/ 581543 h 797705"/>
              <a:gd name="connsiteX113" fmla="*/ 586356 w 829568"/>
              <a:gd name="connsiteY113" fmla="*/ 586079 h 797705"/>
              <a:gd name="connsiteX114" fmla="*/ 590902 w 829568"/>
              <a:gd name="connsiteY114" fmla="*/ 579275 h 797705"/>
              <a:gd name="connsiteX115" fmla="*/ 597721 w 829568"/>
              <a:gd name="connsiteY115" fmla="*/ 583811 h 797705"/>
              <a:gd name="connsiteX116" fmla="*/ 599994 w 829568"/>
              <a:gd name="connsiteY116" fmla="*/ 579275 h 797705"/>
              <a:gd name="connsiteX117" fmla="*/ 606813 w 829568"/>
              <a:gd name="connsiteY117" fmla="*/ 588347 h 797705"/>
              <a:gd name="connsiteX118" fmla="*/ 606813 w 829568"/>
              <a:gd name="connsiteY118" fmla="*/ 590616 h 797705"/>
              <a:gd name="connsiteX119" fmla="*/ 602267 w 829568"/>
              <a:gd name="connsiteY119" fmla="*/ 601956 h 797705"/>
              <a:gd name="connsiteX120" fmla="*/ 604540 w 829568"/>
              <a:gd name="connsiteY120" fmla="*/ 606492 h 797705"/>
              <a:gd name="connsiteX121" fmla="*/ 609086 w 829568"/>
              <a:gd name="connsiteY121" fmla="*/ 611028 h 797705"/>
              <a:gd name="connsiteX122" fmla="*/ 606813 w 829568"/>
              <a:gd name="connsiteY122" fmla="*/ 613296 h 797705"/>
              <a:gd name="connsiteX123" fmla="*/ 588629 w 829568"/>
              <a:gd name="connsiteY123" fmla="*/ 613296 h 797705"/>
              <a:gd name="connsiteX124" fmla="*/ 572718 w 829568"/>
              <a:gd name="connsiteY124" fmla="*/ 597420 h 797705"/>
              <a:gd name="connsiteX125" fmla="*/ 568172 w 829568"/>
              <a:gd name="connsiteY125" fmla="*/ 606492 h 797705"/>
              <a:gd name="connsiteX126" fmla="*/ 561353 w 829568"/>
              <a:gd name="connsiteY126" fmla="*/ 597420 h 797705"/>
              <a:gd name="connsiteX127" fmla="*/ 556807 w 829568"/>
              <a:gd name="connsiteY127" fmla="*/ 592884 h 797705"/>
              <a:gd name="connsiteX128" fmla="*/ 540896 w 829568"/>
              <a:gd name="connsiteY128" fmla="*/ 570203 h 797705"/>
              <a:gd name="connsiteX129" fmla="*/ 529530 w 829568"/>
              <a:gd name="connsiteY129" fmla="*/ 565667 h 797705"/>
              <a:gd name="connsiteX130" fmla="*/ 518165 w 829568"/>
              <a:gd name="connsiteY130" fmla="*/ 572471 h 797705"/>
              <a:gd name="connsiteX131" fmla="*/ 509073 w 829568"/>
              <a:gd name="connsiteY131" fmla="*/ 577007 h 797705"/>
              <a:gd name="connsiteX132" fmla="*/ 506800 w 829568"/>
              <a:gd name="connsiteY132" fmla="*/ 574739 h 797705"/>
              <a:gd name="connsiteX133" fmla="*/ 504527 w 829568"/>
              <a:gd name="connsiteY133" fmla="*/ 574739 h 797705"/>
              <a:gd name="connsiteX134" fmla="*/ 504527 w 829568"/>
              <a:gd name="connsiteY134" fmla="*/ 570324 h 797705"/>
              <a:gd name="connsiteX135" fmla="*/ 503669 w 829568"/>
              <a:gd name="connsiteY135" fmla="*/ 570324 h 797705"/>
              <a:gd name="connsiteX136" fmla="*/ 503669 w 829568"/>
              <a:gd name="connsiteY136" fmla="*/ 574870 h 797705"/>
              <a:gd name="connsiteX137" fmla="*/ 505946 w 829568"/>
              <a:gd name="connsiteY137" fmla="*/ 577143 h 797705"/>
              <a:gd name="connsiteX138" fmla="*/ 505946 w 829568"/>
              <a:gd name="connsiteY138" fmla="*/ 579415 h 797705"/>
              <a:gd name="connsiteX139" fmla="*/ 505946 w 829568"/>
              <a:gd name="connsiteY139" fmla="*/ 581688 h 797705"/>
              <a:gd name="connsiteX140" fmla="*/ 496839 w 829568"/>
              <a:gd name="connsiteY140" fmla="*/ 590779 h 797705"/>
              <a:gd name="connsiteX141" fmla="*/ 496839 w 829568"/>
              <a:gd name="connsiteY141" fmla="*/ 595324 h 797705"/>
              <a:gd name="connsiteX142" fmla="*/ 501392 w 829568"/>
              <a:gd name="connsiteY142" fmla="*/ 599870 h 797705"/>
              <a:gd name="connsiteX143" fmla="*/ 510500 w 829568"/>
              <a:gd name="connsiteY143" fmla="*/ 608960 h 797705"/>
              <a:gd name="connsiteX144" fmla="*/ 508223 w 829568"/>
              <a:gd name="connsiteY144" fmla="*/ 613506 h 797705"/>
              <a:gd name="connsiteX145" fmla="*/ 508223 w 829568"/>
              <a:gd name="connsiteY145" fmla="*/ 618051 h 797705"/>
              <a:gd name="connsiteX146" fmla="*/ 490008 w 829568"/>
              <a:gd name="connsiteY146" fmla="*/ 640778 h 797705"/>
              <a:gd name="connsiteX147" fmla="*/ 464962 w 829568"/>
              <a:gd name="connsiteY147" fmla="*/ 631687 h 797705"/>
              <a:gd name="connsiteX148" fmla="*/ 451300 w 829568"/>
              <a:gd name="connsiteY148" fmla="*/ 624869 h 797705"/>
              <a:gd name="connsiteX149" fmla="*/ 423977 w 829568"/>
              <a:gd name="connsiteY149" fmla="*/ 638506 h 797705"/>
              <a:gd name="connsiteX150" fmla="*/ 414870 w 829568"/>
              <a:gd name="connsiteY150" fmla="*/ 643051 h 797705"/>
              <a:gd name="connsiteX151" fmla="*/ 398931 w 829568"/>
              <a:gd name="connsiteY151" fmla="*/ 645324 h 797705"/>
              <a:gd name="connsiteX152" fmla="*/ 394378 w 829568"/>
              <a:gd name="connsiteY152" fmla="*/ 652142 h 797705"/>
              <a:gd name="connsiteX153" fmla="*/ 373885 w 829568"/>
              <a:gd name="connsiteY153" fmla="*/ 654415 h 797705"/>
              <a:gd name="connsiteX154" fmla="*/ 353393 w 829568"/>
              <a:gd name="connsiteY154" fmla="*/ 661233 h 797705"/>
              <a:gd name="connsiteX155" fmla="*/ 344285 w 829568"/>
              <a:gd name="connsiteY155" fmla="*/ 683960 h 797705"/>
              <a:gd name="connsiteX156" fmla="*/ 346559 w 829568"/>
              <a:gd name="connsiteY156" fmla="*/ 695305 h 797705"/>
              <a:gd name="connsiteX157" fmla="*/ 346890 w 829568"/>
              <a:gd name="connsiteY157" fmla="*/ 695371 h 797705"/>
              <a:gd name="connsiteX158" fmla="*/ 349169 w 829568"/>
              <a:gd name="connsiteY158" fmla="*/ 697639 h 797705"/>
              <a:gd name="connsiteX159" fmla="*/ 349169 w 829568"/>
              <a:gd name="connsiteY159" fmla="*/ 708981 h 797705"/>
              <a:gd name="connsiteX160" fmla="*/ 349169 w 829568"/>
              <a:gd name="connsiteY160" fmla="*/ 713518 h 797705"/>
              <a:gd name="connsiteX161" fmla="*/ 346890 w 829568"/>
              <a:gd name="connsiteY161" fmla="*/ 724861 h 797705"/>
              <a:gd name="connsiteX162" fmla="*/ 340053 w 829568"/>
              <a:gd name="connsiteY162" fmla="*/ 722592 h 797705"/>
              <a:gd name="connsiteX163" fmla="*/ 317264 w 829568"/>
              <a:gd name="connsiteY163" fmla="*/ 720324 h 797705"/>
              <a:gd name="connsiteX164" fmla="*/ 312706 w 829568"/>
              <a:gd name="connsiteY164" fmla="*/ 718055 h 797705"/>
              <a:gd name="connsiteX165" fmla="*/ 303590 w 829568"/>
              <a:gd name="connsiteY165" fmla="*/ 724861 h 797705"/>
              <a:gd name="connsiteX166" fmla="*/ 294474 w 829568"/>
              <a:gd name="connsiteY166" fmla="*/ 731666 h 797705"/>
              <a:gd name="connsiteX167" fmla="*/ 289916 w 829568"/>
              <a:gd name="connsiteY167" fmla="*/ 738471 h 797705"/>
              <a:gd name="connsiteX168" fmla="*/ 289916 w 829568"/>
              <a:gd name="connsiteY168" fmla="*/ 752082 h 797705"/>
              <a:gd name="connsiteX169" fmla="*/ 280800 w 829568"/>
              <a:gd name="connsiteY169" fmla="*/ 740740 h 797705"/>
              <a:gd name="connsiteX170" fmla="*/ 278521 w 829568"/>
              <a:gd name="connsiteY170" fmla="*/ 738471 h 797705"/>
              <a:gd name="connsiteX171" fmla="*/ 278521 w 829568"/>
              <a:gd name="connsiteY171" fmla="*/ 743008 h 797705"/>
              <a:gd name="connsiteX172" fmla="*/ 276242 w 829568"/>
              <a:gd name="connsiteY172" fmla="*/ 749814 h 797705"/>
              <a:gd name="connsiteX173" fmla="*/ 269405 w 829568"/>
              <a:gd name="connsiteY173" fmla="*/ 761156 h 797705"/>
              <a:gd name="connsiteX174" fmla="*/ 232942 w 829568"/>
              <a:gd name="connsiteY174" fmla="*/ 749814 h 797705"/>
              <a:gd name="connsiteX175" fmla="*/ 230663 w 829568"/>
              <a:gd name="connsiteY175" fmla="*/ 754351 h 797705"/>
              <a:gd name="connsiteX176" fmla="*/ 203316 w 829568"/>
              <a:gd name="connsiteY176" fmla="*/ 754351 h 797705"/>
              <a:gd name="connsiteX177" fmla="*/ 180526 w 829568"/>
              <a:gd name="connsiteY177" fmla="*/ 761156 h 797705"/>
              <a:gd name="connsiteX178" fmla="*/ 169131 w 829568"/>
              <a:gd name="connsiteY178" fmla="*/ 767961 h 797705"/>
              <a:gd name="connsiteX179" fmla="*/ 157736 w 829568"/>
              <a:gd name="connsiteY179" fmla="*/ 783841 h 797705"/>
              <a:gd name="connsiteX180" fmla="*/ 137226 w 829568"/>
              <a:gd name="connsiteY180" fmla="*/ 797451 h 797705"/>
              <a:gd name="connsiteX181" fmla="*/ 128110 w 829568"/>
              <a:gd name="connsiteY181" fmla="*/ 786109 h 797705"/>
              <a:gd name="connsiteX182" fmla="*/ 121273 w 829568"/>
              <a:gd name="connsiteY182" fmla="*/ 792914 h 797705"/>
              <a:gd name="connsiteX183" fmla="*/ 93925 w 829568"/>
              <a:gd name="connsiteY183" fmla="*/ 790646 h 797705"/>
              <a:gd name="connsiteX184" fmla="*/ 68857 w 829568"/>
              <a:gd name="connsiteY184" fmla="*/ 790646 h 797705"/>
              <a:gd name="connsiteX185" fmla="*/ 57462 w 829568"/>
              <a:gd name="connsiteY185" fmla="*/ 792914 h 797705"/>
              <a:gd name="connsiteX186" fmla="*/ 46067 w 829568"/>
              <a:gd name="connsiteY186" fmla="*/ 788377 h 797705"/>
              <a:gd name="connsiteX187" fmla="*/ 25556 w 829568"/>
              <a:gd name="connsiteY187" fmla="*/ 786109 h 797705"/>
              <a:gd name="connsiteX188" fmla="*/ 25556 w 829568"/>
              <a:gd name="connsiteY188" fmla="*/ 783841 h 797705"/>
              <a:gd name="connsiteX189" fmla="*/ 27835 w 829568"/>
              <a:gd name="connsiteY189" fmla="*/ 777035 h 797705"/>
              <a:gd name="connsiteX190" fmla="*/ 25556 w 829568"/>
              <a:gd name="connsiteY190" fmla="*/ 774767 h 797705"/>
              <a:gd name="connsiteX191" fmla="*/ 43788 w 829568"/>
              <a:gd name="connsiteY191" fmla="*/ 770230 h 797705"/>
              <a:gd name="connsiteX192" fmla="*/ 48346 w 829568"/>
              <a:gd name="connsiteY192" fmla="*/ 699908 h 797705"/>
              <a:gd name="connsiteX193" fmla="*/ 5046 w 829568"/>
              <a:gd name="connsiteY193" fmla="*/ 670418 h 797705"/>
              <a:gd name="connsiteX194" fmla="*/ 30114 w 829568"/>
              <a:gd name="connsiteY194" fmla="*/ 615975 h 797705"/>
              <a:gd name="connsiteX195" fmla="*/ 41509 w 829568"/>
              <a:gd name="connsiteY195" fmla="*/ 600095 h 797705"/>
              <a:gd name="connsiteX196" fmla="*/ 34672 w 829568"/>
              <a:gd name="connsiteY196" fmla="*/ 581948 h 797705"/>
              <a:gd name="connsiteX197" fmla="*/ 41509 w 829568"/>
              <a:gd name="connsiteY197" fmla="*/ 554726 h 797705"/>
              <a:gd name="connsiteX198" fmla="*/ 16441 w 829568"/>
              <a:gd name="connsiteY198" fmla="*/ 543384 h 797705"/>
              <a:gd name="connsiteX199" fmla="*/ 34672 w 829568"/>
              <a:gd name="connsiteY199" fmla="*/ 541115 h 797705"/>
              <a:gd name="connsiteX200" fmla="*/ 41498 w 829568"/>
              <a:gd name="connsiteY200" fmla="*/ 541115 h 797705"/>
              <a:gd name="connsiteX201" fmla="*/ 39341 w 829568"/>
              <a:gd name="connsiteY201" fmla="*/ 528176 h 797705"/>
              <a:gd name="connsiteX202" fmla="*/ 86966 w 829568"/>
              <a:gd name="connsiteY202" fmla="*/ 494839 h 797705"/>
              <a:gd name="connsiteX203" fmla="*/ 65409 w 829568"/>
              <a:gd name="connsiteY203" fmla="*/ 464300 h 797705"/>
              <a:gd name="connsiteX204" fmla="*/ 62429 w 829568"/>
              <a:gd name="connsiteY204" fmla="*/ 465726 h 797705"/>
              <a:gd name="connsiteX205" fmla="*/ 62429 w 829568"/>
              <a:gd name="connsiteY205" fmla="*/ 467991 h 797705"/>
              <a:gd name="connsiteX206" fmla="*/ 57874 w 829568"/>
              <a:gd name="connsiteY206" fmla="*/ 470256 h 797705"/>
              <a:gd name="connsiteX207" fmla="*/ 48763 w 829568"/>
              <a:gd name="connsiteY207" fmla="*/ 472522 h 797705"/>
              <a:gd name="connsiteX208" fmla="*/ 35096 w 829568"/>
              <a:gd name="connsiteY208" fmla="*/ 467991 h 797705"/>
              <a:gd name="connsiteX209" fmla="*/ 32818 w 829568"/>
              <a:gd name="connsiteY209" fmla="*/ 449871 h 797705"/>
              <a:gd name="connsiteX210" fmla="*/ 55596 w 829568"/>
              <a:gd name="connsiteY210" fmla="*/ 418160 h 797705"/>
              <a:gd name="connsiteX211" fmla="*/ 55596 w 829568"/>
              <a:gd name="connsiteY211" fmla="*/ 404569 h 797705"/>
              <a:gd name="connsiteX212" fmla="*/ 48763 w 829568"/>
              <a:gd name="connsiteY212" fmla="*/ 372858 h 797705"/>
              <a:gd name="connsiteX213" fmla="*/ 41929 w 829568"/>
              <a:gd name="connsiteY213" fmla="*/ 354737 h 797705"/>
              <a:gd name="connsiteX214" fmla="*/ 41929 w 829568"/>
              <a:gd name="connsiteY214" fmla="*/ 320761 h 797705"/>
              <a:gd name="connsiteX215" fmla="*/ 41929 w 829568"/>
              <a:gd name="connsiteY215" fmla="*/ 300375 h 797705"/>
              <a:gd name="connsiteX216" fmla="*/ 44207 w 829568"/>
              <a:gd name="connsiteY216" fmla="*/ 302640 h 797705"/>
              <a:gd name="connsiteX217" fmla="*/ 57934 w 829568"/>
              <a:gd name="connsiteY217" fmla="*/ 312196 h 797705"/>
              <a:gd name="connsiteX218" fmla="*/ 58242 w 829568"/>
              <a:gd name="connsiteY218" fmla="*/ 311394 h 797705"/>
              <a:gd name="connsiteX219" fmla="*/ 56256 w 829568"/>
              <a:gd name="connsiteY219" fmla="*/ 310012 h 797705"/>
              <a:gd name="connsiteX220" fmla="*/ 44300 w 829568"/>
              <a:gd name="connsiteY220" fmla="*/ 302367 h 797705"/>
              <a:gd name="connsiteX221" fmla="*/ 42022 w 829568"/>
              <a:gd name="connsiteY221" fmla="*/ 300102 h 797705"/>
              <a:gd name="connsiteX222" fmla="*/ 44300 w 829568"/>
              <a:gd name="connsiteY222" fmla="*/ 291042 h 797705"/>
              <a:gd name="connsiteX223" fmla="*/ 78462 w 829568"/>
              <a:gd name="connsiteY223" fmla="*/ 259331 h 797705"/>
              <a:gd name="connsiteX224" fmla="*/ 92126 w 829568"/>
              <a:gd name="connsiteY224" fmla="*/ 232149 h 797705"/>
              <a:gd name="connsiteX225" fmla="*/ 114901 w 829568"/>
              <a:gd name="connsiteY225" fmla="*/ 211764 h 797705"/>
              <a:gd name="connsiteX226" fmla="*/ 108638 w 829568"/>
              <a:gd name="connsiteY226" fmla="*/ 204968 h 797705"/>
              <a:gd name="connsiteX227" fmla="*/ 92261 w 829568"/>
              <a:gd name="connsiteY227" fmla="*/ 198228 h 797705"/>
              <a:gd name="connsiteX228" fmla="*/ 91806 w 829568"/>
              <a:gd name="connsiteY228" fmla="*/ 198355 h 797705"/>
              <a:gd name="connsiteX229" fmla="*/ 84968 w 829568"/>
              <a:gd name="connsiteY229" fmla="*/ 193807 h 797705"/>
              <a:gd name="connsiteX230" fmla="*/ 94086 w 829568"/>
              <a:gd name="connsiteY230" fmla="*/ 155145 h 797705"/>
              <a:gd name="connsiteX231" fmla="*/ 135114 w 829568"/>
              <a:gd name="connsiteY231" fmla="*/ 127854 h 797705"/>
              <a:gd name="connsiteX232" fmla="*/ 160186 w 829568"/>
              <a:gd name="connsiteY232" fmla="*/ 134677 h 797705"/>
              <a:gd name="connsiteX233" fmla="*/ 160186 w 829568"/>
              <a:gd name="connsiteY233" fmla="*/ 109660 h 797705"/>
              <a:gd name="connsiteX234" fmla="*/ 187538 w 829568"/>
              <a:gd name="connsiteY234" fmla="*/ 82369 h 797705"/>
              <a:gd name="connsiteX235" fmla="*/ 187538 w 829568"/>
              <a:gd name="connsiteY235" fmla="*/ 48256 h 797705"/>
              <a:gd name="connsiteX236" fmla="*/ 190103 w 829568"/>
              <a:gd name="connsiteY236"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903 w 829568"/>
              <a:gd name="connsiteY38" fmla="*/ 256574 h 797705"/>
              <a:gd name="connsiteX39" fmla="*/ 563684 w 829568"/>
              <a:gd name="connsiteY39" fmla="*/ 246583 h 797705"/>
              <a:gd name="connsiteX40" fmla="*/ 570440 w 829568"/>
              <a:gd name="connsiteY40" fmla="*/ 254988 h 797705"/>
              <a:gd name="connsiteX41" fmla="*/ 570445 w 829568"/>
              <a:gd name="connsiteY41" fmla="*/ 254942 h 797705"/>
              <a:gd name="connsiteX42" fmla="*/ 574113 w 829568"/>
              <a:gd name="connsiteY42" fmla="*/ 256872 h 797705"/>
              <a:gd name="connsiteX43" fmla="*/ 567290 w 829568"/>
              <a:gd name="connsiteY43" fmla="*/ 250109 h 797705"/>
              <a:gd name="connsiteX44" fmla="*/ 563684 w 829568"/>
              <a:gd name="connsiteY44" fmla="*/ 246583 h 797705"/>
              <a:gd name="connsiteX45" fmla="*/ 563632 w 829568"/>
              <a:gd name="connsiteY45" fmla="*/ 245962 h 797705"/>
              <a:gd name="connsiteX46" fmla="*/ 574458 w 829568"/>
              <a:gd name="connsiteY46" fmla="*/ 256788 h 797705"/>
              <a:gd name="connsiteX47" fmla="*/ 583230 w 829568"/>
              <a:gd name="connsiteY47" fmla="*/ 254659 h 797705"/>
              <a:gd name="connsiteX48" fmla="*/ 595448 w 829568"/>
              <a:gd name="connsiteY48" fmla="*/ 250406 h 797705"/>
              <a:gd name="connsiteX49" fmla="*/ 624997 w 829568"/>
              <a:gd name="connsiteY49" fmla="*/ 282159 h 797705"/>
              <a:gd name="connsiteX50" fmla="*/ 637214 w 829568"/>
              <a:gd name="connsiteY50" fmla="*/ 311928 h 797705"/>
              <a:gd name="connsiteX51" fmla="*/ 636731 w 829568"/>
              <a:gd name="connsiteY51" fmla="*/ 319061 h 797705"/>
              <a:gd name="connsiteX52" fmla="*/ 652790 w 829568"/>
              <a:gd name="connsiteY52" fmla="*/ 335120 h 797705"/>
              <a:gd name="connsiteX53" fmla="*/ 638758 w 829568"/>
              <a:gd name="connsiteY53" fmla="*/ 321150 h 797705"/>
              <a:gd name="connsiteX54" fmla="*/ 636727 w 829568"/>
              <a:gd name="connsiteY54" fmla="*/ 319129 h 797705"/>
              <a:gd name="connsiteX55" fmla="*/ 636185 w 829568"/>
              <a:gd name="connsiteY55" fmla="*/ 327131 h 797705"/>
              <a:gd name="connsiteX56" fmla="*/ 640908 w 829568"/>
              <a:gd name="connsiteY56" fmla="*/ 343397 h 797705"/>
              <a:gd name="connsiteX57" fmla="*/ 656819 w 829568"/>
              <a:gd name="connsiteY57" fmla="*/ 329788 h 797705"/>
              <a:gd name="connsiteX58" fmla="*/ 672730 w 829568"/>
              <a:gd name="connsiteY58" fmla="*/ 347933 h 797705"/>
              <a:gd name="connsiteX59" fmla="*/ 679549 w 829568"/>
              <a:gd name="connsiteY59" fmla="*/ 366077 h 797705"/>
              <a:gd name="connsiteX60" fmla="*/ 686368 w 829568"/>
              <a:gd name="connsiteY60" fmla="*/ 418243 h 797705"/>
              <a:gd name="connsiteX61" fmla="*/ 736375 w 829568"/>
              <a:gd name="connsiteY61" fmla="*/ 413707 h 797705"/>
              <a:gd name="connsiteX62" fmla="*/ 756832 w 829568"/>
              <a:gd name="connsiteY62" fmla="*/ 420511 h 797705"/>
              <a:gd name="connsiteX63" fmla="*/ 765924 w 829568"/>
              <a:gd name="connsiteY63" fmla="*/ 406903 h 797705"/>
              <a:gd name="connsiteX64" fmla="*/ 829568 w 829568"/>
              <a:gd name="connsiteY64" fmla="*/ 397830 h 797705"/>
              <a:gd name="connsiteX65" fmla="*/ 829568 w 829568"/>
              <a:gd name="connsiteY65" fmla="*/ 413707 h 797705"/>
              <a:gd name="connsiteX66" fmla="*/ 827295 w 829568"/>
              <a:gd name="connsiteY66" fmla="*/ 422779 h 797705"/>
              <a:gd name="connsiteX67" fmla="*/ 822749 w 829568"/>
              <a:gd name="connsiteY67" fmla="*/ 427315 h 797705"/>
              <a:gd name="connsiteX68" fmla="*/ 815930 w 829568"/>
              <a:gd name="connsiteY68" fmla="*/ 427315 h 797705"/>
              <a:gd name="connsiteX69" fmla="*/ 809111 w 829568"/>
              <a:gd name="connsiteY69" fmla="*/ 443192 h 797705"/>
              <a:gd name="connsiteX70" fmla="*/ 802292 w 829568"/>
              <a:gd name="connsiteY70" fmla="*/ 452264 h 797705"/>
              <a:gd name="connsiteX71" fmla="*/ 800019 w 829568"/>
              <a:gd name="connsiteY71" fmla="*/ 459068 h 797705"/>
              <a:gd name="connsiteX72" fmla="*/ 800019 w 829568"/>
              <a:gd name="connsiteY72" fmla="*/ 470408 h 797705"/>
              <a:gd name="connsiteX73" fmla="*/ 800019 w 829568"/>
              <a:gd name="connsiteY73" fmla="*/ 481749 h 797705"/>
              <a:gd name="connsiteX74" fmla="*/ 784108 w 829568"/>
              <a:gd name="connsiteY74" fmla="*/ 477212 h 797705"/>
              <a:gd name="connsiteX75" fmla="*/ 777289 w 829568"/>
              <a:gd name="connsiteY75" fmla="*/ 477212 h 797705"/>
              <a:gd name="connsiteX76" fmla="*/ 770470 w 829568"/>
              <a:gd name="connsiteY76" fmla="*/ 481749 h 797705"/>
              <a:gd name="connsiteX77" fmla="*/ 768197 w 829568"/>
              <a:gd name="connsiteY77" fmla="*/ 488553 h 797705"/>
              <a:gd name="connsiteX78" fmla="*/ 750013 w 829568"/>
              <a:gd name="connsiteY78" fmla="*/ 497625 h 797705"/>
              <a:gd name="connsiteX79" fmla="*/ 745467 w 829568"/>
              <a:gd name="connsiteY79" fmla="*/ 490821 h 797705"/>
              <a:gd name="connsiteX80" fmla="*/ 740921 w 829568"/>
              <a:gd name="connsiteY80" fmla="*/ 493089 h 797705"/>
              <a:gd name="connsiteX81" fmla="*/ 738648 w 829568"/>
              <a:gd name="connsiteY81" fmla="*/ 499893 h 797705"/>
              <a:gd name="connsiteX82" fmla="*/ 738648 w 829568"/>
              <a:gd name="connsiteY82" fmla="*/ 502161 h 797705"/>
              <a:gd name="connsiteX83" fmla="*/ 725010 w 829568"/>
              <a:gd name="connsiteY83" fmla="*/ 504429 h 797705"/>
              <a:gd name="connsiteX84" fmla="*/ 715918 w 829568"/>
              <a:gd name="connsiteY84" fmla="*/ 508965 h 797705"/>
              <a:gd name="connsiteX85" fmla="*/ 715918 w 829568"/>
              <a:gd name="connsiteY85" fmla="*/ 520306 h 797705"/>
              <a:gd name="connsiteX86" fmla="*/ 713645 w 829568"/>
              <a:gd name="connsiteY86" fmla="*/ 522574 h 797705"/>
              <a:gd name="connsiteX87" fmla="*/ 693188 w 829568"/>
              <a:gd name="connsiteY87" fmla="*/ 527110 h 797705"/>
              <a:gd name="connsiteX88" fmla="*/ 677276 w 829568"/>
              <a:gd name="connsiteY88" fmla="*/ 531646 h 797705"/>
              <a:gd name="connsiteX89" fmla="*/ 668184 w 829568"/>
              <a:gd name="connsiteY89" fmla="*/ 527110 h 797705"/>
              <a:gd name="connsiteX90" fmla="*/ 665911 w 829568"/>
              <a:gd name="connsiteY90" fmla="*/ 529378 h 797705"/>
              <a:gd name="connsiteX91" fmla="*/ 665911 w 829568"/>
              <a:gd name="connsiteY91" fmla="*/ 538450 h 797705"/>
              <a:gd name="connsiteX92" fmla="*/ 659092 w 829568"/>
              <a:gd name="connsiteY92" fmla="*/ 540718 h 797705"/>
              <a:gd name="connsiteX93" fmla="*/ 659092 w 829568"/>
              <a:gd name="connsiteY93" fmla="*/ 545254 h 797705"/>
              <a:gd name="connsiteX94" fmla="*/ 659092 w 829568"/>
              <a:gd name="connsiteY94" fmla="*/ 556595 h 797705"/>
              <a:gd name="connsiteX95" fmla="*/ 656819 w 829568"/>
              <a:gd name="connsiteY95" fmla="*/ 561131 h 797705"/>
              <a:gd name="connsiteX96" fmla="*/ 652273 w 829568"/>
              <a:gd name="connsiteY96" fmla="*/ 561131 h 797705"/>
              <a:gd name="connsiteX97" fmla="*/ 650000 w 829568"/>
              <a:gd name="connsiteY97" fmla="*/ 561131 h 797705"/>
              <a:gd name="connsiteX98" fmla="*/ 618178 w 829568"/>
              <a:gd name="connsiteY98" fmla="*/ 552058 h 797705"/>
              <a:gd name="connsiteX99" fmla="*/ 618178 w 829568"/>
              <a:gd name="connsiteY99" fmla="*/ 549790 h 797705"/>
              <a:gd name="connsiteX100" fmla="*/ 609086 w 829568"/>
              <a:gd name="connsiteY100" fmla="*/ 542986 h 797705"/>
              <a:gd name="connsiteX101" fmla="*/ 599994 w 829568"/>
              <a:gd name="connsiteY101" fmla="*/ 547522 h 797705"/>
              <a:gd name="connsiteX102" fmla="*/ 590902 w 829568"/>
              <a:gd name="connsiteY102" fmla="*/ 554327 h 797705"/>
              <a:gd name="connsiteX103" fmla="*/ 579537 w 829568"/>
              <a:gd name="connsiteY103" fmla="*/ 563399 h 797705"/>
              <a:gd name="connsiteX104" fmla="*/ 574991 w 829568"/>
              <a:gd name="connsiteY104" fmla="*/ 556595 h 797705"/>
              <a:gd name="connsiteX105" fmla="*/ 570445 w 829568"/>
              <a:gd name="connsiteY105" fmla="*/ 558863 h 797705"/>
              <a:gd name="connsiteX106" fmla="*/ 568172 w 829568"/>
              <a:gd name="connsiteY106" fmla="*/ 563399 h 797705"/>
              <a:gd name="connsiteX107" fmla="*/ 568172 w 829568"/>
              <a:gd name="connsiteY107" fmla="*/ 565667 h 797705"/>
              <a:gd name="connsiteX108" fmla="*/ 568172 w 829568"/>
              <a:gd name="connsiteY108" fmla="*/ 570203 h 797705"/>
              <a:gd name="connsiteX109" fmla="*/ 565899 w 829568"/>
              <a:gd name="connsiteY109" fmla="*/ 572471 h 797705"/>
              <a:gd name="connsiteX110" fmla="*/ 565899 w 829568"/>
              <a:gd name="connsiteY110" fmla="*/ 574739 h 797705"/>
              <a:gd name="connsiteX111" fmla="*/ 581810 w 829568"/>
              <a:gd name="connsiteY111" fmla="*/ 581543 h 797705"/>
              <a:gd name="connsiteX112" fmla="*/ 586356 w 829568"/>
              <a:gd name="connsiteY112" fmla="*/ 586079 h 797705"/>
              <a:gd name="connsiteX113" fmla="*/ 590902 w 829568"/>
              <a:gd name="connsiteY113" fmla="*/ 579275 h 797705"/>
              <a:gd name="connsiteX114" fmla="*/ 597721 w 829568"/>
              <a:gd name="connsiteY114" fmla="*/ 583811 h 797705"/>
              <a:gd name="connsiteX115" fmla="*/ 599994 w 829568"/>
              <a:gd name="connsiteY115" fmla="*/ 579275 h 797705"/>
              <a:gd name="connsiteX116" fmla="*/ 606813 w 829568"/>
              <a:gd name="connsiteY116" fmla="*/ 588347 h 797705"/>
              <a:gd name="connsiteX117" fmla="*/ 606813 w 829568"/>
              <a:gd name="connsiteY117" fmla="*/ 590616 h 797705"/>
              <a:gd name="connsiteX118" fmla="*/ 602267 w 829568"/>
              <a:gd name="connsiteY118" fmla="*/ 601956 h 797705"/>
              <a:gd name="connsiteX119" fmla="*/ 604540 w 829568"/>
              <a:gd name="connsiteY119" fmla="*/ 606492 h 797705"/>
              <a:gd name="connsiteX120" fmla="*/ 609086 w 829568"/>
              <a:gd name="connsiteY120" fmla="*/ 611028 h 797705"/>
              <a:gd name="connsiteX121" fmla="*/ 606813 w 829568"/>
              <a:gd name="connsiteY121" fmla="*/ 613296 h 797705"/>
              <a:gd name="connsiteX122" fmla="*/ 588629 w 829568"/>
              <a:gd name="connsiteY122" fmla="*/ 613296 h 797705"/>
              <a:gd name="connsiteX123" fmla="*/ 572718 w 829568"/>
              <a:gd name="connsiteY123" fmla="*/ 597420 h 797705"/>
              <a:gd name="connsiteX124" fmla="*/ 568172 w 829568"/>
              <a:gd name="connsiteY124" fmla="*/ 606492 h 797705"/>
              <a:gd name="connsiteX125" fmla="*/ 561353 w 829568"/>
              <a:gd name="connsiteY125" fmla="*/ 597420 h 797705"/>
              <a:gd name="connsiteX126" fmla="*/ 556807 w 829568"/>
              <a:gd name="connsiteY126" fmla="*/ 592884 h 797705"/>
              <a:gd name="connsiteX127" fmla="*/ 540896 w 829568"/>
              <a:gd name="connsiteY127" fmla="*/ 570203 h 797705"/>
              <a:gd name="connsiteX128" fmla="*/ 529530 w 829568"/>
              <a:gd name="connsiteY128" fmla="*/ 565667 h 797705"/>
              <a:gd name="connsiteX129" fmla="*/ 518165 w 829568"/>
              <a:gd name="connsiteY129" fmla="*/ 572471 h 797705"/>
              <a:gd name="connsiteX130" fmla="*/ 509073 w 829568"/>
              <a:gd name="connsiteY130" fmla="*/ 577007 h 797705"/>
              <a:gd name="connsiteX131" fmla="*/ 506800 w 829568"/>
              <a:gd name="connsiteY131" fmla="*/ 574739 h 797705"/>
              <a:gd name="connsiteX132" fmla="*/ 504527 w 829568"/>
              <a:gd name="connsiteY132" fmla="*/ 574739 h 797705"/>
              <a:gd name="connsiteX133" fmla="*/ 504527 w 829568"/>
              <a:gd name="connsiteY133" fmla="*/ 570324 h 797705"/>
              <a:gd name="connsiteX134" fmla="*/ 503669 w 829568"/>
              <a:gd name="connsiteY134" fmla="*/ 570324 h 797705"/>
              <a:gd name="connsiteX135" fmla="*/ 503669 w 829568"/>
              <a:gd name="connsiteY135" fmla="*/ 574870 h 797705"/>
              <a:gd name="connsiteX136" fmla="*/ 505946 w 829568"/>
              <a:gd name="connsiteY136" fmla="*/ 577143 h 797705"/>
              <a:gd name="connsiteX137" fmla="*/ 505946 w 829568"/>
              <a:gd name="connsiteY137" fmla="*/ 579415 h 797705"/>
              <a:gd name="connsiteX138" fmla="*/ 505946 w 829568"/>
              <a:gd name="connsiteY138" fmla="*/ 581688 h 797705"/>
              <a:gd name="connsiteX139" fmla="*/ 496839 w 829568"/>
              <a:gd name="connsiteY139" fmla="*/ 590779 h 797705"/>
              <a:gd name="connsiteX140" fmla="*/ 496839 w 829568"/>
              <a:gd name="connsiteY140" fmla="*/ 595324 h 797705"/>
              <a:gd name="connsiteX141" fmla="*/ 501392 w 829568"/>
              <a:gd name="connsiteY141" fmla="*/ 599870 h 797705"/>
              <a:gd name="connsiteX142" fmla="*/ 510500 w 829568"/>
              <a:gd name="connsiteY142" fmla="*/ 608960 h 797705"/>
              <a:gd name="connsiteX143" fmla="*/ 508223 w 829568"/>
              <a:gd name="connsiteY143" fmla="*/ 613506 h 797705"/>
              <a:gd name="connsiteX144" fmla="*/ 508223 w 829568"/>
              <a:gd name="connsiteY144" fmla="*/ 618051 h 797705"/>
              <a:gd name="connsiteX145" fmla="*/ 490008 w 829568"/>
              <a:gd name="connsiteY145" fmla="*/ 640778 h 797705"/>
              <a:gd name="connsiteX146" fmla="*/ 464962 w 829568"/>
              <a:gd name="connsiteY146" fmla="*/ 631687 h 797705"/>
              <a:gd name="connsiteX147" fmla="*/ 451300 w 829568"/>
              <a:gd name="connsiteY147" fmla="*/ 624869 h 797705"/>
              <a:gd name="connsiteX148" fmla="*/ 423977 w 829568"/>
              <a:gd name="connsiteY148" fmla="*/ 638506 h 797705"/>
              <a:gd name="connsiteX149" fmla="*/ 414870 w 829568"/>
              <a:gd name="connsiteY149" fmla="*/ 643051 h 797705"/>
              <a:gd name="connsiteX150" fmla="*/ 398931 w 829568"/>
              <a:gd name="connsiteY150" fmla="*/ 645324 h 797705"/>
              <a:gd name="connsiteX151" fmla="*/ 394378 w 829568"/>
              <a:gd name="connsiteY151" fmla="*/ 652142 h 797705"/>
              <a:gd name="connsiteX152" fmla="*/ 373885 w 829568"/>
              <a:gd name="connsiteY152" fmla="*/ 654415 h 797705"/>
              <a:gd name="connsiteX153" fmla="*/ 353393 w 829568"/>
              <a:gd name="connsiteY153" fmla="*/ 661233 h 797705"/>
              <a:gd name="connsiteX154" fmla="*/ 344285 w 829568"/>
              <a:gd name="connsiteY154" fmla="*/ 683960 h 797705"/>
              <a:gd name="connsiteX155" fmla="*/ 346559 w 829568"/>
              <a:gd name="connsiteY155" fmla="*/ 695305 h 797705"/>
              <a:gd name="connsiteX156" fmla="*/ 346890 w 829568"/>
              <a:gd name="connsiteY156" fmla="*/ 695371 h 797705"/>
              <a:gd name="connsiteX157" fmla="*/ 349169 w 829568"/>
              <a:gd name="connsiteY157" fmla="*/ 697639 h 797705"/>
              <a:gd name="connsiteX158" fmla="*/ 349169 w 829568"/>
              <a:gd name="connsiteY158" fmla="*/ 708981 h 797705"/>
              <a:gd name="connsiteX159" fmla="*/ 349169 w 829568"/>
              <a:gd name="connsiteY159" fmla="*/ 713518 h 797705"/>
              <a:gd name="connsiteX160" fmla="*/ 346890 w 829568"/>
              <a:gd name="connsiteY160" fmla="*/ 724861 h 797705"/>
              <a:gd name="connsiteX161" fmla="*/ 340053 w 829568"/>
              <a:gd name="connsiteY161" fmla="*/ 722592 h 797705"/>
              <a:gd name="connsiteX162" fmla="*/ 317264 w 829568"/>
              <a:gd name="connsiteY162" fmla="*/ 720324 h 797705"/>
              <a:gd name="connsiteX163" fmla="*/ 312706 w 829568"/>
              <a:gd name="connsiteY163" fmla="*/ 718055 h 797705"/>
              <a:gd name="connsiteX164" fmla="*/ 303590 w 829568"/>
              <a:gd name="connsiteY164" fmla="*/ 724861 h 797705"/>
              <a:gd name="connsiteX165" fmla="*/ 294474 w 829568"/>
              <a:gd name="connsiteY165" fmla="*/ 731666 h 797705"/>
              <a:gd name="connsiteX166" fmla="*/ 289916 w 829568"/>
              <a:gd name="connsiteY166" fmla="*/ 738471 h 797705"/>
              <a:gd name="connsiteX167" fmla="*/ 289916 w 829568"/>
              <a:gd name="connsiteY167" fmla="*/ 752082 h 797705"/>
              <a:gd name="connsiteX168" fmla="*/ 280800 w 829568"/>
              <a:gd name="connsiteY168" fmla="*/ 740740 h 797705"/>
              <a:gd name="connsiteX169" fmla="*/ 278521 w 829568"/>
              <a:gd name="connsiteY169" fmla="*/ 738471 h 797705"/>
              <a:gd name="connsiteX170" fmla="*/ 278521 w 829568"/>
              <a:gd name="connsiteY170" fmla="*/ 743008 h 797705"/>
              <a:gd name="connsiteX171" fmla="*/ 276242 w 829568"/>
              <a:gd name="connsiteY171" fmla="*/ 749814 h 797705"/>
              <a:gd name="connsiteX172" fmla="*/ 269405 w 829568"/>
              <a:gd name="connsiteY172" fmla="*/ 761156 h 797705"/>
              <a:gd name="connsiteX173" fmla="*/ 232942 w 829568"/>
              <a:gd name="connsiteY173" fmla="*/ 749814 h 797705"/>
              <a:gd name="connsiteX174" fmla="*/ 230663 w 829568"/>
              <a:gd name="connsiteY174" fmla="*/ 754351 h 797705"/>
              <a:gd name="connsiteX175" fmla="*/ 203316 w 829568"/>
              <a:gd name="connsiteY175" fmla="*/ 754351 h 797705"/>
              <a:gd name="connsiteX176" fmla="*/ 180526 w 829568"/>
              <a:gd name="connsiteY176" fmla="*/ 761156 h 797705"/>
              <a:gd name="connsiteX177" fmla="*/ 169131 w 829568"/>
              <a:gd name="connsiteY177" fmla="*/ 767961 h 797705"/>
              <a:gd name="connsiteX178" fmla="*/ 157736 w 829568"/>
              <a:gd name="connsiteY178" fmla="*/ 783841 h 797705"/>
              <a:gd name="connsiteX179" fmla="*/ 137226 w 829568"/>
              <a:gd name="connsiteY179" fmla="*/ 797451 h 797705"/>
              <a:gd name="connsiteX180" fmla="*/ 128110 w 829568"/>
              <a:gd name="connsiteY180" fmla="*/ 786109 h 797705"/>
              <a:gd name="connsiteX181" fmla="*/ 121273 w 829568"/>
              <a:gd name="connsiteY181" fmla="*/ 792914 h 797705"/>
              <a:gd name="connsiteX182" fmla="*/ 93925 w 829568"/>
              <a:gd name="connsiteY182" fmla="*/ 790646 h 797705"/>
              <a:gd name="connsiteX183" fmla="*/ 68857 w 829568"/>
              <a:gd name="connsiteY183" fmla="*/ 790646 h 797705"/>
              <a:gd name="connsiteX184" fmla="*/ 57462 w 829568"/>
              <a:gd name="connsiteY184" fmla="*/ 792914 h 797705"/>
              <a:gd name="connsiteX185" fmla="*/ 46067 w 829568"/>
              <a:gd name="connsiteY185" fmla="*/ 788377 h 797705"/>
              <a:gd name="connsiteX186" fmla="*/ 25556 w 829568"/>
              <a:gd name="connsiteY186" fmla="*/ 786109 h 797705"/>
              <a:gd name="connsiteX187" fmla="*/ 25556 w 829568"/>
              <a:gd name="connsiteY187" fmla="*/ 783841 h 797705"/>
              <a:gd name="connsiteX188" fmla="*/ 27835 w 829568"/>
              <a:gd name="connsiteY188" fmla="*/ 777035 h 797705"/>
              <a:gd name="connsiteX189" fmla="*/ 25556 w 829568"/>
              <a:gd name="connsiteY189" fmla="*/ 774767 h 797705"/>
              <a:gd name="connsiteX190" fmla="*/ 43788 w 829568"/>
              <a:gd name="connsiteY190" fmla="*/ 770230 h 797705"/>
              <a:gd name="connsiteX191" fmla="*/ 48346 w 829568"/>
              <a:gd name="connsiteY191" fmla="*/ 699908 h 797705"/>
              <a:gd name="connsiteX192" fmla="*/ 5046 w 829568"/>
              <a:gd name="connsiteY192" fmla="*/ 670418 h 797705"/>
              <a:gd name="connsiteX193" fmla="*/ 30114 w 829568"/>
              <a:gd name="connsiteY193" fmla="*/ 615975 h 797705"/>
              <a:gd name="connsiteX194" fmla="*/ 41509 w 829568"/>
              <a:gd name="connsiteY194" fmla="*/ 600095 h 797705"/>
              <a:gd name="connsiteX195" fmla="*/ 34672 w 829568"/>
              <a:gd name="connsiteY195" fmla="*/ 581948 h 797705"/>
              <a:gd name="connsiteX196" fmla="*/ 41509 w 829568"/>
              <a:gd name="connsiteY196" fmla="*/ 554726 h 797705"/>
              <a:gd name="connsiteX197" fmla="*/ 16441 w 829568"/>
              <a:gd name="connsiteY197" fmla="*/ 543384 h 797705"/>
              <a:gd name="connsiteX198" fmla="*/ 34672 w 829568"/>
              <a:gd name="connsiteY198" fmla="*/ 541115 h 797705"/>
              <a:gd name="connsiteX199" fmla="*/ 41498 w 829568"/>
              <a:gd name="connsiteY199" fmla="*/ 541115 h 797705"/>
              <a:gd name="connsiteX200" fmla="*/ 39341 w 829568"/>
              <a:gd name="connsiteY200" fmla="*/ 528176 h 797705"/>
              <a:gd name="connsiteX201" fmla="*/ 86966 w 829568"/>
              <a:gd name="connsiteY201" fmla="*/ 494839 h 797705"/>
              <a:gd name="connsiteX202" fmla="*/ 65409 w 829568"/>
              <a:gd name="connsiteY202" fmla="*/ 464300 h 797705"/>
              <a:gd name="connsiteX203" fmla="*/ 62429 w 829568"/>
              <a:gd name="connsiteY203" fmla="*/ 465726 h 797705"/>
              <a:gd name="connsiteX204" fmla="*/ 62429 w 829568"/>
              <a:gd name="connsiteY204" fmla="*/ 467991 h 797705"/>
              <a:gd name="connsiteX205" fmla="*/ 57874 w 829568"/>
              <a:gd name="connsiteY205" fmla="*/ 470256 h 797705"/>
              <a:gd name="connsiteX206" fmla="*/ 48763 w 829568"/>
              <a:gd name="connsiteY206" fmla="*/ 472522 h 797705"/>
              <a:gd name="connsiteX207" fmla="*/ 35096 w 829568"/>
              <a:gd name="connsiteY207" fmla="*/ 467991 h 797705"/>
              <a:gd name="connsiteX208" fmla="*/ 32818 w 829568"/>
              <a:gd name="connsiteY208" fmla="*/ 449871 h 797705"/>
              <a:gd name="connsiteX209" fmla="*/ 55596 w 829568"/>
              <a:gd name="connsiteY209" fmla="*/ 418160 h 797705"/>
              <a:gd name="connsiteX210" fmla="*/ 55596 w 829568"/>
              <a:gd name="connsiteY210" fmla="*/ 404569 h 797705"/>
              <a:gd name="connsiteX211" fmla="*/ 48763 w 829568"/>
              <a:gd name="connsiteY211" fmla="*/ 372858 h 797705"/>
              <a:gd name="connsiteX212" fmla="*/ 41929 w 829568"/>
              <a:gd name="connsiteY212" fmla="*/ 354737 h 797705"/>
              <a:gd name="connsiteX213" fmla="*/ 41929 w 829568"/>
              <a:gd name="connsiteY213" fmla="*/ 320761 h 797705"/>
              <a:gd name="connsiteX214" fmla="*/ 41929 w 829568"/>
              <a:gd name="connsiteY214" fmla="*/ 300375 h 797705"/>
              <a:gd name="connsiteX215" fmla="*/ 44207 w 829568"/>
              <a:gd name="connsiteY215" fmla="*/ 302640 h 797705"/>
              <a:gd name="connsiteX216" fmla="*/ 57934 w 829568"/>
              <a:gd name="connsiteY216" fmla="*/ 312196 h 797705"/>
              <a:gd name="connsiteX217" fmla="*/ 58242 w 829568"/>
              <a:gd name="connsiteY217" fmla="*/ 311394 h 797705"/>
              <a:gd name="connsiteX218" fmla="*/ 56256 w 829568"/>
              <a:gd name="connsiteY218" fmla="*/ 310012 h 797705"/>
              <a:gd name="connsiteX219" fmla="*/ 44300 w 829568"/>
              <a:gd name="connsiteY219" fmla="*/ 302367 h 797705"/>
              <a:gd name="connsiteX220" fmla="*/ 42022 w 829568"/>
              <a:gd name="connsiteY220" fmla="*/ 300102 h 797705"/>
              <a:gd name="connsiteX221" fmla="*/ 44300 w 829568"/>
              <a:gd name="connsiteY221" fmla="*/ 291042 h 797705"/>
              <a:gd name="connsiteX222" fmla="*/ 78462 w 829568"/>
              <a:gd name="connsiteY222" fmla="*/ 259331 h 797705"/>
              <a:gd name="connsiteX223" fmla="*/ 92126 w 829568"/>
              <a:gd name="connsiteY223" fmla="*/ 232149 h 797705"/>
              <a:gd name="connsiteX224" fmla="*/ 114901 w 829568"/>
              <a:gd name="connsiteY224" fmla="*/ 211764 h 797705"/>
              <a:gd name="connsiteX225" fmla="*/ 108638 w 829568"/>
              <a:gd name="connsiteY225" fmla="*/ 204968 h 797705"/>
              <a:gd name="connsiteX226" fmla="*/ 92261 w 829568"/>
              <a:gd name="connsiteY226" fmla="*/ 198228 h 797705"/>
              <a:gd name="connsiteX227" fmla="*/ 91806 w 829568"/>
              <a:gd name="connsiteY227" fmla="*/ 198355 h 797705"/>
              <a:gd name="connsiteX228" fmla="*/ 84968 w 829568"/>
              <a:gd name="connsiteY228" fmla="*/ 193807 h 797705"/>
              <a:gd name="connsiteX229" fmla="*/ 94086 w 829568"/>
              <a:gd name="connsiteY229" fmla="*/ 155145 h 797705"/>
              <a:gd name="connsiteX230" fmla="*/ 135114 w 829568"/>
              <a:gd name="connsiteY230" fmla="*/ 127854 h 797705"/>
              <a:gd name="connsiteX231" fmla="*/ 160186 w 829568"/>
              <a:gd name="connsiteY231" fmla="*/ 134677 h 797705"/>
              <a:gd name="connsiteX232" fmla="*/ 160186 w 829568"/>
              <a:gd name="connsiteY232" fmla="*/ 109660 h 797705"/>
              <a:gd name="connsiteX233" fmla="*/ 187538 w 829568"/>
              <a:gd name="connsiteY233" fmla="*/ 82369 h 797705"/>
              <a:gd name="connsiteX234" fmla="*/ 187538 w 829568"/>
              <a:gd name="connsiteY234" fmla="*/ 48256 h 797705"/>
              <a:gd name="connsiteX235" fmla="*/ 190103 w 829568"/>
              <a:gd name="connsiteY235"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4024 w 829568"/>
              <a:gd name="connsiteY37" fmla="*/ 255045 h 797705"/>
              <a:gd name="connsiteX38" fmla="*/ 563684 w 829568"/>
              <a:gd name="connsiteY38" fmla="*/ 246583 h 797705"/>
              <a:gd name="connsiteX39" fmla="*/ 570440 w 829568"/>
              <a:gd name="connsiteY39" fmla="*/ 254988 h 797705"/>
              <a:gd name="connsiteX40" fmla="*/ 570445 w 829568"/>
              <a:gd name="connsiteY40" fmla="*/ 254942 h 797705"/>
              <a:gd name="connsiteX41" fmla="*/ 574113 w 829568"/>
              <a:gd name="connsiteY41" fmla="*/ 256872 h 797705"/>
              <a:gd name="connsiteX42" fmla="*/ 567290 w 829568"/>
              <a:gd name="connsiteY42" fmla="*/ 250109 h 797705"/>
              <a:gd name="connsiteX43" fmla="*/ 563684 w 829568"/>
              <a:gd name="connsiteY43" fmla="*/ 246583 h 797705"/>
              <a:gd name="connsiteX44" fmla="*/ 563632 w 829568"/>
              <a:gd name="connsiteY44" fmla="*/ 245962 h 797705"/>
              <a:gd name="connsiteX45" fmla="*/ 574458 w 829568"/>
              <a:gd name="connsiteY45" fmla="*/ 256788 h 797705"/>
              <a:gd name="connsiteX46" fmla="*/ 583230 w 829568"/>
              <a:gd name="connsiteY46" fmla="*/ 254659 h 797705"/>
              <a:gd name="connsiteX47" fmla="*/ 595448 w 829568"/>
              <a:gd name="connsiteY47" fmla="*/ 250406 h 797705"/>
              <a:gd name="connsiteX48" fmla="*/ 624997 w 829568"/>
              <a:gd name="connsiteY48" fmla="*/ 282159 h 797705"/>
              <a:gd name="connsiteX49" fmla="*/ 637214 w 829568"/>
              <a:gd name="connsiteY49" fmla="*/ 311928 h 797705"/>
              <a:gd name="connsiteX50" fmla="*/ 636731 w 829568"/>
              <a:gd name="connsiteY50" fmla="*/ 319061 h 797705"/>
              <a:gd name="connsiteX51" fmla="*/ 652790 w 829568"/>
              <a:gd name="connsiteY51" fmla="*/ 335120 h 797705"/>
              <a:gd name="connsiteX52" fmla="*/ 638758 w 829568"/>
              <a:gd name="connsiteY52" fmla="*/ 321150 h 797705"/>
              <a:gd name="connsiteX53" fmla="*/ 636727 w 829568"/>
              <a:gd name="connsiteY53" fmla="*/ 319129 h 797705"/>
              <a:gd name="connsiteX54" fmla="*/ 636185 w 829568"/>
              <a:gd name="connsiteY54" fmla="*/ 327131 h 797705"/>
              <a:gd name="connsiteX55" fmla="*/ 640908 w 829568"/>
              <a:gd name="connsiteY55" fmla="*/ 343397 h 797705"/>
              <a:gd name="connsiteX56" fmla="*/ 656819 w 829568"/>
              <a:gd name="connsiteY56" fmla="*/ 329788 h 797705"/>
              <a:gd name="connsiteX57" fmla="*/ 672730 w 829568"/>
              <a:gd name="connsiteY57" fmla="*/ 347933 h 797705"/>
              <a:gd name="connsiteX58" fmla="*/ 679549 w 829568"/>
              <a:gd name="connsiteY58" fmla="*/ 366077 h 797705"/>
              <a:gd name="connsiteX59" fmla="*/ 686368 w 829568"/>
              <a:gd name="connsiteY59" fmla="*/ 418243 h 797705"/>
              <a:gd name="connsiteX60" fmla="*/ 736375 w 829568"/>
              <a:gd name="connsiteY60" fmla="*/ 413707 h 797705"/>
              <a:gd name="connsiteX61" fmla="*/ 756832 w 829568"/>
              <a:gd name="connsiteY61" fmla="*/ 420511 h 797705"/>
              <a:gd name="connsiteX62" fmla="*/ 765924 w 829568"/>
              <a:gd name="connsiteY62" fmla="*/ 406903 h 797705"/>
              <a:gd name="connsiteX63" fmla="*/ 829568 w 829568"/>
              <a:gd name="connsiteY63" fmla="*/ 397830 h 797705"/>
              <a:gd name="connsiteX64" fmla="*/ 829568 w 829568"/>
              <a:gd name="connsiteY64" fmla="*/ 413707 h 797705"/>
              <a:gd name="connsiteX65" fmla="*/ 827295 w 829568"/>
              <a:gd name="connsiteY65" fmla="*/ 422779 h 797705"/>
              <a:gd name="connsiteX66" fmla="*/ 822749 w 829568"/>
              <a:gd name="connsiteY66" fmla="*/ 427315 h 797705"/>
              <a:gd name="connsiteX67" fmla="*/ 815930 w 829568"/>
              <a:gd name="connsiteY67" fmla="*/ 427315 h 797705"/>
              <a:gd name="connsiteX68" fmla="*/ 809111 w 829568"/>
              <a:gd name="connsiteY68" fmla="*/ 443192 h 797705"/>
              <a:gd name="connsiteX69" fmla="*/ 802292 w 829568"/>
              <a:gd name="connsiteY69" fmla="*/ 452264 h 797705"/>
              <a:gd name="connsiteX70" fmla="*/ 800019 w 829568"/>
              <a:gd name="connsiteY70" fmla="*/ 459068 h 797705"/>
              <a:gd name="connsiteX71" fmla="*/ 800019 w 829568"/>
              <a:gd name="connsiteY71" fmla="*/ 470408 h 797705"/>
              <a:gd name="connsiteX72" fmla="*/ 800019 w 829568"/>
              <a:gd name="connsiteY72" fmla="*/ 481749 h 797705"/>
              <a:gd name="connsiteX73" fmla="*/ 784108 w 829568"/>
              <a:gd name="connsiteY73" fmla="*/ 477212 h 797705"/>
              <a:gd name="connsiteX74" fmla="*/ 777289 w 829568"/>
              <a:gd name="connsiteY74" fmla="*/ 477212 h 797705"/>
              <a:gd name="connsiteX75" fmla="*/ 770470 w 829568"/>
              <a:gd name="connsiteY75" fmla="*/ 481749 h 797705"/>
              <a:gd name="connsiteX76" fmla="*/ 768197 w 829568"/>
              <a:gd name="connsiteY76" fmla="*/ 488553 h 797705"/>
              <a:gd name="connsiteX77" fmla="*/ 750013 w 829568"/>
              <a:gd name="connsiteY77" fmla="*/ 497625 h 797705"/>
              <a:gd name="connsiteX78" fmla="*/ 745467 w 829568"/>
              <a:gd name="connsiteY78" fmla="*/ 490821 h 797705"/>
              <a:gd name="connsiteX79" fmla="*/ 740921 w 829568"/>
              <a:gd name="connsiteY79" fmla="*/ 493089 h 797705"/>
              <a:gd name="connsiteX80" fmla="*/ 738648 w 829568"/>
              <a:gd name="connsiteY80" fmla="*/ 499893 h 797705"/>
              <a:gd name="connsiteX81" fmla="*/ 738648 w 829568"/>
              <a:gd name="connsiteY81" fmla="*/ 502161 h 797705"/>
              <a:gd name="connsiteX82" fmla="*/ 725010 w 829568"/>
              <a:gd name="connsiteY82" fmla="*/ 504429 h 797705"/>
              <a:gd name="connsiteX83" fmla="*/ 715918 w 829568"/>
              <a:gd name="connsiteY83" fmla="*/ 508965 h 797705"/>
              <a:gd name="connsiteX84" fmla="*/ 715918 w 829568"/>
              <a:gd name="connsiteY84" fmla="*/ 520306 h 797705"/>
              <a:gd name="connsiteX85" fmla="*/ 713645 w 829568"/>
              <a:gd name="connsiteY85" fmla="*/ 522574 h 797705"/>
              <a:gd name="connsiteX86" fmla="*/ 693188 w 829568"/>
              <a:gd name="connsiteY86" fmla="*/ 527110 h 797705"/>
              <a:gd name="connsiteX87" fmla="*/ 677276 w 829568"/>
              <a:gd name="connsiteY87" fmla="*/ 531646 h 797705"/>
              <a:gd name="connsiteX88" fmla="*/ 668184 w 829568"/>
              <a:gd name="connsiteY88" fmla="*/ 527110 h 797705"/>
              <a:gd name="connsiteX89" fmla="*/ 665911 w 829568"/>
              <a:gd name="connsiteY89" fmla="*/ 529378 h 797705"/>
              <a:gd name="connsiteX90" fmla="*/ 665911 w 829568"/>
              <a:gd name="connsiteY90" fmla="*/ 538450 h 797705"/>
              <a:gd name="connsiteX91" fmla="*/ 659092 w 829568"/>
              <a:gd name="connsiteY91" fmla="*/ 540718 h 797705"/>
              <a:gd name="connsiteX92" fmla="*/ 659092 w 829568"/>
              <a:gd name="connsiteY92" fmla="*/ 545254 h 797705"/>
              <a:gd name="connsiteX93" fmla="*/ 659092 w 829568"/>
              <a:gd name="connsiteY93" fmla="*/ 556595 h 797705"/>
              <a:gd name="connsiteX94" fmla="*/ 656819 w 829568"/>
              <a:gd name="connsiteY94" fmla="*/ 561131 h 797705"/>
              <a:gd name="connsiteX95" fmla="*/ 652273 w 829568"/>
              <a:gd name="connsiteY95" fmla="*/ 561131 h 797705"/>
              <a:gd name="connsiteX96" fmla="*/ 650000 w 829568"/>
              <a:gd name="connsiteY96" fmla="*/ 561131 h 797705"/>
              <a:gd name="connsiteX97" fmla="*/ 618178 w 829568"/>
              <a:gd name="connsiteY97" fmla="*/ 552058 h 797705"/>
              <a:gd name="connsiteX98" fmla="*/ 618178 w 829568"/>
              <a:gd name="connsiteY98" fmla="*/ 549790 h 797705"/>
              <a:gd name="connsiteX99" fmla="*/ 609086 w 829568"/>
              <a:gd name="connsiteY99" fmla="*/ 542986 h 797705"/>
              <a:gd name="connsiteX100" fmla="*/ 599994 w 829568"/>
              <a:gd name="connsiteY100" fmla="*/ 547522 h 797705"/>
              <a:gd name="connsiteX101" fmla="*/ 590902 w 829568"/>
              <a:gd name="connsiteY101" fmla="*/ 554327 h 797705"/>
              <a:gd name="connsiteX102" fmla="*/ 579537 w 829568"/>
              <a:gd name="connsiteY102" fmla="*/ 563399 h 797705"/>
              <a:gd name="connsiteX103" fmla="*/ 574991 w 829568"/>
              <a:gd name="connsiteY103" fmla="*/ 556595 h 797705"/>
              <a:gd name="connsiteX104" fmla="*/ 570445 w 829568"/>
              <a:gd name="connsiteY104" fmla="*/ 558863 h 797705"/>
              <a:gd name="connsiteX105" fmla="*/ 568172 w 829568"/>
              <a:gd name="connsiteY105" fmla="*/ 563399 h 797705"/>
              <a:gd name="connsiteX106" fmla="*/ 568172 w 829568"/>
              <a:gd name="connsiteY106" fmla="*/ 565667 h 797705"/>
              <a:gd name="connsiteX107" fmla="*/ 568172 w 829568"/>
              <a:gd name="connsiteY107" fmla="*/ 570203 h 797705"/>
              <a:gd name="connsiteX108" fmla="*/ 565899 w 829568"/>
              <a:gd name="connsiteY108" fmla="*/ 572471 h 797705"/>
              <a:gd name="connsiteX109" fmla="*/ 565899 w 829568"/>
              <a:gd name="connsiteY109" fmla="*/ 574739 h 797705"/>
              <a:gd name="connsiteX110" fmla="*/ 581810 w 829568"/>
              <a:gd name="connsiteY110" fmla="*/ 581543 h 797705"/>
              <a:gd name="connsiteX111" fmla="*/ 586356 w 829568"/>
              <a:gd name="connsiteY111" fmla="*/ 586079 h 797705"/>
              <a:gd name="connsiteX112" fmla="*/ 590902 w 829568"/>
              <a:gd name="connsiteY112" fmla="*/ 579275 h 797705"/>
              <a:gd name="connsiteX113" fmla="*/ 597721 w 829568"/>
              <a:gd name="connsiteY113" fmla="*/ 583811 h 797705"/>
              <a:gd name="connsiteX114" fmla="*/ 599994 w 829568"/>
              <a:gd name="connsiteY114" fmla="*/ 579275 h 797705"/>
              <a:gd name="connsiteX115" fmla="*/ 606813 w 829568"/>
              <a:gd name="connsiteY115" fmla="*/ 588347 h 797705"/>
              <a:gd name="connsiteX116" fmla="*/ 606813 w 829568"/>
              <a:gd name="connsiteY116" fmla="*/ 590616 h 797705"/>
              <a:gd name="connsiteX117" fmla="*/ 602267 w 829568"/>
              <a:gd name="connsiteY117" fmla="*/ 601956 h 797705"/>
              <a:gd name="connsiteX118" fmla="*/ 604540 w 829568"/>
              <a:gd name="connsiteY118" fmla="*/ 606492 h 797705"/>
              <a:gd name="connsiteX119" fmla="*/ 609086 w 829568"/>
              <a:gd name="connsiteY119" fmla="*/ 611028 h 797705"/>
              <a:gd name="connsiteX120" fmla="*/ 606813 w 829568"/>
              <a:gd name="connsiteY120" fmla="*/ 613296 h 797705"/>
              <a:gd name="connsiteX121" fmla="*/ 588629 w 829568"/>
              <a:gd name="connsiteY121" fmla="*/ 613296 h 797705"/>
              <a:gd name="connsiteX122" fmla="*/ 572718 w 829568"/>
              <a:gd name="connsiteY122" fmla="*/ 597420 h 797705"/>
              <a:gd name="connsiteX123" fmla="*/ 568172 w 829568"/>
              <a:gd name="connsiteY123" fmla="*/ 606492 h 797705"/>
              <a:gd name="connsiteX124" fmla="*/ 561353 w 829568"/>
              <a:gd name="connsiteY124" fmla="*/ 597420 h 797705"/>
              <a:gd name="connsiteX125" fmla="*/ 556807 w 829568"/>
              <a:gd name="connsiteY125" fmla="*/ 592884 h 797705"/>
              <a:gd name="connsiteX126" fmla="*/ 540896 w 829568"/>
              <a:gd name="connsiteY126" fmla="*/ 570203 h 797705"/>
              <a:gd name="connsiteX127" fmla="*/ 529530 w 829568"/>
              <a:gd name="connsiteY127" fmla="*/ 565667 h 797705"/>
              <a:gd name="connsiteX128" fmla="*/ 518165 w 829568"/>
              <a:gd name="connsiteY128" fmla="*/ 572471 h 797705"/>
              <a:gd name="connsiteX129" fmla="*/ 509073 w 829568"/>
              <a:gd name="connsiteY129" fmla="*/ 577007 h 797705"/>
              <a:gd name="connsiteX130" fmla="*/ 506800 w 829568"/>
              <a:gd name="connsiteY130" fmla="*/ 574739 h 797705"/>
              <a:gd name="connsiteX131" fmla="*/ 504527 w 829568"/>
              <a:gd name="connsiteY131" fmla="*/ 574739 h 797705"/>
              <a:gd name="connsiteX132" fmla="*/ 504527 w 829568"/>
              <a:gd name="connsiteY132" fmla="*/ 570324 h 797705"/>
              <a:gd name="connsiteX133" fmla="*/ 503669 w 829568"/>
              <a:gd name="connsiteY133" fmla="*/ 570324 h 797705"/>
              <a:gd name="connsiteX134" fmla="*/ 503669 w 829568"/>
              <a:gd name="connsiteY134" fmla="*/ 574870 h 797705"/>
              <a:gd name="connsiteX135" fmla="*/ 505946 w 829568"/>
              <a:gd name="connsiteY135" fmla="*/ 577143 h 797705"/>
              <a:gd name="connsiteX136" fmla="*/ 505946 w 829568"/>
              <a:gd name="connsiteY136" fmla="*/ 579415 h 797705"/>
              <a:gd name="connsiteX137" fmla="*/ 505946 w 829568"/>
              <a:gd name="connsiteY137" fmla="*/ 581688 h 797705"/>
              <a:gd name="connsiteX138" fmla="*/ 496839 w 829568"/>
              <a:gd name="connsiteY138" fmla="*/ 590779 h 797705"/>
              <a:gd name="connsiteX139" fmla="*/ 496839 w 829568"/>
              <a:gd name="connsiteY139" fmla="*/ 595324 h 797705"/>
              <a:gd name="connsiteX140" fmla="*/ 501392 w 829568"/>
              <a:gd name="connsiteY140" fmla="*/ 599870 h 797705"/>
              <a:gd name="connsiteX141" fmla="*/ 510500 w 829568"/>
              <a:gd name="connsiteY141" fmla="*/ 608960 h 797705"/>
              <a:gd name="connsiteX142" fmla="*/ 508223 w 829568"/>
              <a:gd name="connsiteY142" fmla="*/ 613506 h 797705"/>
              <a:gd name="connsiteX143" fmla="*/ 508223 w 829568"/>
              <a:gd name="connsiteY143" fmla="*/ 618051 h 797705"/>
              <a:gd name="connsiteX144" fmla="*/ 490008 w 829568"/>
              <a:gd name="connsiteY144" fmla="*/ 640778 h 797705"/>
              <a:gd name="connsiteX145" fmla="*/ 464962 w 829568"/>
              <a:gd name="connsiteY145" fmla="*/ 631687 h 797705"/>
              <a:gd name="connsiteX146" fmla="*/ 451300 w 829568"/>
              <a:gd name="connsiteY146" fmla="*/ 624869 h 797705"/>
              <a:gd name="connsiteX147" fmla="*/ 423977 w 829568"/>
              <a:gd name="connsiteY147" fmla="*/ 638506 h 797705"/>
              <a:gd name="connsiteX148" fmla="*/ 414870 w 829568"/>
              <a:gd name="connsiteY148" fmla="*/ 643051 h 797705"/>
              <a:gd name="connsiteX149" fmla="*/ 398931 w 829568"/>
              <a:gd name="connsiteY149" fmla="*/ 645324 h 797705"/>
              <a:gd name="connsiteX150" fmla="*/ 394378 w 829568"/>
              <a:gd name="connsiteY150" fmla="*/ 652142 h 797705"/>
              <a:gd name="connsiteX151" fmla="*/ 373885 w 829568"/>
              <a:gd name="connsiteY151" fmla="*/ 654415 h 797705"/>
              <a:gd name="connsiteX152" fmla="*/ 353393 w 829568"/>
              <a:gd name="connsiteY152" fmla="*/ 661233 h 797705"/>
              <a:gd name="connsiteX153" fmla="*/ 344285 w 829568"/>
              <a:gd name="connsiteY153" fmla="*/ 683960 h 797705"/>
              <a:gd name="connsiteX154" fmla="*/ 346559 w 829568"/>
              <a:gd name="connsiteY154" fmla="*/ 695305 h 797705"/>
              <a:gd name="connsiteX155" fmla="*/ 346890 w 829568"/>
              <a:gd name="connsiteY155" fmla="*/ 695371 h 797705"/>
              <a:gd name="connsiteX156" fmla="*/ 349169 w 829568"/>
              <a:gd name="connsiteY156" fmla="*/ 697639 h 797705"/>
              <a:gd name="connsiteX157" fmla="*/ 349169 w 829568"/>
              <a:gd name="connsiteY157" fmla="*/ 708981 h 797705"/>
              <a:gd name="connsiteX158" fmla="*/ 349169 w 829568"/>
              <a:gd name="connsiteY158" fmla="*/ 713518 h 797705"/>
              <a:gd name="connsiteX159" fmla="*/ 346890 w 829568"/>
              <a:gd name="connsiteY159" fmla="*/ 724861 h 797705"/>
              <a:gd name="connsiteX160" fmla="*/ 340053 w 829568"/>
              <a:gd name="connsiteY160" fmla="*/ 722592 h 797705"/>
              <a:gd name="connsiteX161" fmla="*/ 317264 w 829568"/>
              <a:gd name="connsiteY161" fmla="*/ 720324 h 797705"/>
              <a:gd name="connsiteX162" fmla="*/ 312706 w 829568"/>
              <a:gd name="connsiteY162" fmla="*/ 718055 h 797705"/>
              <a:gd name="connsiteX163" fmla="*/ 303590 w 829568"/>
              <a:gd name="connsiteY163" fmla="*/ 724861 h 797705"/>
              <a:gd name="connsiteX164" fmla="*/ 294474 w 829568"/>
              <a:gd name="connsiteY164" fmla="*/ 731666 h 797705"/>
              <a:gd name="connsiteX165" fmla="*/ 289916 w 829568"/>
              <a:gd name="connsiteY165" fmla="*/ 738471 h 797705"/>
              <a:gd name="connsiteX166" fmla="*/ 289916 w 829568"/>
              <a:gd name="connsiteY166" fmla="*/ 752082 h 797705"/>
              <a:gd name="connsiteX167" fmla="*/ 280800 w 829568"/>
              <a:gd name="connsiteY167" fmla="*/ 740740 h 797705"/>
              <a:gd name="connsiteX168" fmla="*/ 278521 w 829568"/>
              <a:gd name="connsiteY168" fmla="*/ 738471 h 797705"/>
              <a:gd name="connsiteX169" fmla="*/ 278521 w 829568"/>
              <a:gd name="connsiteY169" fmla="*/ 743008 h 797705"/>
              <a:gd name="connsiteX170" fmla="*/ 276242 w 829568"/>
              <a:gd name="connsiteY170" fmla="*/ 749814 h 797705"/>
              <a:gd name="connsiteX171" fmla="*/ 269405 w 829568"/>
              <a:gd name="connsiteY171" fmla="*/ 761156 h 797705"/>
              <a:gd name="connsiteX172" fmla="*/ 232942 w 829568"/>
              <a:gd name="connsiteY172" fmla="*/ 749814 h 797705"/>
              <a:gd name="connsiteX173" fmla="*/ 230663 w 829568"/>
              <a:gd name="connsiteY173" fmla="*/ 754351 h 797705"/>
              <a:gd name="connsiteX174" fmla="*/ 203316 w 829568"/>
              <a:gd name="connsiteY174" fmla="*/ 754351 h 797705"/>
              <a:gd name="connsiteX175" fmla="*/ 180526 w 829568"/>
              <a:gd name="connsiteY175" fmla="*/ 761156 h 797705"/>
              <a:gd name="connsiteX176" fmla="*/ 169131 w 829568"/>
              <a:gd name="connsiteY176" fmla="*/ 767961 h 797705"/>
              <a:gd name="connsiteX177" fmla="*/ 157736 w 829568"/>
              <a:gd name="connsiteY177" fmla="*/ 783841 h 797705"/>
              <a:gd name="connsiteX178" fmla="*/ 137226 w 829568"/>
              <a:gd name="connsiteY178" fmla="*/ 797451 h 797705"/>
              <a:gd name="connsiteX179" fmla="*/ 128110 w 829568"/>
              <a:gd name="connsiteY179" fmla="*/ 786109 h 797705"/>
              <a:gd name="connsiteX180" fmla="*/ 121273 w 829568"/>
              <a:gd name="connsiteY180" fmla="*/ 792914 h 797705"/>
              <a:gd name="connsiteX181" fmla="*/ 93925 w 829568"/>
              <a:gd name="connsiteY181" fmla="*/ 790646 h 797705"/>
              <a:gd name="connsiteX182" fmla="*/ 68857 w 829568"/>
              <a:gd name="connsiteY182" fmla="*/ 790646 h 797705"/>
              <a:gd name="connsiteX183" fmla="*/ 57462 w 829568"/>
              <a:gd name="connsiteY183" fmla="*/ 792914 h 797705"/>
              <a:gd name="connsiteX184" fmla="*/ 46067 w 829568"/>
              <a:gd name="connsiteY184" fmla="*/ 788377 h 797705"/>
              <a:gd name="connsiteX185" fmla="*/ 25556 w 829568"/>
              <a:gd name="connsiteY185" fmla="*/ 786109 h 797705"/>
              <a:gd name="connsiteX186" fmla="*/ 25556 w 829568"/>
              <a:gd name="connsiteY186" fmla="*/ 783841 h 797705"/>
              <a:gd name="connsiteX187" fmla="*/ 27835 w 829568"/>
              <a:gd name="connsiteY187" fmla="*/ 777035 h 797705"/>
              <a:gd name="connsiteX188" fmla="*/ 25556 w 829568"/>
              <a:gd name="connsiteY188" fmla="*/ 774767 h 797705"/>
              <a:gd name="connsiteX189" fmla="*/ 43788 w 829568"/>
              <a:gd name="connsiteY189" fmla="*/ 770230 h 797705"/>
              <a:gd name="connsiteX190" fmla="*/ 48346 w 829568"/>
              <a:gd name="connsiteY190" fmla="*/ 699908 h 797705"/>
              <a:gd name="connsiteX191" fmla="*/ 5046 w 829568"/>
              <a:gd name="connsiteY191" fmla="*/ 670418 h 797705"/>
              <a:gd name="connsiteX192" fmla="*/ 30114 w 829568"/>
              <a:gd name="connsiteY192" fmla="*/ 615975 h 797705"/>
              <a:gd name="connsiteX193" fmla="*/ 41509 w 829568"/>
              <a:gd name="connsiteY193" fmla="*/ 600095 h 797705"/>
              <a:gd name="connsiteX194" fmla="*/ 34672 w 829568"/>
              <a:gd name="connsiteY194" fmla="*/ 581948 h 797705"/>
              <a:gd name="connsiteX195" fmla="*/ 41509 w 829568"/>
              <a:gd name="connsiteY195" fmla="*/ 554726 h 797705"/>
              <a:gd name="connsiteX196" fmla="*/ 16441 w 829568"/>
              <a:gd name="connsiteY196" fmla="*/ 543384 h 797705"/>
              <a:gd name="connsiteX197" fmla="*/ 34672 w 829568"/>
              <a:gd name="connsiteY197" fmla="*/ 541115 h 797705"/>
              <a:gd name="connsiteX198" fmla="*/ 41498 w 829568"/>
              <a:gd name="connsiteY198" fmla="*/ 541115 h 797705"/>
              <a:gd name="connsiteX199" fmla="*/ 39341 w 829568"/>
              <a:gd name="connsiteY199" fmla="*/ 528176 h 797705"/>
              <a:gd name="connsiteX200" fmla="*/ 86966 w 829568"/>
              <a:gd name="connsiteY200" fmla="*/ 494839 h 797705"/>
              <a:gd name="connsiteX201" fmla="*/ 65409 w 829568"/>
              <a:gd name="connsiteY201" fmla="*/ 464300 h 797705"/>
              <a:gd name="connsiteX202" fmla="*/ 62429 w 829568"/>
              <a:gd name="connsiteY202" fmla="*/ 465726 h 797705"/>
              <a:gd name="connsiteX203" fmla="*/ 62429 w 829568"/>
              <a:gd name="connsiteY203" fmla="*/ 467991 h 797705"/>
              <a:gd name="connsiteX204" fmla="*/ 57874 w 829568"/>
              <a:gd name="connsiteY204" fmla="*/ 470256 h 797705"/>
              <a:gd name="connsiteX205" fmla="*/ 48763 w 829568"/>
              <a:gd name="connsiteY205" fmla="*/ 472522 h 797705"/>
              <a:gd name="connsiteX206" fmla="*/ 35096 w 829568"/>
              <a:gd name="connsiteY206" fmla="*/ 467991 h 797705"/>
              <a:gd name="connsiteX207" fmla="*/ 32818 w 829568"/>
              <a:gd name="connsiteY207" fmla="*/ 449871 h 797705"/>
              <a:gd name="connsiteX208" fmla="*/ 55596 w 829568"/>
              <a:gd name="connsiteY208" fmla="*/ 418160 h 797705"/>
              <a:gd name="connsiteX209" fmla="*/ 55596 w 829568"/>
              <a:gd name="connsiteY209" fmla="*/ 404569 h 797705"/>
              <a:gd name="connsiteX210" fmla="*/ 48763 w 829568"/>
              <a:gd name="connsiteY210" fmla="*/ 372858 h 797705"/>
              <a:gd name="connsiteX211" fmla="*/ 41929 w 829568"/>
              <a:gd name="connsiteY211" fmla="*/ 354737 h 797705"/>
              <a:gd name="connsiteX212" fmla="*/ 41929 w 829568"/>
              <a:gd name="connsiteY212" fmla="*/ 320761 h 797705"/>
              <a:gd name="connsiteX213" fmla="*/ 41929 w 829568"/>
              <a:gd name="connsiteY213" fmla="*/ 300375 h 797705"/>
              <a:gd name="connsiteX214" fmla="*/ 44207 w 829568"/>
              <a:gd name="connsiteY214" fmla="*/ 302640 h 797705"/>
              <a:gd name="connsiteX215" fmla="*/ 57934 w 829568"/>
              <a:gd name="connsiteY215" fmla="*/ 312196 h 797705"/>
              <a:gd name="connsiteX216" fmla="*/ 58242 w 829568"/>
              <a:gd name="connsiteY216" fmla="*/ 311394 h 797705"/>
              <a:gd name="connsiteX217" fmla="*/ 56256 w 829568"/>
              <a:gd name="connsiteY217" fmla="*/ 310012 h 797705"/>
              <a:gd name="connsiteX218" fmla="*/ 44300 w 829568"/>
              <a:gd name="connsiteY218" fmla="*/ 302367 h 797705"/>
              <a:gd name="connsiteX219" fmla="*/ 42022 w 829568"/>
              <a:gd name="connsiteY219" fmla="*/ 300102 h 797705"/>
              <a:gd name="connsiteX220" fmla="*/ 44300 w 829568"/>
              <a:gd name="connsiteY220" fmla="*/ 291042 h 797705"/>
              <a:gd name="connsiteX221" fmla="*/ 78462 w 829568"/>
              <a:gd name="connsiteY221" fmla="*/ 259331 h 797705"/>
              <a:gd name="connsiteX222" fmla="*/ 92126 w 829568"/>
              <a:gd name="connsiteY222" fmla="*/ 232149 h 797705"/>
              <a:gd name="connsiteX223" fmla="*/ 114901 w 829568"/>
              <a:gd name="connsiteY223" fmla="*/ 211764 h 797705"/>
              <a:gd name="connsiteX224" fmla="*/ 108638 w 829568"/>
              <a:gd name="connsiteY224" fmla="*/ 204968 h 797705"/>
              <a:gd name="connsiteX225" fmla="*/ 92261 w 829568"/>
              <a:gd name="connsiteY225" fmla="*/ 198228 h 797705"/>
              <a:gd name="connsiteX226" fmla="*/ 91806 w 829568"/>
              <a:gd name="connsiteY226" fmla="*/ 198355 h 797705"/>
              <a:gd name="connsiteX227" fmla="*/ 84968 w 829568"/>
              <a:gd name="connsiteY227" fmla="*/ 193807 h 797705"/>
              <a:gd name="connsiteX228" fmla="*/ 94086 w 829568"/>
              <a:gd name="connsiteY228" fmla="*/ 155145 h 797705"/>
              <a:gd name="connsiteX229" fmla="*/ 135114 w 829568"/>
              <a:gd name="connsiteY229" fmla="*/ 127854 h 797705"/>
              <a:gd name="connsiteX230" fmla="*/ 160186 w 829568"/>
              <a:gd name="connsiteY230" fmla="*/ 134677 h 797705"/>
              <a:gd name="connsiteX231" fmla="*/ 160186 w 829568"/>
              <a:gd name="connsiteY231" fmla="*/ 109660 h 797705"/>
              <a:gd name="connsiteX232" fmla="*/ 187538 w 829568"/>
              <a:gd name="connsiteY232" fmla="*/ 82369 h 797705"/>
              <a:gd name="connsiteX233" fmla="*/ 187538 w 829568"/>
              <a:gd name="connsiteY233" fmla="*/ 48256 h 797705"/>
              <a:gd name="connsiteX234" fmla="*/ 190103 w 829568"/>
              <a:gd name="connsiteY234"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70418 w 829568"/>
              <a:gd name="connsiteY8" fmla="*/ 255212 h 797705"/>
              <a:gd name="connsiteX9" fmla="*/ 568829 w 829568"/>
              <a:gd name="connsiteY9" fmla="*/ 260444 h 797705"/>
              <a:gd name="connsiteX10" fmla="*/ 570418 w 829568"/>
              <a:gd name="connsiteY10" fmla="*/ 255212 h 797705"/>
              <a:gd name="connsiteX11" fmla="*/ 561350 w 829568"/>
              <a:gd name="connsiteY11" fmla="*/ 243680 h 797705"/>
              <a:gd name="connsiteX12" fmla="*/ 563631 w 829568"/>
              <a:gd name="connsiteY12" fmla="*/ 245950 h 797705"/>
              <a:gd name="connsiteX13" fmla="*/ 563632 w 829568"/>
              <a:gd name="connsiteY13" fmla="*/ 245962 h 797705"/>
              <a:gd name="connsiteX14" fmla="*/ 561350 w 829568"/>
              <a:gd name="connsiteY14" fmla="*/ 243680 h 797705"/>
              <a:gd name="connsiteX15" fmla="*/ 190103 w 829568"/>
              <a:gd name="connsiteY15" fmla="*/ 284 h 797705"/>
              <a:gd name="connsiteX16" fmla="*/ 208052 w 829568"/>
              <a:gd name="connsiteY16" fmla="*/ 7319 h 797705"/>
              <a:gd name="connsiteX17" fmla="*/ 244522 w 829568"/>
              <a:gd name="connsiteY17" fmla="*/ 16416 h 797705"/>
              <a:gd name="connsiteX18" fmla="*/ 269594 w 829568"/>
              <a:gd name="connsiteY18" fmla="*/ 36884 h 797705"/>
              <a:gd name="connsiteX19" fmla="*/ 303784 w 829568"/>
              <a:gd name="connsiteY19" fmla="*/ 59627 h 797705"/>
              <a:gd name="connsiteX20" fmla="*/ 317460 w 829568"/>
              <a:gd name="connsiteY20" fmla="*/ 89192 h 797705"/>
              <a:gd name="connsiteX21" fmla="*/ 353930 w 829568"/>
              <a:gd name="connsiteY21" fmla="*/ 73272 h 797705"/>
              <a:gd name="connsiteX22" fmla="*/ 399516 w 829568"/>
              <a:gd name="connsiteY22" fmla="*/ 82369 h 797705"/>
              <a:gd name="connsiteX23" fmla="*/ 417751 w 829568"/>
              <a:gd name="connsiteY23" fmla="*/ 77821 h 797705"/>
              <a:gd name="connsiteX24" fmla="*/ 438265 w 829568"/>
              <a:gd name="connsiteY24" fmla="*/ 64175 h 797705"/>
              <a:gd name="connsiteX25" fmla="*/ 472455 w 829568"/>
              <a:gd name="connsiteY25" fmla="*/ 73272 h 797705"/>
              <a:gd name="connsiteX26" fmla="*/ 486131 w 829568"/>
              <a:gd name="connsiteY26" fmla="*/ 82369 h 797705"/>
              <a:gd name="connsiteX27" fmla="*/ 490690 w 829568"/>
              <a:gd name="connsiteY27" fmla="*/ 132402 h 797705"/>
              <a:gd name="connsiteX28" fmla="*/ 495248 w 829568"/>
              <a:gd name="connsiteY28" fmla="*/ 196081 h 797705"/>
              <a:gd name="connsiteX29" fmla="*/ 495248 w 829568"/>
              <a:gd name="connsiteY29" fmla="*/ 214275 h 797705"/>
              <a:gd name="connsiteX30" fmla="*/ 495067 w 829568"/>
              <a:gd name="connsiteY30" fmla="*/ 214233 h 797705"/>
              <a:gd name="connsiteX31" fmla="*/ 497146 w 829568"/>
              <a:gd name="connsiteY31" fmla="*/ 220449 h 797705"/>
              <a:gd name="connsiteX32" fmla="*/ 508530 w 829568"/>
              <a:gd name="connsiteY32" fmla="*/ 224986 h 797705"/>
              <a:gd name="connsiteX33" fmla="*/ 524467 w 829568"/>
              <a:gd name="connsiteY33" fmla="*/ 238598 h 797705"/>
              <a:gd name="connsiteX34" fmla="*/ 556340 w 829568"/>
              <a:gd name="connsiteY34" fmla="*/ 234060 h 797705"/>
              <a:gd name="connsiteX35" fmla="*/ 560894 w 829568"/>
              <a:gd name="connsiteY35" fmla="*/ 243135 h 797705"/>
              <a:gd name="connsiteX36" fmla="*/ 563170 w 829568"/>
              <a:gd name="connsiteY36" fmla="*/ 247672 h 797705"/>
              <a:gd name="connsiteX37" fmla="*/ 563684 w 829568"/>
              <a:gd name="connsiteY37" fmla="*/ 246583 h 797705"/>
              <a:gd name="connsiteX38" fmla="*/ 570440 w 829568"/>
              <a:gd name="connsiteY38" fmla="*/ 254988 h 797705"/>
              <a:gd name="connsiteX39" fmla="*/ 570445 w 829568"/>
              <a:gd name="connsiteY39" fmla="*/ 254942 h 797705"/>
              <a:gd name="connsiteX40" fmla="*/ 574113 w 829568"/>
              <a:gd name="connsiteY40" fmla="*/ 256872 h 797705"/>
              <a:gd name="connsiteX41" fmla="*/ 567290 w 829568"/>
              <a:gd name="connsiteY41" fmla="*/ 250109 h 797705"/>
              <a:gd name="connsiteX42" fmla="*/ 563684 w 829568"/>
              <a:gd name="connsiteY42" fmla="*/ 246583 h 797705"/>
              <a:gd name="connsiteX43" fmla="*/ 563632 w 829568"/>
              <a:gd name="connsiteY43" fmla="*/ 245962 h 797705"/>
              <a:gd name="connsiteX44" fmla="*/ 574458 w 829568"/>
              <a:gd name="connsiteY44" fmla="*/ 256788 h 797705"/>
              <a:gd name="connsiteX45" fmla="*/ 583230 w 829568"/>
              <a:gd name="connsiteY45" fmla="*/ 254659 h 797705"/>
              <a:gd name="connsiteX46" fmla="*/ 595448 w 829568"/>
              <a:gd name="connsiteY46" fmla="*/ 250406 h 797705"/>
              <a:gd name="connsiteX47" fmla="*/ 624997 w 829568"/>
              <a:gd name="connsiteY47" fmla="*/ 282159 h 797705"/>
              <a:gd name="connsiteX48" fmla="*/ 637214 w 829568"/>
              <a:gd name="connsiteY48" fmla="*/ 311928 h 797705"/>
              <a:gd name="connsiteX49" fmla="*/ 636731 w 829568"/>
              <a:gd name="connsiteY49" fmla="*/ 319061 h 797705"/>
              <a:gd name="connsiteX50" fmla="*/ 652790 w 829568"/>
              <a:gd name="connsiteY50" fmla="*/ 335120 h 797705"/>
              <a:gd name="connsiteX51" fmla="*/ 638758 w 829568"/>
              <a:gd name="connsiteY51" fmla="*/ 321150 h 797705"/>
              <a:gd name="connsiteX52" fmla="*/ 636727 w 829568"/>
              <a:gd name="connsiteY52" fmla="*/ 319129 h 797705"/>
              <a:gd name="connsiteX53" fmla="*/ 636185 w 829568"/>
              <a:gd name="connsiteY53" fmla="*/ 327131 h 797705"/>
              <a:gd name="connsiteX54" fmla="*/ 640908 w 829568"/>
              <a:gd name="connsiteY54" fmla="*/ 343397 h 797705"/>
              <a:gd name="connsiteX55" fmla="*/ 656819 w 829568"/>
              <a:gd name="connsiteY55" fmla="*/ 329788 h 797705"/>
              <a:gd name="connsiteX56" fmla="*/ 672730 w 829568"/>
              <a:gd name="connsiteY56" fmla="*/ 347933 h 797705"/>
              <a:gd name="connsiteX57" fmla="*/ 679549 w 829568"/>
              <a:gd name="connsiteY57" fmla="*/ 366077 h 797705"/>
              <a:gd name="connsiteX58" fmla="*/ 686368 w 829568"/>
              <a:gd name="connsiteY58" fmla="*/ 418243 h 797705"/>
              <a:gd name="connsiteX59" fmla="*/ 736375 w 829568"/>
              <a:gd name="connsiteY59" fmla="*/ 413707 h 797705"/>
              <a:gd name="connsiteX60" fmla="*/ 756832 w 829568"/>
              <a:gd name="connsiteY60" fmla="*/ 420511 h 797705"/>
              <a:gd name="connsiteX61" fmla="*/ 765924 w 829568"/>
              <a:gd name="connsiteY61" fmla="*/ 406903 h 797705"/>
              <a:gd name="connsiteX62" fmla="*/ 829568 w 829568"/>
              <a:gd name="connsiteY62" fmla="*/ 397830 h 797705"/>
              <a:gd name="connsiteX63" fmla="*/ 829568 w 829568"/>
              <a:gd name="connsiteY63" fmla="*/ 413707 h 797705"/>
              <a:gd name="connsiteX64" fmla="*/ 827295 w 829568"/>
              <a:gd name="connsiteY64" fmla="*/ 422779 h 797705"/>
              <a:gd name="connsiteX65" fmla="*/ 822749 w 829568"/>
              <a:gd name="connsiteY65" fmla="*/ 427315 h 797705"/>
              <a:gd name="connsiteX66" fmla="*/ 815930 w 829568"/>
              <a:gd name="connsiteY66" fmla="*/ 427315 h 797705"/>
              <a:gd name="connsiteX67" fmla="*/ 809111 w 829568"/>
              <a:gd name="connsiteY67" fmla="*/ 443192 h 797705"/>
              <a:gd name="connsiteX68" fmla="*/ 802292 w 829568"/>
              <a:gd name="connsiteY68" fmla="*/ 452264 h 797705"/>
              <a:gd name="connsiteX69" fmla="*/ 800019 w 829568"/>
              <a:gd name="connsiteY69" fmla="*/ 459068 h 797705"/>
              <a:gd name="connsiteX70" fmla="*/ 800019 w 829568"/>
              <a:gd name="connsiteY70" fmla="*/ 470408 h 797705"/>
              <a:gd name="connsiteX71" fmla="*/ 800019 w 829568"/>
              <a:gd name="connsiteY71" fmla="*/ 481749 h 797705"/>
              <a:gd name="connsiteX72" fmla="*/ 784108 w 829568"/>
              <a:gd name="connsiteY72" fmla="*/ 477212 h 797705"/>
              <a:gd name="connsiteX73" fmla="*/ 777289 w 829568"/>
              <a:gd name="connsiteY73" fmla="*/ 477212 h 797705"/>
              <a:gd name="connsiteX74" fmla="*/ 770470 w 829568"/>
              <a:gd name="connsiteY74" fmla="*/ 481749 h 797705"/>
              <a:gd name="connsiteX75" fmla="*/ 768197 w 829568"/>
              <a:gd name="connsiteY75" fmla="*/ 488553 h 797705"/>
              <a:gd name="connsiteX76" fmla="*/ 750013 w 829568"/>
              <a:gd name="connsiteY76" fmla="*/ 497625 h 797705"/>
              <a:gd name="connsiteX77" fmla="*/ 745467 w 829568"/>
              <a:gd name="connsiteY77" fmla="*/ 490821 h 797705"/>
              <a:gd name="connsiteX78" fmla="*/ 740921 w 829568"/>
              <a:gd name="connsiteY78" fmla="*/ 493089 h 797705"/>
              <a:gd name="connsiteX79" fmla="*/ 738648 w 829568"/>
              <a:gd name="connsiteY79" fmla="*/ 499893 h 797705"/>
              <a:gd name="connsiteX80" fmla="*/ 738648 w 829568"/>
              <a:gd name="connsiteY80" fmla="*/ 502161 h 797705"/>
              <a:gd name="connsiteX81" fmla="*/ 725010 w 829568"/>
              <a:gd name="connsiteY81" fmla="*/ 504429 h 797705"/>
              <a:gd name="connsiteX82" fmla="*/ 715918 w 829568"/>
              <a:gd name="connsiteY82" fmla="*/ 508965 h 797705"/>
              <a:gd name="connsiteX83" fmla="*/ 715918 w 829568"/>
              <a:gd name="connsiteY83" fmla="*/ 520306 h 797705"/>
              <a:gd name="connsiteX84" fmla="*/ 713645 w 829568"/>
              <a:gd name="connsiteY84" fmla="*/ 522574 h 797705"/>
              <a:gd name="connsiteX85" fmla="*/ 693188 w 829568"/>
              <a:gd name="connsiteY85" fmla="*/ 527110 h 797705"/>
              <a:gd name="connsiteX86" fmla="*/ 677276 w 829568"/>
              <a:gd name="connsiteY86" fmla="*/ 531646 h 797705"/>
              <a:gd name="connsiteX87" fmla="*/ 668184 w 829568"/>
              <a:gd name="connsiteY87" fmla="*/ 527110 h 797705"/>
              <a:gd name="connsiteX88" fmla="*/ 665911 w 829568"/>
              <a:gd name="connsiteY88" fmla="*/ 529378 h 797705"/>
              <a:gd name="connsiteX89" fmla="*/ 665911 w 829568"/>
              <a:gd name="connsiteY89" fmla="*/ 538450 h 797705"/>
              <a:gd name="connsiteX90" fmla="*/ 659092 w 829568"/>
              <a:gd name="connsiteY90" fmla="*/ 540718 h 797705"/>
              <a:gd name="connsiteX91" fmla="*/ 659092 w 829568"/>
              <a:gd name="connsiteY91" fmla="*/ 545254 h 797705"/>
              <a:gd name="connsiteX92" fmla="*/ 659092 w 829568"/>
              <a:gd name="connsiteY92" fmla="*/ 556595 h 797705"/>
              <a:gd name="connsiteX93" fmla="*/ 656819 w 829568"/>
              <a:gd name="connsiteY93" fmla="*/ 561131 h 797705"/>
              <a:gd name="connsiteX94" fmla="*/ 652273 w 829568"/>
              <a:gd name="connsiteY94" fmla="*/ 561131 h 797705"/>
              <a:gd name="connsiteX95" fmla="*/ 650000 w 829568"/>
              <a:gd name="connsiteY95" fmla="*/ 561131 h 797705"/>
              <a:gd name="connsiteX96" fmla="*/ 618178 w 829568"/>
              <a:gd name="connsiteY96" fmla="*/ 552058 h 797705"/>
              <a:gd name="connsiteX97" fmla="*/ 618178 w 829568"/>
              <a:gd name="connsiteY97" fmla="*/ 549790 h 797705"/>
              <a:gd name="connsiteX98" fmla="*/ 609086 w 829568"/>
              <a:gd name="connsiteY98" fmla="*/ 542986 h 797705"/>
              <a:gd name="connsiteX99" fmla="*/ 599994 w 829568"/>
              <a:gd name="connsiteY99" fmla="*/ 547522 h 797705"/>
              <a:gd name="connsiteX100" fmla="*/ 590902 w 829568"/>
              <a:gd name="connsiteY100" fmla="*/ 554327 h 797705"/>
              <a:gd name="connsiteX101" fmla="*/ 579537 w 829568"/>
              <a:gd name="connsiteY101" fmla="*/ 563399 h 797705"/>
              <a:gd name="connsiteX102" fmla="*/ 574991 w 829568"/>
              <a:gd name="connsiteY102" fmla="*/ 556595 h 797705"/>
              <a:gd name="connsiteX103" fmla="*/ 570445 w 829568"/>
              <a:gd name="connsiteY103" fmla="*/ 558863 h 797705"/>
              <a:gd name="connsiteX104" fmla="*/ 568172 w 829568"/>
              <a:gd name="connsiteY104" fmla="*/ 563399 h 797705"/>
              <a:gd name="connsiteX105" fmla="*/ 568172 w 829568"/>
              <a:gd name="connsiteY105" fmla="*/ 565667 h 797705"/>
              <a:gd name="connsiteX106" fmla="*/ 568172 w 829568"/>
              <a:gd name="connsiteY106" fmla="*/ 570203 h 797705"/>
              <a:gd name="connsiteX107" fmla="*/ 565899 w 829568"/>
              <a:gd name="connsiteY107" fmla="*/ 572471 h 797705"/>
              <a:gd name="connsiteX108" fmla="*/ 565899 w 829568"/>
              <a:gd name="connsiteY108" fmla="*/ 574739 h 797705"/>
              <a:gd name="connsiteX109" fmla="*/ 581810 w 829568"/>
              <a:gd name="connsiteY109" fmla="*/ 581543 h 797705"/>
              <a:gd name="connsiteX110" fmla="*/ 586356 w 829568"/>
              <a:gd name="connsiteY110" fmla="*/ 586079 h 797705"/>
              <a:gd name="connsiteX111" fmla="*/ 590902 w 829568"/>
              <a:gd name="connsiteY111" fmla="*/ 579275 h 797705"/>
              <a:gd name="connsiteX112" fmla="*/ 597721 w 829568"/>
              <a:gd name="connsiteY112" fmla="*/ 583811 h 797705"/>
              <a:gd name="connsiteX113" fmla="*/ 599994 w 829568"/>
              <a:gd name="connsiteY113" fmla="*/ 579275 h 797705"/>
              <a:gd name="connsiteX114" fmla="*/ 606813 w 829568"/>
              <a:gd name="connsiteY114" fmla="*/ 588347 h 797705"/>
              <a:gd name="connsiteX115" fmla="*/ 606813 w 829568"/>
              <a:gd name="connsiteY115" fmla="*/ 590616 h 797705"/>
              <a:gd name="connsiteX116" fmla="*/ 602267 w 829568"/>
              <a:gd name="connsiteY116" fmla="*/ 601956 h 797705"/>
              <a:gd name="connsiteX117" fmla="*/ 604540 w 829568"/>
              <a:gd name="connsiteY117" fmla="*/ 606492 h 797705"/>
              <a:gd name="connsiteX118" fmla="*/ 609086 w 829568"/>
              <a:gd name="connsiteY118" fmla="*/ 611028 h 797705"/>
              <a:gd name="connsiteX119" fmla="*/ 606813 w 829568"/>
              <a:gd name="connsiteY119" fmla="*/ 613296 h 797705"/>
              <a:gd name="connsiteX120" fmla="*/ 588629 w 829568"/>
              <a:gd name="connsiteY120" fmla="*/ 613296 h 797705"/>
              <a:gd name="connsiteX121" fmla="*/ 572718 w 829568"/>
              <a:gd name="connsiteY121" fmla="*/ 597420 h 797705"/>
              <a:gd name="connsiteX122" fmla="*/ 568172 w 829568"/>
              <a:gd name="connsiteY122" fmla="*/ 606492 h 797705"/>
              <a:gd name="connsiteX123" fmla="*/ 561353 w 829568"/>
              <a:gd name="connsiteY123" fmla="*/ 597420 h 797705"/>
              <a:gd name="connsiteX124" fmla="*/ 556807 w 829568"/>
              <a:gd name="connsiteY124" fmla="*/ 592884 h 797705"/>
              <a:gd name="connsiteX125" fmla="*/ 540896 w 829568"/>
              <a:gd name="connsiteY125" fmla="*/ 570203 h 797705"/>
              <a:gd name="connsiteX126" fmla="*/ 529530 w 829568"/>
              <a:gd name="connsiteY126" fmla="*/ 565667 h 797705"/>
              <a:gd name="connsiteX127" fmla="*/ 518165 w 829568"/>
              <a:gd name="connsiteY127" fmla="*/ 572471 h 797705"/>
              <a:gd name="connsiteX128" fmla="*/ 509073 w 829568"/>
              <a:gd name="connsiteY128" fmla="*/ 577007 h 797705"/>
              <a:gd name="connsiteX129" fmla="*/ 506800 w 829568"/>
              <a:gd name="connsiteY129" fmla="*/ 574739 h 797705"/>
              <a:gd name="connsiteX130" fmla="*/ 504527 w 829568"/>
              <a:gd name="connsiteY130" fmla="*/ 574739 h 797705"/>
              <a:gd name="connsiteX131" fmla="*/ 504527 w 829568"/>
              <a:gd name="connsiteY131" fmla="*/ 570324 h 797705"/>
              <a:gd name="connsiteX132" fmla="*/ 503669 w 829568"/>
              <a:gd name="connsiteY132" fmla="*/ 570324 h 797705"/>
              <a:gd name="connsiteX133" fmla="*/ 503669 w 829568"/>
              <a:gd name="connsiteY133" fmla="*/ 574870 h 797705"/>
              <a:gd name="connsiteX134" fmla="*/ 505946 w 829568"/>
              <a:gd name="connsiteY134" fmla="*/ 577143 h 797705"/>
              <a:gd name="connsiteX135" fmla="*/ 505946 w 829568"/>
              <a:gd name="connsiteY135" fmla="*/ 579415 h 797705"/>
              <a:gd name="connsiteX136" fmla="*/ 505946 w 829568"/>
              <a:gd name="connsiteY136" fmla="*/ 581688 h 797705"/>
              <a:gd name="connsiteX137" fmla="*/ 496839 w 829568"/>
              <a:gd name="connsiteY137" fmla="*/ 590779 h 797705"/>
              <a:gd name="connsiteX138" fmla="*/ 496839 w 829568"/>
              <a:gd name="connsiteY138" fmla="*/ 595324 h 797705"/>
              <a:gd name="connsiteX139" fmla="*/ 501392 w 829568"/>
              <a:gd name="connsiteY139" fmla="*/ 599870 h 797705"/>
              <a:gd name="connsiteX140" fmla="*/ 510500 w 829568"/>
              <a:gd name="connsiteY140" fmla="*/ 608960 h 797705"/>
              <a:gd name="connsiteX141" fmla="*/ 508223 w 829568"/>
              <a:gd name="connsiteY141" fmla="*/ 613506 h 797705"/>
              <a:gd name="connsiteX142" fmla="*/ 508223 w 829568"/>
              <a:gd name="connsiteY142" fmla="*/ 618051 h 797705"/>
              <a:gd name="connsiteX143" fmla="*/ 490008 w 829568"/>
              <a:gd name="connsiteY143" fmla="*/ 640778 h 797705"/>
              <a:gd name="connsiteX144" fmla="*/ 464962 w 829568"/>
              <a:gd name="connsiteY144" fmla="*/ 631687 h 797705"/>
              <a:gd name="connsiteX145" fmla="*/ 451300 w 829568"/>
              <a:gd name="connsiteY145" fmla="*/ 624869 h 797705"/>
              <a:gd name="connsiteX146" fmla="*/ 423977 w 829568"/>
              <a:gd name="connsiteY146" fmla="*/ 638506 h 797705"/>
              <a:gd name="connsiteX147" fmla="*/ 414870 w 829568"/>
              <a:gd name="connsiteY147" fmla="*/ 643051 h 797705"/>
              <a:gd name="connsiteX148" fmla="*/ 398931 w 829568"/>
              <a:gd name="connsiteY148" fmla="*/ 645324 h 797705"/>
              <a:gd name="connsiteX149" fmla="*/ 394378 w 829568"/>
              <a:gd name="connsiteY149" fmla="*/ 652142 h 797705"/>
              <a:gd name="connsiteX150" fmla="*/ 373885 w 829568"/>
              <a:gd name="connsiteY150" fmla="*/ 654415 h 797705"/>
              <a:gd name="connsiteX151" fmla="*/ 353393 w 829568"/>
              <a:gd name="connsiteY151" fmla="*/ 661233 h 797705"/>
              <a:gd name="connsiteX152" fmla="*/ 344285 w 829568"/>
              <a:gd name="connsiteY152" fmla="*/ 683960 h 797705"/>
              <a:gd name="connsiteX153" fmla="*/ 346559 w 829568"/>
              <a:gd name="connsiteY153" fmla="*/ 695305 h 797705"/>
              <a:gd name="connsiteX154" fmla="*/ 346890 w 829568"/>
              <a:gd name="connsiteY154" fmla="*/ 695371 h 797705"/>
              <a:gd name="connsiteX155" fmla="*/ 349169 w 829568"/>
              <a:gd name="connsiteY155" fmla="*/ 697639 h 797705"/>
              <a:gd name="connsiteX156" fmla="*/ 349169 w 829568"/>
              <a:gd name="connsiteY156" fmla="*/ 708981 h 797705"/>
              <a:gd name="connsiteX157" fmla="*/ 349169 w 829568"/>
              <a:gd name="connsiteY157" fmla="*/ 713518 h 797705"/>
              <a:gd name="connsiteX158" fmla="*/ 346890 w 829568"/>
              <a:gd name="connsiteY158" fmla="*/ 724861 h 797705"/>
              <a:gd name="connsiteX159" fmla="*/ 340053 w 829568"/>
              <a:gd name="connsiteY159" fmla="*/ 722592 h 797705"/>
              <a:gd name="connsiteX160" fmla="*/ 317264 w 829568"/>
              <a:gd name="connsiteY160" fmla="*/ 720324 h 797705"/>
              <a:gd name="connsiteX161" fmla="*/ 312706 w 829568"/>
              <a:gd name="connsiteY161" fmla="*/ 718055 h 797705"/>
              <a:gd name="connsiteX162" fmla="*/ 303590 w 829568"/>
              <a:gd name="connsiteY162" fmla="*/ 724861 h 797705"/>
              <a:gd name="connsiteX163" fmla="*/ 294474 w 829568"/>
              <a:gd name="connsiteY163" fmla="*/ 731666 h 797705"/>
              <a:gd name="connsiteX164" fmla="*/ 289916 w 829568"/>
              <a:gd name="connsiteY164" fmla="*/ 738471 h 797705"/>
              <a:gd name="connsiteX165" fmla="*/ 289916 w 829568"/>
              <a:gd name="connsiteY165" fmla="*/ 752082 h 797705"/>
              <a:gd name="connsiteX166" fmla="*/ 280800 w 829568"/>
              <a:gd name="connsiteY166" fmla="*/ 740740 h 797705"/>
              <a:gd name="connsiteX167" fmla="*/ 278521 w 829568"/>
              <a:gd name="connsiteY167" fmla="*/ 738471 h 797705"/>
              <a:gd name="connsiteX168" fmla="*/ 278521 w 829568"/>
              <a:gd name="connsiteY168" fmla="*/ 743008 h 797705"/>
              <a:gd name="connsiteX169" fmla="*/ 276242 w 829568"/>
              <a:gd name="connsiteY169" fmla="*/ 749814 h 797705"/>
              <a:gd name="connsiteX170" fmla="*/ 269405 w 829568"/>
              <a:gd name="connsiteY170" fmla="*/ 761156 h 797705"/>
              <a:gd name="connsiteX171" fmla="*/ 232942 w 829568"/>
              <a:gd name="connsiteY171" fmla="*/ 749814 h 797705"/>
              <a:gd name="connsiteX172" fmla="*/ 230663 w 829568"/>
              <a:gd name="connsiteY172" fmla="*/ 754351 h 797705"/>
              <a:gd name="connsiteX173" fmla="*/ 203316 w 829568"/>
              <a:gd name="connsiteY173" fmla="*/ 754351 h 797705"/>
              <a:gd name="connsiteX174" fmla="*/ 180526 w 829568"/>
              <a:gd name="connsiteY174" fmla="*/ 761156 h 797705"/>
              <a:gd name="connsiteX175" fmla="*/ 169131 w 829568"/>
              <a:gd name="connsiteY175" fmla="*/ 767961 h 797705"/>
              <a:gd name="connsiteX176" fmla="*/ 157736 w 829568"/>
              <a:gd name="connsiteY176" fmla="*/ 783841 h 797705"/>
              <a:gd name="connsiteX177" fmla="*/ 137226 w 829568"/>
              <a:gd name="connsiteY177" fmla="*/ 797451 h 797705"/>
              <a:gd name="connsiteX178" fmla="*/ 128110 w 829568"/>
              <a:gd name="connsiteY178" fmla="*/ 786109 h 797705"/>
              <a:gd name="connsiteX179" fmla="*/ 121273 w 829568"/>
              <a:gd name="connsiteY179" fmla="*/ 792914 h 797705"/>
              <a:gd name="connsiteX180" fmla="*/ 93925 w 829568"/>
              <a:gd name="connsiteY180" fmla="*/ 790646 h 797705"/>
              <a:gd name="connsiteX181" fmla="*/ 68857 w 829568"/>
              <a:gd name="connsiteY181" fmla="*/ 790646 h 797705"/>
              <a:gd name="connsiteX182" fmla="*/ 57462 w 829568"/>
              <a:gd name="connsiteY182" fmla="*/ 792914 h 797705"/>
              <a:gd name="connsiteX183" fmla="*/ 46067 w 829568"/>
              <a:gd name="connsiteY183" fmla="*/ 788377 h 797705"/>
              <a:gd name="connsiteX184" fmla="*/ 25556 w 829568"/>
              <a:gd name="connsiteY184" fmla="*/ 786109 h 797705"/>
              <a:gd name="connsiteX185" fmla="*/ 25556 w 829568"/>
              <a:gd name="connsiteY185" fmla="*/ 783841 h 797705"/>
              <a:gd name="connsiteX186" fmla="*/ 27835 w 829568"/>
              <a:gd name="connsiteY186" fmla="*/ 777035 h 797705"/>
              <a:gd name="connsiteX187" fmla="*/ 25556 w 829568"/>
              <a:gd name="connsiteY187" fmla="*/ 774767 h 797705"/>
              <a:gd name="connsiteX188" fmla="*/ 43788 w 829568"/>
              <a:gd name="connsiteY188" fmla="*/ 770230 h 797705"/>
              <a:gd name="connsiteX189" fmla="*/ 48346 w 829568"/>
              <a:gd name="connsiteY189" fmla="*/ 699908 h 797705"/>
              <a:gd name="connsiteX190" fmla="*/ 5046 w 829568"/>
              <a:gd name="connsiteY190" fmla="*/ 670418 h 797705"/>
              <a:gd name="connsiteX191" fmla="*/ 30114 w 829568"/>
              <a:gd name="connsiteY191" fmla="*/ 615975 h 797705"/>
              <a:gd name="connsiteX192" fmla="*/ 41509 w 829568"/>
              <a:gd name="connsiteY192" fmla="*/ 600095 h 797705"/>
              <a:gd name="connsiteX193" fmla="*/ 34672 w 829568"/>
              <a:gd name="connsiteY193" fmla="*/ 581948 h 797705"/>
              <a:gd name="connsiteX194" fmla="*/ 41509 w 829568"/>
              <a:gd name="connsiteY194" fmla="*/ 554726 h 797705"/>
              <a:gd name="connsiteX195" fmla="*/ 16441 w 829568"/>
              <a:gd name="connsiteY195" fmla="*/ 543384 h 797705"/>
              <a:gd name="connsiteX196" fmla="*/ 34672 w 829568"/>
              <a:gd name="connsiteY196" fmla="*/ 541115 h 797705"/>
              <a:gd name="connsiteX197" fmla="*/ 41498 w 829568"/>
              <a:gd name="connsiteY197" fmla="*/ 541115 h 797705"/>
              <a:gd name="connsiteX198" fmla="*/ 39341 w 829568"/>
              <a:gd name="connsiteY198" fmla="*/ 528176 h 797705"/>
              <a:gd name="connsiteX199" fmla="*/ 86966 w 829568"/>
              <a:gd name="connsiteY199" fmla="*/ 494839 h 797705"/>
              <a:gd name="connsiteX200" fmla="*/ 65409 w 829568"/>
              <a:gd name="connsiteY200" fmla="*/ 464300 h 797705"/>
              <a:gd name="connsiteX201" fmla="*/ 62429 w 829568"/>
              <a:gd name="connsiteY201" fmla="*/ 465726 h 797705"/>
              <a:gd name="connsiteX202" fmla="*/ 62429 w 829568"/>
              <a:gd name="connsiteY202" fmla="*/ 467991 h 797705"/>
              <a:gd name="connsiteX203" fmla="*/ 57874 w 829568"/>
              <a:gd name="connsiteY203" fmla="*/ 470256 h 797705"/>
              <a:gd name="connsiteX204" fmla="*/ 48763 w 829568"/>
              <a:gd name="connsiteY204" fmla="*/ 472522 h 797705"/>
              <a:gd name="connsiteX205" fmla="*/ 35096 w 829568"/>
              <a:gd name="connsiteY205" fmla="*/ 467991 h 797705"/>
              <a:gd name="connsiteX206" fmla="*/ 32818 w 829568"/>
              <a:gd name="connsiteY206" fmla="*/ 449871 h 797705"/>
              <a:gd name="connsiteX207" fmla="*/ 55596 w 829568"/>
              <a:gd name="connsiteY207" fmla="*/ 418160 h 797705"/>
              <a:gd name="connsiteX208" fmla="*/ 55596 w 829568"/>
              <a:gd name="connsiteY208" fmla="*/ 404569 h 797705"/>
              <a:gd name="connsiteX209" fmla="*/ 48763 w 829568"/>
              <a:gd name="connsiteY209" fmla="*/ 372858 h 797705"/>
              <a:gd name="connsiteX210" fmla="*/ 41929 w 829568"/>
              <a:gd name="connsiteY210" fmla="*/ 354737 h 797705"/>
              <a:gd name="connsiteX211" fmla="*/ 41929 w 829568"/>
              <a:gd name="connsiteY211" fmla="*/ 320761 h 797705"/>
              <a:gd name="connsiteX212" fmla="*/ 41929 w 829568"/>
              <a:gd name="connsiteY212" fmla="*/ 300375 h 797705"/>
              <a:gd name="connsiteX213" fmla="*/ 44207 w 829568"/>
              <a:gd name="connsiteY213" fmla="*/ 302640 h 797705"/>
              <a:gd name="connsiteX214" fmla="*/ 57934 w 829568"/>
              <a:gd name="connsiteY214" fmla="*/ 312196 h 797705"/>
              <a:gd name="connsiteX215" fmla="*/ 58242 w 829568"/>
              <a:gd name="connsiteY215" fmla="*/ 311394 h 797705"/>
              <a:gd name="connsiteX216" fmla="*/ 56256 w 829568"/>
              <a:gd name="connsiteY216" fmla="*/ 310012 h 797705"/>
              <a:gd name="connsiteX217" fmla="*/ 44300 w 829568"/>
              <a:gd name="connsiteY217" fmla="*/ 302367 h 797705"/>
              <a:gd name="connsiteX218" fmla="*/ 42022 w 829568"/>
              <a:gd name="connsiteY218" fmla="*/ 300102 h 797705"/>
              <a:gd name="connsiteX219" fmla="*/ 44300 w 829568"/>
              <a:gd name="connsiteY219" fmla="*/ 291042 h 797705"/>
              <a:gd name="connsiteX220" fmla="*/ 78462 w 829568"/>
              <a:gd name="connsiteY220" fmla="*/ 259331 h 797705"/>
              <a:gd name="connsiteX221" fmla="*/ 92126 w 829568"/>
              <a:gd name="connsiteY221" fmla="*/ 232149 h 797705"/>
              <a:gd name="connsiteX222" fmla="*/ 114901 w 829568"/>
              <a:gd name="connsiteY222" fmla="*/ 211764 h 797705"/>
              <a:gd name="connsiteX223" fmla="*/ 108638 w 829568"/>
              <a:gd name="connsiteY223" fmla="*/ 204968 h 797705"/>
              <a:gd name="connsiteX224" fmla="*/ 92261 w 829568"/>
              <a:gd name="connsiteY224" fmla="*/ 198228 h 797705"/>
              <a:gd name="connsiteX225" fmla="*/ 91806 w 829568"/>
              <a:gd name="connsiteY225" fmla="*/ 198355 h 797705"/>
              <a:gd name="connsiteX226" fmla="*/ 84968 w 829568"/>
              <a:gd name="connsiteY226" fmla="*/ 193807 h 797705"/>
              <a:gd name="connsiteX227" fmla="*/ 94086 w 829568"/>
              <a:gd name="connsiteY227" fmla="*/ 155145 h 797705"/>
              <a:gd name="connsiteX228" fmla="*/ 135114 w 829568"/>
              <a:gd name="connsiteY228" fmla="*/ 127854 h 797705"/>
              <a:gd name="connsiteX229" fmla="*/ 160186 w 829568"/>
              <a:gd name="connsiteY229" fmla="*/ 134677 h 797705"/>
              <a:gd name="connsiteX230" fmla="*/ 160186 w 829568"/>
              <a:gd name="connsiteY230" fmla="*/ 109660 h 797705"/>
              <a:gd name="connsiteX231" fmla="*/ 187538 w 829568"/>
              <a:gd name="connsiteY231" fmla="*/ 82369 h 797705"/>
              <a:gd name="connsiteX232" fmla="*/ 187538 w 829568"/>
              <a:gd name="connsiteY232" fmla="*/ 48256 h 797705"/>
              <a:gd name="connsiteX233" fmla="*/ 190103 w 829568"/>
              <a:gd name="connsiteY233"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8758 w 829568"/>
              <a:gd name="connsiteY48" fmla="*/ 321150 h 797705"/>
              <a:gd name="connsiteX49" fmla="*/ 636727 w 829568"/>
              <a:gd name="connsiteY49" fmla="*/ 319129 h 797705"/>
              <a:gd name="connsiteX50" fmla="*/ 636185 w 829568"/>
              <a:gd name="connsiteY50" fmla="*/ 327131 h 797705"/>
              <a:gd name="connsiteX51" fmla="*/ 640908 w 829568"/>
              <a:gd name="connsiteY51" fmla="*/ 343397 h 797705"/>
              <a:gd name="connsiteX52" fmla="*/ 656819 w 829568"/>
              <a:gd name="connsiteY52" fmla="*/ 329788 h 797705"/>
              <a:gd name="connsiteX53" fmla="*/ 672730 w 829568"/>
              <a:gd name="connsiteY53" fmla="*/ 347933 h 797705"/>
              <a:gd name="connsiteX54" fmla="*/ 679549 w 829568"/>
              <a:gd name="connsiteY54" fmla="*/ 366077 h 797705"/>
              <a:gd name="connsiteX55" fmla="*/ 686368 w 829568"/>
              <a:gd name="connsiteY55" fmla="*/ 418243 h 797705"/>
              <a:gd name="connsiteX56" fmla="*/ 736375 w 829568"/>
              <a:gd name="connsiteY56" fmla="*/ 413707 h 797705"/>
              <a:gd name="connsiteX57" fmla="*/ 756832 w 829568"/>
              <a:gd name="connsiteY57" fmla="*/ 420511 h 797705"/>
              <a:gd name="connsiteX58" fmla="*/ 765924 w 829568"/>
              <a:gd name="connsiteY58" fmla="*/ 406903 h 797705"/>
              <a:gd name="connsiteX59" fmla="*/ 829568 w 829568"/>
              <a:gd name="connsiteY59" fmla="*/ 397830 h 797705"/>
              <a:gd name="connsiteX60" fmla="*/ 829568 w 829568"/>
              <a:gd name="connsiteY60" fmla="*/ 413707 h 797705"/>
              <a:gd name="connsiteX61" fmla="*/ 827295 w 829568"/>
              <a:gd name="connsiteY61" fmla="*/ 422779 h 797705"/>
              <a:gd name="connsiteX62" fmla="*/ 822749 w 829568"/>
              <a:gd name="connsiteY62" fmla="*/ 427315 h 797705"/>
              <a:gd name="connsiteX63" fmla="*/ 815930 w 829568"/>
              <a:gd name="connsiteY63" fmla="*/ 427315 h 797705"/>
              <a:gd name="connsiteX64" fmla="*/ 809111 w 829568"/>
              <a:gd name="connsiteY64" fmla="*/ 443192 h 797705"/>
              <a:gd name="connsiteX65" fmla="*/ 802292 w 829568"/>
              <a:gd name="connsiteY65" fmla="*/ 452264 h 797705"/>
              <a:gd name="connsiteX66" fmla="*/ 800019 w 829568"/>
              <a:gd name="connsiteY66" fmla="*/ 459068 h 797705"/>
              <a:gd name="connsiteX67" fmla="*/ 800019 w 829568"/>
              <a:gd name="connsiteY67" fmla="*/ 470408 h 797705"/>
              <a:gd name="connsiteX68" fmla="*/ 800019 w 829568"/>
              <a:gd name="connsiteY68" fmla="*/ 481749 h 797705"/>
              <a:gd name="connsiteX69" fmla="*/ 784108 w 829568"/>
              <a:gd name="connsiteY69" fmla="*/ 477212 h 797705"/>
              <a:gd name="connsiteX70" fmla="*/ 777289 w 829568"/>
              <a:gd name="connsiteY70" fmla="*/ 477212 h 797705"/>
              <a:gd name="connsiteX71" fmla="*/ 770470 w 829568"/>
              <a:gd name="connsiteY71" fmla="*/ 481749 h 797705"/>
              <a:gd name="connsiteX72" fmla="*/ 768197 w 829568"/>
              <a:gd name="connsiteY72" fmla="*/ 488553 h 797705"/>
              <a:gd name="connsiteX73" fmla="*/ 750013 w 829568"/>
              <a:gd name="connsiteY73" fmla="*/ 497625 h 797705"/>
              <a:gd name="connsiteX74" fmla="*/ 745467 w 829568"/>
              <a:gd name="connsiteY74" fmla="*/ 490821 h 797705"/>
              <a:gd name="connsiteX75" fmla="*/ 740921 w 829568"/>
              <a:gd name="connsiteY75" fmla="*/ 493089 h 797705"/>
              <a:gd name="connsiteX76" fmla="*/ 738648 w 829568"/>
              <a:gd name="connsiteY76" fmla="*/ 499893 h 797705"/>
              <a:gd name="connsiteX77" fmla="*/ 738648 w 829568"/>
              <a:gd name="connsiteY77" fmla="*/ 502161 h 797705"/>
              <a:gd name="connsiteX78" fmla="*/ 725010 w 829568"/>
              <a:gd name="connsiteY78" fmla="*/ 504429 h 797705"/>
              <a:gd name="connsiteX79" fmla="*/ 715918 w 829568"/>
              <a:gd name="connsiteY79" fmla="*/ 508965 h 797705"/>
              <a:gd name="connsiteX80" fmla="*/ 715918 w 829568"/>
              <a:gd name="connsiteY80" fmla="*/ 520306 h 797705"/>
              <a:gd name="connsiteX81" fmla="*/ 713645 w 829568"/>
              <a:gd name="connsiteY81" fmla="*/ 522574 h 797705"/>
              <a:gd name="connsiteX82" fmla="*/ 693188 w 829568"/>
              <a:gd name="connsiteY82" fmla="*/ 527110 h 797705"/>
              <a:gd name="connsiteX83" fmla="*/ 677276 w 829568"/>
              <a:gd name="connsiteY83" fmla="*/ 531646 h 797705"/>
              <a:gd name="connsiteX84" fmla="*/ 668184 w 829568"/>
              <a:gd name="connsiteY84" fmla="*/ 527110 h 797705"/>
              <a:gd name="connsiteX85" fmla="*/ 665911 w 829568"/>
              <a:gd name="connsiteY85" fmla="*/ 529378 h 797705"/>
              <a:gd name="connsiteX86" fmla="*/ 665911 w 829568"/>
              <a:gd name="connsiteY86" fmla="*/ 538450 h 797705"/>
              <a:gd name="connsiteX87" fmla="*/ 659092 w 829568"/>
              <a:gd name="connsiteY87" fmla="*/ 540718 h 797705"/>
              <a:gd name="connsiteX88" fmla="*/ 659092 w 829568"/>
              <a:gd name="connsiteY88" fmla="*/ 545254 h 797705"/>
              <a:gd name="connsiteX89" fmla="*/ 659092 w 829568"/>
              <a:gd name="connsiteY89" fmla="*/ 556595 h 797705"/>
              <a:gd name="connsiteX90" fmla="*/ 656819 w 829568"/>
              <a:gd name="connsiteY90" fmla="*/ 561131 h 797705"/>
              <a:gd name="connsiteX91" fmla="*/ 652273 w 829568"/>
              <a:gd name="connsiteY91" fmla="*/ 561131 h 797705"/>
              <a:gd name="connsiteX92" fmla="*/ 650000 w 829568"/>
              <a:gd name="connsiteY92" fmla="*/ 561131 h 797705"/>
              <a:gd name="connsiteX93" fmla="*/ 618178 w 829568"/>
              <a:gd name="connsiteY93" fmla="*/ 552058 h 797705"/>
              <a:gd name="connsiteX94" fmla="*/ 618178 w 829568"/>
              <a:gd name="connsiteY94" fmla="*/ 549790 h 797705"/>
              <a:gd name="connsiteX95" fmla="*/ 609086 w 829568"/>
              <a:gd name="connsiteY95" fmla="*/ 542986 h 797705"/>
              <a:gd name="connsiteX96" fmla="*/ 599994 w 829568"/>
              <a:gd name="connsiteY96" fmla="*/ 547522 h 797705"/>
              <a:gd name="connsiteX97" fmla="*/ 590902 w 829568"/>
              <a:gd name="connsiteY97" fmla="*/ 554327 h 797705"/>
              <a:gd name="connsiteX98" fmla="*/ 579537 w 829568"/>
              <a:gd name="connsiteY98" fmla="*/ 563399 h 797705"/>
              <a:gd name="connsiteX99" fmla="*/ 574991 w 829568"/>
              <a:gd name="connsiteY99" fmla="*/ 556595 h 797705"/>
              <a:gd name="connsiteX100" fmla="*/ 570445 w 829568"/>
              <a:gd name="connsiteY100" fmla="*/ 558863 h 797705"/>
              <a:gd name="connsiteX101" fmla="*/ 568172 w 829568"/>
              <a:gd name="connsiteY101" fmla="*/ 563399 h 797705"/>
              <a:gd name="connsiteX102" fmla="*/ 568172 w 829568"/>
              <a:gd name="connsiteY102" fmla="*/ 565667 h 797705"/>
              <a:gd name="connsiteX103" fmla="*/ 568172 w 829568"/>
              <a:gd name="connsiteY103" fmla="*/ 570203 h 797705"/>
              <a:gd name="connsiteX104" fmla="*/ 565899 w 829568"/>
              <a:gd name="connsiteY104" fmla="*/ 572471 h 797705"/>
              <a:gd name="connsiteX105" fmla="*/ 565899 w 829568"/>
              <a:gd name="connsiteY105" fmla="*/ 574739 h 797705"/>
              <a:gd name="connsiteX106" fmla="*/ 581810 w 829568"/>
              <a:gd name="connsiteY106" fmla="*/ 581543 h 797705"/>
              <a:gd name="connsiteX107" fmla="*/ 586356 w 829568"/>
              <a:gd name="connsiteY107" fmla="*/ 586079 h 797705"/>
              <a:gd name="connsiteX108" fmla="*/ 590902 w 829568"/>
              <a:gd name="connsiteY108" fmla="*/ 579275 h 797705"/>
              <a:gd name="connsiteX109" fmla="*/ 597721 w 829568"/>
              <a:gd name="connsiteY109" fmla="*/ 583811 h 797705"/>
              <a:gd name="connsiteX110" fmla="*/ 599994 w 829568"/>
              <a:gd name="connsiteY110" fmla="*/ 579275 h 797705"/>
              <a:gd name="connsiteX111" fmla="*/ 606813 w 829568"/>
              <a:gd name="connsiteY111" fmla="*/ 588347 h 797705"/>
              <a:gd name="connsiteX112" fmla="*/ 606813 w 829568"/>
              <a:gd name="connsiteY112" fmla="*/ 590616 h 797705"/>
              <a:gd name="connsiteX113" fmla="*/ 602267 w 829568"/>
              <a:gd name="connsiteY113" fmla="*/ 601956 h 797705"/>
              <a:gd name="connsiteX114" fmla="*/ 604540 w 829568"/>
              <a:gd name="connsiteY114" fmla="*/ 606492 h 797705"/>
              <a:gd name="connsiteX115" fmla="*/ 609086 w 829568"/>
              <a:gd name="connsiteY115" fmla="*/ 611028 h 797705"/>
              <a:gd name="connsiteX116" fmla="*/ 606813 w 829568"/>
              <a:gd name="connsiteY116" fmla="*/ 613296 h 797705"/>
              <a:gd name="connsiteX117" fmla="*/ 588629 w 829568"/>
              <a:gd name="connsiteY117" fmla="*/ 613296 h 797705"/>
              <a:gd name="connsiteX118" fmla="*/ 572718 w 829568"/>
              <a:gd name="connsiteY118" fmla="*/ 597420 h 797705"/>
              <a:gd name="connsiteX119" fmla="*/ 568172 w 829568"/>
              <a:gd name="connsiteY119" fmla="*/ 606492 h 797705"/>
              <a:gd name="connsiteX120" fmla="*/ 561353 w 829568"/>
              <a:gd name="connsiteY120" fmla="*/ 597420 h 797705"/>
              <a:gd name="connsiteX121" fmla="*/ 556807 w 829568"/>
              <a:gd name="connsiteY121" fmla="*/ 592884 h 797705"/>
              <a:gd name="connsiteX122" fmla="*/ 540896 w 829568"/>
              <a:gd name="connsiteY122" fmla="*/ 570203 h 797705"/>
              <a:gd name="connsiteX123" fmla="*/ 529530 w 829568"/>
              <a:gd name="connsiteY123" fmla="*/ 565667 h 797705"/>
              <a:gd name="connsiteX124" fmla="*/ 518165 w 829568"/>
              <a:gd name="connsiteY124" fmla="*/ 572471 h 797705"/>
              <a:gd name="connsiteX125" fmla="*/ 509073 w 829568"/>
              <a:gd name="connsiteY125" fmla="*/ 577007 h 797705"/>
              <a:gd name="connsiteX126" fmla="*/ 506800 w 829568"/>
              <a:gd name="connsiteY126" fmla="*/ 574739 h 797705"/>
              <a:gd name="connsiteX127" fmla="*/ 504527 w 829568"/>
              <a:gd name="connsiteY127" fmla="*/ 574739 h 797705"/>
              <a:gd name="connsiteX128" fmla="*/ 504527 w 829568"/>
              <a:gd name="connsiteY128" fmla="*/ 570324 h 797705"/>
              <a:gd name="connsiteX129" fmla="*/ 503669 w 829568"/>
              <a:gd name="connsiteY129" fmla="*/ 570324 h 797705"/>
              <a:gd name="connsiteX130" fmla="*/ 503669 w 829568"/>
              <a:gd name="connsiteY130" fmla="*/ 574870 h 797705"/>
              <a:gd name="connsiteX131" fmla="*/ 505946 w 829568"/>
              <a:gd name="connsiteY131" fmla="*/ 577143 h 797705"/>
              <a:gd name="connsiteX132" fmla="*/ 505946 w 829568"/>
              <a:gd name="connsiteY132" fmla="*/ 579415 h 797705"/>
              <a:gd name="connsiteX133" fmla="*/ 505946 w 829568"/>
              <a:gd name="connsiteY133" fmla="*/ 581688 h 797705"/>
              <a:gd name="connsiteX134" fmla="*/ 496839 w 829568"/>
              <a:gd name="connsiteY134" fmla="*/ 590779 h 797705"/>
              <a:gd name="connsiteX135" fmla="*/ 496839 w 829568"/>
              <a:gd name="connsiteY135" fmla="*/ 595324 h 797705"/>
              <a:gd name="connsiteX136" fmla="*/ 501392 w 829568"/>
              <a:gd name="connsiteY136" fmla="*/ 599870 h 797705"/>
              <a:gd name="connsiteX137" fmla="*/ 510500 w 829568"/>
              <a:gd name="connsiteY137" fmla="*/ 608960 h 797705"/>
              <a:gd name="connsiteX138" fmla="*/ 508223 w 829568"/>
              <a:gd name="connsiteY138" fmla="*/ 613506 h 797705"/>
              <a:gd name="connsiteX139" fmla="*/ 508223 w 829568"/>
              <a:gd name="connsiteY139" fmla="*/ 618051 h 797705"/>
              <a:gd name="connsiteX140" fmla="*/ 490008 w 829568"/>
              <a:gd name="connsiteY140" fmla="*/ 640778 h 797705"/>
              <a:gd name="connsiteX141" fmla="*/ 464962 w 829568"/>
              <a:gd name="connsiteY141" fmla="*/ 631687 h 797705"/>
              <a:gd name="connsiteX142" fmla="*/ 451300 w 829568"/>
              <a:gd name="connsiteY142" fmla="*/ 624869 h 797705"/>
              <a:gd name="connsiteX143" fmla="*/ 423977 w 829568"/>
              <a:gd name="connsiteY143" fmla="*/ 638506 h 797705"/>
              <a:gd name="connsiteX144" fmla="*/ 414870 w 829568"/>
              <a:gd name="connsiteY144" fmla="*/ 643051 h 797705"/>
              <a:gd name="connsiteX145" fmla="*/ 398931 w 829568"/>
              <a:gd name="connsiteY145" fmla="*/ 645324 h 797705"/>
              <a:gd name="connsiteX146" fmla="*/ 394378 w 829568"/>
              <a:gd name="connsiteY146" fmla="*/ 652142 h 797705"/>
              <a:gd name="connsiteX147" fmla="*/ 373885 w 829568"/>
              <a:gd name="connsiteY147" fmla="*/ 654415 h 797705"/>
              <a:gd name="connsiteX148" fmla="*/ 353393 w 829568"/>
              <a:gd name="connsiteY148" fmla="*/ 661233 h 797705"/>
              <a:gd name="connsiteX149" fmla="*/ 344285 w 829568"/>
              <a:gd name="connsiteY149" fmla="*/ 683960 h 797705"/>
              <a:gd name="connsiteX150" fmla="*/ 346559 w 829568"/>
              <a:gd name="connsiteY150" fmla="*/ 695305 h 797705"/>
              <a:gd name="connsiteX151" fmla="*/ 346890 w 829568"/>
              <a:gd name="connsiteY151" fmla="*/ 695371 h 797705"/>
              <a:gd name="connsiteX152" fmla="*/ 349169 w 829568"/>
              <a:gd name="connsiteY152" fmla="*/ 697639 h 797705"/>
              <a:gd name="connsiteX153" fmla="*/ 349169 w 829568"/>
              <a:gd name="connsiteY153" fmla="*/ 708981 h 797705"/>
              <a:gd name="connsiteX154" fmla="*/ 349169 w 829568"/>
              <a:gd name="connsiteY154" fmla="*/ 713518 h 797705"/>
              <a:gd name="connsiteX155" fmla="*/ 346890 w 829568"/>
              <a:gd name="connsiteY155" fmla="*/ 724861 h 797705"/>
              <a:gd name="connsiteX156" fmla="*/ 340053 w 829568"/>
              <a:gd name="connsiteY156" fmla="*/ 722592 h 797705"/>
              <a:gd name="connsiteX157" fmla="*/ 317264 w 829568"/>
              <a:gd name="connsiteY157" fmla="*/ 720324 h 797705"/>
              <a:gd name="connsiteX158" fmla="*/ 312706 w 829568"/>
              <a:gd name="connsiteY158" fmla="*/ 718055 h 797705"/>
              <a:gd name="connsiteX159" fmla="*/ 303590 w 829568"/>
              <a:gd name="connsiteY159" fmla="*/ 724861 h 797705"/>
              <a:gd name="connsiteX160" fmla="*/ 294474 w 829568"/>
              <a:gd name="connsiteY160" fmla="*/ 731666 h 797705"/>
              <a:gd name="connsiteX161" fmla="*/ 289916 w 829568"/>
              <a:gd name="connsiteY161" fmla="*/ 738471 h 797705"/>
              <a:gd name="connsiteX162" fmla="*/ 289916 w 829568"/>
              <a:gd name="connsiteY162" fmla="*/ 752082 h 797705"/>
              <a:gd name="connsiteX163" fmla="*/ 280800 w 829568"/>
              <a:gd name="connsiteY163" fmla="*/ 740740 h 797705"/>
              <a:gd name="connsiteX164" fmla="*/ 278521 w 829568"/>
              <a:gd name="connsiteY164" fmla="*/ 738471 h 797705"/>
              <a:gd name="connsiteX165" fmla="*/ 278521 w 829568"/>
              <a:gd name="connsiteY165" fmla="*/ 743008 h 797705"/>
              <a:gd name="connsiteX166" fmla="*/ 276242 w 829568"/>
              <a:gd name="connsiteY166" fmla="*/ 749814 h 797705"/>
              <a:gd name="connsiteX167" fmla="*/ 269405 w 829568"/>
              <a:gd name="connsiteY167" fmla="*/ 761156 h 797705"/>
              <a:gd name="connsiteX168" fmla="*/ 232942 w 829568"/>
              <a:gd name="connsiteY168" fmla="*/ 749814 h 797705"/>
              <a:gd name="connsiteX169" fmla="*/ 230663 w 829568"/>
              <a:gd name="connsiteY169" fmla="*/ 754351 h 797705"/>
              <a:gd name="connsiteX170" fmla="*/ 203316 w 829568"/>
              <a:gd name="connsiteY170" fmla="*/ 754351 h 797705"/>
              <a:gd name="connsiteX171" fmla="*/ 180526 w 829568"/>
              <a:gd name="connsiteY171" fmla="*/ 761156 h 797705"/>
              <a:gd name="connsiteX172" fmla="*/ 169131 w 829568"/>
              <a:gd name="connsiteY172" fmla="*/ 767961 h 797705"/>
              <a:gd name="connsiteX173" fmla="*/ 157736 w 829568"/>
              <a:gd name="connsiteY173" fmla="*/ 783841 h 797705"/>
              <a:gd name="connsiteX174" fmla="*/ 137226 w 829568"/>
              <a:gd name="connsiteY174" fmla="*/ 797451 h 797705"/>
              <a:gd name="connsiteX175" fmla="*/ 128110 w 829568"/>
              <a:gd name="connsiteY175" fmla="*/ 786109 h 797705"/>
              <a:gd name="connsiteX176" fmla="*/ 121273 w 829568"/>
              <a:gd name="connsiteY176" fmla="*/ 792914 h 797705"/>
              <a:gd name="connsiteX177" fmla="*/ 93925 w 829568"/>
              <a:gd name="connsiteY177" fmla="*/ 790646 h 797705"/>
              <a:gd name="connsiteX178" fmla="*/ 68857 w 829568"/>
              <a:gd name="connsiteY178" fmla="*/ 790646 h 797705"/>
              <a:gd name="connsiteX179" fmla="*/ 57462 w 829568"/>
              <a:gd name="connsiteY179" fmla="*/ 792914 h 797705"/>
              <a:gd name="connsiteX180" fmla="*/ 46067 w 829568"/>
              <a:gd name="connsiteY180" fmla="*/ 788377 h 797705"/>
              <a:gd name="connsiteX181" fmla="*/ 25556 w 829568"/>
              <a:gd name="connsiteY181" fmla="*/ 786109 h 797705"/>
              <a:gd name="connsiteX182" fmla="*/ 25556 w 829568"/>
              <a:gd name="connsiteY182" fmla="*/ 783841 h 797705"/>
              <a:gd name="connsiteX183" fmla="*/ 27835 w 829568"/>
              <a:gd name="connsiteY183" fmla="*/ 777035 h 797705"/>
              <a:gd name="connsiteX184" fmla="*/ 25556 w 829568"/>
              <a:gd name="connsiteY184" fmla="*/ 774767 h 797705"/>
              <a:gd name="connsiteX185" fmla="*/ 43788 w 829568"/>
              <a:gd name="connsiteY185" fmla="*/ 770230 h 797705"/>
              <a:gd name="connsiteX186" fmla="*/ 48346 w 829568"/>
              <a:gd name="connsiteY186" fmla="*/ 699908 h 797705"/>
              <a:gd name="connsiteX187" fmla="*/ 5046 w 829568"/>
              <a:gd name="connsiteY187" fmla="*/ 670418 h 797705"/>
              <a:gd name="connsiteX188" fmla="*/ 30114 w 829568"/>
              <a:gd name="connsiteY188" fmla="*/ 615975 h 797705"/>
              <a:gd name="connsiteX189" fmla="*/ 41509 w 829568"/>
              <a:gd name="connsiteY189" fmla="*/ 600095 h 797705"/>
              <a:gd name="connsiteX190" fmla="*/ 34672 w 829568"/>
              <a:gd name="connsiteY190" fmla="*/ 581948 h 797705"/>
              <a:gd name="connsiteX191" fmla="*/ 41509 w 829568"/>
              <a:gd name="connsiteY191" fmla="*/ 554726 h 797705"/>
              <a:gd name="connsiteX192" fmla="*/ 16441 w 829568"/>
              <a:gd name="connsiteY192" fmla="*/ 543384 h 797705"/>
              <a:gd name="connsiteX193" fmla="*/ 34672 w 829568"/>
              <a:gd name="connsiteY193" fmla="*/ 541115 h 797705"/>
              <a:gd name="connsiteX194" fmla="*/ 41498 w 829568"/>
              <a:gd name="connsiteY194" fmla="*/ 541115 h 797705"/>
              <a:gd name="connsiteX195" fmla="*/ 39341 w 829568"/>
              <a:gd name="connsiteY195" fmla="*/ 528176 h 797705"/>
              <a:gd name="connsiteX196" fmla="*/ 86966 w 829568"/>
              <a:gd name="connsiteY196" fmla="*/ 494839 h 797705"/>
              <a:gd name="connsiteX197" fmla="*/ 65409 w 829568"/>
              <a:gd name="connsiteY197" fmla="*/ 464300 h 797705"/>
              <a:gd name="connsiteX198" fmla="*/ 62429 w 829568"/>
              <a:gd name="connsiteY198" fmla="*/ 465726 h 797705"/>
              <a:gd name="connsiteX199" fmla="*/ 62429 w 829568"/>
              <a:gd name="connsiteY199" fmla="*/ 467991 h 797705"/>
              <a:gd name="connsiteX200" fmla="*/ 57874 w 829568"/>
              <a:gd name="connsiteY200" fmla="*/ 470256 h 797705"/>
              <a:gd name="connsiteX201" fmla="*/ 48763 w 829568"/>
              <a:gd name="connsiteY201" fmla="*/ 472522 h 797705"/>
              <a:gd name="connsiteX202" fmla="*/ 35096 w 829568"/>
              <a:gd name="connsiteY202" fmla="*/ 467991 h 797705"/>
              <a:gd name="connsiteX203" fmla="*/ 32818 w 829568"/>
              <a:gd name="connsiteY203" fmla="*/ 449871 h 797705"/>
              <a:gd name="connsiteX204" fmla="*/ 55596 w 829568"/>
              <a:gd name="connsiteY204" fmla="*/ 418160 h 797705"/>
              <a:gd name="connsiteX205" fmla="*/ 55596 w 829568"/>
              <a:gd name="connsiteY205" fmla="*/ 404569 h 797705"/>
              <a:gd name="connsiteX206" fmla="*/ 48763 w 829568"/>
              <a:gd name="connsiteY206" fmla="*/ 372858 h 797705"/>
              <a:gd name="connsiteX207" fmla="*/ 41929 w 829568"/>
              <a:gd name="connsiteY207" fmla="*/ 354737 h 797705"/>
              <a:gd name="connsiteX208" fmla="*/ 41929 w 829568"/>
              <a:gd name="connsiteY208" fmla="*/ 320761 h 797705"/>
              <a:gd name="connsiteX209" fmla="*/ 41929 w 829568"/>
              <a:gd name="connsiteY209" fmla="*/ 300375 h 797705"/>
              <a:gd name="connsiteX210" fmla="*/ 44207 w 829568"/>
              <a:gd name="connsiteY210" fmla="*/ 302640 h 797705"/>
              <a:gd name="connsiteX211" fmla="*/ 57934 w 829568"/>
              <a:gd name="connsiteY211" fmla="*/ 312196 h 797705"/>
              <a:gd name="connsiteX212" fmla="*/ 58242 w 829568"/>
              <a:gd name="connsiteY212" fmla="*/ 311394 h 797705"/>
              <a:gd name="connsiteX213" fmla="*/ 56256 w 829568"/>
              <a:gd name="connsiteY213" fmla="*/ 310012 h 797705"/>
              <a:gd name="connsiteX214" fmla="*/ 44300 w 829568"/>
              <a:gd name="connsiteY214" fmla="*/ 302367 h 797705"/>
              <a:gd name="connsiteX215" fmla="*/ 42022 w 829568"/>
              <a:gd name="connsiteY215" fmla="*/ 300102 h 797705"/>
              <a:gd name="connsiteX216" fmla="*/ 44300 w 829568"/>
              <a:gd name="connsiteY216" fmla="*/ 291042 h 797705"/>
              <a:gd name="connsiteX217" fmla="*/ 78462 w 829568"/>
              <a:gd name="connsiteY217" fmla="*/ 259331 h 797705"/>
              <a:gd name="connsiteX218" fmla="*/ 92126 w 829568"/>
              <a:gd name="connsiteY218" fmla="*/ 232149 h 797705"/>
              <a:gd name="connsiteX219" fmla="*/ 114901 w 829568"/>
              <a:gd name="connsiteY219" fmla="*/ 211764 h 797705"/>
              <a:gd name="connsiteX220" fmla="*/ 108638 w 829568"/>
              <a:gd name="connsiteY220" fmla="*/ 204968 h 797705"/>
              <a:gd name="connsiteX221" fmla="*/ 92261 w 829568"/>
              <a:gd name="connsiteY221" fmla="*/ 198228 h 797705"/>
              <a:gd name="connsiteX222" fmla="*/ 91806 w 829568"/>
              <a:gd name="connsiteY222" fmla="*/ 198355 h 797705"/>
              <a:gd name="connsiteX223" fmla="*/ 84968 w 829568"/>
              <a:gd name="connsiteY223" fmla="*/ 193807 h 797705"/>
              <a:gd name="connsiteX224" fmla="*/ 94086 w 829568"/>
              <a:gd name="connsiteY224" fmla="*/ 155145 h 797705"/>
              <a:gd name="connsiteX225" fmla="*/ 135114 w 829568"/>
              <a:gd name="connsiteY225" fmla="*/ 127854 h 797705"/>
              <a:gd name="connsiteX226" fmla="*/ 160186 w 829568"/>
              <a:gd name="connsiteY226" fmla="*/ 134677 h 797705"/>
              <a:gd name="connsiteX227" fmla="*/ 160186 w 829568"/>
              <a:gd name="connsiteY227" fmla="*/ 109660 h 797705"/>
              <a:gd name="connsiteX228" fmla="*/ 187538 w 829568"/>
              <a:gd name="connsiteY228" fmla="*/ 82369 h 797705"/>
              <a:gd name="connsiteX229" fmla="*/ 187538 w 829568"/>
              <a:gd name="connsiteY229" fmla="*/ 48256 h 797705"/>
              <a:gd name="connsiteX230" fmla="*/ 190103 w 829568"/>
              <a:gd name="connsiteY230"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8758 w 829568"/>
              <a:gd name="connsiteY48" fmla="*/ 321150 h 797705"/>
              <a:gd name="connsiteX49" fmla="*/ 636185 w 829568"/>
              <a:gd name="connsiteY49" fmla="*/ 327131 h 797705"/>
              <a:gd name="connsiteX50" fmla="*/ 640908 w 829568"/>
              <a:gd name="connsiteY50" fmla="*/ 343397 h 797705"/>
              <a:gd name="connsiteX51" fmla="*/ 656819 w 829568"/>
              <a:gd name="connsiteY51" fmla="*/ 329788 h 797705"/>
              <a:gd name="connsiteX52" fmla="*/ 672730 w 829568"/>
              <a:gd name="connsiteY52" fmla="*/ 347933 h 797705"/>
              <a:gd name="connsiteX53" fmla="*/ 679549 w 829568"/>
              <a:gd name="connsiteY53" fmla="*/ 366077 h 797705"/>
              <a:gd name="connsiteX54" fmla="*/ 686368 w 829568"/>
              <a:gd name="connsiteY54" fmla="*/ 418243 h 797705"/>
              <a:gd name="connsiteX55" fmla="*/ 736375 w 829568"/>
              <a:gd name="connsiteY55" fmla="*/ 413707 h 797705"/>
              <a:gd name="connsiteX56" fmla="*/ 756832 w 829568"/>
              <a:gd name="connsiteY56" fmla="*/ 420511 h 797705"/>
              <a:gd name="connsiteX57" fmla="*/ 765924 w 829568"/>
              <a:gd name="connsiteY57" fmla="*/ 406903 h 797705"/>
              <a:gd name="connsiteX58" fmla="*/ 829568 w 829568"/>
              <a:gd name="connsiteY58" fmla="*/ 397830 h 797705"/>
              <a:gd name="connsiteX59" fmla="*/ 829568 w 829568"/>
              <a:gd name="connsiteY59" fmla="*/ 413707 h 797705"/>
              <a:gd name="connsiteX60" fmla="*/ 827295 w 829568"/>
              <a:gd name="connsiteY60" fmla="*/ 422779 h 797705"/>
              <a:gd name="connsiteX61" fmla="*/ 822749 w 829568"/>
              <a:gd name="connsiteY61" fmla="*/ 427315 h 797705"/>
              <a:gd name="connsiteX62" fmla="*/ 815930 w 829568"/>
              <a:gd name="connsiteY62" fmla="*/ 427315 h 797705"/>
              <a:gd name="connsiteX63" fmla="*/ 809111 w 829568"/>
              <a:gd name="connsiteY63" fmla="*/ 443192 h 797705"/>
              <a:gd name="connsiteX64" fmla="*/ 802292 w 829568"/>
              <a:gd name="connsiteY64" fmla="*/ 452264 h 797705"/>
              <a:gd name="connsiteX65" fmla="*/ 800019 w 829568"/>
              <a:gd name="connsiteY65" fmla="*/ 459068 h 797705"/>
              <a:gd name="connsiteX66" fmla="*/ 800019 w 829568"/>
              <a:gd name="connsiteY66" fmla="*/ 470408 h 797705"/>
              <a:gd name="connsiteX67" fmla="*/ 800019 w 829568"/>
              <a:gd name="connsiteY67" fmla="*/ 481749 h 797705"/>
              <a:gd name="connsiteX68" fmla="*/ 784108 w 829568"/>
              <a:gd name="connsiteY68" fmla="*/ 477212 h 797705"/>
              <a:gd name="connsiteX69" fmla="*/ 777289 w 829568"/>
              <a:gd name="connsiteY69" fmla="*/ 477212 h 797705"/>
              <a:gd name="connsiteX70" fmla="*/ 770470 w 829568"/>
              <a:gd name="connsiteY70" fmla="*/ 481749 h 797705"/>
              <a:gd name="connsiteX71" fmla="*/ 768197 w 829568"/>
              <a:gd name="connsiteY71" fmla="*/ 488553 h 797705"/>
              <a:gd name="connsiteX72" fmla="*/ 750013 w 829568"/>
              <a:gd name="connsiteY72" fmla="*/ 497625 h 797705"/>
              <a:gd name="connsiteX73" fmla="*/ 745467 w 829568"/>
              <a:gd name="connsiteY73" fmla="*/ 490821 h 797705"/>
              <a:gd name="connsiteX74" fmla="*/ 740921 w 829568"/>
              <a:gd name="connsiteY74" fmla="*/ 493089 h 797705"/>
              <a:gd name="connsiteX75" fmla="*/ 738648 w 829568"/>
              <a:gd name="connsiteY75" fmla="*/ 499893 h 797705"/>
              <a:gd name="connsiteX76" fmla="*/ 738648 w 829568"/>
              <a:gd name="connsiteY76" fmla="*/ 502161 h 797705"/>
              <a:gd name="connsiteX77" fmla="*/ 725010 w 829568"/>
              <a:gd name="connsiteY77" fmla="*/ 504429 h 797705"/>
              <a:gd name="connsiteX78" fmla="*/ 715918 w 829568"/>
              <a:gd name="connsiteY78" fmla="*/ 508965 h 797705"/>
              <a:gd name="connsiteX79" fmla="*/ 715918 w 829568"/>
              <a:gd name="connsiteY79" fmla="*/ 520306 h 797705"/>
              <a:gd name="connsiteX80" fmla="*/ 713645 w 829568"/>
              <a:gd name="connsiteY80" fmla="*/ 522574 h 797705"/>
              <a:gd name="connsiteX81" fmla="*/ 693188 w 829568"/>
              <a:gd name="connsiteY81" fmla="*/ 527110 h 797705"/>
              <a:gd name="connsiteX82" fmla="*/ 677276 w 829568"/>
              <a:gd name="connsiteY82" fmla="*/ 531646 h 797705"/>
              <a:gd name="connsiteX83" fmla="*/ 668184 w 829568"/>
              <a:gd name="connsiteY83" fmla="*/ 527110 h 797705"/>
              <a:gd name="connsiteX84" fmla="*/ 665911 w 829568"/>
              <a:gd name="connsiteY84" fmla="*/ 529378 h 797705"/>
              <a:gd name="connsiteX85" fmla="*/ 665911 w 829568"/>
              <a:gd name="connsiteY85" fmla="*/ 538450 h 797705"/>
              <a:gd name="connsiteX86" fmla="*/ 659092 w 829568"/>
              <a:gd name="connsiteY86" fmla="*/ 540718 h 797705"/>
              <a:gd name="connsiteX87" fmla="*/ 659092 w 829568"/>
              <a:gd name="connsiteY87" fmla="*/ 545254 h 797705"/>
              <a:gd name="connsiteX88" fmla="*/ 659092 w 829568"/>
              <a:gd name="connsiteY88" fmla="*/ 556595 h 797705"/>
              <a:gd name="connsiteX89" fmla="*/ 656819 w 829568"/>
              <a:gd name="connsiteY89" fmla="*/ 561131 h 797705"/>
              <a:gd name="connsiteX90" fmla="*/ 652273 w 829568"/>
              <a:gd name="connsiteY90" fmla="*/ 561131 h 797705"/>
              <a:gd name="connsiteX91" fmla="*/ 650000 w 829568"/>
              <a:gd name="connsiteY91" fmla="*/ 561131 h 797705"/>
              <a:gd name="connsiteX92" fmla="*/ 618178 w 829568"/>
              <a:gd name="connsiteY92" fmla="*/ 552058 h 797705"/>
              <a:gd name="connsiteX93" fmla="*/ 618178 w 829568"/>
              <a:gd name="connsiteY93" fmla="*/ 549790 h 797705"/>
              <a:gd name="connsiteX94" fmla="*/ 609086 w 829568"/>
              <a:gd name="connsiteY94" fmla="*/ 542986 h 797705"/>
              <a:gd name="connsiteX95" fmla="*/ 599994 w 829568"/>
              <a:gd name="connsiteY95" fmla="*/ 547522 h 797705"/>
              <a:gd name="connsiteX96" fmla="*/ 590902 w 829568"/>
              <a:gd name="connsiteY96" fmla="*/ 554327 h 797705"/>
              <a:gd name="connsiteX97" fmla="*/ 579537 w 829568"/>
              <a:gd name="connsiteY97" fmla="*/ 563399 h 797705"/>
              <a:gd name="connsiteX98" fmla="*/ 574991 w 829568"/>
              <a:gd name="connsiteY98" fmla="*/ 556595 h 797705"/>
              <a:gd name="connsiteX99" fmla="*/ 570445 w 829568"/>
              <a:gd name="connsiteY99" fmla="*/ 558863 h 797705"/>
              <a:gd name="connsiteX100" fmla="*/ 568172 w 829568"/>
              <a:gd name="connsiteY100" fmla="*/ 563399 h 797705"/>
              <a:gd name="connsiteX101" fmla="*/ 568172 w 829568"/>
              <a:gd name="connsiteY101" fmla="*/ 565667 h 797705"/>
              <a:gd name="connsiteX102" fmla="*/ 568172 w 829568"/>
              <a:gd name="connsiteY102" fmla="*/ 570203 h 797705"/>
              <a:gd name="connsiteX103" fmla="*/ 565899 w 829568"/>
              <a:gd name="connsiteY103" fmla="*/ 572471 h 797705"/>
              <a:gd name="connsiteX104" fmla="*/ 565899 w 829568"/>
              <a:gd name="connsiteY104" fmla="*/ 574739 h 797705"/>
              <a:gd name="connsiteX105" fmla="*/ 581810 w 829568"/>
              <a:gd name="connsiteY105" fmla="*/ 581543 h 797705"/>
              <a:gd name="connsiteX106" fmla="*/ 586356 w 829568"/>
              <a:gd name="connsiteY106" fmla="*/ 586079 h 797705"/>
              <a:gd name="connsiteX107" fmla="*/ 590902 w 829568"/>
              <a:gd name="connsiteY107" fmla="*/ 579275 h 797705"/>
              <a:gd name="connsiteX108" fmla="*/ 597721 w 829568"/>
              <a:gd name="connsiteY108" fmla="*/ 583811 h 797705"/>
              <a:gd name="connsiteX109" fmla="*/ 599994 w 829568"/>
              <a:gd name="connsiteY109" fmla="*/ 579275 h 797705"/>
              <a:gd name="connsiteX110" fmla="*/ 606813 w 829568"/>
              <a:gd name="connsiteY110" fmla="*/ 588347 h 797705"/>
              <a:gd name="connsiteX111" fmla="*/ 606813 w 829568"/>
              <a:gd name="connsiteY111" fmla="*/ 590616 h 797705"/>
              <a:gd name="connsiteX112" fmla="*/ 602267 w 829568"/>
              <a:gd name="connsiteY112" fmla="*/ 601956 h 797705"/>
              <a:gd name="connsiteX113" fmla="*/ 604540 w 829568"/>
              <a:gd name="connsiteY113" fmla="*/ 606492 h 797705"/>
              <a:gd name="connsiteX114" fmla="*/ 609086 w 829568"/>
              <a:gd name="connsiteY114" fmla="*/ 611028 h 797705"/>
              <a:gd name="connsiteX115" fmla="*/ 606813 w 829568"/>
              <a:gd name="connsiteY115" fmla="*/ 613296 h 797705"/>
              <a:gd name="connsiteX116" fmla="*/ 588629 w 829568"/>
              <a:gd name="connsiteY116" fmla="*/ 613296 h 797705"/>
              <a:gd name="connsiteX117" fmla="*/ 572718 w 829568"/>
              <a:gd name="connsiteY117" fmla="*/ 597420 h 797705"/>
              <a:gd name="connsiteX118" fmla="*/ 568172 w 829568"/>
              <a:gd name="connsiteY118" fmla="*/ 606492 h 797705"/>
              <a:gd name="connsiteX119" fmla="*/ 561353 w 829568"/>
              <a:gd name="connsiteY119" fmla="*/ 597420 h 797705"/>
              <a:gd name="connsiteX120" fmla="*/ 556807 w 829568"/>
              <a:gd name="connsiteY120" fmla="*/ 592884 h 797705"/>
              <a:gd name="connsiteX121" fmla="*/ 540896 w 829568"/>
              <a:gd name="connsiteY121" fmla="*/ 570203 h 797705"/>
              <a:gd name="connsiteX122" fmla="*/ 529530 w 829568"/>
              <a:gd name="connsiteY122" fmla="*/ 565667 h 797705"/>
              <a:gd name="connsiteX123" fmla="*/ 518165 w 829568"/>
              <a:gd name="connsiteY123" fmla="*/ 572471 h 797705"/>
              <a:gd name="connsiteX124" fmla="*/ 509073 w 829568"/>
              <a:gd name="connsiteY124" fmla="*/ 577007 h 797705"/>
              <a:gd name="connsiteX125" fmla="*/ 506800 w 829568"/>
              <a:gd name="connsiteY125" fmla="*/ 574739 h 797705"/>
              <a:gd name="connsiteX126" fmla="*/ 504527 w 829568"/>
              <a:gd name="connsiteY126" fmla="*/ 574739 h 797705"/>
              <a:gd name="connsiteX127" fmla="*/ 504527 w 829568"/>
              <a:gd name="connsiteY127" fmla="*/ 570324 h 797705"/>
              <a:gd name="connsiteX128" fmla="*/ 503669 w 829568"/>
              <a:gd name="connsiteY128" fmla="*/ 570324 h 797705"/>
              <a:gd name="connsiteX129" fmla="*/ 503669 w 829568"/>
              <a:gd name="connsiteY129" fmla="*/ 574870 h 797705"/>
              <a:gd name="connsiteX130" fmla="*/ 505946 w 829568"/>
              <a:gd name="connsiteY130" fmla="*/ 577143 h 797705"/>
              <a:gd name="connsiteX131" fmla="*/ 505946 w 829568"/>
              <a:gd name="connsiteY131" fmla="*/ 579415 h 797705"/>
              <a:gd name="connsiteX132" fmla="*/ 505946 w 829568"/>
              <a:gd name="connsiteY132" fmla="*/ 581688 h 797705"/>
              <a:gd name="connsiteX133" fmla="*/ 496839 w 829568"/>
              <a:gd name="connsiteY133" fmla="*/ 590779 h 797705"/>
              <a:gd name="connsiteX134" fmla="*/ 496839 w 829568"/>
              <a:gd name="connsiteY134" fmla="*/ 595324 h 797705"/>
              <a:gd name="connsiteX135" fmla="*/ 501392 w 829568"/>
              <a:gd name="connsiteY135" fmla="*/ 599870 h 797705"/>
              <a:gd name="connsiteX136" fmla="*/ 510500 w 829568"/>
              <a:gd name="connsiteY136" fmla="*/ 608960 h 797705"/>
              <a:gd name="connsiteX137" fmla="*/ 508223 w 829568"/>
              <a:gd name="connsiteY137" fmla="*/ 613506 h 797705"/>
              <a:gd name="connsiteX138" fmla="*/ 508223 w 829568"/>
              <a:gd name="connsiteY138" fmla="*/ 618051 h 797705"/>
              <a:gd name="connsiteX139" fmla="*/ 490008 w 829568"/>
              <a:gd name="connsiteY139" fmla="*/ 640778 h 797705"/>
              <a:gd name="connsiteX140" fmla="*/ 464962 w 829568"/>
              <a:gd name="connsiteY140" fmla="*/ 631687 h 797705"/>
              <a:gd name="connsiteX141" fmla="*/ 451300 w 829568"/>
              <a:gd name="connsiteY141" fmla="*/ 624869 h 797705"/>
              <a:gd name="connsiteX142" fmla="*/ 423977 w 829568"/>
              <a:gd name="connsiteY142" fmla="*/ 638506 h 797705"/>
              <a:gd name="connsiteX143" fmla="*/ 414870 w 829568"/>
              <a:gd name="connsiteY143" fmla="*/ 643051 h 797705"/>
              <a:gd name="connsiteX144" fmla="*/ 398931 w 829568"/>
              <a:gd name="connsiteY144" fmla="*/ 645324 h 797705"/>
              <a:gd name="connsiteX145" fmla="*/ 394378 w 829568"/>
              <a:gd name="connsiteY145" fmla="*/ 652142 h 797705"/>
              <a:gd name="connsiteX146" fmla="*/ 373885 w 829568"/>
              <a:gd name="connsiteY146" fmla="*/ 654415 h 797705"/>
              <a:gd name="connsiteX147" fmla="*/ 353393 w 829568"/>
              <a:gd name="connsiteY147" fmla="*/ 661233 h 797705"/>
              <a:gd name="connsiteX148" fmla="*/ 344285 w 829568"/>
              <a:gd name="connsiteY148" fmla="*/ 683960 h 797705"/>
              <a:gd name="connsiteX149" fmla="*/ 346559 w 829568"/>
              <a:gd name="connsiteY149" fmla="*/ 695305 h 797705"/>
              <a:gd name="connsiteX150" fmla="*/ 346890 w 829568"/>
              <a:gd name="connsiteY150" fmla="*/ 695371 h 797705"/>
              <a:gd name="connsiteX151" fmla="*/ 349169 w 829568"/>
              <a:gd name="connsiteY151" fmla="*/ 697639 h 797705"/>
              <a:gd name="connsiteX152" fmla="*/ 349169 w 829568"/>
              <a:gd name="connsiteY152" fmla="*/ 708981 h 797705"/>
              <a:gd name="connsiteX153" fmla="*/ 349169 w 829568"/>
              <a:gd name="connsiteY153" fmla="*/ 713518 h 797705"/>
              <a:gd name="connsiteX154" fmla="*/ 346890 w 829568"/>
              <a:gd name="connsiteY154" fmla="*/ 724861 h 797705"/>
              <a:gd name="connsiteX155" fmla="*/ 340053 w 829568"/>
              <a:gd name="connsiteY155" fmla="*/ 722592 h 797705"/>
              <a:gd name="connsiteX156" fmla="*/ 317264 w 829568"/>
              <a:gd name="connsiteY156" fmla="*/ 720324 h 797705"/>
              <a:gd name="connsiteX157" fmla="*/ 312706 w 829568"/>
              <a:gd name="connsiteY157" fmla="*/ 718055 h 797705"/>
              <a:gd name="connsiteX158" fmla="*/ 303590 w 829568"/>
              <a:gd name="connsiteY158" fmla="*/ 724861 h 797705"/>
              <a:gd name="connsiteX159" fmla="*/ 294474 w 829568"/>
              <a:gd name="connsiteY159" fmla="*/ 731666 h 797705"/>
              <a:gd name="connsiteX160" fmla="*/ 289916 w 829568"/>
              <a:gd name="connsiteY160" fmla="*/ 738471 h 797705"/>
              <a:gd name="connsiteX161" fmla="*/ 289916 w 829568"/>
              <a:gd name="connsiteY161" fmla="*/ 752082 h 797705"/>
              <a:gd name="connsiteX162" fmla="*/ 280800 w 829568"/>
              <a:gd name="connsiteY162" fmla="*/ 740740 h 797705"/>
              <a:gd name="connsiteX163" fmla="*/ 278521 w 829568"/>
              <a:gd name="connsiteY163" fmla="*/ 738471 h 797705"/>
              <a:gd name="connsiteX164" fmla="*/ 278521 w 829568"/>
              <a:gd name="connsiteY164" fmla="*/ 743008 h 797705"/>
              <a:gd name="connsiteX165" fmla="*/ 276242 w 829568"/>
              <a:gd name="connsiteY165" fmla="*/ 749814 h 797705"/>
              <a:gd name="connsiteX166" fmla="*/ 269405 w 829568"/>
              <a:gd name="connsiteY166" fmla="*/ 761156 h 797705"/>
              <a:gd name="connsiteX167" fmla="*/ 232942 w 829568"/>
              <a:gd name="connsiteY167" fmla="*/ 749814 h 797705"/>
              <a:gd name="connsiteX168" fmla="*/ 230663 w 829568"/>
              <a:gd name="connsiteY168" fmla="*/ 754351 h 797705"/>
              <a:gd name="connsiteX169" fmla="*/ 203316 w 829568"/>
              <a:gd name="connsiteY169" fmla="*/ 754351 h 797705"/>
              <a:gd name="connsiteX170" fmla="*/ 180526 w 829568"/>
              <a:gd name="connsiteY170" fmla="*/ 761156 h 797705"/>
              <a:gd name="connsiteX171" fmla="*/ 169131 w 829568"/>
              <a:gd name="connsiteY171" fmla="*/ 767961 h 797705"/>
              <a:gd name="connsiteX172" fmla="*/ 157736 w 829568"/>
              <a:gd name="connsiteY172" fmla="*/ 783841 h 797705"/>
              <a:gd name="connsiteX173" fmla="*/ 137226 w 829568"/>
              <a:gd name="connsiteY173" fmla="*/ 797451 h 797705"/>
              <a:gd name="connsiteX174" fmla="*/ 128110 w 829568"/>
              <a:gd name="connsiteY174" fmla="*/ 786109 h 797705"/>
              <a:gd name="connsiteX175" fmla="*/ 121273 w 829568"/>
              <a:gd name="connsiteY175" fmla="*/ 792914 h 797705"/>
              <a:gd name="connsiteX176" fmla="*/ 93925 w 829568"/>
              <a:gd name="connsiteY176" fmla="*/ 790646 h 797705"/>
              <a:gd name="connsiteX177" fmla="*/ 68857 w 829568"/>
              <a:gd name="connsiteY177" fmla="*/ 790646 h 797705"/>
              <a:gd name="connsiteX178" fmla="*/ 57462 w 829568"/>
              <a:gd name="connsiteY178" fmla="*/ 792914 h 797705"/>
              <a:gd name="connsiteX179" fmla="*/ 46067 w 829568"/>
              <a:gd name="connsiteY179" fmla="*/ 788377 h 797705"/>
              <a:gd name="connsiteX180" fmla="*/ 25556 w 829568"/>
              <a:gd name="connsiteY180" fmla="*/ 786109 h 797705"/>
              <a:gd name="connsiteX181" fmla="*/ 25556 w 829568"/>
              <a:gd name="connsiteY181" fmla="*/ 783841 h 797705"/>
              <a:gd name="connsiteX182" fmla="*/ 27835 w 829568"/>
              <a:gd name="connsiteY182" fmla="*/ 777035 h 797705"/>
              <a:gd name="connsiteX183" fmla="*/ 25556 w 829568"/>
              <a:gd name="connsiteY183" fmla="*/ 774767 h 797705"/>
              <a:gd name="connsiteX184" fmla="*/ 43788 w 829568"/>
              <a:gd name="connsiteY184" fmla="*/ 770230 h 797705"/>
              <a:gd name="connsiteX185" fmla="*/ 48346 w 829568"/>
              <a:gd name="connsiteY185" fmla="*/ 699908 h 797705"/>
              <a:gd name="connsiteX186" fmla="*/ 5046 w 829568"/>
              <a:gd name="connsiteY186" fmla="*/ 670418 h 797705"/>
              <a:gd name="connsiteX187" fmla="*/ 30114 w 829568"/>
              <a:gd name="connsiteY187" fmla="*/ 615975 h 797705"/>
              <a:gd name="connsiteX188" fmla="*/ 41509 w 829568"/>
              <a:gd name="connsiteY188" fmla="*/ 600095 h 797705"/>
              <a:gd name="connsiteX189" fmla="*/ 34672 w 829568"/>
              <a:gd name="connsiteY189" fmla="*/ 581948 h 797705"/>
              <a:gd name="connsiteX190" fmla="*/ 41509 w 829568"/>
              <a:gd name="connsiteY190" fmla="*/ 554726 h 797705"/>
              <a:gd name="connsiteX191" fmla="*/ 16441 w 829568"/>
              <a:gd name="connsiteY191" fmla="*/ 543384 h 797705"/>
              <a:gd name="connsiteX192" fmla="*/ 34672 w 829568"/>
              <a:gd name="connsiteY192" fmla="*/ 541115 h 797705"/>
              <a:gd name="connsiteX193" fmla="*/ 41498 w 829568"/>
              <a:gd name="connsiteY193" fmla="*/ 541115 h 797705"/>
              <a:gd name="connsiteX194" fmla="*/ 39341 w 829568"/>
              <a:gd name="connsiteY194" fmla="*/ 528176 h 797705"/>
              <a:gd name="connsiteX195" fmla="*/ 86966 w 829568"/>
              <a:gd name="connsiteY195" fmla="*/ 494839 h 797705"/>
              <a:gd name="connsiteX196" fmla="*/ 65409 w 829568"/>
              <a:gd name="connsiteY196" fmla="*/ 464300 h 797705"/>
              <a:gd name="connsiteX197" fmla="*/ 62429 w 829568"/>
              <a:gd name="connsiteY197" fmla="*/ 465726 h 797705"/>
              <a:gd name="connsiteX198" fmla="*/ 62429 w 829568"/>
              <a:gd name="connsiteY198" fmla="*/ 467991 h 797705"/>
              <a:gd name="connsiteX199" fmla="*/ 57874 w 829568"/>
              <a:gd name="connsiteY199" fmla="*/ 470256 h 797705"/>
              <a:gd name="connsiteX200" fmla="*/ 48763 w 829568"/>
              <a:gd name="connsiteY200" fmla="*/ 472522 h 797705"/>
              <a:gd name="connsiteX201" fmla="*/ 35096 w 829568"/>
              <a:gd name="connsiteY201" fmla="*/ 467991 h 797705"/>
              <a:gd name="connsiteX202" fmla="*/ 32818 w 829568"/>
              <a:gd name="connsiteY202" fmla="*/ 449871 h 797705"/>
              <a:gd name="connsiteX203" fmla="*/ 55596 w 829568"/>
              <a:gd name="connsiteY203" fmla="*/ 418160 h 797705"/>
              <a:gd name="connsiteX204" fmla="*/ 55596 w 829568"/>
              <a:gd name="connsiteY204" fmla="*/ 404569 h 797705"/>
              <a:gd name="connsiteX205" fmla="*/ 48763 w 829568"/>
              <a:gd name="connsiteY205" fmla="*/ 372858 h 797705"/>
              <a:gd name="connsiteX206" fmla="*/ 41929 w 829568"/>
              <a:gd name="connsiteY206" fmla="*/ 354737 h 797705"/>
              <a:gd name="connsiteX207" fmla="*/ 41929 w 829568"/>
              <a:gd name="connsiteY207" fmla="*/ 320761 h 797705"/>
              <a:gd name="connsiteX208" fmla="*/ 41929 w 829568"/>
              <a:gd name="connsiteY208" fmla="*/ 300375 h 797705"/>
              <a:gd name="connsiteX209" fmla="*/ 44207 w 829568"/>
              <a:gd name="connsiteY209" fmla="*/ 302640 h 797705"/>
              <a:gd name="connsiteX210" fmla="*/ 57934 w 829568"/>
              <a:gd name="connsiteY210" fmla="*/ 312196 h 797705"/>
              <a:gd name="connsiteX211" fmla="*/ 58242 w 829568"/>
              <a:gd name="connsiteY211" fmla="*/ 311394 h 797705"/>
              <a:gd name="connsiteX212" fmla="*/ 56256 w 829568"/>
              <a:gd name="connsiteY212" fmla="*/ 310012 h 797705"/>
              <a:gd name="connsiteX213" fmla="*/ 44300 w 829568"/>
              <a:gd name="connsiteY213" fmla="*/ 302367 h 797705"/>
              <a:gd name="connsiteX214" fmla="*/ 42022 w 829568"/>
              <a:gd name="connsiteY214" fmla="*/ 300102 h 797705"/>
              <a:gd name="connsiteX215" fmla="*/ 44300 w 829568"/>
              <a:gd name="connsiteY215" fmla="*/ 291042 h 797705"/>
              <a:gd name="connsiteX216" fmla="*/ 78462 w 829568"/>
              <a:gd name="connsiteY216" fmla="*/ 259331 h 797705"/>
              <a:gd name="connsiteX217" fmla="*/ 92126 w 829568"/>
              <a:gd name="connsiteY217" fmla="*/ 232149 h 797705"/>
              <a:gd name="connsiteX218" fmla="*/ 114901 w 829568"/>
              <a:gd name="connsiteY218" fmla="*/ 211764 h 797705"/>
              <a:gd name="connsiteX219" fmla="*/ 108638 w 829568"/>
              <a:gd name="connsiteY219" fmla="*/ 204968 h 797705"/>
              <a:gd name="connsiteX220" fmla="*/ 92261 w 829568"/>
              <a:gd name="connsiteY220" fmla="*/ 198228 h 797705"/>
              <a:gd name="connsiteX221" fmla="*/ 91806 w 829568"/>
              <a:gd name="connsiteY221" fmla="*/ 198355 h 797705"/>
              <a:gd name="connsiteX222" fmla="*/ 84968 w 829568"/>
              <a:gd name="connsiteY222" fmla="*/ 193807 h 797705"/>
              <a:gd name="connsiteX223" fmla="*/ 94086 w 829568"/>
              <a:gd name="connsiteY223" fmla="*/ 155145 h 797705"/>
              <a:gd name="connsiteX224" fmla="*/ 135114 w 829568"/>
              <a:gd name="connsiteY224" fmla="*/ 127854 h 797705"/>
              <a:gd name="connsiteX225" fmla="*/ 160186 w 829568"/>
              <a:gd name="connsiteY225" fmla="*/ 134677 h 797705"/>
              <a:gd name="connsiteX226" fmla="*/ 160186 w 829568"/>
              <a:gd name="connsiteY226" fmla="*/ 109660 h 797705"/>
              <a:gd name="connsiteX227" fmla="*/ 187538 w 829568"/>
              <a:gd name="connsiteY227" fmla="*/ 82369 h 797705"/>
              <a:gd name="connsiteX228" fmla="*/ 187538 w 829568"/>
              <a:gd name="connsiteY228" fmla="*/ 48256 h 797705"/>
              <a:gd name="connsiteX229" fmla="*/ 190103 w 829568"/>
              <a:gd name="connsiteY229"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52790 w 829568"/>
              <a:gd name="connsiteY47" fmla="*/ 335120 h 797705"/>
              <a:gd name="connsiteX48" fmla="*/ 636185 w 829568"/>
              <a:gd name="connsiteY48" fmla="*/ 327131 h 797705"/>
              <a:gd name="connsiteX49" fmla="*/ 640908 w 829568"/>
              <a:gd name="connsiteY49" fmla="*/ 343397 h 797705"/>
              <a:gd name="connsiteX50" fmla="*/ 656819 w 829568"/>
              <a:gd name="connsiteY50" fmla="*/ 329788 h 797705"/>
              <a:gd name="connsiteX51" fmla="*/ 672730 w 829568"/>
              <a:gd name="connsiteY51" fmla="*/ 347933 h 797705"/>
              <a:gd name="connsiteX52" fmla="*/ 679549 w 829568"/>
              <a:gd name="connsiteY52" fmla="*/ 366077 h 797705"/>
              <a:gd name="connsiteX53" fmla="*/ 686368 w 829568"/>
              <a:gd name="connsiteY53" fmla="*/ 418243 h 797705"/>
              <a:gd name="connsiteX54" fmla="*/ 736375 w 829568"/>
              <a:gd name="connsiteY54" fmla="*/ 413707 h 797705"/>
              <a:gd name="connsiteX55" fmla="*/ 756832 w 829568"/>
              <a:gd name="connsiteY55" fmla="*/ 420511 h 797705"/>
              <a:gd name="connsiteX56" fmla="*/ 765924 w 829568"/>
              <a:gd name="connsiteY56" fmla="*/ 406903 h 797705"/>
              <a:gd name="connsiteX57" fmla="*/ 829568 w 829568"/>
              <a:gd name="connsiteY57" fmla="*/ 397830 h 797705"/>
              <a:gd name="connsiteX58" fmla="*/ 829568 w 829568"/>
              <a:gd name="connsiteY58" fmla="*/ 413707 h 797705"/>
              <a:gd name="connsiteX59" fmla="*/ 827295 w 829568"/>
              <a:gd name="connsiteY59" fmla="*/ 422779 h 797705"/>
              <a:gd name="connsiteX60" fmla="*/ 822749 w 829568"/>
              <a:gd name="connsiteY60" fmla="*/ 427315 h 797705"/>
              <a:gd name="connsiteX61" fmla="*/ 815930 w 829568"/>
              <a:gd name="connsiteY61" fmla="*/ 427315 h 797705"/>
              <a:gd name="connsiteX62" fmla="*/ 809111 w 829568"/>
              <a:gd name="connsiteY62" fmla="*/ 443192 h 797705"/>
              <a:gd name="connsiteX63" fmla="*/ 802292 w 829568"/>
              <a:gd name="connsiteY63" fmla="*/ 452264 h 797705"/>
              <a:gd name="connsiteX64" fmla="*/ 800019 w 829568"/>
              <a:gd name="connsiteY64" fmla="*/ 459068 h 797705"/>
              <a:gd name="connsiteX65" fmla="*/ 800019 w 829568"/>
              <a:gd name="connsiteY65" fmla="*/ 470408 h 797705"/>
              <a:gd name="connsiteX66" fmla="*/ 800019 w 829568"/>
              <a:gd name="connsiteY66" fmla="*/ 481749 h 797705"/>
              <a:gd name="connsiteX67" fmla="*/ 784108 w 829568"/>
              <a:gd name="connsiteY67" fmla="*/ 477212 h 797705"/>
              <a:gd name="connsiteX68" fmla="*/ 777289 w 829568"/>
              <a:gd name="connsiteY68" fmla="*/ 477212 h 797705"/>
              <a:gd name="connsiteX69" fmla="*/ 770470 w 829568"/>
              <a:gd name="connsiteY69" fmla="*/ 481749 h 797705"/>
              <a:gd name="connsiteX70" fmla="*/ 768197 w 829568"/>
              <a:gd name="connsiteY70" fmla="*/ 488553 h 797705"/>
              <a:gd name="connsiteX71" fmla="*/ 750013 w 829568"/>
              <a:gd name="connsiteY71" fmla="*/ 497625 h 797705"/>
              <a:gd name="connsiteX72" fmla="*/ 745467 w 829568"/>
              <a:gd name="connsiteY72" fmla="*/ 490821 h 797705"/>
              <a:gd name="connsiteX73" fmla="*/ 740921 w 829568"/>
              <a:gd name="connsiteY73" fmla="*/ 493089 h 797705"/>
              <a:gd name="connsiteX74" fmla="*/ 738648 w 829568"/>
              <a:gd name="connsiteY74" fmla="*/ 499893 h 797705"/>
              <a:gd name="connsiteX75" fmla="*/ 738648 w 829568"/>
              <a:gd name="connsiteY75" fmla="*/ 502161 h 797705"/>
              <a:gd name="connsiteX76" fmla="*/ 725010 w 829568"/>
              <a:gd name="connsiteY76" fmla="*/ 504429 h 797705"/>
              <a:gd name="connsiteX77" fmla="*/ 715918 w 829568"/>
              <a:gd name="connsiteY77" fmla="*/ 508965 h 797705"/>
              <a:gd name="connsiteX78" fmla="*/ 715918 w 829568"/>
              <a:gd name="connsiteY78" fmla="*/ 520306 h 797705"/>
              <a:gd name="connsiteX79" fmla="*/ 713645 w 829568"/>
              <a:gd name="connsiteY79" fmla="*/ 522574 h 797705"/>
              <a:gd name="connsiteX80" fmla="*/ 693188 w 829568"/>
              <a:gd name="connsiteY80" fmla="*/ 527110 h 797705"/>
              <a:gd name="connsiteX81" fmla="*/ 677276 w 829568"/>
              <a:gd name="connsiteY81" fmla="*/ 531646 h 797705"/>
              <a:gd name="connsiteX82" fmla="*/ 668184 w 829568"/>
              <a:gd name="connsiteY82" fmla="*/ 527110 h 797705"/>
              <a:gd name="connsiteX83" fmla="*/ 665911 w 829568"/>
              <a:gd name="connsiteY83" fmla="*/ 529378 h 797705"/>
              <a:gd name="connsiteX84" fmla="*/ 665911 w 829568"/>
              <a:gd name="connsiteY84" fmla="*/ 538450 h 797705"/>
              <a:gd name="connsiteX85" fmla="*/ 659092 w 829568"/>
              <a:gd name="connsiteY85" fmla="*/ 540718 h 797705"/>
              <a:gd name="connsiteX86" fmla="*/ 659092 w 829568"/>
              <a:gd name="connsiteY86" fmla="*/ 545254 h 797705"/>
              <a:gd name="connsiteX87" fmla="*/ 659092 w 829568"/>
              <a:gd name="connsiteY87" fmla="*/ 556595 h 797705"/>
              <a:gd name="connsiteX88" fmla="*/ 656819 w 829568"/>
              <a:gd name="connsiteY88" fmla="*/ 561131 h 797705"/>
              <a:gd name="connsiteX89" fmla="*/ 652273 w 829568"/>
              <a:gd name="connsiteY89" fmla="*/ 561131 h 797705"/>
              <a:gd name="connsiteX90" fmla="*/ 650000 w 829568"/>
              <a:gd name="connsiteY90" fmla="*/ 561131 h 797705"/>
              <a:gd name="connsiteX91" fmla="*/ 618178 w 829568"/>
              <a:gd name="connsiteY91" fmla="*/ 552058 h 797705"/>
              <a:gd name="connsiteX92" fmla="*/ 618178 w 829568"/>
              <a:gd name="connsiteY92" fmla="*/ 549790 h 797705"/>
              <a:gd name="connsiteX93" fmla="*/ 609086 w 829568"/>
              <a:gd name="connsiteY93" fmla="*/ 542986 h 797705"/>
              <a:gd name="connsiteX94" fmla="*/ 599994 w 829568"/>
              <a:gd name="connsiteY94" fmla="*/ 547522 h 797705"/>
              <a:gd name="connsiteX95" fmla="*/ 590902 w 829568"/>
              <a:gd name="connsiteY95" fmla="*/ 554327 h 797705"/>
              <a:gd name="connsiteX96" fmla="*/ 579537 w 829568"/>
              <a:gd name="connsiteY96" fmla="*/ 563399 h 797705"/>
              <a:gd name="connsiteX97" fmla="*/ 574991 w 829568"/>
              <a:gd name="connsiteY97" fmla="*/ 556595 h 797705"/>
              <a:gd name="connsiteX98" fmla="*/ 570445 w 829568"/>
              <a:gd name="connsiteY98" fmla="*/ 558863 h 797705"/>
              <a:gd name="connsiteX99" fmla="*/ 568172 w 829568"/>
              <a:gd name="connsiteY99" fmla="*/ 563399 h 797705"/>
              <a:gd name="connsiteX100" fmla="*/ 568172 w 829568"/>
              <a:gd name="connsiteY100" fmla="*/ 565667 h 797705"/>
              <a:gd name="connsiteX101" fmla="*/ 568172 w 829568"/>
              <a:gd name="connsiteY101" fmla="*/ 570203 h 797705"/>
              <a:gd name="connsiteX102" fmla="*/ 565899 w 829568"/>
              <a:gd name="connsiteY102" fmla="*/ 572471 h 797705"/>
              <a:gd name="connsiteX103" fmla="*/ 565899 w 829568"/>
              <a:gd name="connsiteY103" fmla="*/ 574739 h 797705"/>
              <a:gd name="connsiteX104" fmla="*/ 581810 w 829568"/>
              <a:gd name="connsiteY104" fmla="*/ 581543 h 797705"/>
              <a:gd name="connsiteX105" fmla="*/ 586356 w 829568"/>
              <a:gd name="connsiteY105" fmla="*/ 586079 h 797705"/>
              <a:gd name="connsiteX106" fmla="*/ 590902 w 829568"/>
              <a:gd name="connsiteY106" fmla="*/ 579275 h 797705"/>
              <a:gd name="connsiteX107" fmla="*/ 597721 w 829568"/>
              <a:gd name="connsiteY107" fmla="*/ 583811 h 797705"/>
              <a:gd name="connsiteX108" fmla="*/ 599994 w 829568"/>
              <a:gd name="connsiteY108" fmla="*/ 579275 h 797705"/>
              <a:gd name="connsiteX109" fmla="*/ 606813 w 829568"/>
              <a:gd name="connsiteY109" fmla="*/ 588347 h 797705"/>
              <a:gd name="connsiteX110" fmla="*/ 606813 w 829568"/>
              <a:gd name="connsiteY110" fmla="*/ 590616 h 797705"/>
              <a:gd name="connsiteX111" fmla="*/ 602267 w 829568"/>
              <a:gd name="connsiteY111" fmla="*/ 601956 h 797705"/>
              <a:gd name="connsiteX112" fmla="*/ 604540 w 829568"/>
              <a:gd name="connsiteY112" fmla="*/ 606492 h 797705"/>
              <a:gd name="connsiteX113" fmla="*/ 609086 w 829568"/>
              <a:gd name="connsiteY113" fmla="*/ 611028 h 797705"/>
              <a:gd name="connsiteX114" fmla="*/ 606813 w 829568"/>
              <a:gd name="connsiteY114" fmla="*/ 613296 h 797705"/>
              <a:gd name="connsiteX115" fmla="*/ 588629 w 829568"/>
              <a:gd name="connsiteY115" fmla="*/ 613296 h 797705"/>
              <a:gd name="connsiteX116" fmla="*/ 572718 w 829568"/>
              <a:gd name="connsiteY116" fmla="*/ 597420 h 797705"/>
              <a:gd name="connsiteX117" fmla="*/ 568172 w 829568"/>
              <a:gd name="connsiteY117" fmla="*/ 606492 h 797705"/>
              <a:gd name="connsiteX118" fmla="*/ 561353 w 829568"/>
              <a:gd name="connsiteY118" fmla="*/ 597420 h 797705"/>
              <a:gd name="connsiteX119" fmla="*/ 556807 w 829568"/>
              <a:gd name="connsiteY119" fmla="*/ 592884 h 797705"/>
              <a:gd name="connsiteX120" fmla="*/ 540896 w 829568"/>
              <a:gd name="connsiteY120" fmla="*/ 570203 h 797705"/>
              <a:gd name="connsiteX121" fmla="*/ 529530 w 829568"/>
              <a:gd name="connsiteY121" fmla="*/ 565667 h 797705"/>
              <a:gd name="connsiteX122" fmla="*/ 518165 w 829568"/>
              <a:gd name="connsiteY122" fmla="*/ 572471 h 797705"/>
              <a:gd name="connsiteX123" fmla="*/ 509073 w 829568"/>
              <a:gd name="connsiteY123" fmla="*/ 577007 h 797705"/>
              <a:gd name="connsiteX124" fmla="*/ 506800 w 829568"/>
              <a:gd name="connsiteY124" fmla="*/ 574739 h 797705"/>
              <a:gd name="connsiteX125" fmla="*/ 504527 w 829568"/>
              <a:gd name="connsiteY125" fmla="*/ 574739 h 797705"/>
              <a:gd name="connsiteX126" fmla="*/ 504527 w 829568"/>
              <a:gd name="connsiteY126" fmla="*/ 570324 h 797705"/>
              <a:gd name="connsiteX127" fmla="*/ 503669 w 829568"/>
              <a:gd name="connsiteY127" fmla="*/ 570324 h 797705"/>
              <a:gd name="connsiteX128" fmla="*/ 503669 w 829568"/>
              <a:gd name="connsiteY128" fmla="*/ 574870 h 797705"/>
              <a:gd name="connsiteX129" fmla="*/ 505946 w 829568"/>
              <a:gd name="connsiteY129" fmla="*/ 577143 h 797705"/>
              <a:gd name="connsiteX130" fmla="*/ 505946 w 829568"/>
              <a:gd name="connsiteY130" fmla="*/ 579415 h 797705"/>
              <a:gd name="connsiteX131" fmla="*/ 505946 w 829568"/>
              <a:gd name="connsiteY131" fmla="*/ 581688 h 797705"/>
              <a:gd name="connsiteX132" fmla="*/ 496839 w 829568"/>
              <a:gd name="connsiteY132" fmla="*/ 590779 h 797705"/>
              <a:gd name="connsiteX133" fmla="*/ 496839 w 829568"/>
              <a:gd name="connsiteY133" fmla="*/ 595324 h 797705"/>
              <a:gd name="connsiteX134" fmla="*/ 501392 w 829568"/>
              <a:gd name="connsiteY134" fmla="*/ 599870 h 797705"/>
              <a:gd name="connsiteX135" fmla="*/ 510500 w 829568"/>
              <a:gd name="connsiteY135" fmla="*/ 608960 h 797705"/>
              <a:gd name="connsiteX136" fmla="*/ 508223 w 829568"/>
              <a:gd name="connsiteY136" fmla="*/ 613506 h 797705"/>
              <a:gd name="connsiteX137" fmla="*/ 508223 w 829568"/>
              <a:gd name="connsiteY137" fmla="*/ 618051 h 797705"/>
              <a:gd name="connsiteX138" fmla="*/ 490008 w 829568"/>
              <a:gd name="connsiteY138" fmla="*/ 640778 h 797705"/>
              <a:gd name="connsiteX139" fmla="*/ 464962 w 829568"/>
              <a:gd name="connsiteY139" fmla="*/ 631687 h 797705"/>
              <a:gd name="connsiteX140" fmla="*/ 451300 w 829568"/>
              <a:gd name="connsiteY140" fmla="*/ 624869 h 797705"/>
              <a:gd name="connsiteX141" fmla="*/ 423977 w 829568"/>
              <a:gd name="connsiteY141" fmla="*/ 638506 h 797705"/>
              <a:gd name="connsiteX142" fmla="*/ 414870 w 829568"/>
              <a:gd name="connsiteY142" fmla="*/ 643051 h 797705"/>
              <a:gd name="connsiteX143" fmla="*/ 398931 w 829568"/>
              <a:gd name="connsiteY143" fmla="*/ 645324 h 797705"/>
              <a:gd name="connsiteX144" fmla="*/ 394378 w 829568"/>
              <a:gd name="connsiteY144" fmla="*/ 652142 h 797705"/>
              <a:gd name="connsiteX145" fmla="*/ 373885 w 829568"/>
              <a:gd name="connsiteY145" fmla="*/ 654415 h 797705"/>
              <a:gd name="connsiteX146" fmla="*/ 353393 w 829568"/>
              <a:gd name="connsiteY146" fmla="*/ 661233 h 797705"/>
              <a:gd name="connsiteX147" fmla="*/ 344285 w 829568"/>
              <a:gd name="connsiteY147" fmla="*/ 683960 h 797705"/>
              <a:gd name="connsiteX148" fmla="*/ 346559 w 829568"/>
              <a:gd name="connsiteY148" fmla="*/ 695305 h 797705"/>
              <a:gd name="connsiteX149" fmla="*/ 346890 w 829568"/>
              <a:gd name="connsiteY149" fmla="*/ 695371 h 797705"/>
              <a:gd name="connsiteX150" fmla="*/ 349169 w 829568"/>
              <a:gd name="connsiteY150" fmla="*/ 697639 h 797705"/>
              <a:gd name="connsiteX151" fmla="*/ 349169 w 829568"/>
              <a:gd name="connsiteY151" fmla="*/ 708981 h 797705"/>
              <a:gd name="connsiteX152" fmla="*/ 349169 w 829568"/>
              <a:gd name="connsiteY152" fmla="*/ 713518 h 797705"/>
              <a:gd name="connsiteX153" fmla="*/ 346890 w 829568"/>
              <a:gd name="connsiteY153" fmla="*/ 724861 h 797705"/>
              <a:gd name="connsiteX154" fmla="*/ 340053 w 829568"/>
              <a:gd name="connsiteY154" fmla="*/ 722592 h 797705"/>
              <a:gd name="connsiteX155" fmla="*/ 317264 w 829568"/>
              <a:gd name="connsiteY155" fmla="*/ 720324 h 797705"/>
              <a:gd name="connsiteX156" fmla="*/ 312706 w 829568"/>
              <a:gd name="connsiteY156" fmla="*/ 718055 h 797705"/>
              <a:gd name="connsiteX157" fmla="*/ 303590 w 829568"/>
              <a:gd name="connsiteY157" fmla="*/ 724861 h 797705"/>
              <a:gd name="connsiteX158" fmla="*/ 294474 w 829568"/>
              <a:gd name="connsiteY158" fmla="*/ 731666 h 797705"/>
              <a:gd name="connsiteX159" fmla="*/ 289916 w 829568"/>
              <a:gd name="connsiteY159" fmla="*/ 738471 h 797705"/>
              <a:gd name="connsiteX160" fmla="*/ 289916 w 829568"/>
              <a:gd name="connsiteY160" fmla="*/ 752082 h 797705"/>
              <a:gd name="connsiteX161" fmla="*/ 280800 w 829568"/>
              <a:gd name="connsiteY161" fmla="*/ 740740 h 797705"/>
              <a:gd name="connsiteX162" fmla="*/ 278521 w 829568"/>
              <a:gd name="connsiteY162" fmla="*/ 738471 h 797705"/>
              <a:gd name="connsiteX163" fmla="*/ 278521 w 829568"/>
              <a:gd name="connsiteY163" fmla="*/ 743008 h 797705"/>
              <a:gd name="connsiteX164" fmla="*/ 276242 w 829568"/>
              <a:gd name="connsiteY164" fmla="*/ 749814 h 797705"/>
              <a:gd name="connsiteX165" fmla="*/ 269405 w 829568"/>
              <a:gd name="connsiteY165" fmla="*/ 761156 h 797705"/>
              <a:gd name="connsiteX166" fmla="*/ 232942 w 829568"/>
              <a:gd name="connsiteY166" fmla="*/ 749814 h 797705"/>
              <a:gd name="connsiteX167" fmla="*/ 230663 w 829568"/>
              <a:gd name="connsiteY167" fmla="*/ 754351 h 797705"/>
              <a:gd name="connsiteX168" fmla="*/ 203316 w 829568"/>
              <a:gd name="connsiteY168" fmla="*/ 754351 h 797705"/>
              <a:gd name="connsiteX169" fmla="*/ 180526 w 829568"/>
              <a:gd name="connsiteY169" fmla="*/ 761156 h 797705"/>
              <a:gd name="connsiteX170" fmla="*/ 169131 w 829568"/>
              <a:gd name="connsiteY170" fmla="*/ 767961 h 797705"/>
              <a:gd name="connsiteX171" fmla="*/ 157736 w 829568"/>
              <a:gd name="connsiteY171" fmla="*/ 783841 h 797705"/>
              <a:gd name="connsiteX172" fmla="*/ 137226 w 829568"/>
              <a:gd name="connsiteY172" fmla="*/ 797451 h 797705"/>
              <a:gd name="connsiteX173" fmla="*/ 128110 w 829568"/>
              <a:gd name="connsiteY173" fmla="*/ 786109 h 797705"/>
              <a:gd name="connsiteX174" fmla="*/ 121273 w 829568"/>
              <a:gd name="connsiteY174" fmla="*/ 792914 h 797705"/>
              <a:gd name="connsiteX175" fmla="*/ 93925 w 829568"/>
              <a:gd name="connsiteY175" fmla="*/ 790646 h 797705"/>
              <a:gd name="connsiteX176" fmla="*/ 68857 w 829568"/>
              <a:gd name="connsiteY176" fmla="*/ 790646 h 797705"/>
              <a:gd name="connsiteX177" fmla="*/ 57462 w 829568"/>
              <a:gd name="connsiteY177" fmla="*/ 792914 h 797705"/>
              <a:gd name="connsiteX178" fmla="*/ 46067 w 829568"/>
              <a:gd name="connsiteY178" fmla="*/ 788377 h 797705"/>
              <a:gd name="connsiteX179" fmla="*/ 25556 w 829568"/>
              <a:gd name="connsiteY179" fmla="*/ 786109 h 797705"/>
              <a:gd name="connsiteX180" fmla="*/ 25556 w 829568"/>
              <a:gd name="connsiteY180" fmla="*/ 783841 h 797705"/>
              <a:gd name="connsiteX181" fmla="*/ 27835 w 829568"/>
              <a:gd name="connsiteY181" fmla="*/ 777035 h 797705"/>
              <a:gd name="connsiteX182" fmla="*/ 25556 w 829568"/>
              <a:gd name="connsiteY182" fmla="*/ 774767 h 797705"/>
              <a:gd name="connsiteX183" fmla="*/ 43788 w 829568"/>
              <a:gd name="connsiteY183" fmla="*/ 770230 h 797705"/>
              <a:gd name="connsiteX184" fmla="*/ 48346 w 829568"/>
              <a:gd name="connsiteY184" fmla="*/ 699908 h 797705"/>
              <a:gd name="connsiteX185" fmla="*/ 5046 w 829568"/>
              <a:gd name="connsiteY185" fmla="*/ 670418 h 797705"/>
              <a:gd name="connsiteX186" fmla="*/ 30114 w 829568"/>
              <a:gd name="connsiteY186" fmla="*/ 615975 h 797705"/>
              <a:gd name="connsiteX187" fmla="*/ 41509 w 829568"/>
              <a:gd name="connsiteY187" fmla="*/ 600095 h 797705"/>
              <a:gd name="connsiteX188" fmla="*/ 34672 w 829568"/>
              <a:gd name="connsiteY188" fmla="*/ 581948 h 797705"/>
              <a:gd name="connsiteX189" fmla="*/ 41509 w 829568"/>
              <a:gd name="connsiteY189" fmla="*/ 554726 h 797705"/>
              <a:gd name="connsiteX190" fmla="*/ 16441 w 829568"/>
              <a:gd name="connsiteY190" fmla="*/ 543384 h 797705"/>
              <a:gd name="connsiteX191" fmla="*/ 34672 w 829568"/>
              <a:gd name="connsiteY191" fmla="*/ 541115 h 797705"/>
              <a:gd name="connsiteX192" fmla="*/ 41498 w 829568"/>
              <a:gd name="connsiteY192" fmla="*/ 541115 h 797705"/>
              <a:gd name="connsiteX193" fmla="*/ 39341 w 829568"/>
              <a:gd name="connsiteY193" fmla="*/ 528176 h 797705"/>
              <a:gd name="connsiteX194" fmla="*/ 86966 w 829568"/>
              <a:gd name="connsiteY194" fmla="*/ 494839 h 797705"/>
              <a:gd name="connsiteX195" fmla="*/ 65409 w 829568"/>
              <a:gd name="connsiteY195" fmla="*/ 464300 h 797705"/>
              <a:gd name="connsiteX196" fmla="*/ 62429 w 829568"/>
              <a:gd name="connsiteY196" fmla="*/ 465726 h 797705"/>
              <a:gd name="connsiteX197" fmla="*/ 62429 w 829568"/>
              <a:gd name="connsiteY197" fmla="*/ 467991 h 797705"/>
              <a:gd name="connsiteX198" fmla="*/ 57874 w 829568"/>
              <a:gd name="connsiteY198" fmla="*/ 470256 h 797705"/>
              <a:gd name="connsiteX199" fmla="*/ 48763 w 829568"/>
              <a:gd name="connsiteY199" fmla="*/ 472522 h 797705"/>
              <a:gd name="connsiteX200" fmla="*/ 35096 w 829568"/>
              <a:gd name="connsiteY200" fmla="*/ 467991 h 797705"/>
              <a:gd name="connsiteX201" fmla="*/ 32818 w 829568"/>
              <a:gd name="connsiteY201" fmla="*/ 449871 h 797705"/>
              <a:gd name="connsiteX202" fmla="*/ 55596 w 829568"/>
              <a:gd name="connsiteY202" fmla="*/ 418160 h 797705"/>
              <a:gd name="connsiteX203" fmla="*/ 55596 w 829568"/>
              <a:gd name="connsiteY203" fmla="*/ 404569 h 797705"/>
              <a:gd name="connsiteX204" fmla="*/ 48763 w 829568"/>
              <a:gd name="connsiteY204" fmla="*/ 372858 h 797705"/>
              <a:gd name="connsiteX205" fmla="*/ 41929 w 829568"/>
              <a:gd name="connsiteY205" fmla="*/ 354737 h 797705"/>
              <a:gd name="connsiteX206" fmla="*/ 41929 w 829568"/>
              <a:gd name="connsiteY206" fmla="*/ 320761 h 797705"/>
              <a:gd name="connsiteX207" fmla="*/ 41929 w 829568"/>
              <a:gd name="connsiteY207" fmla="*/ 300375 h 797705"/>
              <a:gd name="connsiteX208" fmla="*/ 44207 w 829568"/>
              <a:gd name="connsiteY208" fmla="*/ 302640 h 797705"/>
              <a:gd name="connsiteX209" fmla="*/ 57934 w 829568"/>
              <a:gd name="connsiteY209" fmla="*/ 312196 h 797705"/>
              <a:gd name="connsiteX210" fmla="*/ 58242 w 829568"/>
              <a:gd name="connsiteY210" fmla="*/ 311394 h 797705"/>
              <a:gd name="connsiteX211" fmla="*/ 56256 w 829568"/>
              <a:gd name="connsiteY211" fmla="*/ 310012 h 797705"/>
              <a:gd name="connsiteX212" fmla="*/ 44300 w 829568"/>
              <a:gd name="connsiteY212" fmla="*/ 302367 h 797705"/>
              <a:gd name="connsiteX213" fmla="*/ 42022 w 829568"/>
              <a:gd name="connsiteY213" fmla="*/ 300102 h 797705"/>
              <a:gd name="connsiteX214" fmla="*/ 44300 w 829568"/>
              <a:gd name="connsiteY214" fmla="*/ 291042 h 797705"/>
              <a:gd name="connsiteX215" fmla="*/ 78462 w 829568"/>
              <a:gd name="connsiteY215" fmla="*/ 259331 h 797705"/>
              <a:gd name="connsiteX216" fmla="*/ 92126 w 829568"/>
              <a:gd name="connsiteY216" fmla="*/ 232149 h 797705"/>
              <a:gd name="connsiteX217" fmla="*/ 114901 w 829568"/>
              <a:gd name="connsiteY217" fmla="*/ 211764 h 797705"/>
              <a:gd name="connsiteX218" fmla="*/ 108638 w 829568"/>
              <a:gd name="connsiteY218" fmla="*/ 204968 h 797705"/>
              <a:gd name="connsiteX219" fmla="*/ 92261 w 829568"/>
              <a:gd name="connsiteY219" fmla="*/ 198228 h 797705"/>
              <a:gd name="connsiteX220" fmla="*/ 91806 w 829568"/>
              <a:gd name="connsiteY220" fmla="*/ 198355 h 797705"/>
              <a:gd name="connsiteX221" fmla="*/ 84968 w 829568"/>
              <a:gd name="connsiteY221" fmla="*/ 193807 h 797705"/>
              <a:gd name="connsiteX222" fmla="*/ 94086 w 829568"/>
              <a:gd name="connsiteY222" fmla="*/ 155145 h 797705"/>
              <a:gd name="connsiteX223" fmla="*/ 135114 w 829568"/>
              <a:gd name="connsiteY223" fmla="*/ 127854 h 797705"/>
              <a:gd name="connsiteX224" fmla="*/ 160186 w 829568"/>
              <a:gd name="connsiteY224" fmla="*/ 134677 h 797705"/>
              <a:gd name="connsiteX225" fmla="*/ 160186 w 829568"/>
              <a:gd name="connsiteY225" fmla="*/ 109660 h 797705"/>
              <a:gd name="connsiteX226" fmla="*/ 187538 w 829568"/>
              <a:gd name="connsiteY226" fmla="*/ 82369 h 797705"/>
              <a:gd name="connsiteX227" fmla="*/ 187538 w 829568"/>
              <a:gd name="connsiteY227" fmla="*/ 48256 h 797705"/>
              <a:gd name="connsiteX228" fmla="*/ 190103 w 829568"/>
              <a:gd name="connsiteY228"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63632 w 829568"/>
              <a:gd name="connsiteY40" fmla="*/ 245962 h 797705"/>
              <a:gd name="connsiteX41" fmla="*/ 574458 w 829568"/>
              <a:gd name="connsiteY41" fmla="*/ 256788 h 797705"/>
              <a:gd name="connsiteX42" fmla="*/ 583230 w 829568"/>
              <a:gd name="connsiteY42" fmla="*/ 254659 h 797705"/>
              <a:gd name="connsiteX43" fmla="*/ 595448 w 829568"/>
              <a:gd name="connsiteY43" fmla="*/ 250406 h 797705"/>
              <a:gd name="connsiteX44" fmla="*/ 624997 w 829568"/>
              <a:gd name="connsiteY44" fmla="*/ 282159 h 797705"/>
              <a:gd name="connsiteX45" fmla="*/ 637214 w 829568"/>
              <a:gd name="connsiteY45" fmla="*/ 311928 h 797705"/>
              <a:gd name="connsiteX46" fmla="*/ 636731 w 829568"/>
              <a:gd name="connsiteY46" fmla="*/ 319061 h 797705"/>
              <a:gd name="connsiteX47" fmla="*/ 636185 w 829568"/>
              <a:gd name="connsiteY47" fmla="*/ 327131 h 797705"/>
              <a:gd name="connsiteX48" fmla="*/ 640908 w 829568"/>
              <a:gd name="connsiteY48" fmla="*/ 343397 h 797705"/>
              <a:gd name="connsiteX49" fmla="*/ 656819 w 829568"/>
              <a:gd name="connsiteY49" fmla="*/ 329788 h 797705"/>
              <a:gd name="connsiteX50" fmla="*/ 672730 w 829568"/>
              <a:gd name="connsiteY50" fmla="*/ 347933 h 797705"/>
              <a:gd name="connsiteX51" fmla="*/ 679549 w 829568"/>
              <a:gd name="connsiteY51" fmla="*/ 366077 h 797705"/>
              <a:gd name="connsiteX52" fmla="*/ 686368 w 829568"/>
              <a:gd name="connsiteY52" fmla="*/ 418243 h 797705"/>
              <a:gd name="connsiteX53" fmla="*/ 736375 w 829568"/>
              <a:gd name="connsiteY53" fmla="*/ 413707 h 797705"/>
              <a:gd name="connsiteX54" fmla="*/ 756832 w 829568"/>
              <a:gd name="connsiteY54" fmla="*/ 420511 h 797705"/>
              <a:gd name="connsiteX55" fmla="*/ 765924 w 829568"/>
              <a:gd name="connsiteY55" fmla="*/ 406903 h 797705"/>
              <a:gd name="connsiteX56" fmla="*/ 829568 w 829568"/>
              <a:gd name="connsiteY56" fmla="*/ 397830 h 797705"/>
              <a:gd name="connsiteX57" fmla="*/ 829568 w 829568"/>
              <a:gd name="connsiteY57" fmla="*/ 413707 h 797705"/>
              <a:gd name="connsiteX58" fmla="*/ 827295 w 829568"/>
              <a:gd name="connsiteY58" fmla="*/ 422779 h 797705"/>
              <a:gd name="connsiteX59" fmla="*/ 822749 w 829568"/>
              <a:gd name="connsiteY59" fmla="*/ 427315 h 797705"/>
              <a:gd name="connsiteX60" fmla="*/ 815930 w 829568"/>
              <a:gd name="connsiteY60" fmla="*/ 427315 h 797705"/>
              <a:gd name="connsiteX61" fmla="*/ 809111 w 829568"/>
              <a:gd name="connsiteY61" fmla="*/ 443192 h 797705"/>
              <a:gd name="connsiteX62" fmla="*/ 802292 w 829568"/>
              <a:gd name="connsiteY62" fmla="*/ 452264 h 797705"/>
              <a:gd name="connsiteX63" fmla="*/ 800019 w 829568"/>
              <a:gd name="connsiteY63" fmla="*/ 459068 h 797705"/>
              <a:gd name="connsiteX64" fmla="*/ 800019 w 829568"/>
              <a:gd name="connsiteY64" fmla="*/ 470408 h 797705"/>
              <a:gd name="connsiteX65" fmla="*/ 800019 w 829568"/>
              <a:gd name="connsiteY65" fmla="*/ 481749 h 797705"/>
              <a:gd name="connsiteX66" fmla="*/ 784108 w 829568"/>
              <a:gd name="connsiteY66" fmla="*/ 477212 h 797705"/>
              <a:gd name="connsiteX67" fmla="*/ 777289 w 829568"/>
              <a:gd name="connsiteY67" fmla="*/ 477212 h 797705"/>
              <a:gd name="connsiteX68" fmla="*/ 770470 w 829568"/>
              <a:gd name="connsiteY68" fmla="*/ 481749 h 797705"/>
              <a:gd name="connsiteX69" fmla="*/ 768197 w 829568"/>
              <a:gd name="connsiteY69" fmla="*/ 488553 h 797705"/>
              <a:gd name="connsiteX70" fmla="*/ 750013 w 829568"/>
              <a:gd name="connsiteY70" fmla="*/ 497625 h 797705"/>
              <a:gd name="connsiteX71" fmla="*/ 745467 w 829568"/>
              <a:gd name="connsiteY71" fmla="*/ 490821 h 797705"/>
              <a:gd name="connsiteX72" fmla="*/ 740921 w 829568"/>
              <a:gd name="connsiteY72" fmla="*/ 493089 h 797705"/>
              <a:gd name="connsiteX73" fmla="*/ 738648 w 829568"/>
              <a:gd name="connsiteY73" fmla="*/ 499893 h 797705"/>
              <a:gd name="connsiteX74" fmla="*/ 738648 w 829568"/>
              <a:gd name="connsiteY74" fmla="*/ 502161 h 797705"/>
              <a:gd name="connsiteX75" fmla="*/ 725010 w 829568"/>
              <a:gd name="connsiteY75" fmla="*/ 504429 h 797705"/>
              <a:gd name="connsiteX76" fmla="*/ 715918 w 829568"/>
              <a:gd name="connsiteY76" fmla="*/ 508965 h 797705"/>
              <a:gd name="connsiteX77" fmla="*/ 715918 w 829568"/>
              <a:gd name="connsiteY77" fmla="*/ 520306 h 797705"/>
              <a:gd name="connsiteX78" fmla="*/ 713645 w 829568"/>
              <a:gd name="connsiteY78" fmla="*/ 522574 h 797705"/>
              <a:gd name="connsiteX79" fmla="*/ 693188 w 829568"/>
              <a:gd name="connsiteY79" fmla="*/ 527110 h 797705"/>
              <a:gd name="connsiteX80" fmla="*/ 677276 w 829568"/>
              <a:gd name="connsiteY80" fmla="*/ 531646 h 797705"/>
              <a:gd name="connsiteX81" fmla="*/ 668184 w 829568"/>
              <a:gd name="connsiteY81" fmla="*/ 527110 h 797705"/>
              <a:gd name="connsiteX82" fmla="*/ 665911 w 829568"/>
              <a:gd name="connsiteY82" fmla="*/ 529378 h 797705"/>
              <a:gd name="connsiteX83" fmla="*/ 665911 w 829568"/>
              <a:gd name="connsiteY83" fmla="*/ 538450 h 797705"/>
              <a:gd name="connsiteX84" fmla="*/ 659092 w 829568"/>
              <a:gd name="connsiteY84" fmla="*/ 540718 h 797705"/>
              <a:gd name="connsiteX85" fmla="*/ 659092 w 829568"/>
              <a:gd name="connsiteY85" fmla="*/ 545254 h 797705"/>
              <a:gd name="connsiteX86" fmla="*/ 659092 w 829568"/>
              <a:gd name="connsiteY86" fmla="*/ 556595 h 797705"/>
              <a:gd name="connsiteX87" fmla="*/ 656819 w 829568"/>
              <a:gd name="connsiteY87" fmla="*/ 561131 h 797705"/>
              <a:gd name="connsiteX88" fmla="*/ 652273 w 829568"/>
              <a:gd name="connsiteY88" fmla="*/ 561131 h 797705"/>
              <a:gd name="connsiteX89" fmla="*/ 650000 w 829568"/>
              <a:gd name="connsiteY89" fmla="*/ 561131 h 797705"/>
              <a:gd name="connsiteX90" fmla="*/ 618178 w 829568"/>
              <a:gd name="connsiteY90" fmla="*/ 552058 h 797705"/>
              <a:gd name="connsiteX91" fmla="*/ 618178 w 829568"/>
              <a:gd name="connsiteY91" fmla="*/ 549790 h 797705"/>
              <a:gd name="connsiteX92" fmla="*/ 609086 w 829568"/>
              <a:gd name="connsiteY92" fmla="*/ 542986 h 797705"/>
              <a:gd name="connsiteX93" fmla="*/ 599994 w 829568"/>
              <a:gd name="connsiteY93" fmla="*/ 547522 h 797705"/>
              <a:gd name="connsiteX94" fmla="*/ 590902 w 829568"/>
              <a:gd name="connsiteY94" fmla="*/ 554327 h 797705"/>
              <a:gd name="connsiteX95" fmla="*/ 579537 w 829568"/>
              <a:gd name="connsiteY95" fmla="*/ 563399 h 797705"/>
              <a:gd name="connsiteX96" fmla="*/ 574991 w 829568"/>
              <a:gd name="connsiteY96" fmla="*/ 556595 h 797705"/>
              <a:gd name="connsiteX97" fmla="*/ 570445 w 829568"/>
              <a:gd name="connsiteY97" fmla="*/ 558863 h 797705"/>
              <a:gd name="connsiteX98" fmla="*/ 568172 w 829568"/>
              <a:gd name="connsiteY98" fmla="*/ 563399 h 797705"/>
              <a:gd name="connsiteX99" fmla="*/ 568172 w 829568"/>
              <a:gd name="connsiteY99" fmla="*/ 565667 h 797705"/>
              <a:gd name="connsiteX100" fmla="*/ 568172 w 829568"/>
              <a:gd name="connsiteY100" fmla="*/ 570203 h 797705"/>
              <a:gd name="connsiteX101" fmla="*/ 565899 w 829568"/>
              <a:gd name="connsiteY101" fmla="*/ 572471 h 797705"/>
              <a:gd name="connsiteX102" fmla="*/ 565899 w 829568"/>
              <a:gd name="connsiteY102" fmla="*/ 574739 h 797705"/>
              <a:gd name="connsiteX103" fmla="*/ 581810 w 829568"/>
              <a:gd name="connsiteY103" fmla="*/ 581543 h 797705"/>
              <a:gd name="connsiteX104" fmla="*/ 586356 w 829568"/>
              <a:gd name="connsiteY104" fmla="*/ 586079 h 797705"/>
              <a:gd name="connsiteX105" fmla="*/ 590902 w 829568"/>
              <a:gd name="connsiteY105" fmla="*/ 579275 h 797705"/>
              <a:gd name="connsiteX106" fmla="*/ 597721 w 829568"/>
              <a:gd name="connsiteY106" fmla="*/ 583811 h 797705"/>
              <a:gd name="connsiteX107" fmla="*/ 599994 w 829568"/>
              <a:gd name="connsiteY107" fmla="*/ 579275 h 797705"/>
              <a:gd name="connsiteX108" fmla="*/ 606813 w 829568"/>
              <a:gd name="connsiteY108" fmla="*/ 588347 h 797705"/>
              <a:gd name="connsiteX109" fmla="*/ 606813 w 829568"/>
              <a:gd name="connsiteY109" fmla="*/ 590616 h 797705"/>
              <a:gd name="connsiteX110" fmla="*/ 602267 w 829568"/>
              <a:gd name="connsiteY110" fmla="*/ 601956 h 797705"/>
              <a:gd name="connsiteX111" fmla="*/ 604540 w 829568"/>
              <a:gd name="connsiteY111" fmla="*/ 606492 h 797705"/>
              <a:gd name="connsiteX112" fmla="*/ 609086 w 829568"/>
              <a:gd name="connsiteY112" fmla="*/ 611028 h 797705"/>
              <a:gd name="connsiteX113" fmla="*/ 606813 w 829568"/>
              <a:gd name="connsiteY113" fmla="*/ 613296 h 797705"/>
              <a:gd name="connsiteX114" fmla="*/ 588629 w 829568"/>
              <a:gd name="connsiteY114" fmla="*/ 613296 h 797705"/>
              <a:gd name="connsiteX115" fmla="*/ 572718 w 829568"/>
              <a:gd name="connsiteY115" fmla="*/ 597420 h 797705"/>
              <a:gd name="connsiteX116" fmla="*/ 568172 w 829568"/>
              <a:gd name="connsiteY116" fmla="*/ 606492 h 797705"/>
              <a:gd name="connsiteX117" fmla="*/ 561353 w 829568"/>
              <a:gd name="connsiteY117" fmla="*/ 597420 h 797705"/>
              <a:gd name="connsiteX118" fmla="*/ 556807 w 829568"/>
              <a:gd name="connsiteY118" fmla="*/ 592884 h 797705"/>
              <a:gd name="connsiteX119" fmla="*/ 540896 w 829568"/>
              <a:gd name="connsiteY119" fmla="*/ 570203 h 797705"/>
              <a:gd name="connsiteX120" fmla="*/ 529530 w 829568"/>
              <a:gd name="connsiteY120" fmla="*/ 565667 h 797705"/>
              <a:gd name="connsiteX121" fmla="*/ 518165 w 829568"/>
              <a:gd name="connsiteY121" fmla="*/ 572471 h 797705"/>
              <a:gd name="connsiteX122" fmla="*/ 509073 w 829568"/>
              <a:gd name="connsiteY122" fmla="*/ 577007 h 797705"/>
              <a:gd name="connsiteX123" fmla="*/ 506800 w 829568"/>
              <a:gd name="connsiteY123" fmla="*/ 574739 h 797705"/>
              <a:gd name="connsiteX124" fmla="*/ 504527 w 829568"/>
              <a:gd name="connsiteY124" fmla="*/ 574739 h 797705"/>
              <a:gd name="connsiteX125" fmla="*/ 504527 w 829568"/>
              <a:gd name="connsiteY125" fmla="*/ 570324 h 797705"/>
              <a:gd name="connsiteX126" fmla="*/ 503669 w 829568"/>
              <a:gd name="connsiteY126" fmla="*/ 570324 h 797705"/>
              <a:gd name="connsiteX127" fmla="*/ 503669 w 829568"/>
              <a:gd name="connsiteY127" fmla="*/ 574870 h 797705"/>
              <a:gd name="connsiteX128" fmla="*/ 505946 w 829568"/>
              <a:gd name="connsiteY128" fmla="*/ 577143 h 797705"/>
              <a:gd name="connsiteX129" fmla="*/ 505946 w 829568"/>
              <a:gd name="connsiteY129" fmla="*/ 579415 h 797705"/>
              <a:gd name="connsiteX130" fmla="*/ 505946 w 829568"/>
              <a:gd name="connsiteY130" fmla="*/ 581688 h 797705"/>
              <a:gd name="connsiteX131" fmla="*/ 496839 w 829568"/>
              <a:gd name="connsiteY131" fmla="*/ 590779 h 797705"/>
              <a:gd name="connsiteX132" fmla="*/ 496839 w 829568"/>
              <a:gd name="connsiteY132" fmla="*/ 595324 h 797705"/>
              <a:gd name="connsiteX133" fmla="*/ 501392 w 829568"/>
              <a:gd name="connsiteY133" fmla="*/ 599870 h 797705"/>
              <a:gd name="connsiteX134" fmla="*/ 510500 w 829568"/>
              <a:gd name="connsiteY134" fmla="*/ 608960 h 797705"/>
              <a:gd name="connsiteX135" fmla="*/ 508223 w 829568"/>
              <a:gd name="connsiteY135" fmla="*/ 613506 h 797705"/>
              <a:gd name="connsiteX136" fmla="*/ 508223 w 829568"/>
              <a:gd name="connsiteY136" fmla="*/ 618051 h 797705"/>
              <a:gd name="connsiteX137" fmla="*/ 490008 w 829568"/>
              <a:gd name="connsiteY137" fmla="*/ 640778 h 797705"/>
              <a:gd name="connsiteX138" fmla="*/ 464962 w 829568"/>
              <a:gd name="connsiteY138" fmla="*/ 631687 h 797705"/>
              <a:gd name="connsiteX139" fmla="*/ 451300 w 829568"/>
              <a:gd name="connsiteY139" fmla="*/ 624869 h 797705"/>
              <a:gd name="connsiteX140" fmla="*/ 423977 w 829568"/>
              <a:gd name="connsiteY140" fmla="*/ 638506 h 797705"/>
              <a:gd name="connsiteX141" fmla="*/ 414870 w 829568"/>
              <a:gd name="connsiteY141" fmla="*/ 643051 h 797705"/>
              <a:gd name="connsiteX142" fmla="*/ 398931 w 829568"/>
              <a:gd name="connsiteY142" fmla="*/ 645324 h 797705"/>
              <a:gd name="connsiteX143" fmla="*/ 394378 w 829568"/>
              <a:gd name="connsiteY143" fmla="*/ 652142 h 797705"/>
              <a:gd name="connsiteX144" fmla="*/ 373885 w 829568"/>
              <a:gd name="connsiteY144" fmla="*/ 654415 h 797705"/>
              <a:gd name="connsiteX145" fmla="*/ 353393 w 829568"/>
              <a:gd name="connsiteY145" fmla="*/ 661233 h 797705"/>
              <a:gd name="connsiteX146" fmla="*/ 344285 w 829568"/>
              <a:gd name="connsiteY146" fmla="*/ 683960 h 797705"/>
              <a:gd name="connsiteX147" fmla="*/ 346559 w 829568"/>
              <a:gd name="connsiteY147" fmla="*/ 695305 h 797705"/>
              <a:gd name="connsiteX148" fmla="*/ 346890 w 829568"/>
              <a:gd name="connsiteY148" fmla="*/ 695371 h 797705"/>
              <a:gd name="connsiteX149" fmla="*/ 349169 w 829568"/>
              <a:gd name="connsiteY149" fmla="*/ 697639 h 797705"/>
              <a:gd name="connsiteX150" fmla="*/ 349169 w 829568"/>
              <a:gd name="connsiteY150" fmla="*/ 708981 h 797705"/>
              <a:gd name="connsiteX151" fmla="*/ 349169 w 829568"/>
              <a:gd name="connsiteY151" fmla="*/ 713518 h 797705"/>
              <a:gd name="connsiteX152" fmla="*/ 346890 w 829568"/>
              <a:gd name="connsiteY152" fmla="*/ 724861 h 797705"/>
              <a:gd name="connsiteX153" fmla="*/ 340053 w 829568"/>
              <a:gd name="connsiteY153" fmla="*/ 722592 h 797705"/>
              <a:gd name="connsiteX154" fmla="*/ 317264 w 829568"/>
              <a:gd name="connsiteY154" fmla="*/ 720324 h 797705"/>
              <a:gd name="connsiteX155" fmla="*/ 312706 w 829568"/>
              <a:gd name="connsiteY155" fmla="*/ 718055 h 797705"/>
              <a:gd name="connsiteX156" fmla="*/ 303590 w 829568"/>
              <a:gd name="connsiteY156" fmla="*/ 724861 h 797705"/>
              <a:gd name="connsiteX157" fmla="*/ 294474 w 829568"/>
              <a:gd name="connsiteY157" fmla="*/ 731666 h 797705"/>
              <a:gd name="connsiteX158" fmla="*/ 289916 w 829568"/>
              <a:gd name="connsiteY158" fmla="*/ 738471 h 797705"/>
              <a:gd name="connsiteX159" fmla="*/ 289916 w 829568"/>
              <a:gd name="connsiteY159" fmla="*/ 752082 h 797705"/>
              <a:gd name="connsiteX160" fmla="*/ 280800 w 829568"/>
              <a:gd name="connsiteY160" fmla="*/ 740740 h 797705"/>
              <a:gd name="connsiteX161" fmla="*/ 278521 w 829568"/>
              <a:gd name="connsiteY161" fmla="*/ 738471 h 797705"/>
              <a:gd name="connsiteX162" fmla="*/ 278521 w 829568"/>
              <a:gd name="connsiteY162" fmla="*/ 743008 h 797705"/>
              <a:gd name="connsiteX163" fmla="*/ 276242 w 829568"/>
              <a:gd name="connsiteY163" fmla="*/ 749814 h 797705"/>
              <a:gd name="connsiteX164" fmla="*/ 269405 w 829568"/>
              <a:gd name="connsiteY164" fmla="*/ 761156 h 797705"/>
              <a:gd name="connsiteX165" fmla="*/ 232942 w 829568"/>
              <a:gd name="connsiteY165" fmla="*/ 749814 h 797705"/>
              <a:gd name="connsiteX166" fmla="*/ 230663 w 829568"/>
              <a:gd name="connsiteY166" fmla="*/ 754351 h 797705"/>
              <a:gd name="connsiteX167" fmla="*/ 203316 w 829568"/>
              <a:gd name="connsiteY167" fmla="*/ 754351 h 797705"/>
              <a:gd name="connsiteX168" fmla="*/ 180526 w 829568"/>
              <a:gd name="connsiteY168" fmla="*/ 761156 h 797705"/>
              <a:gd name="connsiteX169" fmla="*/ 169131 w 829568"/>
              <a:gd name="connsiteY169" fmla="*/ 767961 h 797705"/>
              <a:gd name="connsiteX170" fmla="*/ 157736 w 829568"/>
              <a:gd name="connsiteY170" fmla="*/ 783841 h 797705"/>
              <a:gd name="connsiteX171" fmla="*/ 137226 w 829568"/>
              <a:gd name="connsiteY171" fmla="*/ 797451 h 797705"/>
              <a:gd name="connsiteX172" fmla="*/ 128110 w 829568"/>
              <a:gd name="connsiteY172" fmla="*/ 786109 h 797705"/>
              <a:gd name="connsiteX173" fmla="*/ 121273 w 829568"/>
              <a:gd name="connsiteY173" fmla="*/ 792914 h 797705"/>
              <a:gd name="connsiteX174" fmla="*/ 93925 w 829568"/>
              <a:gd name="connsiteY174" fmla="*/ 790646 h 797705"/>
              <a:gd name="connsiteX175" fmla="*/ 68857 w 829568"/>
              <a:gd name="connsiteY175" fmla="*/ 790646 h 797705"/>
              <a:gd name="connsiteX176" fmla="*/ 57462 w 829568"/>
              <a:gd name="connsiteY176" fmla="*/ 792914 h 797705"/>
              <a:gd name="connsiteX177" fmla="*/ 46067 w 829568"/>
              <a:gd name="connsiteY177" fmla="*/ 788377 h 797705"/>
              <a:gd name="connsiteX178" fmla="*/ 25556 w 829568"/>
              <a:gd name="connsiteY178" fmla="*/ 786109 h 797705"/>
              <a:gd name="connsiteX179" fmla="*/ 25556 w 829568"/>
              <a:gd name="connsiteY179" fmla="*/ 783841 h 797705"/>
              <a:gd name="connsiteX180" fmla="*/ 27835 w 829568"/>
              <a:gd name="connsiteY180" fmla="*/ 777035 h 797705"/>
              <a:gd name="connsiteX181" fmla="*/ 25556 w 829568"/>
              <a:gd name="connsiteY181" fmla="*/ 774767 h 797705"/>
              <a:gd name="connsiteX182" fmla="*/ 43788 w 829568"/>
              <a:gd name="connsiteY182" fmla="*/ 770230 h 797705"/>
              <a:gd name="connsiteX183" fmla="*/ 48346 w 829568"/>
              <a:gd name="connsiteY183" fmla="*/ 699908 h 797705"/>
              <a:gd name="connsiteX184" fmla="*/ 5046 w 829568"/>
              <a:gd name="connsiteY184" fmla="*/ 670418 h 797705"/>
              <a:gd name="connsiteX185" fmla="*/ 30114 w 829568"/>
              <a:gd name="connsiteY185" fmla="*/ 615975 h 797705"/>
              <a:gd name="connsiteX186" fmla="*/ 41509 w 829568"/>
              <a:gd name="connsiteY186" fmla="*/ 600095 h 797705"/>
              <a:gd name="connsiteX187" fmla="*/ 34672 w 829568"/>
              <a:gd name="connsiteY187" fmla="*/ 581948 h 797705"/>
              <a:gd name="connsiteX188" fmla="*/ 41509 w 829568"/>
              <a:gd name="connsiteY188" fmla="*/ 554726 h 797705"/>
              <a:gd name="connsiteX189" fmla="*/ 16441 w 829568"/>
              <a:gd name="connsiteY189" fmla="*/ 543384 h 797705"/>
              <a:gd name="connsiteX190" fmla="*/ 34672 w 829568"/>
              <a:gd name="connsiteY190" fmla="*/ 541115 h 797705"/>
              <a:gd name="connsiteX191" fmla="*/ 41498 w 829568"/>
              <a:gd name="connsiteY191" fmla="*/ 541115 h 797705"/>
              <a:gd name="connsiteX192" fmla="*/ 39341 w 829568"/>
              <a:gd name="connsiteY192" fmla="*/ 528176 h 797705"/>
              <a:gd name="connsiteX193" fmla="*/ 86966 w 829568"/>
              <a:gd name="connsiteY193" fmla="*/ 494839 h 797705"/>
              <a:gd name="connsiteX194" fmla="*/ 65409 w 829568"/>
              <a:gd name="connsiteY194" fmla="*/ 464300 h 797705"/>
              <a:gd name="connsiteX195" fmla="*/ 62429 w 829568"/>
              <a:gd name="connsiteY195" fmla="*/ 465726 h 797705"/>
              <a:gd name="connsiteX196" fmla="*/ 62429 w 829568"/>
              <a:gd name="connsiteY196" fmla="*/ 467991 h 797705"/>
              <a:gd name="connsiteX197" fmla="*/ 57874 w 829568"/>
              <a:gd name="connsiteY197" fmla="*/ 470256 h 797705"/>
              <a:gd name="connsiteX198" fmla="*/ 48763 w 829568"/>
              <a:gd name="connsiteY198" fmla="*/ 472522 h 797705"/>
              <a:gd name="connsiteX199" fmla="*/ 35096 w 829568"/>
              <a:gd name="connsiteY199" fmla="*/ 467991 h 797705"/>
              <a:gd name="connsiteX200" fmla="*/ 32818 w 829568"/>
              <a:gd name="connsiteY200" fmla="*/ 449871 h 797705"/>
              <a:gd name="connsiteX201" fmla="*/ 55596 w 829568"/>
              <a:gd name="connsiteY201" fmla="*/ 418160 h 797705"/>
              <a:gd name="connsiteX202" fmla="*/ 55596 w 829568"/>
              <a:gd name="connsiteY202" fmla="*/ 404569 h 797705"/>
              <a:gd name="connsiteX203" fmla="*/ 48763 w 829568"/>
              <a:gd name="connsiteY203" fmla="*/ 372858 h 797705"/>
              <a:gd name="connsiteX204" fmla="*/ 41929 w 829568"/>
              <a:gd name="connsiteY204" fmla="*/ 354737 h 797705"/>
              <a:gd name="connsiteX205" fmla="*/ 41929 w 829568"/>
              <a:gd name="connsiteY205" fmla="*/ 320761 h 797705"/>
              <a:gd name="connsiteX206" fmla="*/ 41929 w 829568"/>
              <a:gd name="connsiteY206" fmla="*/ 300375 h 797705"/>
              <a:gd name="connsiteX207" fmla="*/ 44207 w 829568"/>
              <a:gd name="connsiteY207" fmla="*/ 302640 h 797705"/>
              <a:gd name="connsiteX208" fmla="*/ 57934 w 829568"/>
              <a:gd name="connsiteY208" fmla="*/ 312196 h 797705"/>
              <a:gd name="connsiteX209" fmla="*/ 58242 w 829568"/>
              <a:gd name="connsiteY209" fmla="*/ 311394 h 797705"/>
              <a:gd name="connsiteX210" fmla="*/ 56256 w 829568"/>
              <a:gd name="connsiteY210" fmla="*/ 310012 h 797705"/>
              <a:gd name="connsiteX211" fmla="*/ 44300 w 829568"/>
              <a:gd name="connsiteY211" fmla="*/ 302367 h 797705"/>
              <a:gd name="connsiteX212" fmla="*/ 42022 w 829568"/>
              <a:gd name="connsiteY212" fmla="*/ 300102 h 797705"/>
              <a:gd name="connsiteX213" fmla="*/ 44300 w 829568"/>
              <a:gd name="connsiteY213" fmla="*/ 291042 h 797705"/>
              <a:gd name="connsiteX214" fmla="*/ 78462 w 829568"/>
              <a:gd name="connsiteY214" fmla="*/ 259331 h 797705"/>
              <a:gd name="connsiteX215" fmla="*/ 92126 w 829568"/>
              <a:gd name="connsiteY215" fmla="*/ 232149 h 797705"/>
              <a:gd name="connsiteX216" fmla="*/ 114901 w 829568"/>
              <a:gd name="connsiteY216" fmla="*/ 211764 h 797705"/>
              <a:gd name="connsiteX217" fmla="*/ 108638 w 829568"/>
              <a:gd name="connsiteY217" fmla="*/ 204968 h 797705"/>
              <a:gd name="connsiteX218" fmla="*/ 92261 w 829568"/>
              <a:gd name="connsiteY218" fmla="*/ 198228 h 797705"/>
              <a:gd name="connsiteX219" fmla="*/ 91806 w 829568"/>
              <a:gd name="connsiteY219" fmla="*/ 198355 h 797705"/>
              <a:gd name="connsiteX220" fmla="*/ 84968 w 829568"/>
              <a:gd name="connsiteY220" fmla="*/ 193807 h 797705"/>
              <a:gd name="connsiteX221" fmla="*/ 94086 w 829568"/>
              <a:gd name="connsiteY221" fmla="*/ 155145 h 797705"/>
              <a:gd name="connsiteX222" fmla="*/ 135114 w 829568"/>
              <a:gd name="connsiteY222" fmla="*/ 127854 h 797705"/>
              <a:gd name="connsiteX223" fmla="*/ 160186 w 829568"/>
              <a:gd name="connsiteY223" fmla="*/ 134677 h 797705"/>
              <a:gd name="connsiteX224" fmla="*/ 160186 w 829568"/>
              <a:gd name="connsiteY224" fmla="*/ 109660 h 797705"/>
              <a:gd name="connsiteX225" fmla="*/ 187538 w 829568"/>
              <a:gd name="connsiteY225" fmla="*/ 82369 h 797705"/>
              <a:gd name="connsiteX226" fmla="*/ 187538 w 829568"/>
              <a:gd name="connsiteY226" fmla="*/ 48256 h 797705"/>
              <a:gd name="connsiteX227" fmla="*/ 190103 w 829568"/>
              <a:gd name="connsiteY227"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9073 w 829568"/>
              <a:gd name="connsiteY6" fmla="*/ 565667 h 797705"/>
              <a:gd name="connsiteX7" fmla="*/ 505721 w 829568"/>
              <a:gd name="connsiteY7" fmla="*/ 565667 h 797705"/>
              <a:gd name="connsiteX8" fmla="*/ 561350 w 829568"/>
              <a:gd name="connsiteY8" fmla="*/ 243680 h 797705"/>
              <a:gd name="connsiteX9" fmla="*/ 563631 w 829568"/>
              <a:gd name="connsiteY9" fmla="*/ 245950 h 797705"/>
              <a:gd name="connsiteX10" fmla="*/ 563632 w 829568"/>
              <a:gd name="connsiteY10" fmla="*/ 245962 h 797705"/>
              <a:gd name="connsiteX11" fmla="*/ 561350 w 829568"/>
              <a:gd name="connsiteY11" fmla="*/ 243680 h 797705"/>
              <a:gd name="connsiteX12" fmla="*/ 190103 w 829568"/>
              <a:gd name="connsiteY12" fmla="*/ 284 h 797705"/>
              <a:gd name="connsiteX13" fmla="*/ 208052 w 829568"/>
              <a:gd name="connsiteY13" fmla="*/ 7319 h 797705"/>
              <a:gd name="connsiteX14" fmla="*/ 244522 w 829568"/>
              <a:gd name="connsiteY14" fmla="*/ 16416 h 797705"/>
              <a:gd name="connsiteX15" fmla="*/ 269594 w 829568"/>
              <a:gd name="connsiteY15" fmla="*/ 36884 h 797705"/>
              <a:gd name="connsiteX16" fmla="*/ 303784 w 829568"/>
              <a:gd name="connsiteY16" fmla="*/ 59627 h 797705"/>
              <a:gd name="connsiteX17" fmla="*/ 317460 w 829568"/>
              <a:gd name="connsiteY17" fmla="*/ 89192 h 797705"/>
              <a:gd name="connsiteX18" fmla="*/ 353930 w 829568"/>
              <a:gd name="connsiteY18" fmla="*/ 73272 h 797705"/>
              <a:gd name="connsiteX19" fmla="*/ 399516 w 829568"/>
              <a:gd name="connsiteY19" fmla="*/ 82369 h 797705"/>
              <a:gd name="connsiteX20" fmla="*/ 417751 w 829568"/>
              <a:gd name="connsiteY20" fmla="*/ 77821 h 797705"/>
              <a:gd name="connsiteX21" fmla="*/ 438265 w 829568"/>
              <a:gd name="connsiteY21" fmla="*/ 64175 h 797705"/>
              <a:gd name="connsiteX22" fmla="*/ 472455 w 829568"/>
              <a:gd name="connsiteY22" fmla="*/ 73272 h 797705"/>
              <a:gd name="connsiteX23" fmla="*/ 486131 w 829568"/>
              <a:gd name="connsiteY23" fmla="*/ 82369 h 797705"/>
              <a:gd name="connsiteX24" fmla="*/ 490690 w 829568"/>
              <a:gd name="connsiteY24" fmla="*/ 132402 h 797705"/>
              <a:gd name="connsiteX25" fmla="*/ 495248 w 829568"/>
              <a:gd name="connsiteY25" fmla="*/ 196081 h 797705"/>
              <a:gd name="connsiteX26" fmla="*/ 495248 w 829568"/>
              <a:gd name="connsiteY26" fmla="*/ 214275 h 797705"/>
              <a:gd name="connsiteX27" fmla="*/ 495067 w 829568"/>
              <a:gd name="connsiteY27" fmla="*/ 214233 h 797705"/>
              <a:gd name="connsiteX28" fmla="*/ 497146 w 829568"/>
              <a:gd name="connsiteY28" fmla="*/ 220449 h 797705"/>
              <a:gd name="connsiteX29" fmla="*/ 508530 w 829568"/>
              <a:gd name="connsiteY29" fmla="*/ 224986 h 797705"/>
              <a:gd name="connsiteX30" fmla="*/ 524467 w 829568"/>
              <a:gd name="connsiteY30" fmla="*/ 238598 h 797705"/>
              <a:gd name="connsiteX31" fmla="*/ 556340 w 829568"/>
              <a:gd name="connsiteY31" fmla="*/ 234060 h 797705"/>
              <a:gd name="connsiteX32" fmla="*/ 560894 w 829568"/>
              <a:gd name="connsiteY32" fmla="*/ 243135 h 797705"/>
              <a:gd name="connsiteX33" fmla="*/ 563170 w 829568"/>
              <a:gd name="connsiteY33" fmla="*/ 247672 h 797705"/>
              <a:gd name="connsiteX34" fmla="*/ 563684 w 829568"/>
              <a:gd name="connsiteY34" fmla="*/ 246583 h 797705"/>
              <a:gd name="connsiteX35" fmla="*/ 570440 w 829568"/>
              <a:gd name="connsiteY35" fmla="*/ 254988 h 797705"/>
              <a:gd name="connsiteX36" fmla="*/ 570445 w 829568"/>
              <a:gd name="connsiteY36" fmla="*/ 254942 h 797705"/>
              <a:gd name="connsiteX37" fmla="*/ 574113 w 829568"/>
              <a:gd name="connsiteY37" fmla="*/ 256872 h 797705"/>
              <a:gd name="connsiteX38" fmla="*/ 567290 w 829568"/>
              <a:gd name="connsiteY38" fmla="*/ 250109 h 797705"/>
              <a:gd name="connsiteX39" fmla="*/ 563684 w 829568"/>
              <a:gd name="connsiteY39" fmla="*/ 246583 h 797705"/>
              <a:gd name="connsiteX40" fmla="*/ 574458 w 829568"/>
              <a:gd name="connsiteY40" fmla="*/ 256788 h 797705"/>
              <a:gd name="connsiteX41" fmla="*/ 583230 w 829568"/>
              <a:gd name="connsiteY41" fmla="*/ 254659 h 797705"/>
              <a:gd name="connsiteX42" fmla="*/ 595448 w 829568"/>
              <a:gd name="connsiteY42" fmla="*/ 250406 h 797705"/>
              <a:gd name="connsiteX43" fmla="*/ 624997 w 829568"/>
              <a:gd name="connsiteY43" fmla="*/ 282159 h 797705"/>
              <a:gd name="connsiteX44" fmla="*/ 637214 w 829568"/>
              <a:gd name="connsiteY44" fmla="*/ 311928 h 797705"/>
              <a:gd name="connsiteX45" fmla="*/ 636731 w 829568"/>
              <a:gd name="connsiteY45" fmla="*/ 319061 h 797705"/>
              <a:gd name="connsiteX46" fmla="*/ 636185 w 829568"/>
              <a:gd name="connsiteY46" fmla="*/ 327131 h 797705"/>
              <a:gd name="connsiteX47" fmla="*/ 640908 w 829568"/>
              <a:gd name="connsiteY47" fmla="*/ 343397 h 797705"/>
              <a:gd name="connsiteX48" fmla="*/ 656819 w 829568"/>
              <a:gd name="connsiteY48" fmla="*/ 329788 h 797705"/>
              <a:gd name="connsiteX49" fmla="*/ 672730 w 829568"/>
              <a:gd name="connsiteY49" fmla="*/ 347933 h 797705"/>
              <a:gd name="connsiteX50" fmla="*/ 679549 w 829568"/>
              <a:gd name="connsiteY50" fmla="*/ 366077 h 797705"/>
              <a:gd name="connsiteX51" fmla="*/ 686368 w 829568"/>
              <a:gd name="connsiteY51" fmla="*/ 418243 h 797705"/>
              <a:gd name="connsiteX52" fmla="*/ 736375 w 829568"/>
              <a:gd name="connsiteY52" fmla="*/ 413707 h 797705"/>
              <a:gd name="connsiteX53" fmla="*/ 756832 w 829568"/>
              <a:gd name="connsiteY53" fmla="*/ 420511 h 797705"/>
              <a:gd name="connsiteX54" fmla="*/ 765924 w 829568"/>
              <a:gd name="connsiteY54" fmla="*/ 406903 h 797705"/>
              <a:gd name="connsiteX55" fmla="*/ 829568 w 829568"/>
              <a:gd name="connsiteY55" fmla="*/ 397830 h 797705"/>
              <a:gd name="connsiteX56" fmla="*/ 829568 w 829568"/>
              <a:gd name="connsiteY56" fmla="*/ 413707 h 797705"/>
              <a:gd name="connsiteX57" fmla="*/ 827295 w 829568"/>
              <a:gd name="connsiteY57" fmla="*/ 422779 h 797705"/>
              <a:gd name="connsiteX58" fmla="*/ 822749 w 829568"/>
              <a:gd name="connsiteY58" fmla="*/ 427315 h 797705"/>
              <a:gd name="connsiteX59" fmla="*/ 815930 w 829568"/>
              <a:gd name="connsiteY59" fmla="*/ 427315 h 797705"/>
              <a:gd name="connsiteX60" fmla="*/ 809111 w 829568"/>
              <a:gd name="connsiteY60" fmla="*/ 443192 h 797705"/>
              <a:gd name="connsiteX61" fmla="*/ 802292 w 829568"/>
              <a:gd name="connsiteY61" fmla="*/ 452264 h 797705"/>
              <a:gd name="connsiteX62" fmla="*/ 800019 w 829568"/>
              <a:gd name="connsiteY62" fmla="*/ 459068 h 797705"/>
              <a:gd name="connsiteX63" fmla="*/ 800019 w 829568"/>
              <a:gd name="connsiteY63" fmla="*/ 470408 h 797705"/>
              <a:gd name="connsiteX64" fmla="*/ 800019 w 829568"/>
              <a:gd name="connsiteY64" fmla="*/ 481749 h 797705"/>
              <a:gd name="connsiteX65" fmla="*/ 784108 w 829568"/>
              <a:gd name="connsiteY65" fmla="*/ 477212 h 797705"/>
              <a:gd name="connsiteX66" fmla="*/ 777289 w 829568"/>
              <a:gd name="connsiteY66" fmla="*/ 477212 h 797705"/>
              <a:gd name="connsiteX67" fmla="*/ 770470 w 829568"/>
              <a:gd name="connsiteY67" fmla="*/ 481749 h 797705"/>
              <a:gd name="connsiteX68" fmla="*/ 768197 w 829568"/>
              <a:gd name="connsiteY68" fmla="*/ 488553 h 797705"/>
              <a:gd name="connsiteX69" fmla="*/ 750013 w 829568"/>
              <a:gd name="connsiteY69" fmla="*/ 497625 h 797705"/>
              <a:gd name="connsiteX70" fmla="*/ 745467 w 829568"/>
              <a:gd name="connsiteY70" fmla="*/ 490821 h 797705"/>
              <a:gd name="connsiteX71" fmla="*/ 740921 w 829568"/>
              <a:gd name="connsiteY71" fmla="*/ 493089 h 797705"/>
              <a:gd name="connsiteX72" fmla="*/ 738648 w 829568"/>
              <a:gd name="connsiteY72" fmla="*/ 499893 h 797705"/>
              <a:gd name="connsiteX73" fmla="*/ 738648 w 829568"/>
              <a:gd name="connsiteY73" fmla="*/ 502161 h 797705"/>
              <a:gd name="connsiteX74" fmla="*/ 725010 w 829568"/>
              <a:gd name="connsiteY74" fmla="*/ 504429 h 797705"/>
              <a:gd name="connsiteX75" fmla="*/ 715918 w 829568"/>
              <a:gd name="connsiteY75" fmla="*/ 508965 h 797705"/>
              <a:gd name="connsiteX76" fmla="*/ 715918 w 829568"/>
              <a:gd name="connsiteY76" fmla="*/ 520306 h 797705"/>
              <a:gd name="connsiteX77" fmla="*/ 713645 w 829568"/>
              <a:gd name="connsiteY77" fmla="*/ 522574 h 797705"/>
              <a:gd name="connsiteX78" fmla="*/ 693188 w 829568"/>
              <a:gd name="connsiteY78" fmla="*/ 527110 h 797705"/>
              <a:gd name="connsiteX79" fmla="*/ 677276 w 829568"/>
              <a:gd name="connsiteY79" fmla="*/ 531646 h 797705"/>
              <a:gd name="connsiteX80" fmla="*/ 668184 w 829568"/>
              <a:gd name="connsiteY80" fmla="*/ 527110 h 797705"/>
              <a:gd name="connsiteX81" fmla="*/ 665911 w 829568"/>
              <a:gd name="connsiteY81" fmla="*/ 529378 h 797705"/>
              <a:gd name="connsiteX82" fmla="*/ 665911 w 829568"/>
              <a:gd name="connsiteY82" fmla="*/ 538450 h 797705"/>
              <a:gd name="connsiteX83" fmla="*/ 659092 w 829568"/>
              <a:gd name="connsiteY83" fmla="*/ 540718 h 797705"/>
              <a:gd name="connsiteX84" fmla="*/ 659092 w 829568"/>
              <a:gd name="connsiteY84" fmla="*/ 545254 h 797705"/>
              <a:gd name="connsiteX85" fmla="*/ 659092 w 829568"/>
              <a:gd name="connsiteY85" fmla="*/ 556595 h 797705"/>
              <a:gd name="connsiteX86" fmla="*/ 656819 w 829568"/>
              <a:gd name="connsiteY86" fmla="*/ 561131 h 797705"/>
              <a:gd name="connsiteX87" fmla="*/ 652273 w 829568"/>
              <a:gd name="connsiteY87" fmla="*/ 561131 h 797705"/>
              <a:gd name="connsiteX88" fmla="*/ 650000 w 829568"/>
              <a:gd name="connsiteY88" fmla="*/ 561131 h 797705"/>
              <a:gd name="connsiteX89" fmla="*/ 618178 w 829568"/>
              <a:gd name="connsiteY89" fmla="*/ 552058 h 797705"/>
              <a:gd name="connsiteX90" fmla="*/ 618178 w 829568"/>
              <a:gd name="connsiteY90" fmla="*/ 549790 h 797705"/>
              <a:gd name="connsiteX91" fmla="*/ 609086 w 829568"/>
              <a:gd name="connsiteY91" fmla="*/ 542986 h 797705"/>
              <a:gd name="connsiteX92" fmla="*/ 599994 w 829568"/>
              <a:gd name="connsiteY92" fmla="*/ 547522 h 797705"/>
              <a:gd name="connsiteX93" fmla="*/ 590902 w 829568"/>
              <a:gd name="connsiteY93" fmla="*/ 554327 h 797705"/>
              <a:gd name="connsiteX94" fmla="*/ 579537 w 829568"/>
              <a:gd name="connsiteY94" fmla="*/ 563399 h 797705"/>
              <a:gd name="connsiteX95" fmla="*/ 574991 w 829568"/>
              <a:gd name="connsiteY95" fmla="*/ 556595 h 797705"/>
              <a:gd name="connsiteX96" fmla="*/ 570445 w 829568"/>
              <a:gd name="connsiteY96" fmla="*/ 558863 h 797705"/>
              <a:gd name="connsiteX97" fmla="*/ 568172 w 829568"/>
              <a:gd name="connsiteY97" fmla="*/ 563399 h 797705"/>
              <a:gd name="connsiteX98" fmla="*/ 568172 w 829568"/>
              <a:gd name="connsiteY98" fmla="*/ 565667 h 797705"/>
              <a:gd name="connsiteX99" fmla="*/ 568172 w 829568"/>
              <a:gd name="connsiteY99" fmla="*/ 570203 h 797705"/>
              <a:gd name="connsiteX100" fmla="*/ 565899 w 829568"/>
              <a:gd name="connsiteY100" fmla="*/ 572471 h 797705"/>
              <a:gd name="connsiteX101" fmla="*/ 565899 w 829568"/>
              <a:gd name="connsiteY101" fmla="*/ 574739 h 797705"/>
              <a:gd name="connsiteX102" fmla="*/ 581810 w 829568"/>
              <a:gd name="connsiteY102" fmla="*/ 581543 h 797705"/>
              <a:gd name="connsiteX103" fmla="*/ 586356 w 829568"/>
              <a:gd name="connsiteY103" fmla="*/ 586079 h 797705"/>
              <a:gd name="connsiteX104" fmla="*/ 590902 w 829568"/>
              <a:gd name="connsiteY104" fmla="*/ 579275 h 797705"/>
              <a:gd name="connsiteX105" fmla="*/ 597721 w 829568"/>
              <a:gd name="connsiteY105" fmla="*/ 583811 h 797705"/>
              <a:gd name="connsiteX106" fmla="*/ 599994 w 829568"/>
              <a:gd name="connsiteY106" fmla="*/ 579275 h 797705"/>
              <a:gd name="connsiteX107" fmla="*/ 606813 w 829568"/>
              <a:gd name="connsiteY107" fmla="*/ 588347 h 797705"/>
              <a:gd name="connsiteX108" fmla="*/ 606813 w 829568"/>
              <a:gd name="connsiteY108" fmla="*/ 590616 h 797705"/>
              <a:gd name="connsiteX109" fmla="*/ 602267 w 829568"/>
              <a:gd name="connsiteY109" fmla="*/ 601956 h 797705"/>
              <a:gd name="connsiteX110" fmla="*/ 604540 w 829568"/>
              <a:gd name="connsiteY110" fmla="*/ 606492 h 797705"/>
              <a:gd name="connsiteX111" fmla="*/ 609086 w 829568"/>
              <a:gd name="connsiteY111" fmla="*/ 611028 h 797705"/>
              <a:gd name="connsiteX112" fmla="*/ 606813 w 829568"/>
              <a:gd name="connsiteY112" fmla="*/ 613296 h 797705"/>
              <a:gd name="connsiteX113" fmla="*/ 588629 w 829568"/>
              <a:gd name="connsiteY113" fmla="*/ 613296 h 797705"/>
              <a:gd name="connsiteX114" fmla="*/ 572718 w 829568"/>
              <a:gd name="connsiteY114" fmla="*/ 597420 h 797705"/>
              <a:gd name="connsiteX115" fmla="*/ 568172 w 829568"/>
              <a:gd name="connsiteY115" fmla="*/ 606492 h 797705"/>
              <a:gd name="connsiteX116" fmla="*/ 561353 w 829568"/>
              <a:gd name="connsiteY116" fmla="*/ 597420 h 797705"/>
              <a:gd name="connsiteX117" fmla="*/ 556807 w 829568"/>
              <a:gd name="connsiteY117" fmla="*/ 592884 h 797705"/>
              <a:gd name="connsiteX118" fmla="*/ 540896 w 829568"/>
              <a:gd name="connsiteY118" fmla="*/ 570203 h 797705"/>
              <a:gd name="connsiteX119" fmla="*/ 529530 w 829568"/>
              <a:gd name="connsiteY119" fmla="*/ 565667 h 797705"/>
              <a:gd name="connsiteX120" fmla="*/ 518165 w 829568"/>
              <a:gd name="connsiteY120" fmla="*/ 572471 h 797705"/>
              <a:gd name="connsiteX121" fmla="*/ 509073 w 829568"/>
              <a:gd name="connsiteY121" fmla="*/ 577007 h 797705"/>
              <a:gd name="connsiteX122" fmla="*/ 506800 w 829568"/>
              <a:gd name="connsiteY122" fmla="*/ 574739 h 797705"/>
              <a:gd name="connsiteX123" fmla="*/ 504527 w 829568"/>
              <a:gd name="connsiteY123" fmla="*/ 574739 h 797705"/>
              <a:gd name="connsiteX124" fmla="*/ 504527 w 829568"/>
              <a:gd name="connsiteY124" fmla="*/ 570324 h 797705"/>
              <a:gd name="connsiteX125" fmla="*/ 503669 w 829568"/>
              <a:gd name="connsiteY125" fmla="*/ 570324 h 797705"/>
              <a:gd name="connsiteX126" fmla="*/ 503669 w 829568"/>
              <a:gd name="connsiteY126" fmla="*/ 574870 h 797705"/>
              <a:gd name="connsiteX127" fmla="*/ 505946 w 829568"/>
              <a:gd name="connsiteY127" fmla="*/ 577143 h 797705"/>
              <a:gd name="connsiteX128" fmla="*/ 505946 w 829568"/>
              <a:gd name="connsiteY128" fmla="*/ 579415 h 797705"/>
              <a:gd name="connsiteX129" fmla="*/ 505946 w 829568"/>
              <a:gd name="connsiteY129" fmla="*/ 581688 h 797705"/>
              <a:gd name="connsiteX130" fmla="*/ 496839 w 829568"/>
              <a:gd name="connsiteY130" fmla="*/ 590779 h 797705"/>
              <a:gd name="connsiteX131" fmla="*/ 496839 w 829568"/>
              <a:gd name="connsiteY131" fmla="*/ 595324 h 797705"/>
              <a:gd name="connsiteX132" fmla="*/ 501392 w 829568"/>
              <a:gd name="connsiteY132" fmla="*/ 599870 h 797705"/>
              <a:gd name="connsiteX133" fmla="*/ 510500 w 829568"/>
              <a:gd name="connsiteY133" fmla="*/ 608960 h 797705"/>
              <a:gd name="connsiteX134" fmla="*/ 508223 w 829568"/>
              <a:gd name="connsiteY134" fmla="*/ 613506 h 797705"/>
              <a:gd name="connsiteX135" fmla="*/ 508223 w 829568"/>
              <a:gd name="connsiteY135" fmla="*/ 618051 h 797705"/>
              <a:gd name="connsiteX136" fmla="*/ 490008 w 829568"/>
              <a:gd name="connsiteY136" fmla="*/ 640778 h 797705"/>
              <a:gd name="connsiteX137" fmla="*/ 464962 w 829568"/>
              <a:gd name="connsiteY137" fmla="*/ 631687 h 797705"/>
              <a:gd name="connsiteX138" fmla="*/ 451300 w 829568"/>
              <a:gd name="connsiteY138" fmla="*/ 624869 h 797705"/>
              <a:gd name="connsiteX139" fmla="*/ 423977 w 829568"/>
              <a:gd name="connsiteY139" fmla="*/ 638506 h 797705"/>
              <a:gd name="connsiteX140" fmla="*/ 414870 w 829568"/>
              <a:gd name="connsiteY140" fmla="*/ 643051 h 797705"/>
              <a:gd name="connsiteX141" fmla="*/ 398931 w 829568"/>
              <a:gd name="connsiteY141" fmla="*/ 645324 h 797705"/>
              <a:gd name="connsiteX142" fmla="*/ 394378 w 829568"/>
              <a:gd name="connsiteY142" fmla="*/ 652142 h 797705"/>
              <a:gd name="connsiteX143" fmla="*/ 373885 w 829568"/>
              <a:gd name="connsiteY143" fmla="*/ 654415 h 797705"/>
              <a:gd name="connsiteX144" fmla="*/ 353393 w 829568"/>
              <a:gd name="connsiteY144" fmla="*/ 661233 h 797705"/>
              <a:gd name="connsiteX145" fmla="*/ 344285 w 829568"/>
              <a:gd name="connsiteY145" fmla="*/ 683960 h 797705"/>
              <a:gd name="connsiteX146" fmla="*/ 346559 w 829568"/>
              <a:gd name="connsiteY146" fmla="*/ 695305 h 797705"/>
              <a:gd name="connsiteX147" fmla="*/ 346890 w 829568"/>
              <a:gd name="connsiteY147" fmla="*/ 695371 h 797705"/>
              <a:gd name="connsiteX148" fmla="*/ 349169 w 829568"/>
              <a:gd name="connsiteY148" fmla="*/ 697639 h 797705"/>
              <a:gd name="connsiteX149" fmla="*/ 349169 w 829568"/>
              <a:gd name="connsiteY149" fmla="*/ 708981 h 797705"/>
              <a:gd name="connsiteX150" fmla="*/ 349169 w 829568"/>
              <a:gd name="connsiteY150" fmla="*/ 713518 h 797705"/>
              <a:gd name="connsiteX151" fmla="*/ 346890 w 829568"/>
              <a:gd name="connsiteY151" fmla="*/ 724861 h 797705"/>
              <a:gd name="connsiteX152" fmla="*/ 340053 w 829568"/>
              <a:gd name="connsiteY152" fmla="*/ 722592 h 797705"/>
              <a:gd name="connsiteX153" fmla="*/ 317264 w 829568"/>
              <a:gd name="connsiteY153" fmla="*/ 720324 h 797705"/>
              <a:gd name="connsiteX154" fmla="*/ 312706 w 829568"/>
              <a:gd name="connsiteY154" fmla="*/ 718055 h 797705"/>
              <a:gd name="connsiteX155" fmla="*/ 303590 w 829568"/>
              <a:gd name="connsiteY155" fmla="*/ 724861 h 797705"/>
              <a:gd name="connsiteX156" fmla="*/ 294474 w 829568"/>
              <a:gd name="connsiteY156" fmla="*/ 731666 h 797705"/>
              <a:gd name="connsiteX157" fmla="*/ 289916 w 829568"/>
              <a:gd name="connsiteY157" fmla="*/ 738471 h 797705"/>
              <a:gd name="connsiteX158" fmla="*/ 289916 w 829568"/>
              <a:gd name="connsiteY158" fmla="*/ 752082 h 797705"/>
              <a:gd name="connsiteX159" fmla="*/ 280800 w 829568"/>
              <a:gd name="connsiteY159" fmla="*/ 740740 h 797705"/>
              <a:gd name="connsiteX160" fmla="*/ 278521 w 829568"/>
              <a:gd name="connsiteY160" fmla="*/ 738471 h 797705"/>
              <a:gd name="connsiteX161" fmla="*/ 278521 w 829568"/>
              <a:gd name="connsiteY161" fmla="*/ 743008 h 797705"/>
              <a:gd name="connsiteX162" fmla="*/ 276242 w 829568"/>
              <a:gd name="connsiteY162" fmla="*/ 749814 h 797705"/>
              <a:gd name="connsiteX163" fmla="*/ 269405 w 829568"/>
              <a:gd name="connsiteY163" fmla="*/ 761156 h 797705"/>
              <a:gd name="connsiteX164" fmla="*/ 232942 w 829568"/>
              <a:gd name="connsiteY164" fmla="*/ 749814 h 797705"/>
              <a:gd name="connsiteX165" fmla="*/ 230663 w 829568"/>
              <a:gd name="connsiteY165" fmla="*/ 754351 h 797705"/>
              <a:gd name="connsiteX166" fmla="*/ 203316 w 829568"/>
              <a:gd name="connsiteY166" fmla="*/ 754351 h 797705"/>
              <a:gd name="connsiteX167" fmla="*/ 180526 w 829568"/>
              <a:gd name="connsiteY167" fmla="*/ 761156 h 797705"/>
              <a:gd name="connsiteX168" fmla="*/ 169131 w 829568"/>
              <a:gd name="connsiteY168" fmla="*/ 767961 h 797705"/>
              <a:gd name="connsiteX169" fmla="*/ 157736 w 829568"/>
              <a:gd name="connsiteY169" fmla="*/ 783841 h 797705"/>
              <a:gd name="connsiteX170" fmla="*/ 137226 w 829568"/>
              <a:gd name="connsiteY170" fmla="*/ 797451 h 797705"/>
              <a:gd name="connsiteX171" fmla="*/ 128110 w 829568"/>
              <a:gd name="connsiteY171" fmla="*/ 786109 h 797705"/>
              <a:gd name="connsiteX172" fmla="*/ 121273 w 829568"/>
              <a:gd name="connsiteY172" fmla="*/ 792914 h 797705"/>
              <a:gd name="connsiteX173" fmla="*/ 93925 w 829568"/>
              <a:gd name="connsiteY173" fmla="*/ 790646 h 797705"/>
              <a:gd name="connsiteX174" fmla="*/ 68857 w 829568"/>
              <a:gd name="connsiteY174" fmla="*/ 790646 h 797705"/>
              <a:gd name="connsiteX175" fmla="*/ 57462 w 829568"/>
              <a:gd name="connsiteY175" fmla="*/ 792914 h 797705"/>
              <a:gd name="connsiteX176" fmla="*/ 46067 w 829568"/>
              <a:gd name="connsiteY176" fmla="*/ 788377 h 797705"/>
              <a:gd name="connsiteX177" fmla="*/ 25556 w 829568"/>
              <a:gd name="connsiteY177" fmla="*/ 786109 h 797705"/>
              <a:gd name="connsiteX178" fmla="*/ 25556 w 829568"/>
              <a:gd name="connsiteY178" fmla="*/ 783841 h 797705"/>
              <a:gd name="connsiteX179" fmla="*/ 27835 w 829568"/>
              <a:gd name="connsiteY179" fmla="*/ 777035 h 797705"/>
              <a:gd name="connsiteX180" fmla="*/ 25556 w 829568"/>
              <a:gd name="connsiteY180" fmla="*/ 774767 h 797705"/>
              <a:gd name="connsiteX181" fmla="*/ 43788 w 829568"/>
              <a:gd name="connsiteY181" fmla="*/ 770230 h 797705"/>
              <a:gd name="connsiteX182" fmla="*/ 48346 w 829568"/>
              <a:gd name="connsiteY182" fmla="*/ 699908 h 797705"/>
              <a:gd name="connsiteX183" fmla="*/ 5046 w 829568"/>
              <a:gd name="connsiteY183" fmla="*/ 670418 h 797705"/>
              <a:gd name="connsiteX184" fmla="*/ 30114 w 829568"/>
              <a:gd name="connsiteY184" fmla="*/ 615975 h 797705"/>
              <a:gd name="connsiteX185" fmla="*/ 41509 w 829568"/>
              <a:gd name="connsiteY185" fmla="*/ 600095 h 797705"/>
              <a:gd name="connsiteX186" fmla="*/ 34672 w 829568"/>
              <a:gd name="connsiteY186" fmla="*/ 581948 h 797705"/>
              <a:gd name="connsiteX187" fmla="*/ 41509 w 829568"/>
              <a:gd name="connsiteY187" fmla="*/ 554726 h 797705"/>
              <a:gd name="connsiteX188" fmla="*/ 16441 w 829568"/>
              <a:gd name="connsiteY188" fmla="*/ 543384 h 797705"/>
              <a:gd name="connsiteX189" fmla="*/ 34672 w 829568"/>
              <a:gd name="connsiteY189" fmla="*/ 541115 h 797705"/>
              <a:gd name="connsiteX190" fmla="*/ 41498 w 829568"/>
              <a:gd name="connsiteY190" fmla="*/ 541115 h 797705"/>
              <a:gd name="connsiteX191" fmla="*/ 39341 w 829568"/>
              <a:gd name="connsiteY191" fmla="*/ 528176 h 797705"/>
              <a:gd name="connsiteX192" fmla="*/ 86966 w 829568"/>
              <a:gd name="connsiteY192" fmla="*/ 494839 h 797705"/>
              <a:gd name="connsiteX193" fmla="*/ 65409 w 829568"/>
              <a:gd name="connsiteY193" fmla="*/ 464300 h 797705"/>
              <a:gd name="connsiteX194" fmla="*/ 62429 w 829568"/>
              <a:gd name="connsiteY194" fmla="*/ 465726 h 797705"/>
              <a:gd name="connsiteX195" fmla="*/ 62429 w 829568"/>
              <a:gd name="connsiteY195" fmla="*/ 467991 h 797705"/>
              <a:gd name="connsiteX196" fmla="*/ 57874 w 829568"/>
              <a:gd name="connsiteY196" fmla="*/ 470256 h 797705"/>
              <a:gd name="connsiteX197" fmla="*/ 48763 w 829568"/>
              <a:gd name="connsiteY197" fmla="*/ 472522 h 797705"/>
              <a:gd name="connsiteX198" fmla="*/ 35096 w 829568"/>
              <a:gd name="connsiteY198" fmla="*/ 467991 h 797705"/>
              <a:gd name="connsiteX199" fmla="*/ 32818 w 829568"/>
              <a:gd name="connsiteY199" fmla="*/ 449871 h 797705"/>
              <a:gd name="connsiteX200" fmla="*/ 55596 w 829568"/>
              <a:gd name="connsiteY200" fmla="*/ 418160 h 797705"/>
              <a:gd name="connsiteX201" fmla="*/ 55596 w 829568"/>
              <a:gd name="connsiteY201" fmla="*/ 404569 h 797705"/>
              <a:gd name="connsiteX202" fmla="*/ 48763 w 829568"/>
              <a:gd name="connsiteY202" fmla="*/ 372858 h 797705"/>
              <a:gd name="connsiteX203" fmla="*/ 41929 w 829568"/>
              <a:gd name="connsiteY203" fmla="*/ 354737 h 797705"/>
              <a:gd name="connsiteX204" fmla="*/ 41929 w 829568"/>
              <a:gd name="connsiteY204" fmla="*/ 320761 h 797705"/>
              <a:gd name="connsiteX205" fmla="*/ 41929 w 829568"/>
              <a:gd name="connsiteY205" fmla="*/ 300375 h 797705"/>
              <a:gd name="connsiteX206" fmla="*/ 44207 w 829568"/>
              <a:gd name="connsiteY206" fmla="*/ 302640 h 797705"/>
              <a:gd name="connsiteX207" fmla="*/ 57934 w 829568"/>
              <a:gd name="connsiteY207" fmla="*/ 312196 h 797705"/>
              <a:gd name="connsiteX208" fmla="*/ 58242 w 829568"/>
              <a:gd name="connsiteY208" fmla="*/ 311394 h 797705"/>
              <a:gd name="connsiteX209" fmla="*/ 56256 w 829568"/>
              <a:gd name="connsiteY209" fmla="*/ 310012 h 797705"/>
              <a:gd name="connsiteX210" fmla="*/ 44300 w 829568"/>
              <a:gd name="connsiteY210" fmla="*/ 302367 h 797705"/>
              <a:gd name="connsiteX211" fmla="*/ 42022 w 829568"/>
              <a:gd name="connsiteY211" fmla="*/ 300102 h 797705"/>
              <a:gd name="connsiteX212" fmla="*/ 44300 w 829568"/>
              <a:gd name="connsiteY212" fmla="*/ 291042 h 797705"/>
              <a:gd name="connsiteX213" fmla="*/ 78462 w 829568"/>
              <a:gd name="connsiteY213" fmla="*/ 259331 h 797705"/>
              <a:gd name="connsiteX214" fmla="*/ 92126 w 829568"/>
              <a:gd name="connsiteY214" fmla="*/ 232149 h 797705"/>
              <a:gd name="connsiteX215" fmla="*/ 114901 w 829568"/>
              <a:gd name="connsiteY215" fmla="*/ 211764 h 797705"/>
              <a:gd name="connsiteX216" fmla="*/ 108638 w 829568"/>
              <a:gd name="connsiteY216" fmla="*/ 204968 h 797705"/>
              <a:gd name="connsiteX217" fmla="*/ 92261 w 829568"/>
              <a:gd name="connsiteY217" fmla="*/ 198228 h 797705"/>
              <a:gd name="connsiteX218" fmla="*/ 91806 w 829568"/>
              <a:gd name="connsiteY218" fmla="*/ 198355 h 797705"/>
              <a:gd name="connsiteX219" fmla="*/ 84968 w 829568"/>
              <a:gd name="connsiteY219" fmla="*/ 193807 h 797705"/>
              <a:gd name="connsiteX220" fmla="*/ 94086 w 829568"/>
              <a:gd name="connsiteY220" fmla="*/ 155145 h 797705"/>
              <a:gd name="connsiteX221" fmla="*/ 135114 w 829568"/>
              <a:gd name="connsiteY221" fmla="*/ 127854 h 797705"/>
              <a:gd name="connsiteX222" fmla="*/ 160186 w 829568"/>
              <a:gd name="connsiteY222" fmla="*/ 134677 h 797705"/>
              <a:gd name="connsiteX223" fmla="*/ 160186 w 829568"/>
              <a:gd name="connsiteY223" fmla="*/ 109660 h 797705"/>
              <a:gd name="connsiteX224" fmla="*/ 187538 w 829568"/>
              <a:gd name="connsiteY224" fmla="*/ 82369 h 797705"/>
              <a:gd name="connsiteX225" fmla="*/ 187538 w 829568"/>
              <a:gd name="connsiteY225" fmla="*/ 48256 h 797705"/>
              <a:gd name="connsiteX226" fmla="*/ 190103 w 829568"/>
              <a:gd name="connsiteY226"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9073 w 829568"/>
              <a:gd name="connsiteY5" fmla="*/ 567935 h 797705"/>
              <a:gd name="connsiteX6" fmla="*/ 505721 w 829568"/>
              <a:gd name="connsiteY6" fmla="*/ 565667 h 797705"/>
              <a:gd name="connsiteX7" fmla="*/ 561350 w 829568"/>
              <a:gd name="connsiteY7" fmla="*/ 243680 h 797705"/>
              <a:gd name="connsiteX8" fmla="*/ 563631 w 829568"/>
              <a:gd name="connsiteY8" fmla="*/ 245950 h 797705"/>
              <a:gd name="connsiteX9" fmla="*/ 563632 w 829568"/>
              <a:gd name="connsiteY9" fmla="*/ 245962 h 797705"/>
              <a:gd name="connsiteX10" fmla="*/ 561350 w 829568"/>
              <a:gd name="connsiteY10" fmla="*/ 243680 h 797705"/>
              <a:gd name="connsiteX11" fmla="*/ 190103 w 829568"/>
              <a:gd name="connsiteY11" fmla="*/ 284 h 797705"/>
              <a:gd name="connsiteX12" fmla="*/ 208052 w 829568"/>
              <a:gd name="connsiteY12" fmla="*/ 7319 h 797705"/>
              <a:gd name="connsiteX13" fmla="*/ 244522 w 829568"/>
              <a:gd name="connsiteY13" fmla="*/ 16416 h 797705"/>
              <a:gd name="connsiteX14" fmla="*/ 269594 w 829568"/>
              <a:gd name="connsiteY14" fmla="*/ 36884 h 797705"/>
              <a:gd name="connsiteX15" fmla="*/ 303784 w 829568"/>
              <a:gd name="connsiteY15" fmla="*/ 59627 h 797705"/>
              <a:gd name="connsiteX16" fmla="*/ 317460 w 829568"/>
              <a:gd name="connsiteY16" fmla="*/ 89192 h 797705"/>
              <a:gd name="connsiteX17" fmla="*/ 353930 w 829568"/>
              <a:gd name="connsiteY17" fmla="*/ 73272 h 797705"/>
              <a:gd name="connsiteX18" fmla="*/ 399516 w 829568"/>
              <a:gd name="connsiteY18" fmla="*/ 82369 h 797705"/>
              <a:gd name="connsiteX19" fmla="*/ 417751 w 829568"/>
              <a:gd name="connsiteY19" fmla="*/ 77821 h 797705"/>
              <a:gd name="connsiteX20" fmla="*/ 438265 w 829568"/>
              <a:gd name="connsiteY20" fmla="*/ 64175 h 797705"/>
              <a:gd name="connsiteX21" fmla="*/ 472455 w 829568"/>
              <a:gd name="connsiteY21" fmla="*/ 73272 h 797705"/>
              <a:gd name="connsiteX22" fmla="*/ 486131 w 829568"/>
              <a:gd name="connsiteY22" fmla="*/ 82369 h 797705"/>
              <a:gd name="connsiteX23" fmla="*/ 490690 w 829568"/>
              <a:gd name="connsiteY23" fmla="*/ 132402 h 797705"/>
              <a:gd name="connsiteX24" fmla="*/ 495248 w 829568"/>
              <a:gd name="connsiteY24" fmla="*/ 196081 h 797705"/>
              <a:gd name="connsiteX25" fmla="*/ 495248 w 829568"/>
              <a:gd name="connsiteY25" fmla="*/ 214275 h 797705"/>
              <a:gd name="connsiteX26" fmla="*/ 495067 w 829568"/>
              <a:gd name="connsiteY26" fmla="*/ 214233 h 797705"/>
              <a:gd name="connsiteX27" fmla="*/ 497146 w 829568"/>
              <a:gd name="connsiteY27" fmla="*/ 220449 h 797705"/>
              <a:gd name="connsiteX28" fmla="*/ 508530 w 829568"/>
              <a:gd name="connsiteY28" fmla="*/ 224986 h 797705"/>
              <a:gd name="connsiteX29" fmla="*/ 524467 w 829568"/>
              <a:gd name="connsiteY29" fmla="*/ 238598 h 797705"/>
              <a:gd name="connsiteX30" fmla="*/ 556340 w 829568"/>
              <a:gd name="connsiteY30" fmla="*/ 234060 h 797705"/>
              <a:gd name="connsiteX31" fmla="*/ 560894 w 829568"/>
              <a:gd name="connsiteY31" fmla="*/ 243135 h 797705"/>
              <a:gd name="connsiteX32" fmla="*/ 563170 w 829568"/>
              <a:gd name="connsiteY32" fmla="*/ 247672 h 797705"/>
              <a:gd name="connsiteX33" fmla="*/ 563684 w 829568"/>
              <a:gd name="connsiteY33" fmla="*/ 246583 h 797705"/>
              <a:gd name="connsiteX34" fmla="*/ 570440 w 829568"/>
              <a:gd name="connsiteY34" fmla="*/ 254988 h 797705"/>
              <a:gd name="connsiteX35" fmla="*/ 570445 w 829568"/>
              <a:gd name="connsiteY35" fmla="*/ 254942 h 797705"/>
              <a:gd name="connsiteX36" fmla="*/ 574113 w 829568"/>
              <a:gd name="connsiteY36" fmla="*/ 256872 h 797705"/>
              <a:gd name="connsiteX37" fmla="*/ 567290 w 829568"/>
              <a:gd name="connsiteY37" fmla="*/ 250109 h 797705"/>
              <a:gd name="connsiteX38" fmla="*/ 563684 w 829568"/>
              <a:gd name="connsiteY38" fmla="*/ 246583 h 797705"/>
              <a:gd name="connsiteX39" fmla="*/ 574458 w 829568"/>
              <a:gd name="connsiteY39" fmla="*/ 256788 h 797705"/>
              <a:gd name="connsiteX40" fmla="*/ 583230 w 829568"/>
              <a:gd name="connsiteY40" fmla="*/ 254659 h 797705"/>
              <a:gd name="connsiteX41" fmla="*/ 595448 w 829568"/>
              <a:gd name="connsiteY41" fmla="*/ 250406 h 797705"/>
              <a:gd name="connsiteX42" fmla="*/ 624997 w 829568"/>
              <a:gd name="connsiteY42" fmla="*/ 282159 h 797705"/>
              <a:gd name="connsiteX43" fmla="*/ 637214 w 829568"/>
              <a:gd name="connsiteY43" fmla="*/ 311928 h 797705"/>
              <a:gd name="connsiteX44" fmla="*/ 636731 w 829568"/>
              <a:gd name="connsiteY44" fmla="*/ 319061 h 797705"/>
              <a:gd name="connsiteX45" fmla="*/ 636185 w 829568"/>
              <a:gd name="connsiteY45" fmla="*/ 327131 h 797705"/>
              <a:gd name="connsiteX46" fmla="*/ 640908 w 829568"/>
              <a:gd name="connsiteY46" fmla="*/ 343397 h 797705"/>
              <a:gd name="connsiteX47" fmla="*/ 656819 w 829568"/>
              <a:gd name="connsiteY47" fmla="*/ 329788 h 797705"/>
              <a:gd name="connsiteX48" fmla="*/ 672730 w 829568"/>
              <a:gd name="connsiteY48" fmla="*/ 347933 h 797705"/>
              <a:gd name="connsiteX49" fmla="*/ 679549 w 829568"/>
              <a:gd name="connsiteY49" fmla="*/ 366077 h 797705"/>
              <a:gd name="connsiteX50" fmla="*/ 686368 w 829568"/>
              <a:gd name="connsiteY50" fmla="*/ 418243 h 797705"/>
              <a:gd name="connsiteX51" fmla="*/ 736375 w 829568"/>
              <a:gd name="connsiteY51" fmla="*/ 413707 h 797705"/>
              <a:gd name="connsiteX52" fmla="*/ 756832 w 829568"/>
              <a:gd name="connsiteY52" fmla="*/ 420511 h 797705"/>
              <a:gd name="connsiteX53" fmla="*/ 765924 w 829568"/>
              <a:gd name="connsiteY53" fmla="*/ 406903 h 797705"/>
              <a:gd name="connsiteX54" fmla="*/ 829568 w 829568"/>
              <a:gd name="connsiteY54" fmla="*/ 397830 h 797705"/>
              <a:gd name="connsiteX55" fmla="*/ 829568 w 829568"/>
              <a:gd name="connsiteY55" fmla="*/ 413707 h 797705"/>
              <a:gd name="connsiteX56" fmla="*/ 827295 w 829568"/>
              <a:gd name="connsiteY56" fmla="*/ 422779 h 797705"/>
              <a:gd name="connsiteX57" fmla="*/ 822749 w 829568"/>
              <a:gd name="connsiteY57" fmla="*/ 427315 h 797705"/>
              <a:gd name="connsiteX58" fmla="*/ 815930 w 829568"/>
              <a:gd name="connsiteY58" fmla="*/ 427315 h 797705"/>
              <a:gd name="connsiteX59" fmla="*/ 809111 w 829568"/>
              <a:gd name="connsiteY59" fmla="*/ 443192 h 797705"/>
              <a:gd name="connsiteX60" fmla="*/ 802292 w 829568"/>
              <a:gd name="connsiteY60" fmla="*/ 452264 h 797705"/>
              <a:gd name="connsiteX61" fmla="*/ 800019 w 829568"/>
              <a:gd name="connsiteY61" fmla="*/ 459068 h 797705"/>
              <a:gd name="connsiteX62" fmla="*/ 800019 w 829568"/>
              <a:gd name="connsiteY62" fmla="*/ 470408 h 797705"/>
              <a:gd name="connsiteX63" fmla="*/ 800019 w 829568"/>
              <a:gd name="connsiteY63" fmla="*/ 481749 h 797705"/>
              <a:gd name="connsiteX64" fmla="*/ 784108 w 829568"/>
              <a:gd name="connsiteY64" fmla="*/ 477212 h 797705"/>
              <a:gd name="connsiteX65" fmla="*/ 777289 w 829568"/>
              <a:gd name="connsiteY65" fmla="*/ 477212 h 797705"/>
              <a:gd name="connsiteX66" fmla="*/ 770470 w 829568"/>
              <a:gd name="connsiteY66" fmla="*/ 481749 h 797705"/>
              <a:gd name="connsiteX67" fmla="*/ 768197 w 829568"/>
              <a:gd name="connsiteY67" fmla="*/ 488553 h 797705"/>
              <a:gd name="connsiteX68" fmla="*/ 750013 w 829568"/>
              <a:gd name="connsiteY68" fmla="*/ 497625 h 797705"/>
              <a:gd name="connsiteX69" fmla="*/ 745467 w 829568"/>
              <a:gd name="connsiteY69" fmla="*/ 490821 h 797705"/>
              <a:gd name="connsiteX70" fmla="*/ 740921 w 829568"/>
              <a:gd name="connsiteY70" fmla="*/ 493089 h 797705"/>
              <a:gd name="connsiteX71" fmla="*/ 738648 w 829568"/>
              <a:gd name="connsiteY71" fmla="*/ 499893 h 797705"/>
              <a:gd name="connsiteX72" fmla="*/ 738648 w 829568"/>
              <a:gd name="connsiteY72" fmla="*/ 502161 h 797705"/>
              <a:gd name="connsiteX73" fmla="*/ 725010 w 829568"/>
              <a:gd name="connsiteY73" fmla="*/ 504429 h 797705"/>
              <a:gd name="connsiteX74" fmla="*/ 715918 w 829568"/>
              <a:gd name="connsiteY74" fmla="*/ 508965 h 797705"/>
              <a:gd name="connsiteX75" fmla="*/ 715918 w 829568"/>
              <a:gd name="connsiteY75" fmla="*/ 520306 h 797705"/>
              <a:gd name="connsiteX76" fmla="*/ 713645 w 829568"/>
              <a:gd name="connsiteY76" fmla="*/ 522574 h 797705"/>
              <a:gd name="connsiteX77" fmla="*/ 693188 w 829568"/>
              <a:gd name="connsiteY77" fmla="*/ 527110 h 797705"/>
              <a:gd name="connsiteX78" fmla="*/ 677276 w 829568"/>
              <a:gd name="connsiteY78" fmla="*/ 531646 h 797705"/>
              <a:gd name="connsiteX79" fmla="*/ 668184 w 829568"/>
              <a:gd name="connsiteY79" fmla="*/ 527110 h 797705"/>
              <a:gd name="connsiteX80" fmla="*/ 665911 w 829568"/>
              <a:gd name="connsiteY80" fmla="*/ 529378 h 797705"/>
              <a:gd name="connsiteX81" fmla="*/ 665911 w 829568"/>
              <a:gd name="connsiteY81" fmla="*/ 538450 h 797705"/>
              <a:gd name="connsiteX82" fmla="*/ 659092 w 829568"/>
              <a:gd name="connsiteY82" fmla="*/ 540718 h 797705"/>
              <a:gd name="connsiteX83" fmla="*/ 659092 w 829568"/>
              <a:gd name="connsiteY83" fmla="*/ 545254 h 797705"/>
              <a:gd name="connsiteX84" fmla="*/ 659092 w 829568"/>
              <a:gd name="connsiteY84" fmla="*/ 556595 h 797705"/>
              <a:gd name="connsiteX85" fmla="*/ 656819 w 829568"/>
              <a:gd name="connsiteY85" fmla="*/ 561131 h 797705"/>
              <a:gd name="connsiteX86" fmla="*/ 652273 w 829568"/>
              <a:gd name="connsiteY86" fmla="*/ 561131 h 797705"/>
              <a:gd name="connsiteX87" fmla="*/ 650000 w 829568"/>
              <a:gd name="connsiteY87" fmla="*/ 561131 h 797705"/>
              <a:gd name="connsiteX88" fmla="*/ 618178 w 829568"/>
              <a:gd name="connsiteY88" fmla="*/ 552058 h 797705"/>
              <a:gd name="connsiteX89" fmla="*/ 618178 w 829568"/>
              <a:gd name="connsiteY89" fmla="*/ 549790 h 797705"/>
              <a:gd name="connsiteX90" fmla="*/ 609086 w 829568"/>
              <a:gd name="connsiteY90" fmla="*/ 542986 h 797705"/>
              <a:gd name="connsiteX91" fmla="*/ 599994 w 829568"/>
              <a:gd name="connsiteY91" fmla="*/ 547522 h 797705"/>
              <a:gd name="connsiteX92" fmla="*/ 590902 w 829568"/>
              <a:gd name="connsiteY92" fmla="*/ 554327 h 797705"/>
              <a:gd name="connsiteX93" fmla="*/ 579537 w 829568"/>
              <a:gd name="connsiteY93" fmla="*/ 563399 h 797705"/>
              <a:gd name="connsiteX94" fmla="*/ 574991 w 829568"/>
              <a:gd name="connsiteY94" fmla="*/ 556595 h 797705"/>
              <a:gd name="connsiteX95" fmla="*/ 570445 w 829568"/>
              <a:gd name="connsiteY95" fmla="*/ 558863 h 797705"/>
              <a:gd name="connsiteX96" fmla="*/ 568172 w 829568"/>
              <a:gd name="connsiteY96" fmla="*/ 563399 h 797705"/>
              <a:gd name="connsiteX97" fmla="*/ 568172 w 829568"/>
              <a:gd name="connsiteY97" fmla="*/ 565667 h 797705"/>
              <a:gd name="connsiteX98" fmla="*/ 568172 w 829568"/>
              <a:gd name="connsiteY98" fmla="*/ 570203 h 797705"/>
              <a:gd name="connsiteX99" fmla="*/ 565899 w 829568"/>
              <a:gd name="connsiteY99" fmla="*/ 572471 h 797705"/>
              <a:gd name="connsiteX100" fmla="*/ 565899 w 829568"/>
              <a:gd name="connsiteY100" fmla="*/ 574739 h 797705"/>
              <a:gd name="connsiteX101" fmla="*/ 581810 w 829568"/>
              <a:gd name="connsiteY101" fmla="*/ 581543 h 797705"/>
              <a:gd name="connsiteX102" fmla="*/ 586356 w 829568"/>
              <a:gd name="connsiteY102" fmla="*/ 586079 h 797705"/>
              <a:gd name="connsiteX103" fmla="*/ 590902 w 829568"/>
              <a:gd name="connsiteY103" fmla="*/ 579275 h 797705"/>
              <a:gd name="connsiteX104" fmla="*/ 597721 w 829568"/>
              <a:gd name="connsiteY104" fmla="*/ 583811 h 797705"/>
              <a:gd name="connsiteX105" fmla="*/ 599994 w 829568"/>
              <a:gd name="connsiteY105" fmla="*/ 579275 h 797705"/>
              <a:gd name="connsiteX106" fmla="*/ 606813 w 829568"/>
              <a:gd name="connsiteY106" fmla="*/ 588347 h 797705"/>
              <a:gd name="connsiteX107" fmla="*/ 606813 w 829568"/>
              <a:gd name="connsiteY107" fmla="*/ 590616 h 797705"/>
              <a:gd name="connsiteX108" fmla="*/ 602267 w 829568"/>
              <a:gd name="connsiteY108" fmla="*/ 601956 h 797705"/>
              <a:gd name="connsiteX109" fmla="*/ 604540 w 829568"/>
              <a:gd name="connsiteY109" fmla="*/ 606492 h 797705"/>
              <a:gd name="connsiteX110" fmla="*/ 609086 w 829568"/>
              <a:gd name="connsiteY110" fmla="*/ 611028 h 797705"/>
              <a:gd name="connsiteX111" fmla="*/ 606813 w 829568"/>
              <a:gd name="connsiteY111" fmla="*/ 613296 h 797705"/>
              <a:gd name="connsiteX112" fmla="*/ 588629 w 829568"/>
              <a:gd name="connsiteY112" fmla="*/ 613296 h 797705"/>
              <a:gd name="connsiteX113" fmla="*/ 572718 w 829568"/>
              <a:gd name="connsiteY113" fmla="*/ 597420 h 797705"/>
              <a:gd name="connsiteX114" fmla="*/ 568172 w 829568"/>
              <a:gd name="connsiteY114" fmla="*/ 606492 h 797705"/>
              <a:gd name="connsiteX115" fmla="*/ 561353 w 829568"/>
              <a:gd name="connsiteY115" fmla="*/ 597420 h 797705"/>
              <a:gd name="connsiteX116" fmla="*/ 556807 w 829568"/>
              <a:gd name="connsiteY116" fmla="*/ 592884 h 797705"/>
              <a:gd name="connsiteX117" fmla="*/ 540896 w 829568"/>
              <a:gd name="connsiteY117" fmla="*/ 570203 h 797705"/>
              <a:gd name="connsiteX118" fmla="*/ 529530 w 829568"/>
              <a:gd name="connsiteY118" fmla="*/ 565667 h 797705"/>
              <a:gd name="connsiteX119" fmla="*/ 518165 w 829568"/>
              <a:gd name="connsiteY119" fmla="*/ 572471 h 797705"/>
              <a:gd name="connsiteX120" fmla="*/ 509073 w 829568"/>
              <a:gd name="connsiteY120" fmla="*/ 577007 h 797705"/>
              <a:gd name="connsiteX121" fmla="*/ 506800 w 829568"/>
              <a:gd name="connsiteY121" fmla="*/ 574739 h 797705"/>
              <a:gd name="connsiteX122" fmla="*/ 504527 w 829568"/>
              <a:gd name="connsiteY122" fmla="*/ 574739 h 797705"/>
              <a:gd name="connsiteX123" fmla="*/ 504527 w 829568"/>
              <a:gd name="connsiteY123" fmla="*/ 570324 h 797705"/>
              <a:gd name="connsiteX124" fmla="*/ 503669 w 829568"/>
              <a:gd name="connsiteY124" fmla="*/ 570324 h 797705"/>
              <a:gd name="connsiteX125" fmla="*/ 503669 w 829568"/>
              <a:gd name="connsiteY125" fmla="*/ 574870 h 797705"/>
              <a:gd name="connsiteX126" fmla="*/ 505946 w 829568"/>
              <a:gd name="connsiteY126" fmla="*/ 577143 h 797705"/>
              <a:gd name="connsiteX127" fmla="*/ 505946 w 829568"/>
              <a:gd name="connsiteY127" fmla="*/ 579415 h 797705"/>
              <a:gd name="connsiteX128" fmla="*/ 505946 w 829568"/>
              <a:gd name="connsiteY128" fmla="*/ 581688 h 797705"/>
              <a:gd name="connsiteX129" fmla="*/ 496839 w 829568"/>
              <a:gd name="connsiteY129" fmla="*/ 590779 h 797705"/>
              <a:gd name="connsiteX130" fmla="*/ 496839 w 829568"/>
              <a:gd name="connsiteY130" fmla="*/ 595324 h 797705"/>
              <a:gd name="connsiteX131" fmla="*/ 501392 w 829568"/>
              <a:gd name="connsiteY131" fmla="*/ 599870 h 797705"/>
              <a:gd name="connsiteX132" fmla="*/ 510500 w 829568"/>
              <a:gd name="connsiteY132" fmla="*/ 608960 h 797705"/>
              <a:gd name="connsiteX133" fmla="*/ 508223 w 829568"/>
              <a:gd name="connsiteY133" fmla="*/ 613506 h 797705"/>
              <a:gd name="connsiteX134" fmla="*/ 508223 w 829568"/>
              <a:gd name="connsiteY134" fmla="*/ 618051 h 797705"/>
              <a:gd name="connsiteX135" fmla="*/ 490008 w 829568"/>
              <a:gd name="connsiteY135" fmla="*/ 640778 h 797705"/>
              <a:gd name="connsiteX136" fmla="*/ 464962 w 829568"/>
              <a:gd name="connsiteY136" fmla="*/ 631687 h 797705"/>
              <a:gd name="connsiteX137" fmla="*/ 451300 w 829568"/>
              <a:gd name="connsiteY137" fmla="*/ 624869 h 797705"/>
              <a:gd name="connsiteX138" fmla="*/ 423977 w 829568"/>
              <a:gd name="connsiteY138" fmla="*/ 638506 h 797705"/>
              <a:gd name="connsiteX139" fmla="*/ 414870 w 829568"/>
              <a:gd name="connsiteY139" fmla="*/ 643051 h 797705"/>
              <a:gd name="connsiteX140" fmla="*/ 398931 w 829568"/>
              <a:gd name="connsiteY140" fmla="*/ 645324 h 797705"/>
              <a:gd name="connsiteX141" fmla="*/ 394378 w 829568"/>
              <a:gd name="connsiteY141" fmla="*/ 652142 h 797705"/>
              <a:gd name="connsiteX142" fmla="*/ 373885 w 829568"/>
              <a:gd name="connsiteY142" fmla="*/ 654415 h 797705"/>
              <a:gd name="connsiteX143" fmla="*/ 353393 w 829568"/>
              <a:gd name="connsiteY143" fmla="*/ 661233 h 797705"/>
              <a:gd name="connsiteX144" fmla="*/ 344285 w 829568"/>
              <a:gd name="connsiteY144" fmla="*/ 683960 h 797705"/>
              <a:gd name="connsiteX145" fmla="*/ 346559 w 829568"/>
              <a:gd name="connsiteY145" fmla="*/ 695305 h 797705"/>
              <a:gd name="connsiteX146" fmla="*/ 346890 w 829568"/>
              <a:gd name="connsiteY146" fmla="*/ 695371 h 797705"/>
              <a:gd name="connsiteX147" fmla="*/ 349169 w 829568"/>
              <a:gd name="connsiteY147" fmla="*/ 697639 h 797705"/>
              <a:gd name="connsiteX148" fmla="*/ 349169 w 829568"/>
              <a:gd name="connsiteY148" fmla="*/ 708981 h 797705"/>
              <a:gd name="connsiteX149" fmla="*/ 349169 w 829568"/>
              <a:gd name="connsiteY149" fmla="*/ 713518 h 797705"/>
              <a:gd name="connsiteX150" fmla="*/ 346890 w 829568"/>
              <a:gd name="connsiteY150" fmla="*/ 724861 h 797705"/>
              <a:gd name="connsiteX151" fmla="*/ 340053 w 829568"/>
              <a:gd name="connsiteY151" fmla="*/ 722592 h 797705"/>
              <a:gd name="connsiteX152" fmla="*/ 317264 w 829568"/>
              <a:gd name="connsiteY152" fmla="*/ 720324 h 797705"/>
              <a:gd name="connsiteX153" fmla="*/ 312706 w 829568"/>
              <a:gd name="connsiteY153" fmla="*/ 718055 h 797705"/>
              <a:gd name="connsiteX154" fmla="*/ 303590 w 829568"/>
              <a:gd name="connsiteY154" fmla="*/ 724861 h 797705"/>
              <a:gd name="connsiteX155" fmla="*/ 294474 w 829568"/>
              <a:gd name="connsiteY155" fmla="*/ 731666 h 797705"/>
              <a:gd name="connsiteX156" fmla="*/ 289916 w 829568"/>
              <a:gd name="connsiteY156" fmla="*/ 738471 h 797705"/>
              <a:gd name="connsiteX157" fmla="*/ 289916 w 829568"/>
              <a:gd name="connsiteY157" fmla="*/ 752082 h 797705"/>
              <a:gd name="connsiteX158" fmla="*/ 280800 w 829568"/>
              <a:gd name="connsiteY158" fmla="*/ 740740 h 797705"/>
              <a:gd name="connsiteX159" fmla="*/ 278521 w 829568"/>
              <a:gd name="connsiteY159" fmla="*/ 738471 h 797705"/>
              <a:gd name="connsiteX160" fmla="*/ 278521 w 829568"/>
              <a:gd name="connsiteY160" fmla="*/ 743008 h 797705"/>
              <a:gd name="connsiteX161" fmla="*/ 276242 w 829568"/>
              <a:gd name="connsiteY161" fmla="*/ 749814 h 797705"/>
              <a:gd name="connsiteX162" fmla="*/ 269405 w 829568"/>
              <a:gd name="connsiteY162" fmla="*/ 761156 h 797705"/>
              <a:gd name="connsiteX163" fmla="*/ 232942 w 829568"/>
              <a:gd name="connsiteY163" fmla="*/ 749814 h 797705"/>
              <a:gd name="connsiteX164" fmla="*/ 230663 w 829568"/>
              <a:gd name="connsiteY164" fmla="*/ 754351 h 797705"/>
              <a:gd name="connsiteX165" fmla="*/ 203316 w 829568"/>
              <a:gd name="connsiteY165" fmla="*/ 754351 h 797705"/>
              <a:gd name="connsiteX166" fmla="*/ 180526 w 829568"/>
              <a:gd name="connsiteY166" fmla="*/ 761156 h 797705"/>
              <a:gd name="connsiteX167" fmla="*/ 169131 w 829568"/>
              <a:gd name="connsiteY167" fmla="*/ 767961 h 797705"/>
              <a:gd name="connsiteX168" fmla="*/ 157736 w 829568"/>
              <a:gd name="connsiteY168" fmla="*/ 783841 h 797705"/>
              <a:gd name="connsiteX169" fmla="*/ 137226 w 829568"/>
              <a:gd name="connsiteY169" fmla="*/ 797451 h 797705"/>
              <a:gd name="connsiteX170" fmla="*/ 128110 w 829568"/>
              <a:gd name="connsiteY170" fmla="*/ 786109 h 797705"/>
              <a:gd name="connsiteX171" fmla="*/ 121273 w 829568"/>
              <a:gd name="connsiteY171" fmla="*/ 792914 h 797705"/>
              <a:gd name="connsiteX172" fmla="*/ 93925 w 829568"/>
              <a:gd name="connsiteY172" fmla="*/ 790646 h 797705"/>
              <a:gd name="connsiteX173" fmla="*/ 68857 w 829568"/>
              <a:gd name="connsiteY173" fmla="*/ 790646 h 797705"/>
              <a:gd name="connsiteX174" fmla="*/ 57462 w 829568"/>
              <a:gd name="connsiteY174" fmla="*/ 792914 h 797705"/>
              <a:gd name="connsiteX175" fmla="*/ 46067 w 829568"/>
              <a:gd name="connsiteY175" fmla="*/ 788377 h 797705"/>
              <a:gd name="connsiteX176" fmla="*/ 25556 w 829568"/>
              <a:gd name="connsiteY176" fmla="*/ 786109 h 797705"/>
              <a:gd name="connsiteX177" fmla="*/ 25556 w 829568"/>
              <a:gd name="connsiteY177" fmla="*/ 783841 h 797705"/>
              <a:gd name="connsiteX178" fmla="*/ 27835 w 829568"/>
              <a:gd name="connsiteY178" fmla="*/ 777035 h 797705"/>
              <a:gd name="connsiteX179" fmla="*/ 25556 w 829568"/>
              <a:gd name="connsiteY179" fmla="*/ 774767 h 797705"/>
              <a:gd name="connsiteX180" fmla="*/ 43788 w 829568"/>
              <a:gd name="connsiteY180" fmla="*/ 770230 h 797705"/>
              <a:gd name="connsiteX181" fmla="*/ 48346 w 829568"/>
              <a:gd name="connsiteY181" fmla="*/ 699908 h 797705"/>
              <a:gd name="connsiteX182" fmla="*/ 5046 w 829568"/>
              <a:gd name="connsiteY182" fmla="*/ 670418 h 797705"/>
              <a:gd name="connsiteX183" fmla="*/ 30114 w 829568"/>
              <a:gd name="connsiteY183" fmla="*/ 615975 h 797705"/>
              <a:gd name="connsiteX184" fmla="*/ 41509 w 829568"/>
              <a:gd name="connsiteY184" fmla="*/ 600095 h 797705"/>
              <a:gd name="connsiteX185" fmla="*/ 34672 w 829568"/>
              <a:gd name="connsiteY185" fmla="*/ 581948 h 797705"/>
              <a:gd name="connsiteX186" fmla="*/ 41509 w 829568"/>
              <a:gd name="connsiteY186" fmla="*/ 554726 h 797705"/>
              <a:gd name="connsiteX187" fmla="*/ 16441 w 829568"/>
              <a:gd name="connsiteY187" fmla="*/ 543384 h 797705"/>
              <a:gd name="connsiteX188" fmla="*/ 34672 w 829568"/>
              <a:gd name="connsiteY188" fmla="*/ 541115 h 797705"/>
              <a:gd name="connsiteX189" fmla="*/ 41498 w 829568"/>
              <a:gd name="connsiteY189" fmla="*/ 541115 h 797705"/>
              <a:gd name="connsiteX190" fmla="*/ 39341 w 829568"/>
              <a:gd name="connsiteY190" fmla="*/ 528176 h 797705"/>
              <a:gd name="connsiteX191" fmla="*/ 86966 w 829568"/>
              <a:gd name="connsiteY191" fmla="*/ 494839 h 797705"/>
              <a:gd name="connsiteX192" fmla="*/ 65409 w 829568"/>
              <a:gd name="connsiteY192" fmla="*/ 464300 h 797705"/>
              <a:gd name="connsiteX193" fmla="*/ 62429 w 829568"/>
              <a:gd name="connsiteY193" fmla="*/ 465726 h 797705"/>
              <a:gd name="connsiteX194" fmla="*/ 62429 w 829568"/>
              <a:gd name="connsiteY194" fmla="*/ 467991 h 797705"/>
              <a:gd name="connsiteX195" fmla="*/ 57874 w 829568"/>
              <a:gd name="connsiteY195" fmla="*/ 470256 h 797705"/>
              <a:gd name="connsiteX196" fmla="*/ 48763 w 829568"/>
              <a:gd name="connsiteY196" fmla="*/ 472522 h 797705"/>
              <a:gd name="connsiteX197" fmla="*/ 35096 w 829568"/>
              <a:gd name="connsiteY197" fmla="*/ 467991 h 797705"/>
              <a:gd name="connsiteX198" fmla="*/ 32818 w 829568"/>
              <a:gd name="connsiteY198" fmla="*/ 449871 h 797705"/>
              <a:gd name="connsiteX199" fmla="*/ 55596 w 829568"/>
              <a:gd name="connsiteY199" fmla="*/ 418160 h 797705"/>
              <a:gd name="connsiteX200" fmla="*/ 55596 w 829568"/>
              <a:gd name="connsiteY200" fmla="*/ 404569 h 797705"/>
              <a:gd name="connsiteX201" fmla="*/ 48763 w 829568"/>
              <a:gd name="connsiteY201" fmla="*/ 372858 h 797705"/>
              <a:gd name="connsiteX202" fmla="*/ 41929 w 829568"/>
              <a:gd name="connsiteY202" fmla="*/ 354737 h 797705"/>
              <a:gd name="connsiteX203" fmla="*/ 41929 w 829568"/>
              <a:gd name="connsiteY203" fmla="*/ 320761 h 797705"/>
              <a:gd name="connsiteX204" fmla="*/ 41929 w 829568"/>
              <a:gd name="connsiteY204" fmla="*/ 300375 h 797705"/>
              <a:gd name="connsiteX205" fmla="*/ 44207 w 829568"/>
              <a:gd name="connsiteY205" fmla="*/ 302640 h 797705"/>
              <a:gd name="connsiteX206" fmla="*/ 57934 w 829568"/>
              <a:gd name="connsiteY206" fmla="*/ 312196 h 797705"/>
              <a:gd name="connsiteX207" fmla="*/ 58242 w 829568"/>
              <a:gd name="connsiteY207" fmla="*/ 311394 h 797705"/>
              <a:gd name="connsiteX208" fmla="*/ 56256 w 829568"/>
              <a:gd name="connsiteY208" fmla="*/ 310012 h 797705"/>
              <a:gd name="connsiteX209" fmla="*/ 44300 w 829568"/>
              <a:gd name="connsiteY209" fmla="*/ 302367 h 797705"/>
              <a:gd name="connsiteX210" fmla="*/ 42022 w 829568"/>
              <a:gd name="connsiteY210" fmla="*/ 300102 h 797705"/>
              <a:gd name="connsiteX211" fmla="*/ 44300 w 829568"/>
              <a:gd name="connsiteY211" fmla="*/ 291042 h 797705"/>
              <a:gd name="connsiteX212" fmla="*/ 78462 w 829568"/>
              <a:gd name="connsiteY212" fmla="*/ 259331 h 797705"/>
              <a:gd name="connsiteX213" fmla="*/ 92126 w 829568"/>
              <a:gd name="connsiteY213" fmla="*/ 232149 h 797705"/>
              <a:gd name="connsiteX214" fmla="*/ 114901 w 829568"/>
              <a:gd name="connsiteY214" fmla="*/ 211764 h 797705"/>
              <a:gd name="connsiteX215" fmla="*/ 108638 w 829568"/>
              <a:gd name="connsiteY215" fmla="*/ 204968 h 797705"/>
              <a:gd name="connsiteX216" fmla="*/ 92261 w 829568"/>
              <a:gd name="connsiteY216" fmla="*/ 198228 h 797705"/>
              <a:gd name="connsiteX217" fmla="*/ 91806 w 829568"/>
              <a:gd name="connsiteY217" fmla="*/ 198355 h 797705"/>
              <a:gd name="connsiteX218" fmla="*/ 84968 w 829568"/>
              <a:gd name="connsiteY218" fmla="*/ 193807 h 797705"/>
              <a:gd name="connsiteX219" fmla="*/ 94086 w 829568"/>
              <a:gd name="connsiteY219" fmla="*/ 155145 h 797705"/>
              <a:gd name="connsiteX220" fmla="*/ 135114 w 829568"/>
              <a:gd name="connsiteY220" fmla="*/ 127854 h 797705"/>
              <a:gd name="connsiteX221" fmla="*/ 160186 w 829568"/>
              <a:gd name="connsiteY221" fmla="*/ 134677 h 797705"/>
              <a:gd name="connsiteX222" fmla="*/ 160186 w 829568"/>
              <a:gd name="connsiteY222" fmla="*/ 109660 h 797705"/>
              <a:gd name="connsiteX223" fmla="*/ 187538 w 829568"/>
              <a:gd name="connsiteY223" fmla="*/ 82369 h 797705"/>
              <a:gd name="connsiteX224" fmla="*/ 187538 w 829568"/>
              <a:gd name="connsiteY224" fmla="*/ 48256 h 797705"/>
              <a:gd name="connsiteX225" fmla="*/ 190103 w 829568"/>
              <a:gd name="connsiteY225" fmla="*/ 284 h 797705"/>
              <a:gd name="connsiteX0" fmla="*/ 505721 w 829568"/>
              <a:gd name="connsiteY0" fmla="*/ 565667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05721 w 829568"/>
              <a:gd name="connsiteY5" fmla="*/ 565667 h 797705"/>
              <a:gd name="connsiteX6" fmla="*/ 561350 w 829568"/>
              <a:gd name="connsiteY6" fmla="*/ 243680 h 797705"/>
              <a:gd name="connsiteX7" fmla="*/ 563631 w 829568"/>
              <a:gd name="connsiteY7" fmla="*/ 245950 h 797705"/>
              <a:gd name="connsiteX8" fmla="*/ 563632 w 829568"/>
              <a:gd name="connsiteY8" fmla="*/ 245962 h 797705"/>
              <a:gd name="connsiteX9" fmla="*/ 561350 w 829568"/>
              <a:gd name="connsiteY9" fmla="*/ 243680 h 797705"/>
              <a:gd name="connsiteX10" fmla="*/ 190103 w 829568"/>
              <a:gd name="connsiteY10" fmla="*/ 284 h 797705"/>
              <a:gd name="connsiteX11" fmla="*/ 208052 w 829568"/>
              <a:gd name="connsiteY11" fmla="*/ 7319 h 797705"/>
              <a:gd name="connsiteX12" fmla="*/ 244522 w 829568"/>
              <a:gd name="connsiteY12" fmla="*/ 16416 h 797705"/>
              <a:gd name="connsiteX13" fmla="*/ 269594 w 829568"/>
              <a:gd name="connsiteY13" fmla="*/ 36884 h 797705"/>
              <a:gd name="connsiteX14" fmla="*/ 303784 w 829568"/>
              <a:gd name="connsiteY14" fmla="*/ 59627 h 797705"/>
              <a:gd name="connsiteX15" fmla="*/ 317460 w 829568"/>
              <a:gd name="connsiteY15" fmla="*/ 89192 h 797705"/>
              <a:gd name="connsiteX16" fmla="*/ 353930 w 829568"/>
              <a:gd name="connsiteY16" fmla="*/ 73272 h 797705"/>
              <a:gd name="connsiteX17" fmla="*/ 399516 w 829568"/>
              <a:gd name="connsiteY17" fmla="*/ 82369 h 797705"/>
              <a:gd name="connsiteX18" fmla="*/ 417751 w 829568"/>
              <a:gd name="connsiteY18" fmla="*/ 77821 h 797705"/>
              <a:gd name="connsiteX19" fmla="*/ 438265 w 829568"/>
              <a:gd name="connsiteY19" fmla="*/ 64175 h 797705"/>
              <a:gd name="connsiteX20" fmla="*/ 472455 w 829568"/>
              <a:gd name="connsiteY20" fmla="*/ 73272 h 797705"/>
              <a:gd name="connsiteX21" fmla="*/ 486131 w 829568"/>
              <a:gd name="connsiteY21" fmla="*/ 82369 h 797705"/>
              <a:gd name="connsiteX22" fmla="*/ 490690 w 829568"/>
              <a:gd name="connsiteY22" fmla="*/ 132402 h 797705"/>
              <a:gd name="connsiteX23" fmla="*/ 495248 w 829568"/>
              <a:gd name="connsiteY23" fmla="*/ 196081 h 797705"/>
              <a:gd name="connsiteX24" fmla="*/ 495248 w 829568"/>
              <a:gd name="connsiteY24" fmla="*/ 214275 h 797705"/>
              <a:gd name="connsiteX25" fmla="*/ 495067 w 829568"/>
              <a:gd name="connsiteY25" fmla="*/ 214233 h 797705"/>
              <a:gd name="connsiteX26" fmla="*/ 497146 w 829568"/>
              <a:gd name="connsiteY26" fmla="*/ 220449 h 797705"/>
              <a:gd name="connsiteX27" fmla="*/ 508530 w 829568"/>
              <a:gd name="connsiteY27" fmla="*/ 224986 h 797705"/>
              <a:gd name="connsiteX28" fmla="*/ 524467 w 829568"/>
              <a:gd name="connsiteY28" fmla="*/ 238598 h 797705"/>
              <a:gd name="connsiteX29" fmla="*/ 556340 w 829568"/>
              <a:gd name="connsiteY29" fmla="*/ 234060 h 797705"/>
              <a:gd name="connsiteX30" fmla="*/ 560894 w 829568"/>
              <a:gd name="connsiteY30" fmla="*/ 243135 h 797705"/>
              <a:gd name="connsiteX31" fmla="*/ 563170 w 829568"/>
              <a:gd name="connsiteY31" fmla="*/ 247672 h 797705"/>
              <a:gd name="connsiteX32" fmla="*/ 563684 w 829568"/>
              <a:gd name="connsiteY32" fmla="*/ 246583 h 797705"/>
              <a:gd name="connsiteX33" fmla="*/ 570440 w 829568"/>
              <a:gd name="connsiteY33" fmla="*/ 254988 h 797705"/>
              <a:gd name="connsiteX34" fmla="*/ 570445 w 829568"/>
              <a:gd name="connsiteY34" fmla="*/ 254942 h 797705"/>
              <a:gd name="connsiteX35" fmla="*/ 574113 w 829568"/>
              <a:gd name="connsiteY35" fmla="*/ 256872 h 797705"/>
              <a:gd name="connsiteX36" fmla="*/ 567290 w 829568"/>
              <a:gd name="connsiteY36" fmla="*/ 250109 h 797705"/>
              <a:gd name="connsiteX37" fmla="*/ 563684 w 829568"/>
              <a:gd name="connsiteY37" fmla="*/ 246583 h 797705"/>
              <a:gd name="connsiteX38" fmla="*/ 574458 w 829568"/>
              <a:gd name="connsiteY38" fmla="*/ 256788 h 797705"/>
              <a:gd name="connsiteX39" fmla="*/ 583230 w 829568"/>
              <a:gd name="connsiteY39" fmla="*/ 254659 h 797705"/>
              <a:gd name="connsiteX40" fmla="*/ 595448 w 829568"/>
              <a:gd name="connsiteY40" fmla="*/ 250406 h 797705"/>
              <a:gd name="connsiteX41" fmla="*/ 624997 w 829568"/>
              <a:gd name="connsiteY41" fmla="*/ 282159 h 797705"/>
              <a:gd name="connsiteX42" fmla="*/ 637214 w 829568"/>
              <a:gd name="connsiteY42" fmla="*/ 311928 h 797705"/>
              <a:gd name="connsiteX43" fmla="*/ 636731 w 829568"/>
              <a:gd name="connsiteY43" fmla="*/ 319061 h 797705"/>
              <a:gd name="connsiteX44" fmla="*/ 636185 w 829568"/>
              <a:gd name="connsiteY44" fmla="*/ 327131 h 797705"/>
              <a:gd name="connsiteX45" fmla="*/ 640908 w 829568"/>
              <a:gd name="connsiteY45" fmla="*/ 343397 h 797705"/>
              <a:gd name="connsiteX46" fmla="*/ 656819 w 829568"/>
              <a:gd name="connsiteY46" fmla="*/ 329788 h 797705"/>
              <a:gd name="connsiteX47" fmla="*/ 672730 w 829568"/>
              <a:gd name="connsiteY47" fmla="*/ 347933 h 797705"/>
              <a:gd name="connsiteX48" fmla="*/ 679549 w 829568"/>
              <a:gd name="connsiteY48" fmla="*/ 366077 h 797705"/>
              <a:gd name="connsiteX49" fmla="*/ 686368 w 829568"/>
              <a:gd name="connsiteY49" fmla="*/ 418243 h 797705"/>
              <a:gd name="connsiteX50" fmla="*/ 736375 w 829568"/>
              <a:gd name="connsiteY50" fmla="*/ 413707 h 797705"/>
              <a:gd name="connsiteX51" fmla="*/ 756832 w 829568"/>
              <a:gd name="connsiteY51" fmla="*/ 420511 h 797705"/>
              <a:gd name="connsiteX52" fmla="*/ 765924 w 829568"/>
              <a:gd name="connsiteY52" fmla="*/ 406903 h 797705"/>
              <a:gd name="connsiteX53" fmla="*/ 829568 w 829568"/>
              <a:gd name="connsiteY53" fmla="*/ 397830 h 797705"/>
              <a:gd name="connsiteX54" fmla="*/ 829568 w 829568"/>
              <a:gd name="connsiteY54" fmla="*/ 413707 h 797705"/>
              <a:gd name="connsiteX55" fmla="*/ 827295 w 829568"/>
              <a:gd name="connsiteY55" fmla="*/ 422779 h 797705"/>
              <a:gd name="connsiteX56" fmla="*/ 822749 w 829568"/>
              <a:gd name="connsiteY56" fmla="*/ 427315 h 797705"/>
              <a:gd name="connsiteX57" fmla="*/ 815930 w 829568"/>
              <a:gd name="connsiteY57" fmla="*/ 427315 h 797705"/>
              <a:gd name="connsiteX58" fmla="*/ 809111 w 829568"/>
              <a:gd name="connsiteY58" fmla="*/ 443192 h 797705"/>
              <a:gd name="connsiteX59" fmla="*/ 802292 w 829568"/>
              <a:gd name="connsiteY59" fmla="*/ 452264 h 797705"/>
              <a:gd name="connsiteX60" fmla="*/ 800019 w 829568"/>
              <a:gd name="connsiteY60" fmla="*/ 459068 h 797705"/>
              <a:gd name="connsiteX61" fmla="*/ 800019 w 829568"/>
              <a:gd name="connsiteY61" fmla="*/ 470408 h 797705"/>
              <a:gd name="connsiteX62" fmla="*/ 800019 w 829568"/>
              <a:gd name="connsiteY62" fmla="*/ 481749 h 797705"/>
              <a:gd name="connsiteX63" fmla="*/ 784108 w 829568"/>
              <a:gd name="connsiteY63" fmla="*/ 477212 h 797705"/>
              <a:gd name="connsiteX64" fmla="*/ 777289 w 829568"/>
              <a:gd name="connsiteY64" fmla="*/ 477212 h 797705"/>
              <a:gd name="connsiteX65" fmla="*/ 770470 w 829568"/>
              <a:gd name="connsiteY65" fmla="*/ 481749 h 797705"/>
              <a:gd name="connsiteX66" fmla="*/ 768197 w 829568"/>
              <a:gd name="connsiteY66" fmla="*/ 488553 h 797705"/>
              <a:gd name="connsiteX67" fmla="*/ 750013 w 829568"/>
              <a:gd name="connsiteY67" fmla="*/ 497625 h 797705"/>
              <a:gd name="connsiteX68" fmla="*/ 745467 w 829568"/>
              <a:gd name="connsiteY68" fmla="*/ 490821 h 797705"/>
              <a:gd name="connsiteX69" fmla="*/ 740921 w 829568"/>
              <a:gd name="connsiteY69" fmla="*/ 493089 h 797705"/>
              <a:gd name="connsiteX70" fmla="*/ 738648 w 829568"/>
              <a:gd name="connsiteY70" fmla="*/ 499893 h 797705"/>
              <a:gd name="connsiteX71" fmla="*/ 738648 w 829568"/>
              <a:gd name="connsiteY71" fmla="*/ 502161 h 797705"/>
              <a:gd name="connsiteX72" fmla="*/ 725010 w 829568"/>
              <a:gd name="connsiteY72" fmla="*/ 504429 h 797705"/>
              <a:gd name="connsiteX73" fmla="*/ 715918 w 829568"/>
              <a:gd name="connsiteY73" fmla="*/ 508965 h 797705"/>
              <a:gd name="connsiteX74" fmla="*/ 715918 w 829568"/>
              <a:gd name="connsiteY74" fmla="*/ 520306 h 797705"/>
              <a:gd name="connsiteX75" fmla="*/ 713645 w 829568"/>
              <a:gd name="connsiteY75" fmla="*/ 522574 h 797705"/>
              <a:gd name="connsiteX76" fmla="*/ 693188 w 829568"/>
              <a:gd name="connsiteY76" fmla="*/ 527110 h 797705"/>
              <a:gd name="connsiteX77" fmla="*/ 677276 w 829568"/>
              <a:gd name="connsiteY77" fmla="*/ 531646 h 797705"/>
              <a:gd name="connsiteX78" fmla="*/ 668184 w 829568"/>
              <a:gd name="connsiteY78" fmla="*/ 527110 h 797705"/>
              <a:gd name="connsiteX79" fmla="*/ 665911 w 829568"/>
              <a:gd name="connsiteY79" fmla="*/ 529378 h 797705"/>
              <a:gd name="connsiteX80" fmla="*/ 665911 w 829568"/>
              <a:gd name="connsiteY80" fmla="*/ 538450 h 797705"/>
              <a:gd name="connsiteX81" fmla="*/ 659092 w 829568"/>
              <a:gd name="connsiteY81" fmla="*/ 540718 h 797705"/>
              <a:gd name="connsiteX82" fmla="*/ 659092 w 829568"/>
              <a:gd name="connsiteY82" fmla="*/ 545254 h 797705"/>
              <a:gd name="connsiteX83" fmla="*/ 659092 w 829568"/>
              <a:gd name="connsiteY83" fmla="*/ 556595 h 797705"/>
              <a:gd name="connsiteX84" fmla="*/ 656819 w 829568"/>
              <a:gd name="connsiteY84" fmla="*/ 561131 h 797705"/>
              <a:gd name="connsiteX85" fmla="*/ 652273 w 829568"/>
              <a:gd name="connsiteY85" fmla="*/ 561131 h 797705"/>
              <a:gd name="connsiteX86" fmla="*/ 650000 w 829568"/>
              <a:gd name="connsiteY86" fmla="*/ 561131 h 797705"/>
              <a:gd name="connsiteX87" fmla="*/ 618178 w 829568"/>
              <a:gd name="connsiteY87" fmla="*/ 552058 h 797705"/>
              <a:gd name="connsiteX88" fmla="*/ 618178 w 829568"/>
              <a:gd name="connsiteY88" fmla="*/ 549790 h 797705"/>
              <a:gd name="connsiteX89" fmla="*/ 609086 w 829568"/>
              <a:gd name="connsiteY89" fmla="*/ 542986 h 797705"/>
              <a:gd name="connsiteX90" fmla="*/ 599994 w 829568"/>
              <a:gd name="connsiteY90" fmla="*/ 547522 h 797705"/>
              <a:gd name="connsiteX91" fmla="*/ 590902 w 829568"/>
              <a:gd name="connsiteY91" fmla="*/ 554327 h 797705"/>
              <a:gd name="connsiteX92" fmla="*/ 579537 w 829568"/>
              <a:gd name="connsiteY92" fmla="*/ 563399 h 797705"/>
              <a:gd name="connsiteX93" fmla="*/ 574991 w 829568"/>
              <a:gd name="connsiteY93" fmla="*/ 556595 h 797705"/>
              <a:gd name="connsiteX94" fmla="*/ 570445 w 829568"/>
              <a:gd name="connsiteY94" fmla="*/ 558863 h 797705"/>
              <a:gd name="connsiteX95" fmla="*/ 568172 w 829568"/>
              <a:gd name="connsiteY95" fmla="*/ 563399 h 797705"/>
              <a:gd name="connsiteX96" fmla="*/ 568172 w 829568"/>
              <a:gd name="connsiteY96" fmla="*/ 565667 h 797705"/>
              <a:gd name="connsiteX97" fmla="*/ 568172 w 829568"/>
              <a:gd name="connsiteY97" fmla="*/ 570203 h 797705"/>
              <a:gd name="connsiteX98" fmla="*/ 565899 w 829568"/>
              <a:gd name="connsiteY98" fmla="*/ 572471 h 797705"/>
              <a:gd name="connsiteX99" fmla="*/ 565899 w 829568"/>
              <a:gd name="connsiteY99" fmla="*/ 574739 h 797705"/>
              <a:gd name="connsiteX100" fmla="*/ 581810 w 829568"/>
              <a:gd name="connsiteY100" fmla="*/ 581543 h 797705"/>
              <a:gd name="connsiteX101" fmla="*/ 586356 w 829568"/>
              <a:gd name="connsiteY101" fmla="*/ 586079 h 797705"/>
              <a:gd name="connsiteX102" fmla="*/ 590902 w 829568"/>
              <a:gd name="connsiteY102" fmla="*/ 579275 h 797705"/>
              <a:gd name="connsiteX103" fmla="*/ 597721 w 829568"/>
              <a:gd name="connsiteY103" fmla="*/ 583811 h 797705"/>
              <a:gd name="connsiteX104" fmla="*/ 599994 w 829568"/>
              <a:gd name="connsiteY104" fmla="*/ 579275 h 797705"/>
              <a:gd name="connsiteX105" fmla="*/ 606813 w 829568"/>
              <a:gd name="connsiteY105" fmla="*/ 588347 h 797705"/>
              <a:gd name="connsiteX106" fmla="*/ 606813 w 829568"/>
              <a:gd name="connsiteY106" fmla="*/ 590616 h 797705"/>
              <a:gd name="connsiteX107" fmla="*/ 602267 w 829568"/>
              <a:gd name="connsiteY107" fmla="*/ 601956 h 797705"/>
              <a:gd name="connsiteX108" fmla="*/ 604540 w 829568"/>
              <a:gd name="connsiteY108" fmla="*/ 606492 h 797705"/>
              <a:gd name="connsiteX109" fmla="*/ 609086 w 829568"/>
              <a:gd name="connsiteY109" fmla="*/ 611028 h 797705"/>
              <a:gd name="connsiteX110" fmla="*/ 606813 w 829568"/>
              <a:gd name="connsiteY110" fmla="*/ 613296 h 797705"/>
              <a:gd name="connsiteX111" fmla="*/ 588629 w 829568"/>
              <a:gd name="connsiteY111" fmla="*/ 613296 h 797705"/>
              <a:gd name="connsiteX112" fmla="*/ 572718 w 829568"/>
              <a:gd name="connsiteY112" fmla="*/ 597420 h 797705"/>
              <a:gd name="connsiteX113" fmla="*/ 568172 w 829568"/>
              <a:gd name="connsiteY113" fmla="*/ 606492 h 797705"/>
              <a:gd name="connsiteX114" fmla="*/ 561353 w 829568"/>
              <a:gd name="connsiteY114" fmla="*/ 597420 h 797705"/>
              <a:gd name="connsiteX115" fmla="*/ 556807 w 829568"/>
              <a:gd name="connsiteY115" fmla="*/ 592884 h 797705"/>
              <a:gd name="connsiteX116" fmla="*/ 540896 w 829568"/>
              <a:gd name="connsiteY116" fmla="*/ 570203 h 797705"/>
              <a:gd name="connsiteX117" fmla="*/ 529530 w 829568"/>
              <a:gd name="connsiteY117" fmla="*/ 565667 h 797705"/>
              <a:gd name="connsiteX118" fmla="*/ 518165 w 829568"/>
              <a:gd name="connsiteY118" fmla="*/ 572471 h 797705"/>
              <a:gd name="connsiteX119" fmla="*/ 509073 w 829568"/>
              <a:gd name="connsiteY119" fmla="*/ 577007 h 797705"/>
              <a:gd name="connsiteX120" fmla="*/ 506800 w 829568"/>
              <a:gd name="connsiteY120" fmla="*/ 574739 h 797705"/>
              <a:gd name="connsiteX121" fmla="*/ 504527 w 829568"/>
              <a:gd name="connsiteY121" fmla="*/ 574739 h 797705"/>
              <a:gd name="connsiteX122" fmla="*/ 504527 w 829568"/>
              <a:gd name="connsiteY122" fmla="*/ 570324 h 797705"/>
              <a:gd name="connsiteX123" fmla="*/ 503669 w 829568"/>
              <a:gd name="connsiteY123" fmla="*/ 570324 h 797705"/>
              <a:gd name="connsiteX124" fmla="*/ 503669 w 829568"/>
              <a:gd name="connsiteY124" fmla="*/ 574870 h 797705"/>
              <a:gd name="connsiteX125" fmla="*/ 505946 w 829568"/>
              <a:gd name="connsiteY125" fmla="*/ 577143 h 797705"/>
              <a:gd name="connsiteX126" fmla="*/ 505946 w 829568"/>
              <a:gd name="connsiteY126" fmla="*/ 579415 h 797705"/>
              <a:gd name="connsiteX127" fmla="*/ 505946 w 829568"/>
              <a:gd name="connsiteY127" fmla="*/ 581688 h 797705"/>
              <a:gd name="connsiteX128" fmla="*/ 496839 w 829568"/>
              <a:gd name="connsiteY128" fmla="*/ 590779 h 797705"/>
              <a:gd name="connsiteX129" fmla="*/ 496839 w 829568"/>
              <a:gd name="connsiteY129" fmla="*/ 595324 h 797705"/>
              <a:gd name="connsiteX130" fmla="*/ 501392 w 829568"/>
              <a:gd name="connsiteY130" fmla="*/ 599870 h 797705"/>
              <a:gd name="connsiteX131" fmla="*/ 510500 w 829568"/>
              <a:gd name="connsiteY131" fmla="*/ 608960 h 797705"/>
              <a:gd name="connsiteX132" fmla="*/ 508223 w 829568"/>
              <a:gd name="connsiteY132" fmla="*/ 613506 h 797705"/>
              <a:gd name="connsiteX133" fmla="*/ 508223 w 829568"/>
              <a:gd name="connsiteY133" fmla="*/ 618051 h 797705"/>
              <a:gd name="connsiteX134" fmla="*/ 490008 w 829568"/>
              <a:gd name="connsiteY134" fmla="*/ 640778 h 797705"/>
              <a:gd name="connsiteX135" fmla="*/ 464962 w 829568"/>
              <a:gd name="connsiteY135" fmla="*/ 631687 h 797705"/>
              <a:gd name="connsiteX136" fmla="*/ 451300 w 829568"/>
              <a:gd name="connsiteY136" fmla="*/ 624869 h 797705"/>
              <a:gd name="connsiteX137" fmla="*/ 423977 w 829568"/>
              <a:gd name="connsiteY137" fmla="*/ 638506 h 797705"/>
              <a:gd name="connsiteX138" fmla="*/ 414870 w 829568"/>
              <a:gd name="connsiteY138" fmla="*/ 643051 h 797705"/>
              <a:gd name="connsiteX139" fmla="*/ 398931 w 829568"/>
              <a:gd name="connsiteY139" fmla="*/ 645324 h 797705"/>
              <a:gd name="connsiteX140" fmla="*/ 394378 w 829568"/>
              <a:gd name="connsiteY140" fmla="*/ 652142 h 797705"/>
              <a:gd name="connsiteX141" fmla="*/ 373885 w 829568"/>
              <a:gd name="connsiteY141" fmla="*/ 654415 h 797705"/>
              <a:gd name="connsiteX142" fmla="*/ 353393 w 829568"/>
              <a:gd name="connsiteY142" fmla="*/ 661233 h 797705"/>
              <a:gd name="connsiteX143" fmla="*/ 344285 w 829568"/>
              <a:gd name="connsiteY143" fmla="*/ 683960 h 797705"/>
              <a:gd name="connsiteX144" fmla="*/ 346559 w 829568"/>
              <a:gd name="connsiteY144" fmla="*/ 695305 h 797705"/>
              <a:gd name="connsiteX145" fmla="*/ 346890 w 829568"/>
              <a:gd name="connsiteY145" fmla="*/ 695371 h 797705"/>
              <a:gd name="connsiteX146" fmla="*/ 349169 w 829568"/>
              <a:gd name="connsiteY146" fmla="*/ 697639 h 797705"/>
              <a:gd name="connsiteX147" fmla="*/ 349169 w 829568"/>
              <a:gd name="connsiteY147" fmla="*/ 708981 h 797705"/>
              <a:gd name="connsiteX148" fmla="*/ 349169 w 829568"/>
              <a:gd name="connsiteY148" fmla="*/ 713518 h 797705"/>
              <a:gd name="connsiteX149" fmla="*/ 346890 w 829568"/>
              <a:gd name="connsiteY149" fmla="*/ 724861 h 797705"/>
              <a:gd name="connsiteX150" fmla="*/ 340053 w 829568"/>
              <a:gd name="connsiteY150" fmla="*/ 722592 h 797705"/>
              <a:gd name="connsiteX151" fmla="*/ 317264 w 829568"/>
              <a:gd name="connsiteY151" fmla="*/ 720324 h 797705"/>
              <a:gd name="connsiteX152" fmla="*/ 312706 w 829568"/>
              <a:gd name="connsiteY152" fmla="*/ 718055 h 797705"/>
              <a:gd name="connsiteX153" fmla="*/ 303590 w 829568"/>
              <a:gd name="connsiteY153" fmla="*/ 724861 h 797705"/>
              <a:gd name="connsiteX154" fmla="*/ 294474 w 829568"/>
              <a:gd name="connsiteY154" fmla="*/ 731666 h 797705"/>
              <a:gd name="connsiteX155" fmla="*/ 289916 w 829568"/>
              <a:gd name="connsiteY155" fmla="*/ 738471 h 797705"/>
              <a:gd name="connsiteX156" fmla="*/ 289916 w 829568"/>
              <a:gd name="connsiteY156" fmla="*/ 752082 h 797705"/>
              <a:gd name="connsiteX157" fmla="*/ 280800 w 829568"/>
              <a:gd name="connsiteY157" fmla="*/ 740740 h 797705"/>
              <a:gd name="connsiteX158" fmla="*/ 278521 w 829568"/>
              <a:gd name="connsiteY158" fmla="*/ 738471 h 797705"/>
              <a:gd name="connsiteX159" fmla="*/ 278521 w 829568"/>
              <a:gd name="connsiteY159" fmla="*/ 743008 h 797705"/>
              <a:gd name="connsiteX160" fmla="*/ 276242 w 829568"/>
              <a:gd name="connsiteY160" fmla="*/ 749814 h 797705"/>
              <a:gd name="connsiteX161" fmla="*/ 269405 w 829568"/>
              <a:gd name="connsiteY161" fmla="*/ 761156 h 797705"/>
              <a:gd name="connsiteX162" fmla="*/ 232942 w 829568"/>
              <a:gd name="connsiteY162" fmla="*/ 749814 h 797705"/>
              <a:gd name="connsiteX163" fmla="*/ 230663 w 829568"/>
              <a:gd name="connsiteY163" fmla="*/ 754351 h 797705"/>
              <a:gd name="connsiteX164" fmla="*/ 203316 w 829568"/>
              <a:gd name="connsiteY164" fmla="*/ 754351 h 797705"/>
              <a:gd name="connsiteX165" fmla="*/ 180526 w 829568"/>
              <a:gd name="connsiteY165" fmla="*/ 761156 h 797705"/>
              <a:gd name="connsiteX166" fmla="*/ 169131 w 829568"/>
              <a:gd name="connsiteY166" fmla="*/ 767961 h 797705"/>
              <a:gd name="connsiteX167" fmla="*/ 157736 w 829568"/>
              <a:gd name="connsiteY167" fmla="*/ 783841 h 797705"/>
              <a:gd name="connsiteX168" fmla="*/ 137226 w 829568"/>
              <a:gd name="connsiteY168" fmla="*/ 797451 h 797705"/>
              <a:gd name="connsiteX169" fmla="*/ 128110 w 829568"/>
              <a:gd name="connsiteY169" fmla="*/ 786109 h 797705"/>
              <a:gd name="connsiteX170" fmla="*/ 121273 w 829568"/>
              <a:gd name="connsiteY170" fmla="*/ 792914 h 797705"/>
              <a:gd name="connsiteX171" fmla="*/ 93925 w 829568"/>
              <a:gd name="connsiteY171" fmla="*/ 790646 h 797705"/>
              <a:gd name="connsiteX172" fmla="*/ 68857 w 829568"/>
              <a:gd name="connsiteY172" fmla="*/ 790646 h 797705"/>
              <a:gd name="connsiteX173" fmla="*/ 57462 w 829568"/>
              <a:gd name="connsiteY173" fmla="*/ 792914 h 797705"/>
              <a:gd name="connsiteX174" fmla="*/ 46067 w 829568"/>
              <a:gd name="connsiteY174" fmla="*/ 788377 h 797705"/>
              <a:gd name="connsiteX175" fmla="*/ 25556 w 829568"/>
              <a:gd name="connsiteY175" fmla="*/ 786109 h 797705"/>
              <a:gd name="connsiteX176" fmla="*/ 25556 w 829568"/>
              <a:gd name="connsiteY176" fmla="*/ 783841 h 797705"/>
              <a:gd name="connsiteX177" fmla="*/ 27835 w 829568"/>
              <a:gd name="connsiteY177" fmla="*/ 777035 h 797705"/>
              <a:gd name="connsiteX178" fmla="*/ 25556 w 829568"/>
              <a:gd name="connsiteY178" fmla="*/ 774767 h 797705"/>
              <a:gd name="connsiteX179" fmla="*/ 43788 w 829568"/>
              <a:gd name="connsiteY179" fmla="*/ 770230 h 797705"/>
              <a:gd name="connsiteX180" fmla="*/ 48346 w 829568"/>
              <a:gd name="connsiteY180" fmla="*/ 699908 h 797705"/>
              <a:gd name="connsiteX181" fmla="*/ 5046 w 829568"/>
              <a:gd name="connsiteY181" fmla="*/ 670418 h 797705"/>
              <a:gd name="connsiteX182" fmla="*/ 30114 w 829568"/>
              <a:gd name="connsiteY182" fmla="*/ 615975 h 797705"/>
              <a:gd name="connsiteX183" fmla="*/ 41509 w 829568"/>
              <a:gd name="connsiteY183" fmla="*/ 600095 h 797705"/>
              <a:gd name="connsiteX184" fmla="*/ 34672 w 829568"/>
              <a:gd name="connsiteY184" fmla="*/ 581948 h 797705"/>
              <a:gd name="connsiteX185" fmla="*/ 41509 w 829568"/>
              <a:gd name="connsiteY185" fmla="*/ 554726 h 797705"/>
              <a:gd name="connsiteX186" fmla="*/ 16441 w 829568"/>
              <a:gd name="connsiteY186" fmla="*/ 543384 h 797705"/>
              <a:gd name="connsiteX187" fmla="*/ 34672 w 829568"/>
              <a:gd name="connsiteY187" fmla="*/ 541115 h 797705"/>
              <a:gd name="connsiteX188" fmla="*/ 41498 w 829568"/>
              <a:gd name="connsiteY188" fmla="*/ 541115 h 797705"/>
              <a:gd name="connsiteX189" fmla="*/ 39341 w 829568"/>
              <a:gd name="connsiteY189" fmla="*/ 528176 h 797705"/>
              <a:gd name="connsiteX190" fmla="*/ 86966 w 829568"/>
              <a:gd name="connsiteY190" fmla="*/ 494839 h 797705"/>
              <a:gd name="connsiteX191" fmla="*/ 65409 w 829568"/>
              <a:gd name="connsiteY191" fmla="*/ 464300 h 797705"/>
              <a:gd name="connsiteX192" fmla="*/ 62429 w 829568"/>
              <a:gd name="connsiteY192" fmla="*/ 465726 h 797705"/>
              <a:gd name="connsiteX193" fmla="*/ 62429 w 829568"/>
              <a:gd name="connsiteY193" fmla="*/ 467991 h 797705"/>
              <a:gd name="connsiteX194" fmla="*/ 57874 w 829568"/>
              <a:gd name="connsiteY194" fmla="*/ 470256 h 797705"/>
              <a:gd name="connsiteX195" fmla="*/ 48763 w 829568"/>
              <a:gd name="connsiteY195" fmla="*/ 472522 h 797705"/>
              <a:gd name="connsiteX196" fmla="*/ 35096 w 829568"/>
              <a:gd name="connsiteY196" fmla="*/ 467991 h 797705"/>
              <a:gd name="connsiteX197" fmla="*/ 32818 w 829568"/>
              <a:gd name="connsiteY197" fmla="*/ 449871 h 797705"/>
              <a:gd name="connsiteX198" fmla="*/ 55596 w 829568"/>
              <a:gd name="connsiteY198" fmla="*/ 418160 h 797705"/>
              <a:gd name="connsiteX199" fmla="*/ 55596 w 829568"/>
              <a:gd name="connsiteY199" fmla="*/ 404569 h 797705"/>
              <a:gd name="connsiteX200" fmla="*/ 48763 w 829568"/>
              <a:gd name="connsiteY200" fmla="*/ 372858 h 797705"/>
              <a:gd name="connsiteX201" fmla="*/ 41929 w 829568"/>
              <a:gd name="connsiteY201" fmla="*/ 354737 h 797705"/>
              <a:gd name="connsiteX202" fmla="*/ 41929 w 829568"/>
              <a:gd name="connsiteY202" fmla="*/ 320761 h 797705"/>
              <a:gd name="connsiteX203" fmla="*/ 41929 w 829568"/>
              <a:gd name="connsiteY203" fmla="*/ 300375 h 797705"/>
              <a:gd name="connsiteX204" fmla="*/ 44207 w 829568"/>
              <a:gd name="connsiteY204" fmla="*/ 302640 h 797705"/>
              <a:gd name="connsiteX205" fmla="*/ 57934 w 829568"/>
              <a:gd name="connsiteY205" fmla="*/ 312196 h 797705"/>
              <a:gd name="connsiteX206" fmla="*/ 58242 w 829568"/>
              <a:gd name="connsiteY206" fmla="*/ 311394 h 797705"/>
              <a:gd name="connsiteX207" fmla="*/ 56256 w 829568"/>
              <a:gd name="connsiteY207" fmla="*/ 310012 h 797705"/>
              <a:gd name="connsiteX208" fmla="*/ 44300 w 829568"/>
              <a:gd name="connsiteY208" fmla="*/ 302367 h 797705"/>
              <a:gd name="connsiteX209" fmla="*/ 42022 w 829568"/>
              <a:gd name="connsiteY209" fmla="*/ 300102 h 797705"/>
              <a:gd name="connsiteX210" fmla="*/ 44300 w 829568"/>
              <a:gd name="connsiteY210" fmla="*/ 291042 h 797705"/>
              <a:gd name="connsiteX211" fmla="*/ 78462 w 829568"/>
              <a:gd name="connsiteY211" fmla="*/ 259331 h 797705"/>
              <a:gd name="connsiteX212" fmla="*/ 92126 w 829568"/>
              <a:gd name="connsiteY212" fmla="*/ 232149 h 797705"/>
              <a:gd name="connsiteX213" fmla="*/ 114901 w 829568"/>
              <a:gd name="connsiteY213" fmla="*/ 211764 h 797705"/>
              <a:gd name="connsiteX214" fmla="*/ 108638 w 829568"/>
              <a:gd name="connsiteY214" fmla="*/ 204968 h 797705"/>
              <a:gd name="connsiteX215" fmla="*/ 92261 w 829568"/>
              <a:gd name="connsiteY215" fmla="*/ 198228 h 797705"/>
              <a:gd name="connsiteX216" fmla="*/ 91806 w 829568"/>
              <a:gd name="connsiteY216" fmla="*/ 198355 h 797705"/>
              <a:gd name="connsiteX217" fmla="*/ 84968 w 829568"/>
              <a:gd name="connsiteY217" fmla="*/ 193807 h 797705"/>
              <a:gd name="connsiteX218" fmla="*/ 94086 w 829568"/>
              <a:gd name="connsiteY218" fmla="*/ 155145 h 797705"/>
              <a:gd name="connsiteX219" fmla="*/ 135114 w 829568"/>
              <a:gd name="connsiteY219" fmla="*/ 127854 h 797705"/>
              <a:gd name="connsiteX220" fmla="*/ 160186 w 829568"/>
              <a:gd name="connsiteY220" fmla="*/ 134677 h 797705"/>
              <a:gd name="connsiteX221" fmla="*/ 160186 w 829568"/>
              <a:gd name="connsiteY221" fmla="*/ 109660 h 797705"/>
              <a:gd name="connsiteX222" fmla="*/ 187538 w 829568"/>
              <a:gd name="connsiteY222" fmla="*/ 82369 h 797705"/>
              <a:gd name="connsiteX223" fmla="*/ 187538 w 829568"/>
              <a:gd name="connsiteY223" fmla="*/ 48256 h 797705"/>
              <a:gd name="connsiteX224" fmla="*/ 190103 w 829568"/>
              <a:gd name="connsiteY224"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4527 w 829568"/>
              <a:gd name="connsiteY121" fmla="*/ 570324 h 797705"/>
              <a:gd name="connsiteX122" fmla="*/ 503669 w 829568"/>
              <a:gd name="connsiteY122" fmla="*/ 570324 h 797705"/>
              <a:gd name="connsiteX123" fmla="*/ 503669 w 829568"/>
              <a:gd name="connsiteY123" fmla="*/ 574870 h 797705"/>
              <a:gd name="connsiteX124" fmla="*/ 505946 w 829568"/>
              <a:gd name="connsiteY124" fmla="*/ 577143 h 797705"/>
              <a:gd name="connsiteX125" fmla="*/ 505946 w 829568"/>
              <a:gd name="connsiteY125" fmla="*/ 579415 h 797705"/>
              <a:gd name="connsiteX126" fmla="*/ 505946 w 829568"/>
              <a:gd name="connsiteY126" fmla="*/ 581688 h 797705"/>
              <a:gd name="connsiteX127" fmla="*/ 496839 w 829568"/>
              <a:gd name="connsiteY127" fmla="*/ 590779 h 797705"/>
              <a:gd name="connsiteX128" fmla="*/ 496839 w 829568"/>
              <a:gd name="connsiteY128" fmla="*/ 595324 h 797705"/>
              <a:gd name="connsiteX129" fmla="*/ 501392 w 829568"/>
              <a:gd name="connsiteY129" fmla="*/ 599870 h 797705"/>
              <a:gd name="connsiteX130" fmla="*/ 510500 w 829568"/>
              <a:gd name="connsiteY130" fmla="*/ 608960 h 797705"/>
              <a:gd name="connsiteX131" fmla="*/ 508223 w 829568"/>
              <a:gd name="connsiteY131" fmla="*/ 613506 h 797705"/>
              <a:gd name="connsiteX132" fmla="*/ 508223 w 829568"/>
              <a:gd name="connsiteY132" fmla="*/ 618051 h 797705"/>
              <a:gd name="connsiteX133" fmla="*/ 490008 w 829568"/>
              <a:gd name="connsiteY133" fmla="*/ 640778 h 797705"/>
              <a:gd name="connsiteX134" fmla="*/ 464962 w 829568"/>
              <a:gd name="connsiteY134" fmla="*/ 631687 h 797705"/>
              <a:gd name="connsiteX135" fmla="*/ 451300 w 829568"/>
              <a:gd name="connsiteY135" fmla="*/ 624869 h 797705"/>
              <a:gd name="connsiteX136" fmla="*/ 423977 w 829568"/>
              <a:gd name="connsiteY136" fmla="*/ 638506 h 797705"/>
              <a:gd name="connsiteX137" fmla="*/ 414870 w 829568"/>
              <a:gd name="connsiteY137" fmla="*/ 643051 h 797705"/>
              <a:gd name="connsiteX138" fmla="*/ 398931 w 829568"/>
              <a:gd name="connsiteY138" fmla="*/ 645324 h 797705"/>
              <a:gd name="connsiteX139" fmla="*/ 394378 w 829568"/>
              <a:gd name="connsiteY139" fmla="*/ 652142 h 797705"/>
              <a:gd name="connsiteX140" fmla="*/ 373885 w 829568"/>
              <a:gd name="connsiteY140" fmla="*/ 654415 h 797705"/>
              <a:gd name="connsiteX141" fmla="*/ 353393 w 829568"/>
              <a:gd name="connsiteY141" fmla="*/ 661233 h 797705"/>
              <a:gd name="connsiteX142" fmla="*/ 344285 w 829568"/>
              <a:gd name="connsiteY142" fmla="*/ 683960 h 797705"/>
              <a:gd name="connsiteX143" fmla="*/ 346559 w 829568"/>
              <a:gd name="connsiteY143" fmla="*/ 695305 h 797705"/>
              <a:gd name="connsiteX144" fmla="*/ 346890 w 829568"/>
              <a:gd name="connsiteY144" fmla="*/ 695371 h 797705"/>
              <a:gd name="connsiteX145" fmla="*/ 349169 w 829568"/>
              <a:gd name="connsiteY145" fmla="*/ 697639 h 797705"/>
              <a:gd name="connsiteX146" fmla="*/ 349169 w 829568"/>
              <a:gd name="connsiteY146" fmla="*/ 708981 h 797705"/>
              <a:gd name="connsiteX147" fmla="*/ 349169 w 829568"/>
              <a:gd name="connsiteY147" fmla="*/ 713518 h 797705"/>
              <a:gd name="connsiteX148" fmla="*/ 346890 w 829568"/>
              <a:gd name="connsiteY148" fmla="*/ 724861 h 797705"/>
              <a:gd name="connsiteX149" fmla="*/ 340053 w 829568"/>
              <a:gd name="connsiteY149" fmla="*/ 722592 h 797705"/>
              <a:gd name="connsiteX150" fmla="*/ 317264 w 829568"/>
              <a:gd name="connsiteY150" fmla="*/ 720324 h 797705"/>
              <a:gd name="connsiteX151" fmla="*/ 312706 w 829568"/>
              <a:gd name="connsiteY151" fmla="*/ 718055 h 797705"/>
              <a:gd name="connsiteX152" fmla="*/ 303590 w 829568"/>
              <a:gd name="connsiteY152" fmla="*/ 724861 h 797705"/>
              <a:gd name="connsiteX153" fmla="*/ 294474 w 829568"/>
              <a:gd name="connsiteY153" fmla="*/ 731666 h 797705"/>
              <a:gd name="connsiteX154" fmla="*/ 289916 w 829568"/>
              <a:gd name="connsiteY154" fmla="*/ 738471 h 797705"/>
              <a:gd name="connsiteX155" fmla="*/ 289916 w 829568"/>
              <a:gd name="connsiteY155" fmla="*/ 752082 h 797705"/>
              <a:gd name="connsiteX156" fmla="*/ 280800 w 829568"/>
              <a:gd name="connsiteY156" fmla="*/ 740740 h 797705"/>
              <a:gd name="connsiteX157" fmla="*/ 278521 w 829568"/>
              <a:gd name="connsiteY157" fmla="*/ 738471 h 797705"/>
              <a:gd name="connsiteX158" fmla="*/ 278521 w 829568"/>
              <a:gd name="connsiteY158" fmla="*/ 743008 h 797705"/>
              <a:gd name="connsiteX159" fmla="*/ 276242 w 829568"/>
              <a:gd name="connsiteY159" fmla="*/ 749814 h 797705"/>
              <a:gd name="connsiteX160" fmla="*/ 269405 w 829568"/>
              <a:gd name="connsiteY160" fmla="*/ 761156 h 797705"/>
              <a:gd name="connsiteX161" fmla="*/ 232942 w 829568"/>
              <a:gd name="connsiteY161" fmla="*/ 749814 h 797705"/>
              <a:gd name="connsiteX162" fmla="*/ 230663 w 829568"/>
              <a:gd name="connsiteY162" fmla="*/ 754351 h 797705"/>
              <a:gd name="connsiteX163" fmla="*/ 203316 w 829568"/>
              <a:gd name="connsiteY163" fmla="*/ 754351 h 797705"/>
              <a:gd name="connsiteX164" fmla="*/ 180526 w 829568"/>
              <a:gd name="connsiteY164" fmla="*/ 761156 h 797705"/>
              <a:gd name="connsiteX165" fmla="*/ 169131 w 829568"/>
              <a:gd name="connsiteY165" fmla="*/ 767961 h 797705"/>
              <a:gd name="connsiteX166" fmla="*/ 157736 w 829568"/>
              <a:gd name="connsiteY166" fmla="*/ 783841 h 797705"/>
              <a:gd name="connsiteX167" fmla="*/ 137226 w 829568"/>
              <a:gd name="connsiteY167" fmla="*/ 797451 h 797705"/>
              <a:gd name="connsiteX168" fmla="*/ 128110 w 829568"/>
              <a:gd name="connsiteY168" fmla="*/ 786109 h 797705"/>
              <a:gd name="connsiteX169" fmla="*/ 121273 w 829568"/>
              <a:gd name="connsiteY169" fmla="*/ 792914 h 797705"/>
              <a:gd name="connsiteX170" fmla="*/ 93925 w 829568"/>
              <a:gd name="connsiteY170" fmla="*/ 790646 h 797705"/>
              <a:gd name="connsiteX171" fmla="*/ 68857 w 829568"/>
              <a:gd name="connsiteY171" fmla="*/ 790646 h 797705"/>
              <a:gd name="connsiteX172" fmla="*/ 57462 w 829568"/>
              <a:gd name="connsiteY172" fmla="*/ 792914 h 797705"/>
              <a:gd name="connsiteX173" fmla="*/ 46067 w 829568"/>
              <a:gd name="connsiteY173" fmla="*/ 788377 h 797705"/>
              <a:gd name="connsiteX174" fmla="*/ 25556 w 829568"/>
              <a:gd name="connsiteY174" fmla="*/ 786109 h 797705"/>
              <a:gd name="connsiteX175" fmla="*/ 25556 w 829568"/>
              <a:gd name="connsiteY175" fmla="*/ 783841 h 797705"/>
              <a:gd name="connsiteX176" fmla="*/ 27835 w 829568"/>
              <a:gd name="connsiteY176" fmla="*/ 777035 h 797705"/>
              <a:gd name="connsiteX177" fmla="*/ 25556 w 829568"/>
              <a:gd name="connsiteY177" fmla="*/ 774767 h 797705"/>
              <a:gd name="connsiteX178" fmla="*/ 43788 w 829568"/>
              <a:gd name="connsiteY178" fmla="*/ 770230 h 797705"/>
              <a:gd name="connsiteX179" fmla="*/ 48346 w 829568"/>
              <a:gd name="connsiteY179" fmla="*/ 699908 h 797705"/>
              <a:gd name="connsiteX180" fmla="*/ 5046 w 829568"/>
              <a:gd name="connsiteY180" fmla="*/ 670418 h 797705"/>
              <a:gd name="connsiteX181" fmla="*/ 30114 w 829568"/>
              <a:gd name="connsiteY181" fmla="*/ 615975 h 797705"/>
              <a:gd name="connsiteX182" fmla="*/ 41509 w 829568"/>
              <a:gd name="connsiteY182" fmla="*/ 600095 h 797705"/>
              <a:gd name="connsiteX183" fmla="*/ 34672 w 829568"/>
              <a:gd name="connsiteY183" fmla="*/ 581948 h 797705"/>
              <a:gd name="connsiteX184" fmla="*/ 41509 w 829568"/>
              <a:gd name="connsiteY184" fmla="*/ 554726 h 797705"/>
              <a:gd name="connsiteX185" fmla="*/ 16441 w 829568"/>
              <a:gd name="connsiteY185" fmla="*/ 543384 h 797705"/>
              <a:gd name="connsiteX186" fmla="*/ 34672 w 829568"/>
              <a:gd name="connsiteY186" fmla="*/ 541115 h 797705"/>
              <a:gd name="connsiteX187" fmla="*/ 41498 w 829568"/>
              <a:gd name="connsiteY187" fmla="*/ 541115 h 797705"/>
              <a:gd name="connsiteX188" fmla="*/ 39341 w 829568"/>
              <a:gd name="connsiteY188" fmla="*/ 528176 h 797705"/>
              <a:gd name="connsiteX189" fmla="*/ 86966 w 829568"/>
              <a:gd name="connsiteY189" fmla="*/ 494839 h 797705"/>
              <a:gd name="connsiteX190" fmla="*/ 65409 w 829568"/>
              <a:gd name="connsiteY190" fmla="*/ 464300 h 797705"/>
              <a:gd name="connsiteX191" fmla="*/ 62429 w 829568"/>
              <a:gd name="connsiteY191" fmla="*/ 465726 h 797705"/>
              <a:gd name="connsiteX192" fmla="*/ 62429 w 829568"/>
              <a:gd name="connsiteY192" fmla="*/ 467991 h 797705"/>
              <a:gd name="connsiteX193" fmla="*/ 57874 w 829568"/>
              <a:gd name="connsiteY193" fmla="*/ 470256 h 797705"/>
              <a:gd name="connsiteX194" fmla="*/ 48763 w 829568"/>
              <a:gd name="connsiteY194" fmla="*/ 472522 h 797705"/>
              <a:gd name="connsiteX195" fmla="*/ 35096 w 829568"/>
              <a:gd name="connsiteY195" fmla="*/ 467991 h 797705"/>
              <a:gd name="connsiteX196" fmla="*/ 32818 w 829568"/>
              <a:gd name="connsiteY196" fmla="*/ 449871 h 797705"/>
              <a:gd name="connsiteX197" fmla="*/ 55596 w 829568"/>
              <a:gd name="connsiteY197" fmla="*/ 418160 h 797705"/>
              <a:gd name="connsiteX198" fmla="*/ 55596 w 829568"/>
              <a:gd name="connsiteY198" fmla="*/ 404569 h 797705"/>
              <a:gd name="connsiteX199" fmla="*/ 48763 w 829568"/>
              <a:gd name="connsiteY199" fmla="*/ 372858 h 797705"/>
              <a:gd name="connsiteX200" fmla="*/ 41929 w 829568"/>
              <a:gd name="connsiteY200" fmla="*/ 354737 h 797705"/>
              <a:gd name="connsiteX201" fmla="*/ 41929 w 829568"/>
              <a:gd name="connsiteY201" fmla="*/ 320761 h 797705"/>
              <a:gd name="connsiteX202" fmla="*/ 41929 w 829568"/>
              <a:gd name="connsiteY202" fmla="*/ 300375 h 797705"/>
              <a:gd name="connsiteX203" fmla="*/ 44207 w 829568"/>
              <a:gd name="connsiteY203" fmla="*/ 302640 h 797705"/>
              <a:gd name="connsiteX204" fmla="*/ 57934 w 829568"/>
              <a:gd name="connsiteY204" fmla="*/ 312196 h 797705"/>
              <a:gd name="connsiteX205" fmla="*/ 58242 w 829568"/>
              <a:gd name="connsiteY205" fmla="*/ 311394 h 797705"/>
              <a:gd name="connsiteX206" fmla="*/ 56256 w 829568"/>
              <a:gd name="connsiteY206" fmla="*/ 310012 h 797705"/>
              <a:gd name="connsiteX207" fmla="*/ 44300 w 829568"/>
              <a:gd name="connsiteY207" fmla="*/ 302367 h 797705"/>
              <a:gd name="connsiteX208" fmla="*/ 42022 w 829568"/>
              <a:gd name="connsiteY208" fmla="*/ 300102 h 797705"/>
              <a:gd name="connsiteX209" fmla="*/ 44300 w 829568"/>
              <a:gd name="connsiteY209" fmla="*/ 291042 h 797705"/>
              <a:gd name="connsiteX210" fmla="*/ 78462 w 829568"/>
              <a:gd name="connsiteY210" fmla="*/ 259331 h 797705"/>
              <a:gd name="connsiteX211" fmla="*/ 92126 w 829568"/>
              <a:gd name="connsiteY211" fmla="*/ 232149 h 797705"/>
              <a:gd name="connsiteX212" fmla="*/ 114901 w 829568"/>
              <a:gd name="connsiteY212" fmla="*/ 211764 h 797705"/>
              <a:gd name="connsiteX213" fmla="*/ 108638 w 829568"/>
              <a:gd name="connsiteY213" fmla="*/ 204968 h 797705"/>
              <a:gd name="connsiteX214" fmla="*/ 92261 w 829568"/>
              <a:gd name="connsiteY214" fmla="*/ 198228 h 797705"/>
              <a:gd name="connsiteX215" fmla="*/ 91806 w 829568"/>
              <a:gd name="connsiteY215" fmla="*/ 198355 h 797705"/>
              <a:gd name="connsiteX216" fmla="*/ 84968 w 829568"/>
              <a:gd name="connsiteY216" fmla="*/ 193807 h 797705"/>
              <a:gd name="connsiteX217" fmla="*/ 94086 w 829568"/>
              <a:gd name="connsiteY217" fmla="*/ 155145 h 797705"/>
              <a:gd name="connsiteX218" fmla="*/ 135114 w 829568"/>
              <a:gd name="connsiteY218" fmla="*/ 127854 h 797705"/>
              <a:gd name="connsiteX219" fmla="*/ 160186 w 829568"/>
              <a:gd name="connsiteY219" fmla="*/ 134677 h 797705"/>
              <a:gd name="connsiteX220" fmla="*/ 160186 w 829568"/>
              <a:gd name="connsiteY220" fmla="*/ 109660 h 797705"/>
              <a:gd name="connsiteX221" fmla="*/ 187538 w 829568"/>
              <a:gd name="connsiteY221" fmla="*/ 82369 h 797705"/>
              <a:gd name="connsiteX222" fmla="*/ 187538 w 829568"/>
              <a:gd name="connsiteY222" fmla="*/ 48256 h 797705"/>
              <a:gd name="connsiteX223" fmla="*/ 190103 w 829568"/>
              <a:gd name="connsiteY223"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4527 w 829568"/>
              <a:gd name="connsiteY121" fmla="*/ 570324 h 797705"/>
              <a:gd name="connsiteX122" fmla="*/ 503669 w 829568"/>
              <a:gd name="connsiteY122" fmla="*/ 574870 h 797705"/>
              <a:gd name="connsiteX123" fmla="*/ 505946 w 829568"/>
              <a:gd name="connsiteY123" fmla="*/ 577143 h 797705"/>
              <a:gd name="connsiteX124" fmla="*/ 505946 w 829568"/>
              <a:gd name="connsiteY124" fmla="*/ 579415 h 797705"/>
              <a:gd name="connsiteX125" fmla="*/ 505946 w 829568"/>
              <a:gd name="connsiteY125" fmla="*/ 581688 h 797705"/>
              <a:gd name="connsiteX126" fmla="*/ 496839 w 829568"/>
              <a:gd name="connsiteY126" fmla="*/ 590779 h 797705"/>
              <a:gd name="connsiteX127" fmla="*/ 496839 w 829568"/>
              <a:gd name="connsiteY127" fmla="*/ 595324 h 797705"/>
              <a:gd name="connsiteX128" fmla="*/ 501392 w 829568"/>
              <a:gd name="connsiteY128" fmla="*/ 599870 h 797705"/>
              <a:gd name="connsiteX129" fmla="*/ 510500 w 829568"/>
              <a:gd name="connsiteY129" fmla="*/ 608960 h 797705"/>
              <a:gd name="connsiteX130" fmla="*/ 508223 w 829568"/>
              <a:gd name="connsiteY130" fmla="*/ 613506 h 797705"/>
              <a:gd name="connsiteX131" fmla="*/ 508223 w 829568"/>
              <a:gd name="connsiteY131" fmla="*/ 618051 h 797705"/>
              <a:gd name="connsiteX132" fmla="*/ 490008 w 829568"/>
              <a:gd name="connsiteY132" fmla="*/ 640778 h 797705"/>
              <a:gd name="connsiteX133" fmla="*/ 464962 w 829568"/>
              <a:gd name="connsiteY133" fmla="*/ 631687 h 797705"/>
              <a:gd name="connsiteX134" fmla="*/ 451300 w 829568"/>
              <a:gd name="connsiteY134" fmla="*/ 624869 h 797705"/>
              <a:gd name="connsiteX135" fmla="*/ 423977 w 829568"/>
              <a:gd name="connsiteY135" fmla="*/ 638506 h 797705"/>
              <a:gd name="connsiteX136" fmla="*/ 414870 w 829568"/>
              <a:gd name="connsiteY136" fmla="*/ 643051 h 797705"/>
              <a:gd name="connsiteX137" fmla="*/ 398931 w 829568"/>
              <a:gd name="connsiteY137" fmla="*/ 645324 h 797705"/>
              <a:gd name="connsiteX138" fmla="*/ 394378 w 829568"/>
              <a:gd name="connsiteY138" fmla="*/ 652142 h 797705"/>
              <a:gd name="connsiteX139" fmla="*/ 373885 w 829568"/>
              <a:gd name="connsiteY139" fmla="*/ 654415 h 797705"/>
              <a:gd name="connsiteX140" fmla="*/ 353393 w 829568"/>
              <a:gd name="connsiteY140" fmla="*/ 661233 h 797705"/>
              <a:gd name="connsiteX141" fmla="*/ 344285 w 829568"/>
              <a:gd name="connsiteY141" fmla="*/ 683960 h 797705"/>
              <a:gd name="connsiteX142" fmla="*/ 346559 w 829568"/>
              <a:gd name="connsiteY142" fmla="*/ 695305 h 797705"/>
              <a:gd name="connsiteX143" fmla="*/ 346890 w 829568"/>
              <a:gd name="connsiteY143" fmla="*/ 695371 h 797705"/>
              <a:gd name="connsiteX144" fmla="*/ 349169 w 829568"/>
              <a:gd name="connsiteY144" fmla="*/ 697639 h 797705"/>
              <a:gd name="connsiteX145" fmla="*/ 349169 w 829568"/>
              <a:gd name="connsiteY145" fmla="*/ 708981 h 797705"/>
              <a:gd name="connsiteX146" fmla="*/ 349169 w 829568"/>
              <a:gd name="connsiteY146" fmla="*/ 713518 h 797705"/>
              <a:gd name="connsiteX147" fmla="*/ 346890 w 829568"/>
              <a:gd name="connsiteY147" fmla="*/ 724861 h 797705"/>
              <a:gd name="connsiteX148" fmla="*/ 340053 w 829568"/>
              <a:gd name="connsiteY148" fmla="*/ 722592 h 797705"/>
              <a:gd name="connsiteX149" fmla="*/ 317264 w 829568"/>
              <a:gd name="connsiteY149" fmla="*/ 720324 h 797705"/>
              <a:gd name="connsiteX150" fmla="*/ 312706 w 829568"/>
              <a:gd name="connsiteY150" fmla="*/ 718055 h 797705"/>
              <a:gd name="connsiteX151" fmla="*/ 303590 w 829568"/>
              <a:gd name="connsiteY151" fmla="*/ 724861 h 797705"/>
              <a:gd name="connsiteX152" fmla="*/ 294474 w 829568"/>
              <a:gd name="connsiteY152" fmla="*/ 731666 h 797705"/>
              <a:gd name="connsiteX153" fmla="*/ 289916 w 829568"/>
              <a:gd name="connsiteY153" fmla="*/ 738471 h 797705"/>
              <a:gd name="connsiteX154" fmla="*/ 289916 w 829568"/>
              <a:gd name="connsiteY154" fmla="*/ 752082 h 797705"/>
              <a:gd name="connsiteX155" fmla="*/ 280800 w 829568"/>
              <a:gd name="connsiteY155" fmla="*/ 740740 h 797705"/>
              <a:gd name="connsiteX156" fmla="*/ 278521 w 829568"/>
              <a:gd name="connsiteY156" fmla="*/ 738471 h 797705"/>
              <a:gd name="connsiteX157" fmla="*/ 278521 w 829568"/>
              <a:gd name="connsiteY157" fmla="*/ 743008 h 797705"/>
              <a:gd name="connsiteX158" fmla="*/ 276242 w 829568"/>
              <a:gd name="connsiteY158" fmla="*/ 749814 h 797705"/>
              <a:gd name="connsiteX159" fmla="*/ 269405 w 829568"/>
              <a:gd name="connsiteY159" fmla="*/ 761156 h 797705"/>
              <a:gd name="connsiteX160" fmla="*/ 232942 w 829568"/>
              <a:gd name="connsiteY160" fmla="*/ 749814 h 797705"/>
              <a:gd name="connsiteX161" fmla="*/ 230663 w 829568"/>
              <a:gd name="connsiteY161" fmla="*/ 754351 h 797705"/>
              <a:gd name="connsiteX162" fmla="*/ 203316 w 829568"/>
              <a:gd name="connsiteY162" fmla="*/ 754351 h 797705"/>
              <a:gd name="connsiteX163" fmla="*/ 180526 w 829568"/>
              <a:gd name="connsiteY163" fmla="*/ 761156 h 797705"/>
              <a:gd name="connsiteX164" fmla="*/ 169131 w 829568"/>
              <a:gd name="connsiteY164" fmla="*/ 767961 h 797705"/>
              <a:gd name="connsiteX165" fmla="*/ 157736 w 829568"/>
              <a:gd name="connsiteY165" fmla="*/ 783841 h 797705"/>
              <a:gd name="connsiteX166" fmla="*/ 137226 w 829568"/>
              <a:gd name="connsiteY166" fmla="*/ 797451 h 797705"/>
              <a:gd name="connsiteX167" fmla="*/ 128110 w 829568"/>
              <a:gd name="connsiteY167" fmla="*/ 786109 h 797705"/>
              <a:gd name="connsiteX168" fmla="*/ 121273 w 829568"/>
              <a:gd name="connsiteY168" fmla="*/ 792914 h 797705"/>
              <a:gd name="connsiteX169" fmla="*/ 93925 w 829568"/>
              <a:gd name="connsiteY169" fmla="*/ 790646 h 797705"/>
              <a:gd name="connsiteX170" fmla="*/ 68857 w 829568"/>
              <a:gd name="connsiteY170" fmla="*/ 790646 h 797705"/>
              <a:gd name="connsiteX171" fmla="*/ 57462 w 829568"/>
              <a:gd name="connsiteY171" fmla="*/ 792914 h 797705"/>
              <a:gd name="connsiteX172" fmla="*/ 46067 w 829568"/>
              <a:gd name="connsiteY172" fmla="*/ 788377 h 797705"/>
              <a:gd name="connsiteX173" fmla="*/ 25556 w 829568"/>
              <a:gd name="connsiteY173" fmla="*/ 786109 h 797705"/>
              <a:gd name="connsiteX174" fmla="*/ 25556 w 829568"/>
              <a:gd name="connsiteY174" fmla="*/ 783841 h 797705"/>
              <a:gd name="connsiteX175" fmla="*/ 27835 w 829568"/>
              <a:gd name="connsiteY175" fmla="*/ 777035 h 797705"/>
              <a:gd name="connsiteX176" fmla="*/ 25556 w 829568"/>
              <a:gd name="connsiteY176" fmla="*/ 774767 h 797705"/>
              <a:gd name="connsiteX177" fmla="*/ 43788 w 829568"/>
              <a:gd name="connsiteY177" fmla="*/ 770230 h 797705"/>
              <a:gd name="connsiteX178" fmla="*/ 48346 w 829568"/>
              <a:gd name="connsiteY178" fmla="*/ 699908 h 797705"/>
              <a:gd name="connsiteX179" fmla="*/ 5046 w 829568"/>
              <a:gd name="connsiteY179" fmla="*/ 670418 h 797705"/>
              <a:gd name="connsiteX180" fmla="*/ 30114 w 829568"/>
              <a:gd name="connsiteY180" fmla="*/ 615975 h 797705"/>
              <a:gd name="connsiteX181" fmla="*/ 41509 w 829568"/>
              <a:gd name="connsiteY181" fmla="*/ 600095 h 797705"/>
              <a:gd name="connsiteX182" fmla="*/ 34672 w 829568"/>
              <a:gd name="connsiteY182" fmla="*/ 581948 h 797705"/>
              <a:gd name="connsiteX183" fmla="*/ 41509 w 829568"/>
              <a:gd name="connsiteY183" fmla="*/ 554726 h 797705"/>
              <a:gd name="connsiteX184" fmla="*/ 16441 w 829568"/>
              <a:gd name="connsiteY184" fmla="*/ 543384 h 797705"/>
              <a:gd name="connsiteX185" fmla="*/ 34672 w 829568"/>
              <a:gd name="connsiteY185" fmla="*/ 541115 h 797705"/>
              <a:gd name="connsiteX186" fmla="*/ 41498 w 829568"/>
              <a:gd name="connsiteY186" fmla="*/ 541115 h 797705"/>
              <a:gd name="connsiteX187" fmla="*/ 39341 w 829568"/>
              <a:gd name="connsiteY187" fmla="*/ 528176 h 797705"/>
              <a:gd name="connsiteX188" fmla="*/ 86966 w 829568"/>
              <a:gd name="connsiteY188" fmla="*/ 494839 h 797705"/>
              <a:gd name="connsiteX189" fmla="*/ 65409 w 829568"/>
              <a:gd name="connsiteY189" fmla="*/ 464300 h 797705"/>
              <a:gd name="connsiteX190" fmla="*/ 62429 w 829568"/>
              <a:gd name="connsiteY190" fmla="*/ 465726 h 797705"/>
              <a:gd name="connsiteX191" fmla="*/ 62429 w 829568"/>
              <a:gd name="connsiteY191" fmla="*/ 467991 h 797705"/>
              <a:gd name="connsiteX192" fmla="*/ 57874 w 829568"/>
              <a:gd name="connsiteY192" fmla="*/ 470256 h 797705"/>
              <a:gd name="connsiteX193" fmla="*/ 48763 w 829568"/>
              <a:gd name="connsiteY193" fmla="*/ 472522 h 797705"/>
              <a:gd name="connsiteX194" fmla="*/ 35096 w 829568"/>
              <a:gd name="connsiteY194" fmla="*/ 467991 h 797705"/>
              <a:gd name="connsiteX195" fmla="*/ 32818 w 829568"/>
              <a:gd name="connsiteY195" fmla="*/ 449871 h 797705"/>
              <a:gd name="connsiteX196" fmla="*/ 55596 w 829568"/>
              <a:gd name="connsiteY196" fmla="*/ 418160 h 797705"/>
              <a:gd name="connsiteX197" fmla="*/ 55596 w 829568"/>
              <a:gd name="connsiteY197" fmla="*/ 404569 h 797705"/>
              <a:gd name="connsiteX198" fmla="*/ 48763 w 829568"/>
              <a:gd name="connsiteY198" fmla="*/ 372858 h 797705"/>
              <a:gd name="connsiteX199" fmla="*/ 41929 w 829568"/>
              <a:gd name="connsiteY199" fmla="*/ 354737 h 797705"/>
              <a:gd name="connsiteX200" fmla="*/ 41929 w 829568"/>
              <a:gd name="connsiteY200" fmla="*/ 320761 h 797705"/>
              <a:gd name="connsiteX201" fmla="*/ 41929 w 829568"/>
              <a:gd name="connsiteY201" fmla="*/ 300375 h 797705"/>
              <a:gd name="connsiteX202" fmla="*/ 44207 w 829568"/>
              <a:gd name="connsiteY202" fmla="*/ 302640 h 797705"/>
              <a:gd name="connsiteX203" fmla="*/ 57934 w 829568"/>
              <a:gd name="connsiteY203" fmla="*/ 312196 h 797705"/>
              <a:gd name="connsiteX204" fmla="*/ 58242 w 829568"/>
              <a:gd name="connsiteY204" fmla="*/ 311394 h 797705"/>
              <a:gd name="connsiteX205" fmla="*/ 56256 w 829568"/>
              <a:gd name="connsiteY205" fmla="*/ 310012 h 797705"/>
              <a:gd name="connsiteX206" fmla="*/ 44300 w 829568"/>
              <a:gd name="connsiteY206" fmla="*/ 302367 h 797705"/>
              <a:gd name="connsiteX207" fmla="*/ 42022 w 829568"/>
              <a:gd name="connsiteY207" fmla="*/ 300102 h 797705"/>
              <a:gd name="connsiteX208" fmla="*/ 44300 w 829568"/>
              <a:gd name="connsiteY208" fmla="*/ 291042 h 797705"/>
              <a:gd name="connsiteX209" fmla="*/ 78462 w 829568"/>
              <a:gd name="connsiteY209" fmla="*/ 259331 h 797705"/>
              <a:gd name="connsiteX210" fmla="*/ 92126 w 829568"/>
              <a:gd name="connsiteY210" fmla="*/ 232149 h 797705"/>
              <a:gd name="connsiteX211" fmla="*/ 114901 w 829568"/>
              <a:gd name="connsiteY211" fmla="*/ 211764 h 797705"/>
              <a:gd name="connsiteX212" fmla="*/ 108638 w 829568"/>
              <a:gd name="connsiteY212" fmla="*/ 204968 h 797705"/>
              <a:gd name="connsiteX213" fmla="*/ 92261 w 829568"/>
              <a:gd name="connsiteY213" fmla="*/ 198228 h 797705"/>
              <a:gd name="connsiteX214" fmla="*/ 91806 w 829568"/>
              <a:gd name="connsiteY214" fmla="*/ 198355 h 797705"/>
              <a:gd name="connsiteX215" fmla="*/ 84968 w 829568"/>
              <a:gd name="connsiteY215" fmla="*/ 193807 h 797705"/>
              <a:gd name="connsiteX216" fmla="*/ 94086 w 829568"/>
              <a:gd name="connsiteY216" fmla="*/ 155145 h 797705"/>
              <a:gd name="connsiteX217" fmla="*/ 135114 w 829568"/>
              <a:gd name="connsiteY217" fmla="*/ 127854 h 797705"/>
              <a:gd name="connsiteX218" fmla="*/ 160186 w 829568"/>
              <a:gd name="connsiteY218" fmla="*/ 134677 h 797705"/>
              <a:gd name="connsiteX219" fmla="*/ 160186 w 829568"/>
              <a:gd name="connsiteY219" fmla="*/ 109660 h 797705"/>
              <a:gd name="connsiteX220" fmla="*/ 187538 w 829568"/>
              <a:gd name="connsiteY220" fmla="*/ 82369 h 797705"/>
              <a:gd name="connsiteX221" fmla="*/ 187538 w 829568"/>
              <a:gd name="connsiteY221" fmla="*/ 48256 h 797705"/>
              <a:gd name="connsiteX222" fmla="*/ 190103 w 829568"/>
              <a:gd name="connsiteY222" fmla="*/ 284 h 797705"/>
              <a:gd name="connsiteX0" fmla="*/ 508223 w 829568"/>
              <a:gd name="connsiteY0" fmla="*/ 568783 h 797705"/>
              <a:gd name="connsiteX1" fmla="*/ 505511 w 829568"/>
              <a:gd name="connsiteY1" fmla="*/ 565779 h 797705"/>
              <a:gd name="connsiteX2" fmla="*/ 508223 w 829568"/>
              <a:gd name="connsiteY2" fmla="*/ 565779 h 797705"/>
              <a:gd name="connsiteX3" fmla="*/ 508223 w 829568"/>
              <a:gd name="connsiteY3" fmla="*/ 568052 h 797705"/>
              <a:gd name="connsiteX4" fmla="*/ 508223 w 829568"/>
              <a:gd name="connsiteY4" fmla="*/ 568783 h 797705"/>
              <a:gd name="connsiteX5" fmla="*/ 561350 w 829568"/>
              <a:gd name="connsiteY5" fmla="*/ 243680 h 797705"/>
              <a:gd name="connsiteX6" fmla="*/ 563631 w 829568"/>
              <a:gd name="connsiteY6" fmla="*/ 245950 h 797705"/>
              <a:gd name="connsiteX7" fmla="*/ 563632 w 829568"/>
              <a:gd name="connsiteY7" fmla="*/ 245962 h 797705"/>
              <a:gd name="connsiteX8" fmla="*/ 561350 w 829568"/>
              <a:gd name="connsiteY8" fmla="*/ 243680 h 797705"/>
              <a:gd name="connsiteX9" fmla="*/ 190103 w 829568"/>
              <a:gd name="connsiteY9" fmla="*/ 284 h 797705"/>
              <a:gd name="connsiteX10" fmla="*/ 208052 w 829568"/>
              <a:gd name="connsiteY10" fmla="*/ 7319 h 797705"/>
              <a:gd name="connsiteX11" fmla="*/ 244522 w 829568"/>
              <a:gd name="connsiteY11" fmla="*/ 16416 h 797705"/>
              <a:gd name="connsiteX12" fmla="*/ 269594 w 829568"/>
              <a:gd name="connsiteY12" fmla="*/ 36884 h 797705"/>
              <a:gd name="connsiteX13" fmla="*/ 303784 w 829568"/>
              <a:gd name="connsiteY13" fmla="*/ 59627 h 797705"/>
              <a:gd name="connsiteX14" fmla="*/ 317460 w 829568"/>
              <a:gd name="connsiteY14" fmla="*/ 89192 h 797705"/>
              <a:gd name="connsiteX15" fmla="*/ 353930 w 829568"/>
              <a:gd name="connsiteY15" fmla="*/ 73272 h 797705"/>
              <a:gd name="connsiteX16" fmla="*/ 399516 w 829568"/>
              <a:gd name="connsiteY16" fmla="*/ 82369 h 797705"/>
              <a:gd name="connsiteX17" fmla="*/ 417751 w 829568"/>
              <a:gd name="connsiteY17" fmla="*/ 77821 h 797705"/>
              <a:gd name="connsiteX18" fmla="*/ 438265 w 829568"/>
              <a:gd name="connsiteY18" fmla="*/ 64175 h 797705"/>
              <a:gd name="connsiteX19" fmla="*/ 472455 w 829568"/>
              <a:gd name="connsiteY19" fmla="*/ 73272 h 797705"/>
              <a:gd name="connsiteX20" fmla="*/ 486131 w 829568"/>
              <a:gd name="connsiteY20" fmla="*/ 82369 h 797705"/>
              <a:gd name="connsiteX21" fmla="*/ 490690 w 829568"/>
              <a:gd name="connsiteY21" fmla="*/ 132402 h 797705"/>
              <a:gd name="connsiteX22" fmla="*/ 495248 w 829568"/>
              <a:gd name="connsiteY22" fmla="*/ 196081 h 797705"/>
              <a:gd name="connsiteX23" fmla="*/ 495248 w 829568"/>
              <a:gd name="connsiteY23" fmla="*/ 214275 h 797705"/>
              <a:gd name="connsiteX24" fmla="*/ 495067 w 829568"/>
              <a:gd name="connsiteY24" fmla="*/ 214233 h 797705"/>
              <a:gd name="connsiteX25" fmla="*/ 497146 w 829568"/>
              <a:gd name="connsiteY25" fmla="*/ 220449 h 797705"/>
              <a:gd name="connsiteX26" fmla="*/ 508530 w 829568"/>
              <a:gd name="connsiteY26" fmla="*/ 224986 h 797705"/>
              <a:gd name="connsiteX27" fmla="*/ 524467 w 829568"/>
              <a:gd name="connsiteY27" fmla="*/ 238598 h 797705"/>
              <a:gd name="connsiteX28" fmla="*/ 556340 w 829568"/>
              <a:gd name="connsiteY28" fmla="*/ 234060 h 797705"/>
              <a:gd name="connsiteX29" fmla="*/ 560894 w 829568"/>
              <a:gd name="connsiteY29" fmla="*/ 243135 h 797705"/>
              <a:gd name="connsiteX30" fmla="*/ 563170 w 829568"/>
              <a:gd name="connsiteY30" fmla="*/ 247672 h 797705"/>
              <a:gd name="connsiteX31" fmla="*/ 563684 w 829568"/>
              <a:gd name="connsiteY31" fmla="*/ 246583 h 797705"/>
              <a:gd name="connsiteX32" fmla="*/ 570440 w 829568"/>
              <a:gd name="connsiteY32" fmla="*/ 254988 h 797705"/>
              <a:gd name="connsiteX33" fmla="*/ 570445 w 829568"/>
              <a:gd name="connsiteY33" fmla="*/ 254942 h 797705"/>
              <a:gd name="connsiteX34" fmla="*/ 574113 w 829568"/>
              <a:gd name="connsiteY34" fmla="*/ 256872 h 797705"/>
              <a:gd name="connsiteX35" fmla="*/ 567290 w 829568"/>
              <a:gd name="connsiteY35" fmla="*/ 250109 h 797705"/>
              <a:gd name="connsiteX36" fmla="*/ 563684 w 829568"/>
              <a:gd name="connsiteY36" fmla="*/ 246583 h 797705"/>
              <a:gd name="connsiteX37" fmla="*/ 574458 w 829568"/>
              <a:gd name="connsiteY37" fmla="*/ 256788 h 797705"/>
              <a:gd name="connsiteX38" fmla="*/ 583230 w 829568"/>
              <a:gd name="connsiteY38" fmla="*/ 254659 h 797705"/>
              <a:gd name="connsiteX39" fmla="*/ 595448 w 829568"/>
              <a:gd name="connsiteY39" fmla="*/ 250406 h 797705"/>
              <a:gd name="connsiteX40" fmla="*/ 624997 w 829568"/>
              <a:gd name="connsiteY40" fmla="*/ 282159 h 797705"/>
              <a:gd name="connsiteX41" fmla="*/ 637214 w 829568"/>
              <a:gd name="connsiteY41" fmla="*/ 311928 h 797705"/>
              <a:gd name="connsiteX42" fmla="*/ 636731 w 829568"/>
              <a:gd name="connsiteY42" fmla="*/ 319061 h 797705"/>
              <a:gd name="connsiteX43" fmla="*/ 636185 w 829568"/>
              <a:gd name="connsiteY43" fmla="*/ 327131 h 797705"/>
              <a:gd name="connsiteX44" fmla="*/ 640908 w 829568"/>
              <a:gd name="connsiteY44" fmla="*/ 343397 h 797705"/>
              <a:gd name="connsiteX45" fmla="*/ 656819 w 829568"/>
              <a:gd name="connsiteY45" fmla="*/ 329788 h 797705"/>
              <a:gd name="connsiteX46" fmla="*/ 672730 w 829568"/>
              <a:gd name="connsiteY46" fmla="*/ 347933 h 797705"/>
              <a:gd name="connsiteX47" fmla="*/ 679549 w 829568"/>
              <a:gd name="connsiteY47" fmla="*/ 366077 h 797705"/>
              <a:gd name="connsiteX48" fmla="*/ 686368 w 829568"/>
              <a:gd name="connsiteY48" fmla="*/ 418243 h 797705"/>
              <a:gd name="connsiteX49" fmla="*/ 736375 w 829568"/>
              <a:gd name="connsiteY49" fmla="*/ 413707 h 797705"/>
              <a:gd name="connsiteX50" fmla="*/ 756832 w 829568"/>
              <a:gd name="connsiteY50" fmla="*/ 420511 h 797705"/>
              <a:gd name="connsiteX51" fmla="*/ 765924 w 829568"/>
              <a:gd name="connsiteY51" fmla="*/ 406903 h 797705"/>
              <a:gd name="connsiteX52" fmla="*/ 829568 w 829568"/>
              <a:gd name="connsiteY52" fmla="*/ 397830 h 797705"/>
              <a:gd name="connsiteX53" fmla="*/ 829568 w 829568"/>
              <a:gd name="connsiteY53" fmla="*/ 413707 h 797705"/>
              <a:gd name="connsiteX54" fmla="*/ 827295 w 829568"/>
              <a:gd name="connsiteY54" fmla="*/ 422779 h 797705"/>
              <a:gd name="connsiteX55" fmla="*/ 822749 w 829568"/>
              <a:gd name="connsiteY55" fmla="*/ 427315 h 797705"/>
              <a:gd name="connsiteX56" fmla="*/ 815930 w 829568"/>
              <a:gd name="connsiteY56" fmla="*/ 427315 h 797705"/>
              <a:gd name="connsiteX57" fmla="*/ 809111 w 829568"/>
              <a:gd name="connsiteY57" fmla="*/ 443192 h 797705"/>
              <a:gd name="connsiteX58" fmla="*/ 802292 w 829568"/>
              <a:gd name="connsiteY58" fmla="*/ 452264 h 797705"/>
              <a:gd name="connsiteX59" fmla="*/ 800019 w 829568"/>
              <a:gd name="connsiteY59" fmla="*/ 459068 h 797705"/>
              <a:gd name="connsiteX60" fmla="*/ 800019 w 829568"/>
              <a:gd name="connsiteY60" fmla="*/ 470408 h 797705"/>
              <a:gd name="connsiteX61" fmla="*/ 800019 w 829568"/>
              <a:gd name="connsiteY61" fmla="*/ 481749 h 797705"/>
              <a:gd name="connsiteX62" fmla="*/ 784108 w 829568"/>
              <a:gd name="connsiteY62" fmla="*/ 477212 h 797705"/>
              <a:gd name="connsiteX63" fmla="*/ 777289 w 829568"/>
              <a:gd name="connsiteY63" fmla="*/ 477212 h 797705"/>
              <a:gd name="connsiteX64" fmla="*/ 770470 w 829568"/>
              <a:gd name="connsiteY64" fmla="*/ 481749 h 797705"/>
              <a:gd name="connsiteX65" fmla="*/ 768197 w 829568"/>
              <a:gd name="connsiteY65" fmla="*/ 488553 h 797705"/>
              <a:gd name="connsiteX66" fmla="*/ 750013 w 829568"/>
              <a:gd name="connsiteY66" fmla="*/ 497625 h 797705"/>
              <a:gd name="connsiteX67" fmla="*/ 745467 w 829568"/>
              <a:gd name="connsiteY67" fmla="*/ 490821 h 797705"/>
              <a:gd name="connsiteX68" fmla="*/ 740921 w 829568"/>
              <a:gd name="connsiteY68" fmla="*/ 493089 h 797705"/>
              <a:gd name="connsiteX69" fmla="*/ 738648 w 829568"/>
              <a:gd name="connsiteY69" fmla="*/ 499893 h 797705"/>
              <a:gd name="connsiteX70" fmla="*/ 738648 w 829568"/>
              <a:gd name="connsiteY70" fmla="*/ 502161 h 797705"/>
              <a:gd name="connsiteX71" fmla="*/ 725010 w 829568"/>
              <a:gd name="connsiteY71" fmla="*/ 504429 h 797705"/>
              <a:gd name="connsiteX72" fmla="*/ 715918 w 829568"/>
              <a:gd name="connsiteY72" fmla="*/ 508965 h 797705"/>
              <a:gd name="connsiteX73" fmla="*/ 715918 w 829568"/>
              <a:gd name="connsiteY73" fmla="*/ 520306 h 797705"/>
              <a:gd name="connsiteX74" fmla="*/ 713645 w 829568"/>
              <a:gd name="connsiteY74" fmla="*/ 522574 h 797705"/>
              <a:gd name="connsiteX75" fmla="*/ 693188 w 829568"/>
              <a:gd name="connsiteY75" fmla="*/ 527110 h 797705"/>
              <a:gd name="connsiteX76" fmla="*/ 677276 w 829568"/>
              <a:gd name="connsiteY76" fmla="*/ 531646 h 797705"/>
              <a:gd name="connsiteX77" fmla="*/ 668184 w 829568"/>
              <a:gd name="connsiteY77" fmla="*/ 527110 h 797705"/>
              <a:gd name="connsiteX78" fmla="*/ 665911 w 829568"/>
              <a:gd name="connsiteY78" fmla="*/ 529378 h 797705"/>
              <a:gd name="connsiteX79" fmla="*/ 665911 w 829568"/>
              <a:gd name="connsiteY79" fmla="*/ 538450 h 797705"/>
              <a:gd name="connsiteX80" fmla="*/ 659092 w 829568"/>
              <a:gd name="connsiteY80" fmla="*/ 540718 h 797705"/>
              <a:gd name="connsiteX81" fmla="*/ 659092 w 829568"/>
              <a:gd name="connsiteY81" fmla="*/ 545254 h 797705"/>
              <a:gd name="connsiteX82" fmla="*/ 659092 w 829568"/>
              <a:gd name="connsiteY82" fmla="*/ 556595 h 797705"/>
              <a:gd name="connsiteX83" fmla="*/ 656819 w 829568"/>
              <a:gd name="connsiteY83" fmla="*/ 561131 h 797705"/>
              <a:gd name="connsiteX84" fmla="*/ 652273 w 829568"/>
              <a:gd name="connsiteY84" fmla="*/ 561131 h 797705"/>
              <a:gd name="connsiteX85" fmla="*/ 650000 w 829568"/>
              <a:gd name="connsiteY85" fmla="*/ 561131 h 797705"/>
              <a:gd name="connsiteX86" fmla="*/ 618178 w 829568"/>
              <a:gd name="connsiteY86" fmla="*/ 552058 h 797705"/>
              <a:gd name="connsiteX87" fmla="*/ 618178 w 829568"/>
              <a:gd name="connsiteY87" fmla="*/ 549790 h 797705"/>
              <a:gd name="connsiteX88" fmla="*/ 609086 w 829568"/>
              <a:gd name="connsiteY88" fmla="*/ 542986 h 797705"/>
              <a:gd name="connsiteX89" fmla="*/ 599994 w 829568"/>
              <a:gd name="connsiteY89" fmla="*/ 547522 h 797705"/>
              <a:gd name="connsiteX90" fmla="*/ 590902 w 829568"/>
              <a:gd name="connsiteY90" fmla="*/ 554327 h 797705"/>
              <a:gd name="connsiteX91" fmla="*/ 579537 w 829568"/>
              <a:gd name="connsiteY91" fmla="*/ 563399 h 797705"/>
              <a:gd name="connsiteX92" fmla="*/ 574991 w 829568"/>
              <a:gd name="connsiteY92" fmla="*/ 556595 h 797705"/>
              <a:gd name="connsiteX93" fmla="*/ 570445 w 829568"/>
              <a:gd name="connsiteY93" fmla="*/ 558863 h 797705"/>
              <a:gd name="connsiteX94" fmla="*/ 568172 w 829568"/>
              <a:gd name="connsiteY94" fmla="*/ 563399 h 797705"/>
              <a:gd name="connsiteX95" fmla="*/ 568172 w 829568"/>
              <a:gd name="connsiteY95" fmla="*/ 565667 h 797705"/>
              <a:gd name="connsiteX96" fmla="*/ 568172 w 829568"/>
              <a:gd name="connsiteY96" fmla="*/ 570203 h 797705"/>
              <a:gd name="connsiteX97" fmla="*/ 565899 w 829568"/>
              <a:gd name="connsiteY97" fmla="*/ 572471 h 797705"/>
              <a:gd name="connsiteX98" fmla="*/ 565899 w 829568"/>
              <a:gd name="connsiteY98" fmla="*/ 574739 h 797705"/>
              <a:gd name="connsiteX99" fmla="*/ 581810 w 829568"/>
              <a:gd name="connsiteY99" fmla="*/ 581543 h 797705"/>
              <a:gd name="connsiteX100" fmla="*/ 586356 w 829568"/>
              <a:gd name="connsiteY100" fmla="*/ 586079 h 797705"/>
              <a:gd name="connsiteX101" fmla="*/ 590902 w 829568"/>
              <a:gd name="connsiteY101" fmla="*/ 579275 h 797705"/>
              <a:gd name="connsiteX102" fmla="*/ 597721 w 829568"/>
              <a:gd name="connsiteY102" fmla="*/ 583811 h 797705"/>
              <a:gd name="connsiteX103" fmla="*/ 599994 w 829568"/>
              <a:gd name="connsiteY103" fmla="*/ 579275 h 797705"/>
              <a:gd name="connsiteX104" fmla="*/ 606813 w 829568"/>
              <a:gd name="connsiteY104" fmla="*/ 588347 h 797705"/>
              <a:gd name="connsiteX105" fmla="*/ 606813 w 829568"/>
              <a:gd name="connsiteY105" fmla="*/ 590616 h 797705"/>
              <a:gd name="connsiteX106" fmla="*/ 602267 w 829568"/>
              <a:gd name="connsiteY106" fmla="*/ 601956 h 797705"/>
              <a:gd name="connsiteX107" fmla="*/ 604540 w 829568"/>
              <a:gd name="connsiteY107" fmla="*/ 606492 h 797705"/>
              <a:gd name="connsiteX108" fmla="*/ 609086 w 829568"/>
              <a:gd name="connsiteY108" fmla="*/ 611028 h 797705"/>
              <a:gd name="connsiteX109" fmla="*/ 606813 w 829568"/>
              <a:gd name="connsiteY109" fmla="*/ 613296 h 797705"/>
              <a:gd name="connsiteX110" fmla="*/ 588629 w 829568"/>
              <a:gd name="connsiteY110" fmla="*/ 613296 h 797705"/>
              <a:gd name="connsiteX111" fmla="*/ 572718 w 829568"/>
              <a:gd name="connsiteY111" fmla="*/ 597420 h 797705"/>
              <a:gd name="connsiteX112" fmla="*/ 568172 w 829568"/>
              <a:gd name="connsiteY112" fmla="*/ 606492 h 797705"/>
              <a:gd name="connsiteX113" fmla="*/ 561353 w 829568"/>
              <a:gd name="connsiteY113" fmla="*/ 597420 h 797705"/>
              <a:gd name="connsiteX114" fmla="*/ 556807 w 829568"/>
              <a:gd name="connsiteY114" fmla="*/ 592884 h 797705"/>
              <a:gd name="connsiteX115" fmla="*/ 540896 w 829568"/>
              <a:gd name="connsiteY115" fmla="*/ 570203 h 797705"/>
              <a:gd name="connsiteX116" fmla="*/ 529530 w 829568"/>
              <a:gd name="connsiteY116" fmla="*/ 565667 h 797705"/>
              <a:gd name="connsiteX117" fmla="*/ 518165 w 829568"/>
              <a:gd name="connsiteY117" fmla="*/ 572471 h 797705"/>
              <a:gd name="connsiteX118" fmla="*/ 509073 w 829568"/>
              <a:gd name="connsiteY118" fmla="*/ 577007 h 797705"/>
              <a:gd name="connsiteX119" fmla="*/ 506800 w 829568"/>
              <a:gd name="connsiteY119" fmla="*/ 574739 h 797705"/>
              <a:gd name="connsiteX120" fmla="*/ 504527 w 829568"/>
              <a:gd name="connsiteY120" fmla="*/ 574739 h 797705"/>
              <a:gd name="connsiteX121" fmla="*/ 503669 w 829568"/>
              <a:gd name="connsiteY121" fmla="*/ 574870 h 797705"/>
              <a:gd name="connsiteX122" fmla="*/ 505946 w 829568"/>
              <a:gd name="connsiteY122" fmla="*/ 577143 h 797705"/>
              <a:gd name="connsiteX123" fmla="*/ 505946 w 829568"/>
              <a:gd name="connsiteY123" fmla="*/ 579415 h 797705"/>
              <a:gd name="connsiteX124" fmla="*/ 505946 w 829568"/>
              <a:gd name="connsiteY124" fmla="*/ 581688 h 797705"/>
              <a:gd name="connsiteX125" fmla="*/ 496839 w 829568"/>
              <a:gd name="connsiteY125" fmla="*/ 590779 h 797705"/>
              <a:gd name="connsiteX126" fmla="*/ 496839 w 829568"/>
              <a:gd name="connsiteY126" fmla="*/ 595324 h 797705"/>
              <a:gd name="connsiteX127" fmla="*/ 501392 w 829568"/>
              <a:gd name="connsiteY127" fmla="*/ 599870 h 797705"/>
              <a:gd name="connsiteX128" fmla="*/ 510500 w 829568"/>
              <a:gd name="connsiteY128" fmla="*/ 608960 h 797705"/>
              <a:gd name="connsiteX129" fmla="*/ 508223 w 829568"/>
              <a:gd name="connsiteY129" fmla="*/ 613506 h 797705"/>
              <a:gd name="connsiteX130" fmla="*/ 508223 w 829568"/>
              <a:gd name="connsiteY130" fmla="*/ 618051 h 797705"/>
              <a:gd name="connsiteX131" fmla="*/ 490008 w 829568"/>
              <a:gd name="connsiteY131" fmla="*/ 640778 h 797705"/>
              <a:gd name="connsiteX132" fmla="*/ 464962 w 829568"/>
              <a:gd name="connsiteY132" fmla="*/ 631687 h 797705"/>
              <a:gd name="connsiteX133" fmla="*/ 451300 w 829568"/>
              <a:gd name="connsiteY133" fmla="*/ 624869 h 797705"/>
              <a:gd name="connsiteX134" fmla="*/ 423977 w 829568"/>
              <a:gd name="connsiteY134" fmla="*/ 638506 h 797705"/>
              <a:gd name="connsiteX135" fmla="*/ 414870 w 829568"/>
              <a:gd name="connsiteY135" fmla="*/ 643051 h 797705"/>
              <a:gd name="connsiteX136" fmla="*/ 398931 w 829568"/>
              <a:gd name="connsiteY136" fmla="*/ 645324 h 797705"/>
              <a:gd name="connsiteX137" fmla="*/ 394378 w 829568"/>
              <a:gd name="connsiteY137" fmla="*/ 652142 h 797705"/>
              <a:gd name="connsiteX138" fmla="*/ 373885 w 829568"/>
              <a:gd name="connsiteY138" fmla="*/ 654415 h 797705"/>
              <a:gd name="connsiteX139" fmla="*/ 353393 w 829568"/>
              <a:gd name="connsiteY139" fmla="*/ 661233 h 797705"/>
              <a:gd name="connsiteX140" fmla="*/ 344285 w 829568"/>
              <a:gd name="connsiteY140" fmla="*/ 683960 h 797705"/>
              <a:gd name="connsiteX141" fmla="*/ 346559 w 829568"/>
              <a:gd name="connsiteY141" fmla="*/ 695305 h 797705"/>
              <a:gd name="connsiteX142" fmla="*/ 346890 w 829568"/>
              <a:gd name="connsiteY142" fmla="*/ 695371 h 797705"/>
              <a:gd name="connsiteX143" fmla="*/ 349169 w 829568"/>
              <a:gd name="connsiteY143" fmla="*/ 697639 h 797705"/>
              <a:gd name="connsiteX144" fmla="*/ 349169 w 829568"/>
              <a:gd name="connsiteY144" fmla="*/ 708981 h 797705"/>
              <a:gd name="connsiteX145" fmla="*/ 349169 w 829568"/>
              <a:gd name="connsiteY145" fmla="*/ 713518 h 797705"/>
              <a:gd name="connsiteX146" fmla="*/ 346890 w 829568"/>
              <a:gd name="connsiteY146" fmla="*/ 724861 h 797705"/>
              <a:gd name="connsiteX147" fmla="*/ 340053 w 829568"/>
              <a:gd name="connsiteY147" fmla="*/ 722592 h 797705"/>
              <a:gd name="connsiteX148" fmla="*/ 317264 w 829568"/>
              <a:gd name="connsiteY148" fmla="*/ 720324 h 797705"/>
              <a:gd name="connsiteX149" fmla="*/ 312706 w 829568"/>
              <a:gd name="connsiteY149" fmla="*/ 718055 h 797705"/>
              <a:gd name="connsiteX150" fmla="*/ 303590 w 829568"/>
              <a:gd name="connsiteY150" fmla="*/ 724861 h 797705"/>
              <a:gd name="connsiteX151" fmla="*/ 294474 w 829568"/>
              <a:gd name="connsiteY151" fmla="*/ 731666 h 797705"/>
              <a:gd name="connsiteX152" fmla="*/ 289916 w 829568"/>
              <a:gd name="connsiteY152" fmla="*/ 738471 h 797705"/>
              <a:gd name="connsiteX153" fmla="*/ 289916 w 829568"/>
              <a:gd name="connsiteY153" fmla="*/ 752082 h 797705"/>
              <a:gd name="connsiteX154" fmla="*/ 280800 w 829568"/>
              <a:gd name="connsiteY154" fmla="*/ 740740 h 797705"/>
              <a:gd name="connsiteX155" fmla="*/ 278521 w 829568"/>
              <a:gd name="connsiteY155" fmla="*/ 738471 h 797705"/>
              <a:gd name="connsiteX156" fmla="*/ 278521 w 829568"/>
              <a:gd name="connsiteY156" fmla="*/ 743008 h 797705"/>
              <a:gd name="connsiteX157" fmla="*/ 276242 w 829568"/>
              <a:gd name="connsiteY157" fmla="*/ 749814 h 797705"/>
              <a:gd name="connsiteX158" fmla="*/ 269405 w 829568"/>
              <a:gd name="connsiteY158" fmla="*/ 761156 h 797705"/>
              <a:gd name="connsiteX159" fmla="*/ 232942 w 829568"/>
              <a:gd name="connsiteY159" fmla="*/ 749814 h 797705"/>
              <a:gd name="connsiteX160" fmla="*/ 230663 w 829568"/>
              <a:gd name="connsiteY160" fmla="*/ 754351 h 797705"/>
              <a:gd name="connsiteX161" fmla="*/ 203316 w 829568"/>
              <a:gd name="connsiteY161" fmla="*/ 754351 h 797705"/>
              <a:gd name="connsiteX162" fmla="*/ 180526 w 829568"/>
              <a:gd name="connsiteY162" fmla="*/ 761156 h 797705"/>
              <a:gd name="connsiteX163" fmla="*/ 169131 w 829568"/>
              <a:gd name="connsiteY163" fmla="*/ 767961 h 797705"/>
              <a:gd name="connsiteX164" fmla="*/ 157736 w 829568"/>
              <a:gd name="connsiteY164" fmla="*/ 783841 h 797705"/>
              <a:gd name="connsiteX165" fmla="*/ 137226 w 829568"/>
              <a:gd name="connsiteY165" fmla="*/ 797451 h 797705"/>
              <a:gd name="connsiteX166" fmla="*/ 128110 w 829568"/>
              <a:gd name="connsiteY166" fmla="*/ 786109 h 797705"/>
              <a:gd name="connsiteX167" fmla="*/ 121273 w 829568"/>
              <a:gd name="connsiteY167" fmla="*/ 792914 h 797705"/>
              <a:gd name="connsiteX168" fmla="*/ 93925 w 829568"/>
              <a:gd name="connsiteY168" fmla="*/ 790646 h 797705"/>
              <a:gd name="connsiteX169" fmla="*/ 68857 w 829568"/>
              <a:gd name="connsiteY169" fmla="*/ 790646 h 797705"/>
              <a:gd name="connsiteX170" fmla="*/ 57462 w 829568"/>
              <a:gd name="connsiteY170" fmla="*/ 792914 h 797705"/>
              <a:gd name="connsiteX171" fmla="*/ 46067 w 829568"/>
              <a:gd name="connsiteY171" fmla="*/ 788377 h 797705"/>
              <a:gd name="connsiteX172" fmla="*/ 25556 w 829568"/>
              <a:gd name="connsiteY172" fmla="*/ 786109 h 797705"/>
              <a:gd name="connsiteX173" fmla="*/ 25556 w 829568"/>
              <a:gd name="connsiteY173" fmla="*/ 783841 h 797705"/>
              <a:gd name="connsiteX174" fmla="*/ 27835 w 829568"/>
              <a:gd name="connsiteY174" fmla="*/ 777035 h 797705"/>
              <a:gd name="connsiteX175" fmla="*/ 25556 w 829568"/>
              <a:gd name="connsiteY175" fmla="*/ 774767 h 797705"/>
              <a:gd name="connsiteX176" fmla="*/ 43788 w 829568"/>
              <a:gd name="connsiteY176" fmla="*/ 770230 h 797705"/>
              <a:gd name="connsiteX177" fmla="*/ 48346 w 829568"/>
              <a:gd name="connsiteY177" fmla="*/ 699908 h 797705"/>
              <a:gd name="connsiteX178" fmla="*/ 5046 w 829568"/>
              <a:gd name="connsiteY178" fmla="*/ 670418 h 797705"/>
              <a:gd name="connsiteX179" fmla="*/ 30114 w 829568"/>
              <a:gd name="connsiteY179" fmla="*/ 615975 h 797705"/>
              <a:gd name="connsiteX180" fmla="*/ 41509 w 829568"/>
              <a:gd name="connsiteY180" fmla="*/ 600095 h 797705"/>
              <a:gd name="connsiteX181" fmla="*/ 34672 w 829568"/>
              <a:gd name="connsiteY181" fmla="*/ 581948 h 797705"/>
              <a:gd name="connsiteX182" fmla="*/ 41509 w 829568"/>
              <a:gd name="connsiteY182" fmla="*/ 554726 h 797705"/>
              <a:gd name="connsiteX183" fmla="*/ 16441 w 829568"/>
              <a:gd name="connsiteY183" fmla="*/ 543384 h 797705"/>
              <a:gd name="connsiteX184" fmla="*/ 34672 w 829568"/>
              <a:gd name="connsiteY184" fmla="*/ 541115 h 797705"/>
              <a:gd name="connsiteX185" fmla="*/ 41498 w 829568"/>
              <a:gd name="connsiteY185" fmla="*/ 541115 h 797705"/>
              <a:gd name="connsiteX186" fmla="*/ 39341 w 829568"/>
              <a:gd name="connsiteY186" fmla="*/ 528176 h 797705"/>
              <a:gd name="connsiteX187" fmla="*/ 86966 w 829568"/>
              <a:gd name="connsiteY187" fmla="*/ 494839 h 797705"/>
              <a:gd name="connsiteX188" fmla="*/ 65409 w 829568"/>
              <a:gd name="connsiteY188" fmla="*/ 464300 h 797705"/>
              <a:gd name="connsiteX189" fmla="*/ 62429 w 829568"/>
              <a:gd name="connsiteY189" fmla="*/ 465726 h 797705"/>
              <a:gd name="connsiteX190" fmla="*/ 62429 w 829568"/>
              <a:gd name="connsiteY190" fmla="*/ 467991 h 797705"/>
              <a:gd name="connsiteX191" fmla="*/ 57874 w 829568"/>
              <a:gd name="connsiteY191" fmla="*/ 470256 h 797705"/>
              <a:gd name="connsiteX192" fmla="*/ 48763 w 829568"/>
              <a:gd name="connsiteY192" fmla="*/ 472522 h 797705"/>
              <a:gd name="connsiteX193" fmla="*/ 35096 w 829568"/>
              <a:gd name="connsiteY193" fmla="*/ 467991 h 797705"/>
              <a:gd name="connsiteX194" fmla="*/ 32818 w 829568"/>
              <a:gd name="connsiteY194" fmla="*/ 449871 h 797705"/>
              <a:gd name="connsiteX195" fmla="*/ 55596 w 829568"/>
              <a:gd name="connsiteY195" fmla="*/ 418160 h 797705"/>
              <a:gd name="connsiteX196" fmla="*/ 55596 w 829568"/>
              <a:gd name="connsiteY196" fmla="*/ 404569 h 797705"/>
              <a:gd name="connsiteX197" fmla="*/ 48763 w 829568"/>
              <a:gd name="connsiteY197" fmla="*/ 372858 h 797705"/>
              <a:gd name="connsiteX198" fmla="*/ 41929 w 829568"/>
              <a:gd name="connsiteY198" fmla="*/ 354737 h 797705"/>
              <a:gd name="connsiteX199" fmla="*/ 41929 w 829568"/>
              <a:gd name="connsiteY199" fmla="*/ 320761 h 797705"/>
              <a:gd name="connsiteX200" fmla="*/ 41929 w 829568"/>
              <a:gd name="connsiteY200" fmla="*/ 300375 h 797705"/>
              <a:gd name="connsiteX201" fmla="*/ 44207 w 829568"/>
              <a:gd name="connsiteY201" fmla="*/ 302640 h 797705"/>
              <a:gd name="connsiteX202" fmla="*/ 57934 w 829568"/>
              <a:gd name="connsiteY202" fmla="*/ 312196 h 797705"/>
              <a:gd name="connsiteX203" fmla="*/ 58242 w 829568"/>
              <a:gd name="connsiteY203" fmla="*/ 311394 h 797705"/>
              <a:gd name="connsiteX204" fmla="*/ 56256 w 829568"/>
              <a:gd name="connsiteY204" fmla="*/ 310012 h 797705"/>
              <a:gd name="connsiteX205" fmla="*/ 44300 w 829568"/>
              <a:gd name="connsiteY205" fmla="*/ 302367 h 797705"/>
              <a:gd name="connsiteX206" fmla="*/ 42022 w 829568"/>
              <a:gd name="connsiteY206" fmla="*/ 300102 h 797705"/>
              <a:gd name="connsiteX207" fmla="*/ 44300 w 829568"/>
              <a:gd name="connsiteY207" fmla="*/ 291042 h 797705"/>
              <a:gd name="connsiteX208" fmla="*/ 78462 w 829568"/>
              <a:gd name="connsiteY208" fmla="*/ 259331 h 797705"/>
              <a:gd name="connsiteX209" fmla="*/ 92126 w 829568"/>
              <a:gd name="connsiteY209" fmla="*/ 232149 h 797705"/>
              <a:gd name="connsiteX210" fmla="*/ 114901 w 829568"/>
              <a:gd name="connsiteY210" fmla="*/ 211764 h 797705"/>
              <a:gd name="connsiteX211" fmla="*/ 108638 w 829568"/>
              <a:gd name="connsiteY211" fmla="*/ 204968 h 797705"/>
              <a:gd name="connsiteX212" fmla="*/ 92261 w 829568"/>
              <a:gd name="connsiteY212" fmla="*/ 198228 h 797705"/>
              <a:gd name="connsiteX213" fmla="*/ 91806 w 829568"/>
              <a:gd name="connsiteY213" fmla="*/ 198355 h 797705"/>
              <a:gd name="connsiteX214" fmla="*/ 84968 w 829568"/>
              <a:gd name="connsiteY214" fmla="*/ 193807 h 797705"/>
              <a:gd name="connsiteX215" fmla="*/ 94086 w 829568"/>
              <a:gd name="connsiteY215" fmla="*/ 155145 h 797705"/>
              <a:gd name="connsiteX216" fmla="*/ 135114 w 829568"/>
              <a:gd name="connsiteY216" fmla="*/ 127854 h 797705"/>
              <a:gd name="connsiteX217" fmla="*/ 160186 w 829568"/>
              <a:gd name="connsiteY217" fmla="*/ 134677 h 797705"/>
              <a:gd name="connsiteX218" fmla="*/ 160186 w 829568"/>
              <a:gd name="connsiteY218" fmla="*/ 109660 h 797705"/>
              <a:gd name="connsiteX219" fmla="*/ 187538 w 829568"/>
              <a:gd name="connsiteY219" fmla="*/ 82369 h 797705"/>
              <a:gd name="connsiteX220" fmla="*/ 187538 w 829568"/>
              <a:gd name="connsiteY220" fmla="*/ 48256 h 797705"/>
              <a:gd name="connsiteX221" fmla="*/ 190103 w 829568"/>
              <a:gd name="connsiteY221" fmla="*/ 284 h 797705"/>
              <a:gd name="connsiteX0" fmla="*/ 508223 w 829568"/>
              <a:gd name="connsiteY0" fmla="*/ 568052 h 797705"/>
              <a:gd name="connsiteX1" fmla="*/ 505511 w 829568"/>
              <a:gd name="connsiteY1" fmla="*/ 565779 h 797705"/>
              <a:gd name="connsiteX2" fmla="*/ 508223 w 829568"/>
              <a:gd name="connsiteY2" fmla="*/ 565779 h 797705"/>
              <a:gd name="connsiteX3" fmla="*/ 508223 w 829568"/>
              <a:gd name="connsiteY3" fmla="*/ 568052 h 797705"/>
              <a:gd name="connsiteX4" fmla="*/ 561350 w 829568"/>
              <a:gd name="connsiteY4" fmla="*/ 243680 h 797705"/>
              <a:gd name="connsiteX5" fmla="*/ 563631 w 829568"/>
              <a:gd name="connsiteY5" fmla="*/ 245950 h 797705"/>
              <a:gd name="connsiteX6" fmla="*/ 563632 w 829568"/>
              <a:gd name="connsiteY6" fmla="*/ 245962 h 797705"/>
              <a:gd name="connsiteX7" fmla="*/ 561350 w 829568"/>
              <a:gd name="connsiteY7" fmla="*/ 243680 h 797705"/>
              <a:gd name="connsiteX8" fmla="*/ 190103 w 829568"/>
              <a:gd name="connsiteY8" fmla="*/ 284 h 797705"/>
              <a:gd name="connsiteX9" fmla="*/ 208052 w 829568"/>
              <a:gd name="connsiteY9" fmla="*/ 7319 h 797705"/>
              <a:gd name="connsiteX10" fmla="*/ 244522 w 829568"/>
              <a:gd name="connsiteY10" fmla="*/ 16416 h 797705"/>
              <a:gd name="connsiteX11" fmla="*/ 269594 w 829568"/>
              <a:gd name="connsiteY11" fmla="*/ 36884 h 797705"/>
              <a:gd name="connsiteX12" fmla="*/ 303784 w 829568"/>
              <a:gd name="connsiteY12" fmla="*/ 59627 h 797705"/>
              <a:gd name="connsiteX13" fmla="*/ 317460 w 829568"/>
              <a:gd name="connsiteY13" fmla="*/ 89192 h 797705"/>
              <a:gd name="connsiteX14" fmla="*/ 353930 w 829568"/>
              <a:gd name="connsiteY14" fmla="*/ 73272 h 797705"/>
              <a:gd name="connsiteX15" fmla="*/ 399516 w 829568"/>
              <a:gd name="connsiteY15" fmla="*/ 82369 h 797705"/>
              <a:gd name="connsiteX16" fmla="*/ 417751 w 829568"/>
              <a:gd name="connsiteY16" fmla="*/ 77821 h 797705"/>
              <a:gd name="connsiteX17" fmla="*/ 438265 w 829568"/>
              <a:gd name="connsiteY17" fmla="*/ 64175 h 797705"/>
              <a:gd name="connsiteX18" fmla="*/ 472455 w 829568"/>
              <a:gd name="connsiteY18" fmla="*/ 73272 h 797705"/>
              <a:gd name="connsiteX19" fmla="*/ 486131 w 829568"/>
              <a:gd name="connsiteY19" fmla="*/ 82369 h 797705"/>
              <a:gd name="connsiteX20" fmla="*/ 490690 w 829568"/>
              <a:gd name="connsiteY20" fmla="*/ 132402 h 797705"/>
              <a:gd name="connsiteX21" fmla="*/ 495248 w 829568"/>
              <a:gd name="connsiteY21" fmla="*/ 196081 h 797705"/>
              <a:gd name="connsiteX22" fmla="*/ 495248 w 829568"/>
              <a:gd name="connsiteY22" fmla="*/ 214275 h 797705"/>
              <a:gd name="connsiteX23" fmla="*/ 495067 w 829568"/>
              <a:gd name="connsiteY23" fmla="*/ 214233 h 797705"/>
              <a:gd name="connsiteX24" fmla="*/ 497146 w 829568"/>
              <a:gd name="connsiteY24" fmla="*/ 220449 h 797705"/>
              <a:gd name="connsiteX25" fmla="*/ 508530 w 829568"/>
              <a:gd name="connsiteY25" fmla="*/ 224986 h 797705"/>
              <a:gd name="connsiteX26" fmla="*/ 524467 w 829568"/>
              <a:gd name="connsiteY26" fmla="*/ 238598 h 797705"/>
              <a:gd name="connsiteX27" fmla="*/ 556340 w 829568"/>
              <a:gd name="connsiteY27" fmla="*/ 234060 h 797705"/>
              <a:gd name="connsiteX28" fmla="*/ 560894 w 829568"/>
              <a:gd name="connsiteY28" fmla="*/ 243135 h 797705"/>
              <a:gd name="connsiteX29" fmla="*/ 563170 w 829568"/>
              <a:gd name="connsiteY29" fmla="*/ 247672 h 797705"/>
              <a:gd name="connsiteX30" fmla="*/ 563684 w 829568"/>
              <a:gd name="connsiteY30" fmla="*/ 246583 h 797705"/>
              <a:gd name="connsiteX31" fmla="*/ 570440 w 829568"/>
              <a:gd name="connsiteY31" fmla="*/ 254988 h 797705"/>
              <a:gd name="connsiteX32" fmla="*/ 570445 w 829568"/>
              <a:gd name="connsiteY32" fmla="*/ 254942 h 797705"/>
              <a:gd name="connsiteX33" fmla="*/ 574113 w 829568"/>
              <a:gd name="connsiteY33" fmla="*/ 256872 h 797705"/>
              <a:gd name="connsiteX34" fmla="*/ 567290 w 829568"/>
              <a:gd name="connsiteY34" fmla="*/ 250109 h 797705"/>
              <a:gd name="connsiteX35" fmla="*/ 563684 w 829568"/>
              <a:gd name="connsiteY35" fmla="*/ 246583 h 797705"/>
              <a:gd name="connsiteX36" fmla="*/ 574458 w 829568"/>
              <a:gd name="connsiteY36" fmla="*/ 256788 h 797705"/>
              <a:gd name="connsiteX37" fmla="*/ 583230 w 829568"/>
              <a:gd name="connsiteY37" fmla="*/ 254659 h 797705"/>
              <a:gd name="connsiteX38" fmla="*/ 595448 w 829568"/>
              <a:gd name="connsiteY38" fmla="*/ 250406 h 797705"/>
              <a:gd name="connsiteX39" fmla="*/ 624997 w 829568"/>
              <a:gd name="connsiteY39" fmla="*/ 282159 h 797705"/>
              <a:gd name="connsiteX40" fmla="*/ 637214 w 829568"/>
              <a:gd name="connsiteY40" fmla="*/ 311928 h 797705"/>
              <a:gd name="connsiteX41" fmla="*/ 636731 w 829568"/>
              <a:gd name="connsiteY41" fmla="*/ 319061 h 797705"/>
              <a:gd name="connsiteX42" fmla="*/ 636185 w 829568"/>
              <a:gd name="connsiteY42" fmla="*/ 327131 h 797705"/>
              <a:gd name="connsiteX43" fmla="*/ 640908 w 829568"/>
              <a:gd name="connsiteY43" fmla="*/ 343397 h 797705"/>
              <a:gd name="connsiteX44" fmla="*/ 656819 w 829568"/>
              <a:gd name="connsiteY44" fmla="*/ 329788 h 797705"/>
              <a:gd name="connsiteX45" fmla="*/ 672730 w 829568"/>
              <a:gd name="connsiteY45" fmla="*/ 347933 h 797705"/>
              <a:gd name="connsiteX46" fmla="*/ 679549 w 829568"/>
              <a:gd name="connsiteY46" fmla="*/ 366077 h 797705"/>
              <a:gd name="connsiteX47" fmla="*/ 686368 w 829568"/>
              <a:gd name="connsiteY47" fmla="*/ 418243 h 797705"/>
              <a:gd name="connsiteX48" fmla="*/ 736375 w 829568"/>
              <a:gd name="connsiteY48" fmla="*/ 413707 h 797705"/>
              <a:gd name="connsiteX49" fmla="*/ 756832 w 829568"/>
              <a:gd name="connsiteY49" fmla="*/ 420511 h 797705"/>
              <a:gd name="connsiteX50" fmla="*/ 765924 w 829568"/>
              <a:gd name="connsiteY50" fmla="*/ 406903 h 797705"/>
              <a:gd name="connsiteX51" fmla="*/ 829568 w 829568"/>
              <a:gd name="connsiteY51" fmla="*/ 397830 h 797705"/>
              <a:gd name="connsiteX52" fmla="*/ 829568 w 829568"/>
              <a:gd name="connsiteY52" fmla="*/ 413707 h 797705"/>
              <a:gd name="connsiteX53" fmla="*/ 827295 w 829568"/>
              <a:gd name="connsiteY53" fmla="*/ 422779 h 797705"/>
              <a:gd name="connsiteX54" fmla="*/ 822749 w 829568"/>
              <a:gd name="connsiteY54" fmla="*/ 427315 h 797705"/>
              <a:gd name="connsiteX55" fmla="*/ 815930 w 829568"/>
              <a:gd name="connsiteY55" fmla="*/ 427315 h 797705"/>
              <a:gd name="connsiteX56" fmla="*/ 809111 w 829568"/>
              <a:gd name="connsiteY56" fmla="*/ 443192 h 797705"/>
              <a:gd name="connsiteX57" fmla="*/ 802292 w 829568"/>
              <a:gd name="connsiteY57" fmla="*/ 452264 h 797705"/>
              <a:gd name="connsiteX58" fmla="*/ 800019 w 829568"/>
              <a:gd name="connsiteY58" fmla="*/ 459068 h 797705"/>
              <a:gd name="connsiteX59" fmla="*/ 800019 w 829568"/>
              <a:gd name="connsiteY59" fmla="*/ 470408 h 797705"/>
              <a:gd name="connsiteX60" fmla="*/ 800019 w 829568"/>
              <a:gd name="connsiteY60" fmla="*/ 481749 h 797705"/>
              <a:gd name="connsiteX61" fmla="*/ 784108 w 829568"/>
              <a:gd name="connsiteY61" fmla="*/ 477212 h 797705"/>
              <a:gd name="connsiteX62" fmla="*/ 777289 w 829568"/>
              <a:gd name="connsiteY62" fmla="*/ 477212 h 797705"/>
              <a:gd name="connsiteX63" fmla="*/ 770470 w 829568"/>
              <a:gd name="connsiteY63" fmla="*/ 481749 h 797705"/>
              <a:gd name="connsiteX64" fmla="*/ 768197 w 829568"/>
              <a:gd name="connsiteY64" fmla="*/ 488553 h 797705"/>
              <a:gd name="connsiteX65" fmla="*/ 750013 w 829568"/>
              <a:gd name="connsiteY65" fmla="*/ 497625 h 797705"/>
              <a:gd name="connsiteX66" fmla="*/ 745467 w 829568"/>
              <a:gd name="connsiteY66" fmla="*/ 490821 h 797705"/>
              <a:gd name="connsiteX67" fmla="*/ 740921 w 829568"/>
              <a:gd name="connsiteY67" fmla="*/ 493089 h 797705"/>
              <a:gd name="connsiteX68" fmla="*/ 738648 w 829568"/>
              <a:gd name="connsiteY68" fmla="*/ 499893 h 797705"/>
              <a:gd name="connsiteX69" fmla="*/ 738648 w 829568"/>
              <a:gd name="connsiteY69" fmla="*/ 502161 h 797705"/>
              <a:gd name="connsiteX70" fmla="*/ 725010 w 829568"/>
              <a:gd name="connsiteY70" fmla="*/ 504429 h 797705"/>
              <a:gd name="connsiteX71" fmla="*/ 715918 w 829568"/>
              <a:gd name="connsiteY71" fmla="*/ 508965 h 797705"/>
              <a:gd name="connsiteX72" fmla="*/ 715918 w 829568"/>
              <a:gd name="connsiteY72" fmla="*/ 520306 h 797705"/>
              <a:gd name="connsiteX73" fmla="*/ 713645 w 829568"/>
              <a:gd name="connsiteY73" fmla="*/ 522574 h 797705"/>
              <a:gd name="connsiteX74" fmla="*/ 693188 w 829568"/>
              <a:gd name="connsiteY74" fmla="*/ 527110 h 797705"/>
              <a:gd name="connsiteX75" fmla="*/ 677276 w 829568"/>
              <a:gd name="connsiteY75" fmla="*/ 531646 h 797705"/>
              <a:gd name="connsiteX76" fmla="*/ 668184 w 829568"/>
              <a:gd name="connsiteY76" fmla="*/ 527110 h 797705"/>
              <a:gd name="connsiteX77" fmla="*/ 665911 w 829568"/>
              <a:gd name="connsiteY77" fmla="*/ 529378 h 797705"/>
              <a:gd name="connsiteX78" fmla="*/ 665911 w 829568"/>
              <a:gd name="connsiteY78" fmla="*/ 538450 h 797705"/>
              <a:gd name="connsiteX79" fmla="*/ 659092 w 829568"/>
              <a:gd name="connsiteY79" fmla="*/ 540718 h 797705"/>
              <a:gd name="connsiteX80" fmla="*/ 659092 w 829568"/>
              <a:gd name="connsiteY80" fmla="*/ 545254 h 797705"/>
              <a:gd name="connsiteX81" fmla="*/ 659092 w 829568"/>
              <a:gd name="connsiteY81" fmla="*/ 556595 h 797705"/>
              <a:gd name="connsiteX82" fmla="*/ 656819 w 829568"/>
              <a:gd name="connsiteY82" fmla="*/ 561131 h 797705"/>
              <a:gd name="connsiteX83" fmla="*/ 652273 w 829568"/>
              <a:gd name="connsiteY83" fmla="*/ 561131 h 797705"/>
              <a:gd name="connsiteX84" fmla="*/ 650000 w 829568"/>
              <a:gd name="connsiteY84" fmla="*/ 561131 h 797705"/>
              <a:gd name="connsiteX85" fmla="*/ 618178 w 829568"/>
              <a:gd name="connsiteY85" fmla="*/ 552058 h 797705"/>
              <a:gd name="connsiteX86" fmla="*/ 618178 w 829568"/>
              <a:gd name="connsiteY86" fmla="*/ 549790 h 797705"/>
              <a:gd name="connsiteX87" fmla="*/ 609086 w 829568"/>
              <a:gd name="connsiteY87" fmla="*/ 542986 h 797705"/>
              <a:gd name="connsiteX88" fmla="*/ 599994 w 829568"/>
              <a:gd name="connsiteY88" fmla="*/ 547522 h 797705"/>
              <a:gd name="connsiteX89" fmla="*/ 590902 w 829568"/>
              <a:gd name="connsiteY89" fmla="*/ 554327 h 797705"/>
              <a:gd name="connsiteX90" fmla="*/ 579537 w 829568"/>
              <a:gd name="connsiteY90" fmla="*/ 563399 h 797705"/>
              <a:gd name="connsiteX91" fmla="*/ 574991 w 829568"/>
              <a:gd name="connsiteY91" fmla="*/ 556595 h 797705"/>
              <a:gd name="connsiteX92" fmla="*/ 570445 w 829568"/>
              <a:gd name="connsiteY92" fmla="*/ 558863 h 797705"/>
              <a:gd name="connsiteX93" fmla="*/ 568172 w 829568"/>
              <a:gd name="connsiteY93" fmla="*/ 563399 h 797705"/>
              <a:gd name="connsiteX94" fmla="*/ 568172 w 829568"/>
              <a:gd name="connsiteY94" fmla="*/ 565667 h 797705"/>
              <a:gd name="connsiteX95" fmla="*/ 568172 w 829568"/>
              <a:gd name="connsiteY95" fmla="*/ 570203 h 797705"/>
              <a:gd name="connsiteX96" fmla="*/ 565899 w 829568"/>
              <a:gd name="connsiteY96" fmla="*/ 572471 h 797705"/>
              <a:gd name="connsiteX97" fmla="*/ 565899 w 829568"/>
              <a:gd name="connsiteY97" fmla="*/ 574739 h 797705"/>
              <a:gd name="connsiteX98" fmla="*/ 581810 w 829568"/>
              <a:gd name="connsiteY98" fmla="*/ 581543 h 797705"/>
              <a:gd name="connsiteX99" fmla="*/ 586356 w 829568"/>
              <a:gd name="connsiteY99" fmla="*/ 586079 h 797705"/>
              <a:gd name="connsiteX100" fmla="*/ 590902 w 829568"/>
              <a:gd name="connsiteY100" fmla="*/ 579275 h 797705"/>
              <a:gd name="connsiteX101" fmla="*/ 597721 w 829568"/>
              <a:gd name="connsiteY101" fmla="*/ 583811 h 797705"/>
              <a:gd name="connsiteX102" fmla="*/ 599994 w 829568"/>
              <a:gd name="connsiteY102" fmla="*/ 579275 h 797705"/>
              <a:gd name="connsiteX103" fmla="*/ 606813 w 829568"/>
              <a:gd name="connsiteY103" fmla="*/ 588347 h 797705"/>
              <a:gd name="connsiteX104" fmla="*/ 606813 w 829568"/>
              <a:gd name="connsiteY104" fmla="*/ 590616 h 797705"/>
              <a:gd name="connsiteX105" fmla="*/ 602267 w 829568"/>
              <a:gd name="connsiteY105" fmla="*/ 601956 h 797705"/>
              <a:gd name="connsiteX106" fmla="*/ 604540 w 829568"/>
              <a:gd name="connsiteY106" fmla="*/ 606492 h 797705"/>
              <a:gd name="connsiteX107" fmla="*/ 609086 w 829568"/>
              <a:gd name="connsiteY107" fmla="*/ 611028 h 797705"/>
              <a:gd name="connsiteX108" fmla="*/ 606813 w 829568"/>
              <a:gd name="connsiteY108" fmla="*/ 613296 h 797705"/>
              <a:gd name="connsiteX109" fmla="*/ 588629 w 829568"/>
              <a:gd name="connsiteY109" fmla="*/ 613296 h 797705"/>
              <a:gd name="connsiteX110" fmla="*/ 572718 w 829568"/>
              <a:gd name="connsiteY110" fmla="*/ 597420 h 797705"/>
              <a:gd name="connsiteX111" fmla="*/ 568172 w 829568"/>
              <a:gd name="connsiteY111" fmla="*/ 606492 h 797705"/>
              <a:gd name="connsiteX112" fmla="*/ 561353 w 829568"/>
              <a:gd name="connsiteY112" fmla="*/ 597420 h 797705"/>
              <a:gd name="connsiteX113" fmla="*/ 556807 w 829568"/>
              <a:gd name="connsiteY113" fmla="*/ 592884 h 797705"/>
              <a:gd name="connsiteX114" fmla="*/ 540896 w 829568"/>
              <a:gd name="connsiteY114" fmla="*/ 570203 h 797705"/>
              <a:gd name="connsiteX115" fmla="*/ 529530 w 829568"/>
              <a:gd name="connsiteY115" fmla="*/ 565667 h 797705"/>
              <a:gd name="connsiteX116" fmla="*/ 518165 w 829568"/>
              <a:gd name="connsiteY116" fmla="*/ 572471 h 797705"/>
              <a:gd name="connsiteX117" fmla="*/ 509073 w 829568"/>
              <a:gd name="connsiteY117" fmla="*/ 577007 h 797705"/>
              <a:gd name="connsiteX118" fmla="*/ 506800 w 829568"/>
              <a:gd name="connsiteY118" fmla="*/ 574739 h 797705"/>
              <a:gd name="connsiteX119" fmla="*/ 504527 w 829568"/>
              <a:gd name="connsiteY119" fmla="*/ 574739 h 797705"/>
              <a:gd name="connsiteX120" fmla="*/ 503669 w 829568"/>
              <a:gd name="connsiteY120" fmla="*/ 574870 h 797705"/>
              <a:gd name="connsiteX121" fmla="*/ 505946 w 829568"/>
              <a:gd name="connsiteY121" fmla="*/ 577143 h 797705"/>
              <a:gd name="connsiteX122" fmla="*/ 505946 w 829568"/>
              <a:gd name="connsiteY122" fmla="*/ 579415 h 797705"/>
              <a:gd name="connsiteX123" fmla="*/ 505946 w 829568"/>
              <a:gd name="connsiteY123" fmla="*/ 581688 h 797705"/>
              <a:gd name="connsiteX124" fmla="*/ 496839 w 829568"/>
              <a:gd name="connsiteY124" fmla="*/ 590779 h 797705"/>
              <a:gd name="connsiteX125" fmla="*/ 496839 w 829568"/>
              <a:gd name="connsiteY125" fmla="*/ 595324 h 797705"/>
              <a:gd name="connsiteX126" fmla="*/ 501392 w 829568"/>
              <a:gd name="connsiteY126" fmla="*/ 599870 h 797705"/>
              <a:gd name="connsiteX127" fmla="*/ 510500 w 829568"/>
              <a:gd name="connsiteY127" fmla="*/ 608960 h 797705"/>
              <a:gd name="connsiteX128" fmla="*/ 508223 w 829568"/>
              <a:gd name="connsiteY128" fmla="*/ 613506 h 797705"/>
              <a:gd name="connsiteX129" fmla="*/ 508223 w 829568"/>
              <a:gd name="connsiteY129" fmla="*/ 618051 h 797705"/>
              <a:gd name="connsiteX130" fmla="*/ 490008 w 829568"/>
              <a:gd name="connsiteY130" fmla="*/ 640778 h 797705"/>
              <a:gd name="connsiteX131" fmla="*/ 464962 w 829568"/>
              <a:gd name="connsiteY131" fmla="*/ 631687 h 797705"/>
              <a:gd name="connsiteX132" fmla="*/ 451300 w 829568"/>
              <a:gd name="connsiteY132" fmla="*/ 624869 h 797705"/>
              <a:gd name="connsiteX133" fmla="*/ 423977 w 829568"/>
              <a:gd name="connsiteY133" fmla="*/ 638506 h 797705"/>
              <a:gd name="connsiteX134" fmla="*/ 414870 w 829568"/>
              <a:gd name="connsiteY134" fmla="*/ 643051 h 797705"/>
              <a:gd name="connsiteX135" fmla="*/ 398931 w 829568"/>
              <a:gd name="connsiteY135" fmla="*/ 645324 h 797705"/>
              <a:gd name="connsiteX136" fmla="*/ 394378 w 829568"/>
              <a:gd name="connsiteY136" fmla="*/ 652142 h 797705"/>
              <a:gd name="connsiteX137" fmla="*/ 373885 w 829568"/>
              <a:gd name="connsiteY137" fmla="*/ 654415 h 797705"/>
              <a:gd name="connsiteX138" fmla="*/ 353393 w 829568"/>
              <a:gd name="connsiteY138" fmla="*/ 661233 h 797705"/>
              <a:gd name="connsiteX139" fmla="*/ 344285 w 829568"/>
              <a:gd name="connsiteY139" fmla="*/ 683960 h 797705"/>
              <a:gd name="connsiteX140" fmla="*/ 346559 w 829568"/>
              <a:gd name="connsiteY140" fmla="*/ 695305 h 797705"/>
              <a:gd name="connsiteX141" fmla="*/ 346890 w 829568"/>
              <a:gd name="connsiteY141" fmla="*/ 695371 h 797705"/>
              <a:gd name="connsiteX142" fmla="*/ 349169 w 829568"/>
              <a:gd name="connsiteY142" fmla="*/ 697639 h 797705"/>
              <a:gd name="connsiteX143" fmla="*/ 349169 w 829568"/>
              <a:gd name="connsiteY143" fmla="*/ 708981 h 797705"/>
              <a:gd name="connsiteX144" fmla="*/ 349169 w 829568"/>
              <a:gd name="connsiteY144" fmla="*/ 713518 h 797705"/>
              <a:gd name="connsiteX145" fmla="*/ 346890 w 829568"/>
              <a:gd name="connsiteY145" fmla="*/ 724861 h 797705"/>
              <a:gd name="connsiteX146" fmla="*/ 340053 w 829568"/>
              <a:gd name="connsiteY146" fmla="*/ 722592 h 797705"/>
              <a:gd name="connsiteX147" fmla="*/ 317264 w 829568"/>
              <a:gd name="connsiteY147" fmla="*/ 720324 h 797705"/>
              <a:gd name="connsiteX148" fmla="*/ 312706 w 829568"/>
              <a:gd name="connsiteY148" fmla="*/ 718055 h 797705"/>
              <a:gd name="connsiteX149" fmla="*/ 303590 w 829568"/>
              <a:gd name="connsiteY149" fmla="*/ 724861 h 797705"/>
              <a:gd name="connsiteX150" fmla="*/ 294474 w 829568"/>
              <a:gd name="connsiteY150" fmla="*/ 731666 h 797705"/>
              <a:gd name="connsiteX151" fmla="*/ 289916 w 829568"/>
              <a:gd name="connsiteY151" fmla="*/ 738471 h 797705"/>
              <a:gd name="connsiteX152" fmla="*/ 289916 w 829568"/>
              <a:gd name="connsiteY152" fmla="*/ 752082 h 797705"/>
              <a:gd name="connsiteX153" fmla="*/ 280800 w 829568"/>
              <a:gd name="connsiteY153" fmla="*/ 740740 h 797705"/>
              <a:gd name="connsiteX154" fmla="*/ 278521 w 829568"/>
              <a:gd name="connsiteY154" fmla="*/ 738471 h 797705"/>
              <a:gd name="connsiteX155" fmla="*/ 278521 w 829568"/>
              <a:gd name="connsiteY155" fmla="*/ 743008 h 797705"/>
              <a:gd name="connsiteX156" fmla="*/ 276242 w 829568"/>
              <a:gd name="connsiteY156" fmla="*/ 749814 h 797705"/>
              <a:gd name="connsiteX157" fmla="*/ 269405 w 829568"/>
              <a:gd name="connsiteY157" fmla="*/ 761156 h 797705"/>
              <a:gd name="connsiteX158" fmla="*/ 232942 w 829568"/>
              <a:gd name="connsiteY158" fmla="*/ 749814 h 797705"/>
              <a:gd name="connsiteX159" fmla="*/ 230663 w 829568"/>
              <a:gd name="connsiteY159" fmla="*/ 754351 h 797705"/>
              <a:gd name="connsiteX160" fmla="*/ 203316 w 829568"/>
              <a:gd name="connsiteY160" fmla="*/ 754351 h 797705"/>
              <a:gd name="connsiteX161" fmla="*/ 180526 w 829568"/>
              <a:gd name="connsiteY161" fmla="*/ 761156 h 797705"/>
              <a:gd name="connsiteX162" fmla="*/ 169131 w 829568"/>
              <a:gd name="connsiteY162" fmla="*/ 767961 h 797705"/>
              <a:gd name="connsiteX163" fmla="*/ 157736 w 829568"/>
              <a:gd name="connsiteY163" fmla="*/ 783841 h 797705"/>
              <a:gd name="connsiteX164" fmla="*/ 137226 w 829568"/>
              <a:gd name="connsiteY164" fmla="*/ 797451 h 797705"/>
              <a:gd name="connsiteX165" fmla="*/ 128110 w 829568"/>
              <a:gd name="connsiteY165" fmla="*/ 786109 h 797705"/>
              <a:gd name="connsiteX166" fmla="*/ 121273 w 829568"/>
              <a:gd name="connsiteY166" fmla="*/ 792914 h 797705"/>
              <a:gd name="connsiteX167" fmla="*/ 93925 w 829568"/>
              <a:gd name="connsiteY167" fmla="*/ 790646 h 797705"/>
              <a:gd name="connsiteX168" fmla="*/ 68857 w 829568"/>
              <a:gd name="connsiteY168" fmla="*/ 790646 h 797705"/>
              <a:gd name="connsiteX169" fmla="*/ 57462 w 829568"/>
              <a:gd name="connsiteY169" fmla="*/ 792914 h 797705"/>
              <a:gd name="connsiteX170" fmla="*/ 46067 w 829568"/>
              <a:gd name="connsiteY170" fmla="*/ 788377 h 797705"/>
              <a:gd name="connsiteX171" fmla="*/ 25556 w 829568"/>
              <a:gd name="connsiteY171" fmla="*/ 786109 h 797705"/>
              <a:gd name="connsiteX172" fmla="*/ 25556 w 829568"/>
              <a:gd name="connsiteY172" fmla="*/ 783841 h 797705"/>
              <a:gd name="connsiteX173" fmla="*/ 27835 w 829568"/>
              <a:gd name="connsiteY173" fmla="*/ 777035 h 797705"/>
              <a:gd name="connsiteX174" fmla="*/ 25556 w 829568"/>
              <a:gd name="connsiteY174" fmla="*/ 774767 h 797705"/>
              <a:gd name="connsiteX175" fmla="*/ 43788 w 829568"/>
              <a:gd name="connsiteY175" fmla="*/ 770230 h 797705"/>
              <a:gd name="connsiteX176" fmla="*/ 48346 w 829568"/>
              <a:gd name="connsiteY176" fmla="*/ 699908 h 797705"/>
              <a:gd name="connsiteX177" fmla="*/ 5046 w 829568"/>
              <a:gd name="connsiteY177" fmla="*/ 670418 h 797705"/>
              <a:gd name="connsiteX178" fmla="*/ 30114 w 829568"/>
              <a:gd name="connsiteY178" fmla="*/ 615975 h 797705"/>
              <a:gd name="connsiteX179" fmla="*/ 41509 w 829568"/>
              <a:gd name="connsiteY179" fmla="*/ 600095 h 797705"/>
              <a:gd name="connsiteX180" fmla="*/ 34672 w 829568"/>
              <a:gd name="connsiteY180" fmla="*/ 581948 h 797705"/>
              <a:gd name="connsiteX181" fmla="*/ 41509 w 829568"/>
              <a:gd name="connsiteY181" fmla="*/ 554726 h 797705"/>
              <a:gd name="connsiteX182" fmla="*/ 16441 w 829568"/>
              <a:gd name="connsiteY182" fmla="*/ 543384 h 797705"/>
              <a:gd name="connsiteX183" fmla="*/ 34672 w 829568"/>
              <a:gd name="connsiteY183" fmla="*/ 541115 h 797705"/>
              <a:gd name="connsiteX184" fmla="*/ 41498 w 829568"/>
              <a:gd name="connsiteY184" fmla="*/ 541115 h 797705"/>
              <a:gd name="connsiteX185" fmla="*/ 39341 w 829568"/>
              <a:gd name="connsiteY185" fmla="*/ 528176 h 797705"/>
              <a:gd name="connsiteX186" fmla="*/ 86966 w 829568"/>
              <a:gd name="connsiteY186" fmla="*/ 494839 h 797705"/>
              <a:gd name="connsiteX187" fmla="*/ 65409 w 829568"/>
              <a:gd name="connsiteY187" fmla="*/ 464300 h 797705"/>
              <a:gd name="connsiteX188" fmla="*/ 62429 w 829568"/>
              <a:gd name="connsiteY188" fmla="*/ 465726 h 797705"/>
              <a:gd name="connsiteX189" fmla="*/ 62429 w 829568"/>
              <a:gd name="connsiteY189" fmla="*/ 467991 h 797705"/>
              <a:gd name="connsiteX190" fmla="*/ 57874 w 829568"/>
              <a:gd name="connsiteY190" fmla="*/ 470256 h 797705"/>
              <a:gd name="connsiteX191" fmla="*/ 48763 w 829568"/>
              <a:gd name="connsiteY191" fmla="*/ 472522 h 797705"/>
              <a:gd name="connsiteX192" fmla="*/ 35096 w 829568"/>
              <a:gd name="connsiteY192" fmla="*/ 467991 h 797705"/>
              <a:gd name="connsiteX193" fmla="*/ 32818 w 829568"/>
              <a:gd name="connsiteY193" fmla="*/ 449871 h 797705"/>
              <a:gd name="connsiteX194" fmla="*/ 55596 w 829568"/>
              <a:gd name="connsiteY194" fmla="*/ 418160 h 797705"/>
              <a:gd name="connsiteX195" fmla="*/ 55596 w 829568"/>
              <a:gd name="connsiteY195" fmla="*/ 404569 h 797705"/>
              <a:gd name="connsiteX196" fmla="*/ 48763 w 829568"/>
              <a:gd name="connsiteY196" fmla="*/ 372858 h 797705"/>
              <a:gd name="connsiteX197" fmla="*/ 41929 w 829568"/>
              <a:gd name="connsiteY197" fmla="*/ 354737 h 797705"/>
              <a:gd name="connsiteX198" fmla="*/ 41929 w 829568"/>
              <a:gd name="connsiteY198" fmla="*/ 320761 h 797705"/>
              <a:gd name="connsiteX199" fmla="*/ 41929 w 829568"/>
              <a:gd name="connsiteY199" fmla="*/ 300375 h 797705"/>
              <a:gd name="connsiteX200" fmla="*/ 44207 w 829568"/>
              <a:gd name="connsiteY200" fmla="*/ 302640 h 797705"/>
              <a:gd name="connsiteX201" fmla="*/ 57934 w 829568"/>
              <a:gd name="connsiteY201" fmla="*/ 312196 h 797705"/>
              <a:gd name="connsiteX202" fmla="*/ 58242 w 829568"/>
              <a:gd name="connsiteY202" fmla="*/ 311394 h 797705"/>
              <a:gd name="connsiteX203" fmla="*/ 56256 w 829568"/>
              <a:gd name="connsiteY203" fmla="*/ 310012 h 797705"/>
              <a:gd name="connsiteX204" fmla="*/ 44300 w 829568"/>
              <a:gd name="connsiteY204" fmla="*/ 302367 h 797705"/>
              <a:gd name="connsiteX205" fmla="*/ 42022 w 829568"/>
              <a:gd name="connsiteY205" fmla="*/ 300102 h 797705"/>
              <a:gd name="connsiteX206" fmla="*/ 44300 w 829568"/>
              <a:gd name="connsiteY206" fmla="*/ 291042 h 797705"/>
              <a:gd name="connsiteX207" fmla="*/ 78462 w 829568"/>
              <a:gd name="connsiteY207" fmla="*/ 259331 h 797705"/>
              <a:gd name="connsiteX208" fmla="*/ 92126 w 829568"/>
              <a:gd name="connsiteY208" fmla="*/ 232149 h 797705"/>
              <a:gd name="connsiteX209" fmla="*/ 114901 w 829568"/>
              <a:gd name="connsiteY209" fmla="*/ 211764 h 797705"/>
              <a:gd name="connsiteX210" fmla="*/ 108638 w 829568"/>
              <a:gd name="connsiteY210" fmla="*/ 204968 h 797705"/>
              <a:gd name="connsiteX211" fmla="*/ 92261 w 829568"/>
              <a:gd name="connsiteY211" fmla="*/ 198228 h 797705"/>
              <a:gd name="connsiteX212" fmla="*/ 91806 w 829568"/>
              <a:gd name="connsiteY212" fmla="*/ 198355 h 797705"/>
              <a:gd name="connsiteX213" fmla="*/ 84968 w 829568"/>
              <a:gd name="connsiteY213" fmla="*/ 193807 h 797705"/>
              <a:gd name="connsiteX214" fmla="*/ 94086 w 829568"/>
              <a:gd name="connsiteY214" fmla="*/ 155145 h 797705"/>
              <a:gd name="connsiteX215" fmla="*/ 135114 w 829568"/>
              <a:gd name="connsiteY215" fmla="*/ 127854 h 797705"/>
              <a:gd name="connsiteX216" fmla="*/ 160186 w 829568"/>
              <a:gd name="connsiteY216" fmla="*/ 134677 h 797705"/>
              <a:gd name="connsiteX217" fmla="*/ 160186 w 829568"/>
              <a:gd name="connsiteY217" fmla="*/ 109660 h 797705"/>
              <a:gd name="connsiteX218" fmla="*/ 187538 w 829568"/>
              <a:gd name="connsiteY218" fmla="*/ 82369 h 797705"/>
              <a:gd name="connsiteX219" fmla="*/ 187538 w 829568"/>
              <a:gd name="connsiteY219" fmla="*/ 48256 h 797705"/>
              <a:gd name="connsiteX220" fmla="*/ 190103 w 829568"/>
              <a:gd name="connsiteY220" fmla="*/ 284 h 797705"/>
              <a:gd name="connsiteX0" fmla="*/ 508223 w 829568"/>
              <a:gd name="connsiteY0" fmla="*/ 565779 h 797705"/>
              <a:gd name="connsiteX1" fmla="*/ 505511 w 829568"/>
              <a:gd name="connsiteY1" fmla="*/ 565779 h 797705"/>
              <a:gd name="connsiteX2" fmla="*/ 508223 w 829568"/>
              <a:gd name="connsiteY2" fmla="*/ 565779 h 797705"/>
              <a:gd name="connsiteX3" fmla="*/ 561350 w 829568"/>
              <a:gd name="connsiteY3" fmla="*/ 243680 h 797705"/>
              <a:gd name="connsiteX4" fmla="*/ 563631 w 829568"/>
              <a:gd name="connsiteY4" fmla="*/ 245950 h 797705"/>
              <a:gd name="connsiteX5" fmla="*/ 563632 w 829568"/>
              <a:gd name="connsiteY5" fmla="*/ 245962 h 797705"/>
              <a:gd name="connsiteX6" fmla="*/ 561350 w 829568"/>
              <a:gd name="connsiteY6" fmla="*/ 243680 h 797705"/>
              <a:gd name="connsiteX7" fmla="*/ 190103 w 829568"/>
              <a:gd name="connsiteY7" fmla="*/ 284 h 797705"/>
              <a:gd name="connsiteX8" fmla="*/ 208052 w 829568"/>
              <a:gd name="connsiteY8" fmla="*/ 7319 h 797705"/>
              <a:gd name="connsiteX9" fmla="*/ 244522 w 829568"/>
              <a:gd name="connsiteY9" fmla="*/ 16416 h 797705"/>
              <a:gd name="connsiteX10" fmla="*/ 269594 w 829568"/>
              <a:gd name="connsiteY10" fmla="*/ 36884 h 797705"/>
              <a:gd name="connsiteX11" fmla="*/ 303784 w 829568"/>
              <a:gd name="connsiteY11" fmla="*/ 59627 h 797705"/>
              <a:gd name="connsiteX12" fmla="*/ 317460 w 829568"/>
              <a:gd name="connsiteY12" fmla="*/ 89192 h 797705"/>
              <a:gd name="connsiteX13" fmla="*/ 353930 w 829568"/>
              <a:gd name="connsiteY13" fmla="*/ 73272 h 797705"/>
              <a:gd name="connsiteX14" fmla="*/ 399516 w 829568"/>
              <a:gd name="connsiteY14" fmla="*/ 82369 h 797705"/>
              <a:gd name="connsiteX15" fmla="*/ 417751 w 829568"/>
              <a:gd name="connsiteY15" fmla="*/ 77821 h 797705"/>
              <a:gd name="connsiteX16" fmla="*/ 438265 w 829568"/>
              <a:gd name="connsiteY16" fmla="*/ 64175 h 797705"/>
              <a:gd name="connsiteX17" fmla="*/ 472455 w 829568"/>
              <a:gd name="connsiteY17" fmla="*/ 73272 h 797705"/>
              <a:gd name="connsiteX18" fmla="*/ 486131 w 829568"/>
              <a:gd name="connsiteY18" fmla="*/ 82369 h 797705"/>
              <a:gd name="connsiteX19" fmla="*/ 490690 w 829568"/>
              <a:gd name="connsiteY19" fmla="*/ 132402 h 797705"/>
              <a:gd name="connsiteX20" fmla="*/ 495248 w 829568"/>
              <a:gd name="connsiteY20" fmla="*/ 196081 h 797705"/>
              <a:gd name="connsiteX21" fmla="*/ 495248 w 829568"/>
              <a:gd name="connsiteY21" fmla="*/ 214275 h 797705"/>
              <a:gd name="connsiteX22" fmla="*/ 495067 w 829568"/>
              <a:gd name="connsiteY22" fmla="*/ 214233 h 797705"/>
              <a:gd name="connsiteX23" fmla="*/ 497146 w 829568"/>
              <a:gd name="connsiteY23" fmla="*/ 220449 h 797705"/>
              <a:gd name="connsiteX24" fmla="*/ 508530 w 829568"/>
              <a:gd name="connsiteY24" fmla="*/ 224986 h 797705"/>
              <a:gd name="connsiteX25" fmla="*/ 524467 w 829568"/>
              <a:gd name="connsiteY25" fmla="*/ 238598 h 797705"/>
              <a:gd name="connsiteX26" fmla="*/ 556340 w 829568"/>
              <a:gd name="connsiteY26" fmla="*/ 234060 h 797705"/>
              <a:gd name="connsiteX27" fmla="*/ 560894 w 829568"/>
              <a:gd name="connsiteY27" fmla="*/ 243135 h 797705"/>
              <a:gd name="connsiteX28" fmla="*/ 563170 w 829568"/>
              <a:gd name="connsiteY28" fmla="*/ 247672 h 797705"/>
              <a:gd name="connsiteX29" fmla="*/ 563684 w 829568"/>
              <a:gd name="connsiteY29" fmla="*/ 246583 h 797705"/>
              <a:gd name="connsiteX30" fmla="*/ 570440 w 829568"/>
              <a:gd name="connsiteY30" fmla="*/ 254988 h 797705"/>
              <a:gd name="connsiteX31" fmla="*/ 570445 w 829568"/>
              <a:gd name="connsiteY31" fmla="*/ 254942 h 797705"/>
              <a:gd name="connsiteX32" fmla="*/ 574113 w 829568"/>
              <a:gd name="connsiteY32" fmla="*/ 256872 h 797705"/>
              <a:gd name="connsiteX33" fmla="*/ 567290 w 829568"/>
              <a:gd name="connsiteY33" fmla="*/ 250109 h 797705"/>
              <a:gd name="connsiteX34" fmla="*/ 563684 w 829568"/>
              <a:gd name="connsiteY34" fmla="*/ 246583 h 797705"/>
              <a:gd name="connsiteX35" fmla="*/ 574458 w 829568"/>
              <a:gd name="connsiteY35" fmla="*/ 256788 h 797705"/>
              <a:gd name="connsiteX36" fmla="*/ 583230 w 829568"/>
              <a:gd name="connsiteY36" fmla="*/ 254659 h 797705"/>
              <a:gd name="connsiteX37" fmla="*/ 595448 w 829568"/>
              <a:gd name="connsiteY37" fmla="*/ 250406 h 797705"/>
              <a:gd name="connsiteX38" fmla="*/ 624997 w 829568"/>
              <a:gd name="connsiteY38" fmla="*/ 282159 h 797705"/>
              <a:gd name="connsiteX39" fmla="*/ 637214 w 829568"/>
              <a:gd name="connsiteY39" fmla="*/ 311928 h 797705"/>
              <a:gd name="connsiteX40" fmla="*/ 636731 w 829568"/>
              <a:gd name="connsiteY40" fmla="*/ 319061 h 797705"/>
              <a:gd name="connsiteX41" fmla="*/ 636185 w 829568"/>
              <a:gd name="connsiteY41" fmla="*/ 327131 h 797705"/>
              <a:gd name="connsiteX42" fmla="*/ 640908 w 829568"/>
              <a:gd name="connsiteY42" fmla="*/ 343397 h 797705"/>
              <a:gd name="connsiteX43" fmla="*/ 656819 w 829568"/>
              <a:gd name="connsiteY43" fmla="*/ 329788 h 797705"/>
              <a:gd name="connsiteX44" fmla="*/ 672730 w 829568"/>
              <a:gd name="connsiteY44" fmla="*/ 347933 h 797705"/>
              <a:gd name="connsiteX45" fmla="*/ 679549 w 829568"/>
              <a:gd name="connsiteY45" fmla="*/ 366077 h 797705"/>
              <a:gd name="connsiteX46" fmla="*/ 686368 w 829568"/>
              <a:gd name="connsiteY46" fmla="*/ 418243 h 797705"/>
              <a:gd name="connsiteX47" fmla="*/ 736375 w 829568"/>
              <a:gd name="connsiteY47" fmla="*/ 413707 h 797705"/>
              <a:gd name="connsiteX48" fmla="*/ 756832 w 829568"/>
              <a:gd name="connsiteY48" fmla="*/ 420511 h 797705"/>
              <a:gd name="connsiteX49" fmla="*/ 765924 w 829568"/>
              <a:gd name="connsiteY49" fmla="*/ 406903 h 797705"/>
              <a:gd name="connsiteX50" fmla="*/ 829568 w 829568"/>
              <a:gd name="connsiteY50" fmla="*/ 397830 h 797705"/>
              <a:gd name="connsiteX51" fmla="*/ 829568 w 829568"/>
              <a:gd name="connsiteY51" fmla="*/ 413707 h 797705"/>
              <a:gd name="connsiteX52" fmla="*/ 827295 w 829568"/>
              <a:gd name="connsiteY52" fmla="*/ 422779 h 797705"/>
              <a:gd name="connsiteX53" fmla="*/ 822749 w 829568"/>
              <a:gd name="connsiteY53" fmla="*/ 427315 h 797705"/>
              <a:gd name="connsiteX54" fmla="*/ 815930 w 829568"/>
              <a:gd name="connsiteY54" fmla="*/ 427315 h 797705"/>
              <a:gd name="connsiteX55" fmla="*/ 809111 w 829568"/>
              <a:gd name="connsiteY55" fmla="*/ 443192 h 797705"/>
              <a:gd name="connsiteX56" fmla="*/ 802292 w 829568"/>
              <a:gd name="connsiteY56" fmla="*/ 452264 h 797705"/>
              <a:gd name="connsiteX57" fmla="*/ 800019 w 829568"/>
              <a:gd name="connsiteY57" fmla="*/ 459068 h 797705"/>
              <a:gd name="connsiteX58" fmla="*/ 800019 w 829568"/>
              <a:gd name="connsiteY58" fmla="*/ 470408 h 797705"/>
              <a:gd name="connsiteX59" fmla="*/ 800019 w 829568"/>
              <a:gd name="connsiteY59" fmla="*/ 481749 h 797705"/>
              <a:gd name="connsiteX60" fmla="*/ 784108 w 829568"/>
              <a:gd name="connsiteY60" fmla="*/ 477212 h 797705"/>
              <a:gd name="connsiteX61" fmla="*/ 777289 w 829568"/>
              <a:gd name="connsiteY61" fmla="*/ 477212 h 797705"/>
              <a:gd name="connsiteX62" fmla="*/ 770470 w 829568"/>
              <a:gd name="connsiteY62" fmla="*/ 481749 h 797705"/>
              <a:gd name="connsiteX63" fmla="*/ 768197 w 829568"/>
              <a:gd name="connsiteY63" fmla="*/ 488553 h 797705"/>
              <a:gd name="connsiteX64" fmla="*/ 750013 w 829568"/>
              <a:gd name="connsiteY64" fmla="*/ 497625 h 797705"/>
              <a:gd name="connsiteX65" fmla="*/ 745467 w 829568"/>
              <a:gd name="connsiteY65" fmla="*/ 490821 h 797705"/>
              <a:gd name="connsiteX66" fmla="*/ 740921 w 829568"/>
              <a:gd name="connsiteY66" fmla="*/ 493089 h 797705"/>
              <a:gd name="connsiteX67" fmla="*/ 738648 w 829568"/>
              <a:gd name="connsiteY67" fmla="*/ 499893 h 797705"/>
              <a:gd name="connsiteX68" fmla="*/ 738648 w 829568"/>
              <a:gd name="connsiteY68" fmla="*/ 502161 h 797705"/>
              <a:gd name="connsiteX69" fmla="*/ 725010 w 829568"/>
              <a:gd name="connsiteY69" fmla="*/ 504429 h 797705"/>
              <a:gd name="connsiteX70" fmla="*/ 715918 w 829568"/>
              <a:gd name="connsiteY70" fmla="*/ 508965 h 797705"/>
              <a:gd name="connsiteX71" fmla="*/ 715918 w 829568"/>
              <a:gd name="connsiteY71" fmla="*/ 520306 h 797705"/>
              <a:gd name="connsiteX72" fmla="*/ 713645 w 829568"/>
              <a:gd name="connsiteY72" fmla="*/ 522574 h 797705"/>
              <a:gd name="connsiteX73" fmla="*/ 693188 w 829568"/>
              <a:gd name="connsiteY73" fmla="*/ 527110 h 797705"/>
              <a:gd name="connsiteX74" fmla="*/ 677276 w 829568"/>
              <a:gd name="connsiteY74" fmla="*/ 531646 h 797705"/>
              <a:gd name="connsiteX75" fmla="*/ 668184 w 829568"/>
              <a:gd name="connsiteY75" fmla="*/ 527110 h 797705"/>
              <a:gd name="connsiteX76" fmla="*/ 665911 w 829568"/>
              <a:gd name="connsiteY76" fmla="*/ 529378 h 797705"/>
              <a:gd name="connsiteX77" fmla="*/ 665911 w 829568"/>
              <a:gd name="connsiteY77" fmla="*/ 538450 h 797705"/>
              <a:gd name="connsiteX78" fmla="*/ 659092 w 829568"/>
              <a:gd name="connsiteY78" fmla="*/ 540718 h 797705"/>
              <a:gd name="connsiteX79" fmla="*/ 659092 w 829568"/>
              <a:gd name="connsiteY79" fmla="*/ 545254 h 797705"/>
              <a:gd name="connsiteX80" fmla="*/ 659092 w 829568"/>
              <a:gd name="connsiteY80" fmla="*/ 556595 h 797705"/>
              <a:gd name="connsiteX81" fmla="*/ 656819 w 829568"/>
              <a:gd name="connsiteY81" fmla="*/ 561131 h 797705"/>
              <a:gd name="connsiteX82" fmla="*/ 652273 w 829568"/>
              <a:gd name="connsiteY82" fmla="*/ 561131 h 797705"/>
              <a:gd name="connsiteX83" fmla="*/ 650000 w 829568"/>
              <a:gd name="connsiteY83" fmla="*/ 561131 h 797705"/>
              <a:gd name="connsiteX84" fmla="*/ 618178 w 829568"/>
              <a:gd name="connsiteY84" fmla="*/ 552058 h 797705"/>
              <a:gd name="connsiteX85" fmla="*/ 618178 w 829568"/>
              <a:gd name="connsiteY85" fmla="*/ 549790 h 797705"/>
              <a:gd name="connsiteX86" fmla="*/ 609086 w 829568"/>
              <a:gd name="connsiteY86" fmla="*/ 542986 h 797705"/>
              <a:gd name="connsiteX87" fmla="*/ 599994 w 829568"/>
              <a:gd name="connsiteY87" fmla="*/ 547522 h 797705"/>
              <a:gd name="connsiteX88" fmla="*/ 590902 w 829568"/>
              <a:gd name="connsiteY88" fmla="*/ 554327 h 797705"/>
              <a:gd name="connsiteX89" fmla="*/ 579537 w 829568"/>
              <a:gd name="connsiteY89" fmla="*/ 563399 h 797705"/>
              <a:gd name="connsiteX90" fmla="*/ 574991 w 829568"/>
              <a:gd name="connsiteY90" fmla="*/ 556595 h 797705"/>
              <a:gd name="connsiteX91" fmla="*/ 570445 w 829568"/>
              <a:gd name="connsiteY91" fmla="*/ 558863 h 797705"/>
              <a:gd name="connsiteX92" fmla="*/ 568172 w 829568"/>
              <a:gd name="connsiteY92" fmla="*/ 563399 h 797705"/>
              <a:gd name="connsiteX93" fmla="*/ 568172 w 829568"/>
              <a:gd name="connsiteY93" fmla="*/ 565667 h 797705"/>
              <a:gd name="connsiteX94" fmla="*/ 568172 w 829568"/>
              <a:gd name="connsiteY94" fmla="*/ 570203 h 797705"/>
              <a:gd name="connsiteX95" fmla="*/ 565899 w 829568"/>
              <a:gd name="connsiteY95" fmla="*/ 572471 h 797705"/>
              <a:gd name="connsiteX96" fmla="*/ 565899 w 829568"/>
              <a:gd name="connsiteY96" fmla="*/ 574739 h 797705"/>
              <a:gd name="connsiteX97" fmla="*/ 581810 w 829568"/>
              <a:gd name="connsiteY97" fmla="*/ 581543 h 797705"/>
              <a:gd name="connsiteX98" fmla="*/ 586356 w 829568"/>
              <a:gd name="connsiteY98" fmla="*/ 586079 h 797705"/>
              <a:gd name="connsiteX99" fmla="*/ 590902 w 829568"/>
              <a:gd name="connsiteY99" fmla="*/ 579275 h 797705"/>
              <a:gd name="connsiteX100" fmla="*/ 597721 w 829568"/>
              <a:gd name="connsiteY100" fmla="*/ 583811 h 797705"/>
              <a:gd name="connsiteX101" fmla="*/ 599994 w 829568"/>
              <a:gd name="connsiteY101" fmla="*/ 579275 h 797705"/>
              <a:gd name="connsiteX102" fmla="*/ 606813 w 829568"/>
              <a:gd name="connsiteY102" fmla="*/ 588347 h 797705"/>
              <a:gd name="connsiteX103" fmla="*/ 606813 w 829568"/>
              <a:gd name="connsiteY103" fmla="*/ 590616 h 797705"/>
              <a:gd name="connsiteX104" fmla="*/ 602267 w 829568"/>
              <a:gd name="connsiteY104" fmla="*/ 601956 h 797705"/>
              <a:gd name="connsiteX105" fmla="*/ 604540 w 829568"/>
              <a:gd name="connsiteY105" fmla="*/ 606492 h 797705"/>
              <a:gd name="connsiteX106" fmla="*/ 609086 w 829568"/>
              <a:gd name="connsiteY106" fmla="*/ 611028 h 797705"/>
              <a:gd name="connsiteX107" fmla="*/ 606813 w 829568"/>
              <a:gd name="connsiteY107" fmla="*/ 613296 h 797705"/>
              <a:gd name="connsiteX108" fmla="*/ 588629 w 829568"/>
              <a:gd name="connsiteY108" fmla="*/ 613296 h 797705"/>
              <a:gd name="connsiteX109" fmla="*/ 572718 w 829568"/>
              <a:gd name="connsiteY109" fmla="*/ 597420 h 797705"/>
              <a:gd name="connsiteX110" fmla="*/ 568172 w 829568"/>
              <a:gd name="connsiteY110" fmla="*/ 606492 h 797705"/>
              <a:gd name="connsiteX111" fmla="*/ 561353 w 829568"/>
              <a:gd name="connsiteY111" fmla="*/ 597420 h 797705"/>
              <a:gd name="connsiteX112" fmla="*/ 556807 w 829568"/>
              <a:gd name="connsiteY112" fmla="*/ 592884 h 797705"/>
              <a:gd name="connsiteX113" fmla="*/ 540896 w 829568"/>
              <a:gd name="connsiteY113" fmla="*/ 570203 h 797705"/>
              <a:gd name="connsiteX114" fmla="*/ 529530 w 829568"/>
              <a:gd name="connsiteY114" fmla="*/ 565667 h 797705"/>
              <a:gd name="connsiteX115" fmla="*/ 518165 w 829568"/>
              <a:gd name="connsiteY115" fmla="*/ 572471 h 797705"/>
              <a:gd name="connsiteX116" fmla="*/ 509073 w 829568"/>
              <a:gd name="connsiteY116" fmla="*/ 577007 h 797705"/>
              <a:gd name="connsiteX117" fmla="*/ 506800 w 829568"/>
              <a:gd name="connsiteY117" fmla="*/ 574739 h 797705"/>
              <a:gd name="connsiteX118" fmla="*/ 504527 w 829568"/>
              <a:gd name="connsiteY118" fmla="*/ 574739 h 797705"/>
              <a:gd name="connsiteX119" fmla="*/ 503669 w 829568"/>
              <a:gd name="connsiteY119" fmla="*/ 574870 h 797705"/>
              <a:gd name="connsiteX120" fmla="*/ 505946 w 829568"/>
              <a:gd name="connsiteY120" fmla="*/ 577143 h 797705"/>
              <a:gd name="connsiteX121" fmla="*/ 505946 w 829568"/>
              <a:gd name="connsiteY121" fmla="*/ 579415 h 797705"/>
              <a:gd name="connsiteX122" fmla="*/ 505946 w 829568"/>
              <a:gd name="connsiteY122" fmla="*/ 581688 h 797705"/>
              <a:gd name="connsiteX123" fmla="*/ 496839 w 829568"/>
              <a:gd name="connsiteY123" fmla="*/ 590779 h 797705"/>
              <a:gd name="connsiteX124" fmla="*/ 496839 w 829568"/>
              <a:gd name="connsiteY124" fmla="*/ 595324 h 797705"/>
              <a:gd name="connsiteX125" fmla="*/ 501392 w 829568"/>
              <a:gd name="connsiteY125" fmla="*/ 599870 h 797705"/>
              <a:gd name="connsiteX126" fmla="*/ 510500 w 829568"/>
              <a:gd name="connsiteY126" fmla="*/ 608960 h 797705"/>
              <a:gd name="connsiteX127" fmla="*/ 508223 w 829568"/>
              <a:gd name="connsiteY127" fmla="*/ 613506 h 797705"/>
              <a:gd name="connsiteX128" fmla="*/ 508223 w 829568"/>
              <a:gd name="connsiteY128" fmla="*/ 618051 h 797705"/>
              <a:gd name="connsiteX129" fmla="*/ 490008 w 829568"/>
              <a:gd name="connsiteY129" fmla="*/ 640778 h 797705"/>
              <a:gd name="connsiteX130" fmla="*/ 464962 w 829568"/>
              <a:gd name="connsiteY130" fmla="*/ 631687 h 797705"/>
              <a:gd name="connsiteX131" fmla="*/ 451300 w 829568"/>
              <a:gd name="connsiteY131" fmla="*/ 624869 h 797705"/>
              <a:gd name="connsiteX132" fmla="*/ 423977 w 829568"/>
              <a:gd name="connsiteY132" fmla="*/ 638506 h 797705"/>
              <a:gd name="connsiteX133" fmla="*/ 414870 w 829568"/>
              <a:gd name="connsiteY133" fmla="*/ 643051 h 797705"/>
              <a:gd name="connsiteX134" fmla="*/ 398931 w 829568"/>
              <a:gd name="connsiteY134" fmla="*/ 645324 h 797705"/>
              <a:gd name="connsiteX135" fmla="*/ 394378 w 829568"/>
              <a:gd name="connsiteY135" fmla="*/ 652142 h 797705"/>
              <a:gd name="connsiteX136" fmla="*/ 373885 w 829568"/>
              <a:gd name="connsiteY136" fmla="*/ 654415 h 797705"/>
              <a:gd name="connsiteX137" fmla="*/ 353393 w 829568"/>
              <a:gd name="connsiteY137" fmla="*/ 661233 h 797705"/>
              <a:gd name="connsiteX138" fmla="*/ 344285 w 829568"/>
              <a:gd name="connsiteY138" fmla="*/ 683960 h 797705"/>
              <a:gd name="connsiteX139" fmla="*/ 346559 w 829568"/>
              <a:gd name="connsiteY139" fmla="*/ 695305 h 797705"/>
              <a:gd name="connsiteX140" fmla="*/ 346890 w 829568"/>
              <a:gd name="connsiteY140" fmla="*/ 695371 h 797705"/>
              <a:gd name="connsiteX141" fmla="*/ 349169 w 829568"/>
              <a:gd name="connsiteY141" fmla="*/ 697639 h 797705"/>
              <a:gd name="connsiteX142" fmla="*/ 349169 w 829568"/>
              <a:gd name="connsiteY142" fmla="*/ 708981 h 797705"/>
              <a:gd name="connsiteX143" fmla="*/ 349169 w 829568"/>
              <a:gd name="connsiteY143" fmla="*/ 713518 h 797705"/>
              <a:gd name="connsiteX144" fmla="*/ 346890 w 829568"/>
              <a:gd name="connsiteY144" fmla="*/ 724861 h 797705"/>
              <a:gd name="connsiteX145" fmla="*/ 340053 w 829568"/>
              <a:gd name="connsiteY145" fmla="*/ 722592 h 797705"/>
              <a:gd name="connsiteX146" fmla="*/ 317264 w 829568"/>
              <a:gd name="connsiteY146" fmla="*/ 720324 h 797705"/>
              <a:gd name="connsiteX147" fmla="*/ 312706 w 829568"/>
              <a:gd name="connsiteY147" fmla="*/ 718055 h 797705"/>
              <a:gd name="connsiteX148" fmla="*/ 303590 w 829568"/>
              <a:gd name="connsiteY148" fmla="*/ 724861 h 797705"/>
              <a:gd name="connsiteX149" fmla="*/ 294474 w 829568"/>
              <a:gd name="connsiteY149" fmla="*/ 731666 h 797705"/>
              <a:gd name="connsiteX150" fmla="*/ 289916 w 829568"/>
              <a:gd name="connsiteY150" fmla="*/ 738471 h 797705"/>
              <a:gd name="connsiteX151" fmla="*/ 289916 w 829568"/>
              <a:gd name="connsiteY151" fmla="*/ 752082 h 797705"/>
              <a:gd name="connsiteX152" fmla="*/ 280800 w 829568"/>
              <a:gd name="connsiteY152" fmla="*/ 740740 h 797705"/>
              <a:gd name="connsiteX153" fmla="*/ 278521 w 829568"/>
              <a:gd name="connsiteY153" fmla="*/ 738471 h 797705"/>
              <a:gd name="connsiteX154" fmla="*/ 278521 w 829568"/>
              <a:gd name="connsiteY154" fmla="*/ 743008 h 797705"/>
              <a:gd name="connsiteX155" fmla="*/ 276242 w 829568"/>
              <a:gd name="connsiteY155" fmla="*/ 749814 h 797705"/>
              <a:gd name="connsiteX156" fmla="*/ 269405 w 829568"/>
              <a:gd name="connsiteY156" fmla="*/ 761156 h 797705"/>
              <a:gd name="connsiteX157" fmla="*/ 232942 w 829568"/>
              <a:gd name="connsiteY157" fmla="*/ 749814 h 797705"/>
              <a:gd name="connsiteX158" fmla="*/ 230663 w 829568"/>
              <a:gd name="connsiteY158" fmla="*/ 754351 h 797705"/>
              <a:gd name="connsiteX159" fmla="*/ 203316 w 829568"/>
              <a:gd name="connsiteY159" fmla="*/ 754351 h 797705"/>
              <a:gd name="connsiteX160" fmla="*/ 180526 w 829568"/>
              <a:gd name="connsiteY160" fmla="*/ 761156 h 797705"/>
              <a:gd name="connsiteX161" fmla="*/ 169131 w 829568"/>
              <a:gd name="connsiteY161" fmla="*/ 767961 h 797705"/>
              <a:gd name="connsiteX162" fmla="*/ 157736 w 829568"/>
              <a:gd name="connsiteY162" fmla="*/ 783841 h 797705"/>
              <a:gd name="connsiteX163" fmla="*/ 137226 w 829568"/>
              <a:gd name="connsiteY163" fmla="*/ 797451 h 797705"/>
              <a:gd name="connsiteX164" fmla="*/ 128110 w 829568"/>
              <a:gd name="connsiteY164" fmla="*/ 786109 h 797705"/>
              <a:gd name="connsiteX165" fmla="*/ 121273 w 829568"/>
              <a:gd name="connsiteY165" fmla="*/ 792914 h 797705"/>
              <a:gd name="connsiteX166" fmla="*/ 93925 w 829568"/>
              <a:gd name="connsiteY166" fmla="*/ 790646 h 797705"/>
              <a:gd name="connsiteX167" fmla="*/ 68857 w 829568"/>
              <a:gd name="connsiteY167" fmla="*/ 790646 h 797705"/>
              <a:gd name="connsiteX168" fmla="*/ 57462 w 829568"/>
              <a:gd name="connsiteY168" fmla="*/ 792914 h 797705"/>
              <a:gd name="connsiteX169" fmla="*/ 46067 w 829568"/>
              <a:gd name="connsiteY169" fmla="*/ 788377 h 797705"/>
              <a:gd name="connsiteX170" fmla="*/ 25556 w 829568"/>
              <a:gd name="connsiteY170" fmla="*/ 786109 h 797705"/>
              <a:gd name="connsiteX171" fmla="*/ 25556 w 829568"/>
              <a:gd name="connsiteY171" fmla="*/ 783841 h 797705"/>
              <a:gd name="connsiteX172" fmla="*/ 27835 w 829568"/>
              <a:gd name="connsiteY172" fmla="*/ 777035 h 797705"/>
              <a:gd name="connsiteX173" fmla="*/ 25556 w 829568"/>
              <a:gd name="connsiteY173" fmla="*/ 774767 h 797705"/>
              <a:gd name="connsiteX174" fmla="*/ 43788 w 829568"/>
              <a:gd name="connsiteY174" fmla="*/ 770230 h 797705"/>
              <a:gd name="connsiteX175" fmla="*/ 48346 w 829568"/>
              <a:gd name="connsiteY175" fmla="*/ 699908 h 797705"/>
              <a:gd name="connsiteX176" fmla="*/ 5046 w 829568"/>
              <a:gd name="connsiteY176" fmla="*/ 670418 h 797705"/>
              <a:gd name="connsiteX177" fmla="*/ 30114 w 829568"/>
              <a:gd name="connsiteY177" fmla="*/ 615975 h 797705"/>
              <a:gd name="connsiteX178" fmla="*/ 41509 w 829568"/>
              <a:gd name="connsiteY178" fmla="*/ 600095 h 797705"/>
              <a:gd name="connsiteX179" fmla="*/ 34672 w 829568"/>
              <a:gd name="connsiteY179" fmla="*/ 581948 h 797705"/>
              <a:gd name="connsiteX180" fmla="*/ 41509 w 829568"/>
              <a:gd name="connsiteY180" fmla="*/ 554726 h 797705"/>
              <a:gd name="connsiteX181" fmla="*/ 16441 w 829568"/>
              <a:gd name="connsiteY181" fmla="*/ 543384 h 797705"/>
              <a:gd name="connsiteX182" fmla="*/ 34672 w 829568"/>
              <a:gd name="connsiteY182" fmla="*/ 541115 h 797705"/>
              <a:gd name="connsiteX183" fmla="*/ 41498 w 829568"/>
              <a:gd name="connsiteY183" fmla="*/ 541115 h 797705"/>
              <a:gd name="connsiteX184" fmla="*/ 39341 w 829568"/>
              <a:gd name="connsiteY184" fmla="*/ 528176 h 797705"/>
              <a:gd name="connsiteX185" fmla="*/ 86966 w 829568"/>
              <a:gd name="connsiteY185" fmla="*/ 494839 h 797705"/>
              <a:gd name="connsiteX186" fmla="*/ 65409 w 829568"/>
              <a:gd name="connsiteY186" fmla="*/ 464300 h 797705"/>
              <a:gd name="connsiteX187" fmla="*/ 62429 w 829568"/>
              <a:gd name="connsiteY187" fmla="*/ 465726 h 797705"/>
              <a:gd name="connsiteX188" fmla="*/ 62429 w 829568"/>
              <a:gd name="connsiteY188" fmla="*/ 467991 h 797705"/>
              <a:gd name="connsiteX189" fmla="*/ 57874 w 829568"/>
              <a:gd name="connsiteY189" fmla="*/ 470256 h 797705"/>
              <a:gd name="connsiteX190" fmla="*/ 48763 w 829568"/>
              <a:gd name="connsiteY190" fmla="*/ 472522 h 797705"/>
              <a:gd name="connsiteX191" fmla="*/ 35096 w 829568"/>
              <a:gd name="connsiteY191" fmla="*/ 467991 h 797705"/>
              <a:gd name="connsiteX192" fmla="*/ 32818 w 829568"/>
              <a:gd name="connsiteY192" fmla="*/ 449871 h 797705"/>
              <a:gd name="connsiteX193" fmla="*/ 55596 w 829568"/>
              <a:gd name="connsiteY193" fmla="*/ 418160 h 797705"/>
              <a:gd name="connsiteX194" fmla="*/ 55596 w 829568"/>
              <a:gd name="connsiteY194" fmla="*/ 404569 h 797705"/>
              <a:gd name="connsiteX195" fmla="*/ 48763 w 829568"/>
              <a:gd name="connsiteY195" fmla="*/ 372858 h 797705"/>
              <a:gd name="connsiteX196" fmla="*/ 41929 w 829568"/>
              <a:gd name="connsiteY196" fmla="*/ 354737 h 797705"/>
              <a:gd name="connsiteX197" fmla="*/ 41929 w 829568"/>
              <a:gd name="connsiteY197" fmla="*/ 320761 h 797705"/>
              <a:gd name="connsiteX198" fmla="*/ 41929 w 829568"/>
              <a:gd name="connsiteY198" fmla="*/ 300375 h 797705"/>
              <a:gd name="connsiteX199" fmla="*/ 44207 w 829568"/>
              <a:gd name="connsiteY199" fmla="*/ 302640 h 797705"/>
              <a:gd name="connsiteX200" fmla="*/ 57934 w 829568"/>
              <a:gd name="connsiteY200" fmla="*/ 312196 h 797705"/>
              <a:gd name="connsiteX201" fmla="*/ 58242 w 829568"/>
              <a:gd name="connsiteY201" fmla="*/ 311394 h 797705"/>
              <a:gd name="connsiteX202" fmla="*/ 56256 w 829568"/>
              <a:gd name="connsiteY202" fmla="*/ 310012 h 797705"/>
              <a:gd name="connsiteX203" fmla="*/ 44300 w 829568"/>
              <a:gd name="connsiteY203" fmla="*/ 302367 h 797705"/>
              <a:gd name="connsiteX204" fmla="*/ 42022 w 829568"/>
              <a:gd name="connsiteY204" fmla="*/ 300102 h 797705"/>
              <a:gd name="connsiteX205" fmla="*/ 44300 w 829568"/>
              <a:gd name="connsiteY205" fmla="*/ 291042 h 797705"/>
              <a:gd name="connsiteX206" fmla="*/ 78462 w 829568"/>
              <a:gd name="connsiteY206" fmla="*/ 259331 h 797705"/>
              <a:gd name="connsiteX207" fmla="*/ 92126 w 829568"/>
              <a:gd name="connsiteY207" fmla="*/ 232149 h 797705"/>
              <a:gd name="connsiteX208" fmla="*/ 114901 w 829568"/>
              <a:gd name="connsiteY208" fmla="*/ 211764 h 797705"/>
              <a:gd name="connsiteX209" fmla="*/ 108638 w 829568"/>
              <a:gd name="connsiteY209" fmla="*/ 204968 h 797705"/>
              <a:gd name="connsiteX210" fmla="*/ 92261 w 829568"/>
              <a:gd name="connsiteY210" fmla="*/ 198228 h 797705"/>
              <a:gd name="connsiteX211" fmla="*/ 91806 w 829568"/>
              <a:gd name="connsiteY211" fmla="*/ 198355 h 797705"/>
              <a:gd name="connsiteX212" fmla="*/ 84968 w 829568"/>
              <a:gd name="connsiteY212" fmla="*/ 193807 h 797705"/>
              <a:gd name="connsiteX213" fmla="*/ 94086 w 829568"/>
              <a:gd name="connsiteY213" fmla="*/ 155145 h 797705"/>
              <a:gd name="connsiteX214" fmla="*/ 135114 w 829568"/>
              <a:gd name="connsiteY214" fmla="*/ 127854 h 797705"/>
              <a:gd name="connsiteX215" fmla="*/ 160186 w 829568"/>
              <a:gd name="connsiteY215" fmla="*/ 134677 h 797705"/>
              <a:gd name="connsiteX216" fmla="*/ 160186 w 829568"/>
              <a:gd name="connsiteY216" fmla="*/ 109660 h 797705"/>
              <a:gd name="connsiteX217" fmla="*/ 187538 w 829568"/>
              <a:gd name="connsiteY217" fmla="*/ 82369 h 797705"/>
              <a:gd name="connsiteX218" fmla="*/ 187538 w 829568"/>
              <a:gd name="connsiteY218" fmla="*/ 48256 h 797705"/>
              <a:gd name="connsiteX219" fmla="*/ 190103 w 829568"/>
              <a:gd name="connsiteY219"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3669 w 829568"/>
              <a:gd name="connsiteY116" fmla="*/ 574870 h 797705"/>
              <a:gd name="connsiteX117" fmla="*/ 505946 w 829568"/>
              <a:gd name="connsiteY117" fmla="*/ 577143 h 797705"/>
              <a:gd name="connsiteX118" fmla="*/ 505946 w 829568"/>
              <a:gd name="connsiteY118" fmla="*/ 579415 h 797705"/>
              <a:gd name="connsiteX119" fmla="*/ 505946 w 829568"/>
              <a:gd name="connsiteY119" fmla="*/ 581688 h 797705"/>
              <a:gd name="connsiteX120" fmla="*/ 496839 w 829568"/>
              <a:gd name="connsiteY120" fmla="*/ 590779 h 797705"/>
              <a:gd name="connsiteX121" fmla="*/ 496839 w 829568"/>
              <a:gd name="connsiteY121" fmla="*/ 595324 h 797705"/>
              <a:gd name="connsiteX122" fmla="*/ 501392 w 829568"/>
              <a:gd name="connsiteY122" fmla="*/ 599870 h 797705"/>
              <a:gd name="connsiteX123" fmla="*/ 510500 w 829568"/>
              <a:gd name="connsiteY123" fmla="*/ 608960 h 797705"/>
              <a:gd name="connsiteX124" fmla="*/ 508223 w 829568"/>
              <a:gd name="connsiteY124" fmla="*/ 613506 h 797705"/>
              <a:gd name="connsiteX125" fmla="*/ 508223 w 829568"/>
              <a:gd name="connsiteY125" fmla="*/ 618051 h 797705"/>
              <a:gd name="connsiteX126" fmla="*/ 490008 w 829568"/>
              <a:gd name="connsiteY126" fmla="*/ 640778 h 797705"/>
              <a:gd name="connsiteX127" fmla="*/ 464962 w 829568"/>
              <a:gd name="connsiteY127" fmla="*/ 631687 h 797705"/>
              <a:gd name="connsiteX128" fmla="*/ 451300 w 829568"/>
              <a:gd name="connsiteY128" fmla="*/ 624869 h 797705"/>
              <a:gd name="connsiteX129" fmla="*/ 423977 w 829568"/>
              <a:gd name="connsiteY129" fmla="*/ 638506 h 797705"/>
              <a:gd name="connsiteX130" fmla="*/ 414870 w 829568"/>
              <a:gd name="connsiteY130" fmla="*/ 643051 h 797705"/>
              <a:gd name="connsiteX131" fmla="*/ 398931 w 829568"/>
              <a:gd name="connsiteY131" fmla="*/ 645324 h 797705"/>
              <a:gd name="connsiteX132" fmla="*/ 394378 w 829568"/>
              <a:gd name="connsiteY132" fmla="*/ 652142 h 797705"/>
              <a:gd name="connsiteX133" fmla="*/ 373885 w 829568"/>
              <a:gd name="connsiteY133" fmla="*/ 654415 h 797705"/>
              <a:gd name="connsiteX134" fmla="*/ 353393 w 829568"/>
              <a:gd name="connsiteY134" fmla="*/ 661233 h 797705"/>
              <a:gd name="connsiteX135" fmla="*/ 344285 w 829568"/>
              <a:gd name="connsiteY135" fmla="*/ 683960 h 797705"/>
              <a:gd name="connsiteX136" fmla="*/ 346559 w 829568"/>
              <a:gd name="connsiteY136" fmla="*/ 695305 h 797705"/>
              <a:gd name="connsiteX137" fmla="*/ 346890 w 829568"/>
              <a:gd name="connsiteY137" fmla="*/ 695371 h 797705"/>
              <a:gd name="connsiteX138" fmla="*/ 349169 w 829568"/>
              <a:gd name="connsiteY138" fmla="*/ 697639 h 797705"/>
              <a:gd name="connsiteX139" fmla="*/ 349169 w 829568"/>
              <a:gd name="connsiteY139" fmla="*/ 708981 h 797705"/>
              <a:gd name="connsiteX140" fmla="*/ 349169 w 829568"/>
              <a:gd name="connsiteY140" fmla="*/ 713518 h 797705"/>
              <a:gd name="connsiteX141" fmla="*/ 346890 w 829568"/>
              <a:gd name="connsiteY141" fmla="*/ 724861 h 797705"/>
              <a:gd name="connsiteX142" fmla="*/ 340053 w 829568"/>
              <a:gd name="connsiteY142" fmla="*/ 722592 h 797705"/>
              <a:gd name="connsiteX143" fmla="*/ 317264 w 829568"/>
              <a:gd name="connsiteY143" fmla="*/ 720324 h 797705"/>
              <a:gd name="connsiteX144" fmla="*/ 312706 w 829568"/>
              <a:gd name="connsiteY144" fmla="*/ 718055 h 797705"/>
              <a:gd name="connsiteX145" fmla="*/ 303590 w 829568"/>
              <a:gd name="connsiteY145" fmla="*/ 724861 h 797705"/>
              <a:gd name="connsiteX146" fmla="*/ 294474 w 829568"/>
              <a:gd name="connsiteY146" fmla="*/ 731666 h 797705"/>
              <a:gd name="connsiteX147" fmla="*/ 289916 w 829568"/>
              <a:gd name="connsiteY147" fmla="*/ 738471 h 797705"/>
              <a:gd name="connsiteX148" fmla="*/ 289916 w 829568"/>
              <a:gd name="connsiteY148" fmla="*/ 752082 h 797705"/>
              <a:gd name="connsiteX149" fmla="*/ 280800 w 829568"/>
              <a:gd name="connsiteY149" fmla="*/ 740740 h 797705"/>
              <a:gd name="connsiteX150" fmla="*/ 278521 w 829568"/>
              <a:gd name="connsiteY150" fmla="*/ 738471 h 797705"/>
              <a:gd name="connsiteX151" fmla="*/ 278521 w 829568"/>
              <a:gd name="connsiteY151" fmla="*/ 743008 h 797705"/>
              <a:gd name="connsiteX152" fmla="*/ 276242 w 829568"/>
              <a:gd name="connsiteY152" fmla="*/ 749814 h 797705"/>
              <a:gd name="connsiteX153" fmla="*/ 269405 w 829568"/>
              <a:gd name="connsiteY153" fmla="*/ 761156 h 797705"/>
              <a:gd name="connsiteX154" fmla="*/ 232942 w 829568"/>
              <a:gd name="connsiteY154" fmla="*/ 749814 h 797705"/>
              <a:gd name="connsiteX155" fmla="*/ 230663 w 829568"/>
              <a:gd name="connsiteY155" fmla="*/ 754351 h 797705"/>
              <a:gd name="connsiteX156" fmla="*/ 203316 w 829568"/>
              <a:gd name="connsiteY156" fmla="*/ 754351 h 797705"/>
              <a:gd name="connsiteX157" fmla="*/ 180526 w 829568"/>
              <a:gd name="connsiteY157" fmla="*/ 761156 h 797705"/>
              <a:gd name="connsiteX158" fmla="*/ 169131 w 829568"/>
              <a:gd name="connsiteY158" fmla="*/ 767961 h 797705"/>
              <a:gd name="connsiteX159" fmla="*/ 157736 w 829568"/>
              <a:gd name="connsiteY159" fmla="*/ 783841 h 797705"/>
              <a:gd name="connsiteX160" fmla="*/ 137226 w 829568"/>
              <a:gd name="connsiteY160" fmla="*/ 797451 h 797705"/>
              <a:gd name="connsiteX161" fmla="*/ 128110 w 829568"/>
              <a:gd name="connsiteY161" fmla="*/ 786109 h 797705"/>
              <a:gd name="connsiteX162" fmla="*/ 121273 w 829568"/>
              <a:gd name="connsiteY162" fmla="*/ 792914 h 797705"/>
              <a:gd name="connsiteX163" fmla="*/ 93925 w 829568"/>
              <a:gd name="connsiteY163" fmla="*/ 790646 h 797705"/>
              <a:gd name="connsiteX164" fmla="*/ 68857 w 829568"/>
              <a:gd name="connsiteY164" fmla="*/ 790646 h 797705"/>
              <a:gd name="connsiteX165" fmla="*/ 57462 w 829568"/>
              <a:gd name="connsiteY165" fmla="*/ 792914 h 797705"/>
              <a:gd name="connsiteX166" fmla="*/ 46067 w 829568"/>
              <a:gd name="connsiteY166" fmla="*/ 788377 h 797705"/>
              <a:gd name="connsiteX167" fmla="*/ 25556 w 829568"/>
              <a:gd name="connsiteY167" fmla="*/ 786109 h 797705"/>
              <a:gd name="connsiteX168" fmla="*/ 25556 w 829568"/>
              <a:gd name="connsiteY168" fmla="*/ 783841 h 797705"/>
              <a:gd name="connsiteX169" fmla="*/ 27835 w 829568"/>
              <a:gd name="connsiteY169" fmla="*/ 777035 h 797705"/>
              <a:gd name="connsiteX170" fmla="*/ 25556 w 829568"/>
              <a:gd name="connsiteY170" fmla="*/ 774767 h 797705"/>
              <a:gd name="connsiteX171" fmla="*/ 43788 w 829568"/>
              <a:gd name="connsiteY171" fmla="*/ 770230 h 797705"/>
              <a:gd name="connsiteX172" fmla="*/ 48346 w 829568"/>
              <a:gd name="connsiteY172" fmla="*/ 699908 h 797705"/>
              <a:gd name="connsiteX173" fmla="*/ 5046 w 829568"/>
              <a:gd name="connsiteY173" fmla="*/ 670418 h 797705"/>
              <a:gd name="connsiteX174" fmla="*/ 30114 w 829568"/>
              <a:gd name="connsiteY174" fmla="*/ 615975 h 797705"/>
              <a:gd name="connsiteX175" fmla="*/ 41509 w 829568"/>
              <a:gd name="connsiteY175" fmla="*/ 600095 h 797705"/>
              <a:gd name="connsiteX176" fmla="*/ 34672 w 829568"/>
              <a:gd name="connsiteY176" fmla="*/ 581948 h 797705"/>
              <a:gd name="connsiteX177" fmla="*/ 41509 w 829568"/>
              <a:gd name="connsiteY177" fmla="*/ 554726 h 797705"/>
              <a:gd name="connsiteX178" fmla="*/ 16441 w 829568"/>
              <a:gd name="connsiteY178" fmla="*/ 543384 h 797705"/>
              <a:gd name="connsiteX179" fmla="*/ 34672 w 829568"/>
              <a:gd name="connsiteY179" fmla="*/ 541115 h 797705"/>
              <a:gd name="connsiteX180" fmla="*/ 41498 w 829568"/>
              <a:gd name="connsiteY180" fmla="*/ 541115 h 797705"/>
              <a:gd name="connsiteX181" fmla="*/ 39341 w 829568"/>
              <a:gd name="connsiteY181" fmla="*/ 528176 h 797705"/>
              <a:gd name="connsiteX182" fmla="*/ 86966 w 829568"/>
              <a:gd name="connsiteY182" fmla="*/ 494839 h 797705"/>
              <a:gd name="connsiteX183" fmla="*/ 65409 w 829568"/>
              <a:gd name="connsiteY183" fmla="*/ 464300 h 797705"/>
              <a:gd name="connsiteX184" fmla="*/ 62429 w 829568"/>
              <a:gd name="connsiteY184" fmla="*/ 465726 h 797705"/>
              <a:gd name="connsiteX185" fmla="*/ 62429 w 829568"/>
              <a:gd name="connsiteY185" fmla="*/ 467991 h 797705"/>
              <a:gd name="connsiteX186" fmla="*/ 57874 w 829568"/>
              <a:gd name="connsiteY186" fmla="*/ 470256 h 797705"/>
              <a:gd name="connsiteX187" fmla="*/ 48763 w 829568"/>
              <a:gd name="connsiteY187" fmla="*/ 472522 h 797705"/>
              <a:gd name="connsiteX188" fmla="*/ 35096 w 829568"/>
              <a:gd name="connsiteY188" fmla="*/ 467991 h 797705"/>
              <a:gd name="connsiteX189" fmla="*/ 32818 w 829568"/>
              <a:gd name="connsiteY189" fmla="*/ 449871 h 797705"/>
              <a:gd name="connsiteX190" fmla="*/ 55596 w 829568"/>
              <a:gd name="connsiteY190" fmla="*/ 418160 h 797705"/>
              <a:gd name="connsiteX191" fmla="*/ 55596 w 829568"/>
              <a:gd name="connsiteY191" fmla="*/ 404569 h 797705"/>
              <a:gd name="connsiteX192" fmla="*/ 48763 w 829568"/>
              <a:gd name="connsiteY192" fmla="*/ 372858 h 797705"/>
              <a:gd name="connsiteX193" fmla="*/ 41929 w 829568"/>
              <a:gd name="connsiteY193" fmla="*/ 354737 h 797705"/>
              <a:gd name="connsiteX194" fmla="*/ 41929 w 829568"/>
              <a:gd name="connsiteY194" fmla="*/ 320761 h 797705"/>
              <a:gd name="connsiteX195" fmla="*/ 41929 w 829568"/>
              <a:gd name="connsiteY195" fmla="*/ 300375 h 797705"/>
              <a:gd name="connsiteX196" fmla="*/ 44207 w 829568"/>
              <a:gd name="connsiteY196" fmla="*/ 302640 h 797705"/>
              <a:gd name="connsiteX197" fmla="*/ 57934 w 829568"/>
              <a:gd name="connsiteY197" fmla="*/ 312196 h 797705"/>
              <a:gd name="connsiteX198" fmla="*/ 58242 w 829568"/>
              <a:gd name="connsiteY198" fmla="*/ 311394 h 797705"/>
              <a:gd name="connsiteX199" fmla="*/ 56256 w 829568"/>
              <a:gd name="connsiteY199" fmla="*/ 310012 h 797705"/>
              <a:gd name="connsiteX200" fmla="*/ 44300 w 829568"/>
              <a:gd name="connsiteY200" fmla="*/ 302367 h 797705"/>
              <a:gd name="connsiteX201" fmla="*/ 42022 w 829568"/>
              <a:gd name="connsiteY201" fmla="*/ 300102 h 797705"/>
              <a:gd name="connsiteX202" fmla="*/ 44300 w 829568"/>
              <a:gd name="connsiteY202" fmla="*/ 291042 h 797705"/>
              <a:gd name="connsiteX203" fmla="*/ 78462 w 829568"/>
              <a:gd name="connsiteY203" fmla="*/ 259331 h 797705"/>
              <a:gd name="connsiteX204" fmla="*/ 92126 w 829568"/>
              <a:gd name="connsiteY204" fmla="*/ 232149 h 797705"/>
              <a:gd name="connsiteX205" fmla="*/ 114901 w 829568"/>
              <a:gd name="connsiteY205" fmla="*/ 211764 h 797705"/>
              <a:gd name="connsiteX206" fmla="*/ 108638 w 829568"/>
              <a:gd name="connsiteY206" fmla="*/ 204968 h 797705"/>
              <a:gd name="connsiteX207" fmla="*/ 92261 w 829568"/>
              <a:gd name="connsiteY207" fmla="*/ 198228 h 797705"/>
              <a:gd name="connsiteX208" fmla="*/ 91806 w 829568"/>
              <a:gd name="connsiteY208" fmla="*/ 198355 h 797705"/>
              <a:gd name="connsiteX209" fmla="*/ 84968 w 829568"/>
              <a:gd name="connsiteY209" fmla="*/ 193807 h 797705"/>
              <a:gd name="connsiteX210" fmla="*/ 94086 w 829568"/>
              <a:gd name="connsiteY210" fmla="*/ 155145 h 797705"/>
              <a:gd name="connsiteX211" fmla="*/ 135114 w 829568"/>
              <a:gd name="connsiteY211" fmla="*/ 127854 h 797705"/>
              <a:gd name="connsiteX212" fmla="*/ 160186 w 829568"/>
              <a:gd name="connsiteY212" fmla="*/ 134677 h 797705"/>
              <a:gd name="connsiteX213" fmla="*/ 160186 w 829568"/>
              <a:gd name="connsiteY213" fmla="*/ 109660 h 797705"/>
              <a:gd name="connsiteX214" fmla="*/ 187538 w 829568"/>
              <a:gd name="connsiteY214" fmla="*/ 82369 h 797705"/>
              <a:gd name="connsiteX215" fmla="*/ 187538 w 829568"/>
              <a:gd name="connsiteY215" fmla="*/ 48256 h 797705"/>
              <a:gd name="connsiteX216" fmla="*/ 190103 w 829568"/>
              <a:gd name="connsiteY216"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3669 w 829568"/>
              <a:gd name="connsiteY116" fmla="*/ 574870 h 797705"/>
              <a:gd name="connsiteX117" fmla="*/ 505946 w 829568"/>
              <a:gd name="connsiteY117" fmla="*/ 579415 h 797705"/>
              <a:gd name="connsiteX118" fmla="*/ 505946 w 829568"/>
              <a:gd name="connsiteY118" fmla="*/ 581688 h 797705"/>
              <a:gd name="connsiteX119" fmla="*/ 496839 w 829568"/>
              <a:gd name="connsiteY119" fmla="*/ 590779 h 797705"/>
              <a:gd name="connsiteX120" fmla="*/ 496839 w 829568"/>
              <a:gd name="connsiteY120" fmla="*/ 595324 h 797705"/>
              <a:gd name="connsiteX121" fmla="*/ 501392 w 829568"/>
              <a:gd name="connsiteY121" fmla="*/ 599870 h 797705"/>
              <a:gd name="connsiteX122" fmla="*/ 510500 w 829568"/>
              <a:gd name="connsiteY122" fmla="*/ 608960 h 797705"/>
              <a:gd name="connsiteX123" fmla="*/ 508223 w 829568"/>
              <a:gd name="connsiteY123" fmla="*/ 613506 h 797705"/>
              <a:gd name="connsiteX124" fmla="*/ 508223 w 829568"/>
              <a:gd name="connsiteY124" fmla="*/ 618051 h 797705"/>
              <a:gd name="connsiteX125" fmla="*/ 490008 w 829568"/>
              <a:gd name="connsiteY125" fmla="*/ 640778 h 797705"/>
              <a:gd name="connsiteX126" fmla="*/ 464962 w 829568"/>
              <a:gd name="connsiteY126" fmla="*/ 631687 h 797705"/>
              <a:gd name="connsiteX127" fmla="*/ 451300 w 829568"/>
              <a:gd name="connsiteY127" fmla="*/ 624869 h 797705"/>
              <a:gd name="connsiteX128" fmla="*/ 423977 w 829568"/>
              <a:gd name="connsiteY128" fmla="*/ 638506 h 797705"/>
              <a:gd name="connsiteX129" fmla="*/ 414870 w 829568"/>
              <a:gd name="connsiteY129" fmla="*/ 643051 h 797705"/>
              <a:gd name="connsiteX130" fmla="*/ 398931 w 829568"/>
              <a:gd name="connsiteY130" fmla="*/ 645324 h 797705"/>
              <a:gd name="connsiteX131" fmla="*/ 394378 w 829568"/>
              <a:gd name="connsiteY131" fmla="*/ 652142 h 797705"/>
              <a:gd name="connsiteX132" fmla="*/ 373885 w 829568"/>
              <a:gd name="connsiteY132" fmla="*/ 654415 h 797705"/>
              <a:gd name="connsiteX133" fmla="*/ 353393 w 829568"/>
              <a:gd name="connsiteY133" fmla="*/ 661233 h 797705"/>
              <a:gd name="connsiteX134" fmla="*/ 344285 w 829568"/>
              <a:gd name="connsiteY134" fmla="*/ 683960 h 797705"/>
              <a:gd name="connsiteX135" fmla="*/ 346559 w 829568"/>
              <a:gd name="connsiteY135" fmla="*/ 695305 h 797705"/>
              <a:gd name="connsiteX136" fmla="*/ 346890 w 829568"/>
              <a:gd name="connsiteY136" fmla="*/ 695371 h 797705"/>
              <a:gd name="connsiteX137" fmla="*/ 349169 w 829568"/>
              <a:gd name="connsiteY137" fmla="*/ 697639 h 797705"/>
              <a:gd name="connsiteX138" fmla="*/ 349169 w 829568"/>
              <a:gd name="connsiteY138" fmla="*/ 708981 h 797705"/>
              <a:gd name="connsiteX139" fmla="*/ 349169 w 829568"/>
              <a:gd name="connsiteY139" fmla="*/ 713518 h 797705"/>
              <a:gd name="connsiteX140" fmla="*/ 346890 w 829568"/>
              <a:gd name="connsiteY140" fmla="*/ 724861 h 797705"/>
              <a:gd name="connsiteX141" fmla="*/ 340053 w 829568"/>
              <a:gd name="connsiteY141" fmla="*/ 722592 h 797705"/>
              <a:gd name="connsiteX142" fmla="*/ 317264 w 829568"/>
              <a:gd name="connsiteY142" fmla="*/ 720324 h 797705"/>
              <a:gd name="connsiteX143" fmla="*/ 312706 w 829568"/>
              <a:gd name="connsiteY143" fmla="*/ 718055 h 797705"/>
              <a:gd name="connsiteX144" fmla="*/ 303590 w 829568"/>
              <a:gd name="connsiteY144" fmla="*/ 724861 h 797705"/>
              <a:gd name="connsiteX145" fmla="*/ 294474 w 829568"/>
              <a:gd name="connsiteY145" fmla="*/ 731666 h 797705"/>
              <a:gd name="connsiteX146" fmla="*/ 289916 w 829568"/>
              <a:gd name="connsiteY146" fmla="*/ 738471 h 797705"/>
              <a:gd name="connsiteX147" fmla="*/ 289916 w 829568"/>
              <a:gd name="connsiteY147" fmla="*/ 752082 h 797705"/>
              <a:gd name="connsiteX148" fmla="*/ 280800 w 829568"/>
              <a:gd name="connsiteY148" fmla="*/ 740740 h 797705"/>
              <a:gd name="connsiteX149" fmla="*/ 278521 w 829568"/>
              <a:gd name="connsiteY149" fmla="*/ 738471 h 797705"/>
              <a:gd name="connsiteX150" fmla="*/ 278521 w 829568"/>
              <a:gd name="connsiteY150" fmla="*/ 743008 h 797705"/>
              <a:gd name="connsiteX151" fmla="*/ 276242 w 829568"/>
              <a:gd name="connsiteY151" fmla="*/ 749814 h 797705"/>
              <a:gd name="connsiteX152" fmla="*/ 269405 w 829568"/>
              <a:gd name="connsiteY152" fmla="*/ 761156 h 797705"/>
              <a:gd name="connsiteX153" fmla="*/ 232942 w 829568"/>
              <a:gd name="connsiteY153" fmla="*/ 749814 h 797705"/>
              <a:gd name="connsiteX154" fmla="*/ 230663 w 829568"/>
              <a:gd name="connsiteY154" fmla="*/ 754351 h 797705"/>
              <a:gd name="connsiteX155" fmla="*/ 203316 w 829568"/>
              <a:gd name="connsiteY155" fmla="*/ 754351 h 797705"/>
              <a:gd name="connsiteX156" fmla="*/ 180526 w 829568"/>
              <a:gd name="connsiteY156" fmla="*/ 761156 h 797705"/>
              <a:gd name="connsiteX157" fmla="*/ 169131 w 829568"/>
              <a:gd name="connsiteY157" fmla="*/ 767961 h 797705"/>
              <a:gd name="connsiteX158" fmla="*/ 157736 w 829568"/>
              <a:gd name="connsiteY158" fmla="*/ 783841 h 797705"/>
              <a:gd name="connsiteX159" fmla="*/ 137226 w 829568"/>
              <a:gd name="connsiteY159" fmla="*/ 797451 h 797705"/>
              <a:gd name="connsiteX160" fmla="*/ 128110 w 829568"/>
              <a:gd name="connsiteY160" fmla="*/ 786109 h 797705"/>
              <a:gd name="connsiteX161" fmla="*/ 121273 w 829568"/>
              <a:gd name="connsiteY161" fmla="*/ 792914 h 797705"/>
              <a:gd name="connsiteX162" fmla="*/ 93925 w 829568"/>
              <a:gd name="connsiteY162" fmla="*/ 790646 h 797705"/>
              <a:gd name="connsiteX163" fmla="*/ 68857 w 829568"/>
              <a:gd name="connsiteY163" fmla="*/ 790646 h 797705"/>
              <a:gd name="connsiteX164" fmla="*/ 57462 w 829568"/>
              <a:gd name="connsiteY164" fmla="*/ 792914 h 797705"/>
              <a:gd name="connsiteX165" fmla="*/ 46067 w 829568"/>
              <a:gd name="connsiteY165" fmla="*/ 788377 h 797705"/>
              <a:gd name="connsiteX166" fmla="*/ 25556 w 829568"/>
              <a:gd name="connsiteY166" fmla="*/ 786109 h 797705"/>
              <a:gd name="connsiteX167" fmla="*/ 25556 w 829568"/>
              <a:gd name="connsiteY167" fmla="*/ 783841 h 797705"/>
              <a:gd name="connsiteX168" fmla="*/ 27835 w 829568"/>
              <a:gd name="connsiteY168" fmla="*/ 777035 h 797705"/>
              <a:gd name="connsiteX169" fmla="*/ 25556 w 829568"/>
              <a:gd name="connsiteY169" fmla="*/ 774767 h 797705"/>
              <a:gd name="connsiteX170" fmla="*/ 43788 w 829568"/>
              <a:gd name="connsiteY170" fmla="*/ 770230 h 797705"/>
              <a:gd name="connsiteX171" fmla="*/ 48346 w 829568"/>
              <a:gd name="connsiteY171" fmla="*/ 699908 h 797705"/>
              <a:gd name="connsiteX172" fmla="*/ 5046 w 829568"/>
              <a:gd name="connsiteY172" fmla="*/ 670418 h 797705"/>
              <a:gd name="connsiteX173" fmla="*/ 30114 w 829568"/>
              <a:gd name="connsiteY173" fmla="*/ 615975 h 797705"/>
              <a:gd name="connsiteX174" fmla="*/ 41509 w 829568"/>
              <a:gd name="connsiteY174" fmla="*/ 600095 h 797705"/>
              <a:gd name="connsiteX175" fmla="*/ 34672 w 829568"/>
              <a:gd name="connsiteY175" fmla="*/ 581948 h 797705"/>
              <a:gd name="connsiteX176" fmla="*/ 41509 w 829568"/>
              <a:gd name="connsiteY176" fmla="*/ 554726 h 797705"/>
              <a:gd name="connsiteX177" fmla="*/ 16441 w 829568"/>
              <a:gd name="connsiteY177" fmla="*/ 543384 h 797705"/>
              <a:gd name="connsiteX178" fmla="*/ 34672 w 829568"/>
              <a:gd name="connsiteY178" fmla="*/ 541115 h 797705"/>
              <a:gd name="connsiteX179" fmla="*/ 41498 w 829568"/>
              <a:gd name="connsiteY179" fmla="*/ 541115 h 797705"/>
              <a:gd name="connsiteX180" fmla="*/ 39341 w 829568"/>
              <a:gd name="connsiteY180" fmla="*/ 528176 h 797705"/>
              <a:gd name="connsiteX181" fmla="*/ 86966 w 829568"/>
              <a:gd name="connsiteY181" fmla="*/ 494839 h 797705"/>
              <a:gd name="connsiteX182" fmla="*/ 65409 w 829568"/>
              <a:gd name="connsiteY182" fmla="*/ 464300 h 797705"/>
              <a:gd name="connsiteX183" fmla="*/ 62429 w 829568"/>
              <a:gd name="connsiteY183" fmla="*/ 465726 h 797705"/>
              <a:gd name="connsiteX184" fmla="*/ 62429 w 829568"/>
              <a:gd name="connsiteY184" fmla="*/ 467991 h 797705"/>
              <a:gd name="connsiteX185" fmla="*/ 57874 w 829568"/>
              <a:gd name="connsiteY185" fmla="*/ 470256 h 797705"/>
              <a:gd name="connsiteX186" fmla="*/ 48763 w 829568"/>
              <a:gd name="connsiteY186" fmla="*/ 472522 h 797705"/>
              <a:gd name="connsiteX187" fmla="*/ 35096 w 829568"/>
              <a:gd name="connsiteY187" fmla="*/ 467991 h 797705"/>
              <a:gd name="connsiteX188" fmla="*/ 32818 w 829568"/>
              <a:gd name="connsiteY188" fmla="*/ 449871 h 797705"/>
              <a:gd name="connsiteX189" fmla="*/ 55596 w 829568"/>
              <a:gd name="connsiteY189" fmla="*/ 418160 h 797705"/>
              <a:gd name="connsiteX190" fmla="*/ 55596 w 829568"/>
              <a:gd name="connsiteY190" fmla="*/ 404569 h 797705"/>
              <a:gd name="connsiteX191" fmla="*/ 48763 w 829568"/>
              <a:gd name="connsiteY191" fmla="*/ 372858 h 797705"/>
              <a:gd name="connsiteX192" fmla="*/ 41929 w 829568"/>
              <a:gd name="connsiteY192" fmla="*/ 354737 h 797705"/>
              <a:gd name="connsiteX193" fmla="*/ 41929 w 829568"/>
              <a:gd name="connsiteY193" fmla="*/ 320761 h 797705"/>
              <a:gd name="connsiteX194" fmla="*/ 41929 w 829568"/>
              <a:gd name="connsiteY194" fmla="*/ 300375 h 797705"/>
              <a:gd name="connsiteX195" fmla="*/ 44207 w 829568"/>
              <a:gd name="connsiteY195" fmla="*/ 302640 h 797705"/>
              <a:gd name="connsiteX196" fmla="*/ 57934 w 829568"/>
              <a:gd name="connsiteY196" fmla="*/ 312196 h 797705"/>
              <a:gd name="connsiteX197" fmla="*/ 58242 w 829568"/>
              <a:gd name="connsiteY197" fmla="*/ 311394 h 797705"/>
              <a:gd name="connsiteX198" fmla="*/ 56256 w 829568"/>
              <a:gd name="connsiteY198" fmla="*/ 310012 h 797705"/>
              <a:gd name="connsiteX199" fmla="*/ 44300 w 829568"/>
              <a:gd name="connsiteY199" fmla="*/ 302367 h 797705"/>
              <a:gd name="connsiteX200" fmla="*/ 42022 w 829568"/>
              <a:gd name="connsiteY200" fmla="*/ 300102 h 797705"/>
              <a:gd name="connsiteX201" fmla="*/ 44300 w 829568"/>
              <a:gd name="connsiteY201" fmla="*/ 291042 h 797705"/>
              <a:gd name="connsiteX202" fmla="*/ 78462 w 829568"/>
              <a:gd name="connsiteY202" fmla="*/ 259331 h 797705"/>
              <a:gd name="connsiteX203" fmla="*/ 92126 w 829568"/>
              <a:gd name="connsiteY203" fmla="*/ 232149 h 797705"/>
              <a:gd name="connsiteX204" fmla="*/ 114901 w 829568"/>
              <a:gd name="connsiteY204" fmla="*/ 211764 h 797705"/>
              <a:gd name="connsiteX205" fmla="*/ 108638 w 829568"/>
              <a:gd name="connsiteY205" fmla="*/ 204968 h 797705"/>
              <a:gd name="connsiteX206" fmla="*/ 92261 w 829568"/>
              <a:gd name="connsiteY206" fmla="*/ 198228 h 797705"/>
              <a:gd name="connsiteX207" fmla="*/ 91806 w 829568"/>
              <a:gd name="connsiteY207" fmla="*/ 198355 h 797705"/>
              <a:gd name="connsiteX208" fmla="*/ 84968 w 829568"/>
              <a:gd name="connsiteY208" fmla="*/ 193807 h 797705"/>
              <a:gd name="connsiteX209" fmla="*/ 94086 w 829568"/>
              <a:gd name="connsiteY209" fmla="*/ 155145 h 797705"/>
              <a:gd name="connsiteX210" fmla="*/ 135114 w 829568"/>
              <a:gd name="connsiteY210" fmla="*/ 127854 h 797705"/>
              <a:gd name="connsiteX211" fmla="*/ 160186 w 829568"/>
              <a:gd name="connsiteY211" fmla="*/ 134677 h 797705"/>
              <a:gd name="connsiteX212" fmla="*/ 160186 w 829568"/>
              <a:gd name="connsiteY212" fmla="*/ 109660 h 797705"/>
              <a:gd name="connsiteX213" fmla="*/ 187538 w 829568"/>
              <a:gd name="connsiteY213" fmla="*/ 82369 h 797705"/>
              <a:gd name="connsiteX214" fmla="*/ 187538 w 829568"/>
              <a:gd name="connsiteY214" fmla="*/ 48256 h 797705"/>
              <a:gd name="connsiteX215" fmla="*/ 190103 w 829568"/>
              <a:gd name="connsiteY215"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4527 w 829568"/>
              <a:gd name="connsiteY115" fmla="*/ 574739 h 797705"/>
              <a:gd name="connsiteX116" fmla="*/ 505946 w 829568"/>
              <a:gd name="connsiteY116" fmla="*/ 579415 h 797705"/>
              <a:gd name="connsiteX117" fmla="*/ 505946 w 829568"/>
              <a:gd name="connsiteY117" fmla="*/ 581688 h 797705"/>
              <a:gd name="connsiteX118" fmla="*/ 496839 w 829568"/>
              <a:gd name="connsiteY118" fmla="*/ 590779 h 797705"/>
              <a:gd name="connsiteX119" fmla="*/ 496839 w 829568"/>
              <a:gd name="connsiteY119" fmla="*/ 595324 h 797705"/>
              <a:gd name="connsiteX120" fmla="*/ 501392 w 829568"/>
              <a:gd name="connsiteY120" fmla="*/ 599870 h 797705"/>
              <a:gd name="connsiteX121" fmla="*/ 510500 w 829568"/>
              <a:gd name="connsiteY121" fmla="*/ 608960 h 797705"/>
              <a:gd name="connsiteX122" fmla="*/ 508223 w 829568"/>
              <a:gd name="connsiteY122" fmla="*/ 613506 h 797705"/>
              <a:gd name="connsiteX123" fmla="*/ 508223 w 829568"/>
              <a:gd name="connsiteY123" fmla="*/ 618051 h 797705"/>
              <a:gd name="connsiteX124" fmla="*/ 490008 w 829568"/>
              <a:gd name="connsiteY124" fmla="*/ 640778 h 797705"/>
              <a:gd name="connsiteX125" fmla="*/ 464962 w 829568"/>
              <a:gd name="connsiteY125" fmla="*/ 631687 h 797705"/>
              <a:gd name="connsiteX126" fmla="*/ 451300 w 829568"/>
              <a:gd name="connsiteY126" fmla="*/ 624869 h 797705"/>
              <a:gd name="connsiteX127" fmla="*/ 423977 w 829568"/>
              <a:gd name="connsiteY127" fmla="*/ 638506 h 797705"/>
              <a:gd name="connsiteX128" fmla="*/ 414870 w 829568"/>
              <a:gd name="connsiteY128" fmla="*/ 643051 h 797705"/>
              <a:gd name="connsiteX129" fmla="*/ 398931 w 829568"/>
              <a:gd name="connsiteY129" fmla="*/ 645324 h 797705"/>
              <a:gd name="connsiteX130" fmla="*/ 394378 w 829568"/>
              <a:gd name="connsiteY130" fmla="*/ 652142 h 797705"/>
              <a:gd name="connsiteX131" fmla="*/ 373885 w 829568"/>
              <a:gd name="connsiteY131" fmla="*/ 654415 h 797705"/>
              <a:gd name="connsiteX132" fmla="*/ 353393 w 829568"/>
              <a:gd name="connsiteY132" fmla="*/ 661233 h 797705"/>
              <a:gd name="connsiteX133" fmla="*/ 344285 w 829568"/>
              <a:gd name="connsiteY133" fmla="*/ 683960 h 797705"/>
              <a:gd name="connsiteX134" fmla="*/ 346559 w 829568"/>
              <a:gd name="connsiteY134" fmla="*/ 695305 h 797705"/>
              <a:gd name="connsiteX135" fmla="*/ 346890 w 829568"/>
              <a:gd name="connsiteY135" fmla="*/ 695371 h 797705"/>
              <a:gd name="connsiteX136" fmla="*/ 349169 w 829568"/>
              <a:gd name="connsiteY136" fmla="*/ 697639 h 797705"/>
              <a:gd name="connsiteX137" fmla="*/ 349169 w 829568"/>
              <a:gd name="connsiteY137" fmla="*/ 708981 h 797705"/>
              <a:gd name="connsiteX138" fmla="*/ 349169 w 829568"/>
              <a:gd name="connsiteY138" fmla="*/ 713518 h 797705"/>
              <a:gd name="connsiteX139" fmla="*/ 346890 w 829568"/>
              <a:gd name="connsiteY139" fmla="*/ 724861 h 797705"/>
              <a:gd name="connsiteX140" fmla="*/ 340053 w 829568"/>
              <a:gd name="connsiteY140" fmla="*/ 722592 h 797705"/>
              <a:gd name="connsiteX141" fmla="*/ 317264 w 829568"/>
              <a:gd name="connsiteY141" fmla="*/ 720324 h 797705"/>
              <a:gd name="connsiteX142" fmla="*/ 312706 w 829568"/>
              <a:gd name="connsiteY142" fmla="*/ 718055 h 797705"/>
              <a:gd name="connsiteX143" fmla="*/ 303590 w 829568"/>
              <a:gd name="connsiteY143" fmla="*/ 724861 h 797705"/>
              <a:gd name="connsiteX144" fmla="*/ 294474 w 829568"/>
              <a:gd name="connsiteY144" fmla="*/ 731666 h 797705"/>
              <a:gd name="connsiteX145" fmla="*/ 289916 w 829568"/>
              <a:gd name="connsiteY145" fmla="*/ 738471 h 797705"/>
              <a:gd name="connsiteX146" fmla="*/ 289916 w 829568"/>
              <a:gd name="connsiteY146" fmla="*/ 752082 h 797705"/>
              <a:gd name="connsiteX147" fmla="*/ 280800 w 829568"/>
              <a:gd name="connsiteY147" fmla="*/ 740740 h 797705"/>
              <a:gd name="connsiteX148" fmla="*/ 278521 w 829568"/>
              <a:gd name="connsiteY148" fmla="*/ 738471 h 797705"/>
              <a:gd name="connsiteX149" fmla="*/ 278521 w 829568"/>
              <a:gd name="connsiteY149" fmla="*/ 743008 h 797705"/>
              <a:gd name="connsiteX150" fmla="*/ 276242 w 829568"/>
              <a:gd name="connsiteY150" fmla="*/ 749814 h 797705"/>
              <a:gd name="connsiteX151" fmla="*/ 269405 w 829568"/>
              <a:gd name="connsiteY151" fmla="*/ 761156 h 797705"/>
              <a:gd name="connsiteX152" fmla="*/ 232942 w 829568"/>
              <a:gd name="connsiteY152" fmla="*/ 749814 h 797705"/>
              <a:gd name="connsiteX153" fmla="*/ 230663 w 829568"/>
              <a:gd name="connsiteY153" fmla="*/ 754351 h 797705"/>
              <a:gd name="connsiteX154" fmla="*/ 203316 w 829568"/>
              <a:gd name="connsiteY154" fmla="*/ 754351 h 797705"/>
              <a:gd name="connsiteX155" fmla="*/ 180526 w 829568"/>
              <a:gd name="connsiteY155" fmla="*/ 761156 h 797705"/>
              <a:gd name="connsiteX156" fmla="*/ 169131 w 829568"/>
              <a:gd name="connsiteY156" fmla="*/ 767961 h 797705"/>
              <a:gd name="connsiteX157" fmla="*/ 157736 w 829568"/>
              <a:gd name="connsiteY157" fmla="*/ 783841 h 797705"/>
              <a:gd name="connsiteX158" fmla="*/ 137226 w 829568"/>
              <a:gd name="connsiteY158" fmla="*/ 797451 h 797705"/>
              <a:gd name="connsiteX159" fmla="*/ 128110 w 829568"/>
              <a:gd name="connsiteY159" fmla="*/ 786109 h 797705"/>
              <a:gd name="connsiteX160" fmla="*/ 121273 w 829568"/>
              <a:gd name="connsiteY160" fmla="*/ 792914 h 797705"/>
              <a:gd name="connsiteX161" fmla="*/ 93925 w 829568"/>
              <a:gd name="connsiteY161" fmla="*/ 790646 h 797705"/>
              <a:gd name="connsiteX162" fmla="*/ 68857 w 829568"/>
              <a:gd name="connsiteY162" fmla="*/ 790646 h 797705"/>
              <a:gd name="connsiteX163" fmla="*/ 57462 w 829568"/>
              <a:gd name="connsiteY163" fmla="*/ 792914 h 797705"/>
              <a:gd name="connsiteX164" fmla="*/ 46067 w 829568"/>
              <a:gd name="connsiteY164" fmla="*/ 788377 h 797705"/>
              <a:gd name="connsiteX165" fmla="*/ 25556 w 829568"/>
              <a:gd name="connsiteY165" fmla="*/ 786109 h 797705"/>
              <a:gd name="connsiteX166" fmla="*/ 25556 w 829568"/>
              <a:gd name="connsiteY166" fmla="*/ 783841 h 797705"/>
              <a:gd name="connsiteX167" fmla="*/ 27835 w 829568"/>
              <a:gd name="connsiteY167" fmla="*/ 777035 h 797705"/>
              <a:gd name="connsiteX168" fmla="*/ 25556 w 829568"/>
              <a:gd name="connsiteY168" fmla="*/ 774767 h 797705"/>
              <a:gd name="connsiteX169" fmla="*/ 43788 w 829568"/>
              <a:gd name="connsiteY169" fmla="*/ 770230 h 797705"/>
              <a:gd name="connsiteX170" fmla="*/ 48346 w 829568"/>
              <a:gd name="connsiteY170" fmla="*/ 699908 h 797705"/>
              <a:gd name="connsiteX171" fmla="*/ 5046 w 829568"/>
              <a:gd name="connsiteY171" fmla="*/ 670418 h 797705"/>
              <a:gd name="connsiteX172" fmla="*/ 30114 w 829568"/>
              <a:gd name="connsiteY172" fmla="*/ 615975 h 797705"/>
              <a:gd name="connsiteX173" fmla="*/ 41509 w 829568"/>
              <a:gd name="connsiteY173" fmla="*/ 600095 h 797705"/>
              <a:gd name="connsiteX174" fmla="*/ 34672 w 829568"/>
              <a:gd name="connsiteY174" fmla="*/ 581948 h 797705"/>
              <a:gd name="connsiteX175" fmla="*/ 41509 w 829568"/>
              <a:gd name="connsiteY175" fmla="*/ 554726 h 797705"/>
              <a:gd name="connsiteX176" fmla="*/ 16441 w 829568"/>
              <a:gd name="connsiteY176" fmla="*/ 543384 h 797705"/>
              <a:gd name="connsiteX177" fmla="*/ 34672 w 829568"/>
              <a:gd name="connsiteY177" fmla="*/ 541115 h 797705"/>
              <a:gd name="connsiteX178" fmla="*/ 41498 w 829568"/>
              <a:gd name="connsiteY178" fmla="*/ 541115 h 797705"/>
              <a:gd name="connsiteX179" fmla="*/ 39341 w 829568"/>
              <a:gd name="connsiteY179" fmla="*/ 528176 h 797705"/>
              <a:gd name="connsiteX180" fmla="*/ 86966 w 829568"/>
              <a:gd name="connsiteY180" fmla="*/ 494839 h 797705"/>
              <a:gd name="connsiteX181" fmla="*/ 65409 w 829568"/>
              <a:gd name="connsiteY181" fmla="*/ 464300 h 797705"/>
              <a:gd name="connsiteX182" fmla="*/ 62429 w 829568"/>
              <a:gd name="connsiteY182" fmla="*/ 465726 h 797705"/>
              <a:gd name="connsiteX183" fmla="*/ 62429 w 829568"/>
              <a:gd name="connsiteY183" fmla="*/ 467991 h 797705"/>
              <a:gd name="connsiteX184" fmla="*/ 57874 w 829568"/>
              <a:gd name="connsiteY184" fmla="*/ 470256 h 797705"/>
              <a:gd name="connsiteX185" fmla="*/ 48763 w 829568"/>
              <a:gd name="connsiteY185" fmla="*/ 472522 h 797705"/>
              <a:gd name="connsiteX186" fmla="*/ 35096 w 829568"/>
              <a:gd name="connsiteY186" fmla="*/ 467991 h 797705"/>
              <a:gd name="connsiteX187" fmla="*/ 32818 w 829568"/>
              <a:gd name="connsiteY187" fmla="*/ 449871 h 797705"/>
              <a:gd name="connsiteX188" fmla="*/ 55596 w 829568"/>
              <a:gd name="connsiteY188" fmla="*/ 418160 h 797705"/>
              <a:gd name="connsiteX189" fmla="*/ 55596 w 829568"/>
              <a:gd name="connsiteY189" fmla="*/ 404569 h 797705"/>
              <a:gd name="connsiteX190" fmla="*/ 48763 w 829568"/>
              <a:gd name="connsiteY190" fmla="*/ 372858 h 797705"/>
              <a:gd name="connsiteX191" fmla="*/ 41929 w 829568"/>
              <a:gd name="connsiteY191" fmla="*/ 354737 h 797705"/>
              <a:gd name="connsiteX192" fmla="*/ 41929 w 829568"/>
              <a:gd name="connsiteY192" fmla="*/ 320761 h 797705"/>
              <a:gd name="connsiteX193" fmla="*/ 41929 w 829568"/>
              <a:gd name="connsiteY193" fmla="*/ 300375 h 797705"/>
              <a:gd name="connsiteX194" fmla="*/ 44207 w 829568"/>
              <a:gd name="connsiteY194" fmla="*/ 302640 h 797705"/>
              <a:gd name="connsiteX195" fmla="*/ 57934 w 829568"/>
              <a:gd name="connsiteY195" fmla="*/ 312196 h 797705"/>
              <a:gd name="connsiteX196" fmla="*/ 58242 w 829568"/>
              <a:gd name="connsiteY196" fmla="*/ 311394 h 797705"/>
              <a:gd name="connsiteX197" fmla="*/ 56256 w 829568"/>
              <a:gd name="connsiteY197" fmla="*/ 310012 h 797705"/>
              <a:gd name="connsiteX198" fmla="*/ 44300 w 829568"/>
              <a:gd name="connsiteY198" fmla="*/ 302367 h 797705"/>
              <a:gd name="connsiteX199" fmla="*/ 42022 w 829568"/>
              <a:gd name="connsiteY199" fmla="*/ 300102 h 797705"/>
              <a:gd name="connsiteX200" fmla="*/ 44300 w 829568"/>
              <a:gd name="connsiteY200" fmla="*/ 291042 h 797705"/>
              <a:gd name="connsiteX201" fmla="*/ 78462 w 829568"/>
              <a:gd name="connsiteY201" fmla="*/ 259331 h 797705"/>
              <a:gd name="connsiteX202" fmla="*/ 92126 w 829568"/>
              <a:gd name="connsiteY202" fmla="*/ 232149 h 797705"/>
              <a:gd name="connsiteX203" fmla="*/ 114901 w 829568"/>
              <a:gd name="connsiteY203" fmla="*/ 211764 h 797705"/>
              <a:gd name="connsiteX204" fmla="*/ 108638 w 829568"/>
              <a:gd name="connsiteY204" fmla="*/ 204968 h 797705"/>
              <a:gd name="connsiteX205" fmla="*/ 92261 w 829568"/>
              <a:gd name="connsiteY205" fmla="*/ 198228 h 797705"/>
              <a:gd name="connsiteX206" fmla="*/ 91806 w 829568"/>
              <a:gd name="connsiteY206" fmla="*/ 198355 h 797705"/>
              <a:gd name="connsiteX207" fmla="*/ 84968 w 829568"/>
              <a:gd name="connsiteY207" fmla="*/ 193807 h 797705"/>
              <a:gd name="connsiteX208" fmla="*/ 94086 w 829568"/>
              <a:gd name="connsiteY208" fmla="*/ 155145 h 797705"/>
              <a:gd name="connsiteX209" fmla="*/ 135114 w 829568"/>
              <a:gd name="connsiteY209" fmla="*/ 127854 h 797705"/>
              <a:gd name="connsiteX210" fmla="*/ 160186 w 829568"/>
              <a:gd name="connsiteY210" fmla="*/ 134677 h 797705"/>
              <a:gd name="connsiteX211" fmla="*/ 160186 w 829568"/>
              <a:gd name="connsiteY211" fmla="*/ 109660 h 797705"/>
              <a:gd name="connsiteX212" fmla="*/ 187538 w 829568"/>
              <a:gd name="connsiteY212" fmla="*/ 82369 h 797705"/>
              <a:gd name="connsiteX213" fmla="*/ 187538 w 829568"/>
              <a:gd name="connsiteY213" fmla="*/ 48256 h 797705"/>
              <a:gd name="connsiteX214" fmla="*/ 190103 w 829568"/>
              <a:gd name="connsiteY214"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6800 w 829568"/>
              <a:gd name="connsiteY114" fmla="*/ 574739 h 797705"/>
              <a:gd name="connsiteX115" fmla="*/ 505946 w 829568"/>
              <a:gd name="connsiteY115" fmla="*/ 579415 h 797705"/>
              <a:gd name="connsiteX116" fmla="*/ 505946 w 829568"/>
              <a:gd name="connsiteY116" fmla="*/ 581688 h 797705"/>
              <a:gd name="connsiteX117" fmla="*/ 496839 w 829568"/>
              <a:gd name="connsiteY117" fmla="*/ 590779 h 797705"/>
              <a:gd name="connsiteX118" fmla="*/ 496839 w 829568"/>
              <a:gd name="connsiteY118" fmla="*/ 595324 h 797705"/>
              <a:gd name="connsiteX119" fmla="*/ 501392 w 829568"/>
              <a:gd name="connsiteY119" fmla="*/ 599870 h 797705"/>
              <a:gd name="connsiteX120" fmla="*/ 510500 w 829568"/>
              <a:gd name="connsiteY120" fmla="*/ 608960 h 797705"/>
              <a:gd name="connsiteX121" fmla="*/ 508223 w 829568"/>
              <a:gd name="connsiteY121" fmla="*/ 613506 h 797705"/>
              <a:gd name="connsiteX122" fmla="*/ 508223 w 829568"/>
              <a:gd name="connsiteY122" fmla="*/ 618051 h 797705"/>
              <a:gd name="connsiteX123" fmla="*/ 490008 w 829568"/>
              <a:gd name="connsiteY123" fmla="*/ 640778 h 797705"/>
              <a:gd name="connsiteX124" fmla="*/ 464962 w 829568"/>
              <a:gd name="connsiteY124" fmla="*/ 631687 h 797705"/>
              <a:gd name="connsiteX125" fmla="*/ 451300 w 829568"/>
              <a:gd name="connsiteY125" fmla="*/ 624869 h 797705"/>
              <a:gd name="connsiteX126" fmla="*/ 423977 w 829568"/>
              <a:gd name="connsiteY126" fmla="*/ 638506 h 797705"/>
              <a:gd name="connsiteX127" fmla="*/ 414870 w 829568"/>
              <a:gd name="connsiteY127" fmla="*/ 643051 h 797705"/>
              <a:gd name="connsiteX128" fmla="*/ 398931 w 829568"/>
              <a:gd name="connsiteY128" fmla="*/ 645324 h 797705"/>
              <a:gd name="connsiteX129" fmla="*/ 394378 w 829568"/>
              <a:gd name="connsiteY129" fmla="*/ 652142 h 797705"/>
              <a:gd name="connsiteX130" fmla="*/ 373885 w 829568"/>
              <a:gd name="connsiteY130" fmla="*/ 654415 h 797705"/>
              <a:gd name="connsiteX131" fmla="*/ 353393 w 829568"/>
              <a:gd name="connsiteY131" fmla="*/ 661233 h 797705"/>
              <a:gd name="connsiteX132" fmla="*/ 344285 w 829568"/>
              <a:gd name="connsiteY132" fmla="*/ 683960 h 797705"/>
              <a:gd name="connsiteX133" fmla="*/ 346559 w 829568"/>
              <a:gd name="connsiteY133" fmla="*/ 695305 h 797705"/>
              <a:gd name="connsiteX134" fmla="*/ 346890 w 829568"/>
              <a:gd name="connsiteY134" fmla="*/ 695371 h 797705"/>
              <a:gd name="connsiteX135" fmla="*/ 349169 w 829568"/>
              <a:gd name="connsiteY135" fmla="*/ 697639 h 797705"/>
              <a:gd name="connsiteX136" fmla="*/ 349169 w 829568"/>
              <a:gd name="connsiteY136" fmla="*/ 708981 h 797705"/>
              <a:gd name="connsiteX137" fmla="*/ 349169 w 829568"/>
              <a:gd name="connsiteY137" fmla="*/ 713518 h 797705"/>
              <a:gd name="connsiteX138" fmla="*/ 346890 w 829568"/>
              <a:gd name="connsiteY138" fmla="*/ 724861 h 797705"/>
              <a:gd name="connsiteX139" fmla="*/ 340053 w 829568"/>
              <a:gd name="connsiteY139" fmla="*/ 722592 h 797705"/>
              <a:gd name="connsiteX140" fmla="*/ 317264 w 829568"/>
              <a:gd name="connsiteY140" fmla="*/ 720324 h 797705"/>
              <a:gd name="connsiteX141" fmla="*/ 312706 w 829568"/>
              <a:gd name="connsiteY141" fmla="*/ 718055 h 797705"/>
              <a:gd name="connsiteX142" fmla="*/ 303590 w 829568"/>
              <a:gd name="connsiteY142" fmla="*/ 724861 h 797705"/>
              <a:gd name="connsiteX143" fmla="*/ 294474 w 829568"/>
              <a:gd name="connsiteY143" fmla="*/ 731666 h 797705"/>
              <a:gd name="connsiteX144" fmla="*/ 289916 w 829568"/>
              <a:gd name="connsiteY144" fmla="*/ 738471 h 797705"/>
              <a:gd name="connsiteX145" fmla="*/ 289916 w 829568"/>
              <a:gd name="connsiteY145" fmla="*/ 752082 h 797705"/>
              <a:gd name="connsiteX146" fmla="*/ 280800 w 829568"/>
              <a:gd name="connsiteY146" fmla="*/ 740740 h 797705"/>
              <a:gd name="connsiteX147" fmla="*/ 278521 w 829568"/>
              <a:gd name="connsiteY147" fmla="*/ 738471 h 797705"/>
              <a:gd name="connsiteX148" fmla="*/ 278521 w 829568"/>
              <a:gd name="connsiteY148" fmla="*/ 743008 h 797705"/>
              <a:gd name="connsiteX149" fmla="*/ 276242 w 829568"/>
              <a:gd name="connsiteY149" fmla="*/ 749814 h 797705"/>
              <a:gd name="connsiteX150" fmla="*/ 269405 w 829568"/>
              <a:gd name="connsiteY150" fmla="*/ 761156 h 797705"/>
              <a:gd name="connsiteX151" fmla="*/ 232942 w 829568"/>
              <a:gd name="connsiteY151" fmla="*/ 749814 h 797705"/>
              <a:gd name="connsiteX152" fmla="*/ 230663 w 829568"/>
              <a:gd name="connsiteY152" fmla="*/ 754351 h 797705"/>
              <a:gd name="connsiteX153" fmla="*/ 203316 w 829568"/>
              <a:gd name="connsiteY153" fmla="*/ 754351 h 797705"/>
              <a:gd name="connsiteX154" fmla="*/ 180526 w 829568"/>
              <a:gd name="connsiteY154" fmla="*/ 761156 h 797705"/>
              <a:gd name="connsiteX155" fmla="*/ 169131 w 829568"/>
              <a:gd name="connsiteY155" fmla="*/ 767961 h 797705"/>
              <a:gd name="connsiteX156" fmla="*/ 157736 w 829568"/>
              <a:gd name="connsiteY156" fmla="*/ 783841 h 797705"/>
              <a:gd name="connsiteX157" fmla="*/ 137226 w 829568"/>
              <a:gd name="connsiteY157" fmla="*/ 797451 h 797705"/>
              <a:gd name="connsiteX158" fmla="*/ 128110 w 829568"/>
              <a:gd name="connsiteY158" fmla="*/ 786109 h 797705"/>
              <a:gd name="connsiteX159" fmla="*/ 121273 w 829568"/>
              <a:gd name="connsiteY159" fmla="*/ 792914 h 797705"/>
              <a:gd name="connsiteX160" fmla="*/ 93925 w 829568"/>
              <a:gd name="connsiteY160" fmla="*/ 790646 h 797705"/>
              <a:gd name="connsiteX161" fmla="*/ 68857 w 829568"/>
              <a:gd name="connsiteY161" fmla="*/ 790646 h 797705"/>
              <a:gd name="connsiteX162" fmla="*/ 57462 w 829568"/>
              <a:gd name="connsiteY162" fmla="*/ 792914 h 797705"/>
              <a:gd name="connsiteX163" fmla="*/ 46067 w 829568"/>
              <a:gd name="connsiteY163" fmla="*/ 788377 h 797705"/>
              <a:gd name="connsiteX164" fmla="*/ 25556 w 829568"/>
              <a:gd name="connsiteY164" fmla="*/ 786109 h 797705"/>
              <a:gd name="connsiteX165" fmla="*/ 25556 w 829568"/>
              <a:gd name="connsiteY165" fmla="*/ 783841 h 797705"/>
              <a:gd name="connsiteX166" fmla="*/ 27835 w 829568"/>
              <a:gd name="connsiteY166" fmla="*/ 777035 h 797705"/>
              <a:gd name="connsiteX167" fmla="*/ 25556 w 829568"/>
              <a:gd name="connsiteY167" fmla="*/ 774767 h 797705"/>
              <a:gd name="connsiteX168" fmla="*/ 43788 w 829568"/>
              <a:gd name="connsiteY168" fmla="*/ 770230 h 797705"/>
              <a:gd name="connsiteX169" fmla="*/ 48346 w 829568"/>
              <a:gd name="connsiteY169" fmla="*/ 699908 h 797705"/>
              <a:gd name="connsiteX170" fmla="*/ 5046 w 829568"/>
              <a:gd name="connsiteY170" fmla="*/ 670418 h 797705"/>
              <a:gd name="connsiteX171" fmla="*/ 30114 w 829568"/>
              <a:gd name="connsiteY171" fmla="*/ 615975 h 797705"/>
              <a:gd name="connsiteX172" fmla="*/ 41509 w 829568"/>
              <a:gd name="connsiteY172" fmla="*/ 600095 h 797705"/>
              <a:gd name="connsiteX173" fmla="*/ 34672 w 829568"/>
              <a:gd name="connsiteY173" fmla="*/ 581948 h 797705"/>
              <a:gd name="connsiteX174" fmla="*/ 41509 w 829568"/>
              <a:gd name="connsiteY174" fmla="*/ 554726 h 797705"/>
              <a:gd name="connsiteX175" fmla="*/ 16441 w 829568"/>
              <a:gd name="connsiteY175" fmla="*/ 543384 h 797705"/>
              <a:gd name="connsiteX176" fmla="*/ 34672 w 829568"/>
              <a:gd name="connsiteY176" fmla="*/ 541115 h 797705"/>
              <a:gd name="connsiteX177" fmla="*/ 41498 w 829568"/>
              <a:gd name="connsiteY177" fmla="*/ 541115 h 797705"/>
              <a:gd name="connsiteX178" fmla="*/ 39341 w 829568"/>
              <a:gd name="connsiteY178" fmla="*/ 528176 h 797705"/>
              <a:gd name="connsiteX179" fmla="*/ 86966 w 829568"/>
              <a:gd name="connsiteY179" fmla="*/ 494839 h 797705"/>
              <a:gd name="connsiteX180" fmla="*/ 65409 w 829568"/>
              <a:gd name="connsiteY180" fmla="*/ 464300 h 797705"/>
              <a:gd name="connsiteX181" fmla="*/ 62429 w 829568"/>
              <a:gd name="connsiteY181" fmla="*/ 465726 h 797705"/>
              <a:gd name="connsiteX182" fmla="*/ 62429 w 829568"/>
              <a:gd name="connsiteY182" fmla="*/ 467991 h 797705"/>
              <a:gd name="connsiteX183" fmla="*/ 57874 w 829568"/>
              <a:gd name="connsiteY183" fmla="*/ 470256 h 797705"/>
              <a:gd name="connsiteX184" fmla="*/ 48763 w 829568"/>
              <a:gd name="connsiteY184" fmla="*/ 472522 h 797705"/>
              <a:gd name="connsiteX185" fmla="*/ 35096 w 829568"/>
              <a:gd name="connsiteY185" fmla="*/ 467991 h 797705"/>
              <a:gd name="connsiteX186" fmla="*/ 32818 w 829568"/>
              <a:gd name="connsiteY186" fmla="*/ 449871 h 797705"/>
              <a:gd name="connsiteX187" fmla="*/ 55596 w 829568"/>
              <a:gd name="connsiteY187" fmla="*/ 418160 h 797705"/>
              <a:gd name="connsiteX188" fmla="*/ 55596 w 829568"/>
              <a:gd name="connsiteY188" fmla="*/ 404569 h 797705"/>
              <a:gd name="connsiteX189" fmla="*/ 48763 w 829568"/>
              <a:gd name="connsiteY189" fmla="*/ 372858 h 797705"/>
              <a:gd name="connsiteX190" fmla="*/ 41929 w 829568"/>
              <a:gd name="connsiteY190" fmla="*/ 354737 h 797705"/>
              <a:gd name="connsiteX191" fmla="*/ 41929 w 829568"/>
              <a:gd name="connsiteY191" fmla="*/ 320761 h 797705"/>
              <a:gd name="connsiteX192" fmla="*/ 41929 w 829568"/>
              <a:gd name="connsiteY192" fmla="*/ 300375 h 797705"/>
              <a:gd name="connsiteX193" fmla="*/ 44207 w 829568"/>
              <a:gd name="connsiteY193" fmla="*/ 302640 h 797705"/>
              <a:gd name="connsiteX194" fmla="*/ 57934 w 829568"/>
              <a:gd name="connsiteY194" fmla="*/ 312196 h 797705"/>
              <a:gd name="connsiteX195" fmla="*/ 58242 w 829568"/>
              <a:gd name="connsiteY195" fmla="*/ 311394 h 797705"/>
              <a:gd name="connsiteX196" fmla="*/ 56256 w 829568"/>
              <a:gd name="connsiteY196" fmla="*/ 310012 h 797705"/>
              <a:gd name="connsiteX197" fmla="*/ 44300 w 829568"/>
              <a:gd name="connsiteY197" fmla="*/ 302367 h 797705"/>
              <a:gd name="connsiteX198" fmla="*/ 42022 w 829568"/>
              <a:gd name="connsiteY198" fmla="*/ 300102 h 797705"/>
              <a:gd name="connsiteX199" fmla="*/ 44300 w 829568"/>
              <a:gd name="connsiteY199" fmla="*/ 291042 h 797705"/>
              <a:gd name="connsiteX200" fmla="*/ 78462 w 829568"/>
              <a:gd name="connsiteY200" fmla="*/ 259331 h 797705"/>
              <a:gd name="connsiteX201" fmla="*/ 92126 w 829568"/>
              <a:gd name="connsiteY201" fmla="*/ 232149 h 797705"/>
              <a:gd name="connsiteX202" fmla="*/ 114901 w 829568"/>
              <a:gd name="connsiteY202" fmla="*/ 211764 h 797705"/>
              <a:gd name="connsiteX203" fmla="*/ 108638 w 829568"/>
              <a:gd name="connsiteY203" fmla="*/ 204968 h 797705"/>
              <a:gd name="connsiteX204" fmla="*/ 92261 w 829568"/>
              <a:gd name="connsiteY204" fmla="*/ 198228 h 797705"/>
              <a:gd name="connsiteX205" fmla="*/ 91806 w 829568"/>
              <a:gd name="connsiteY205" fmla="*/ 198355 h 797705"/>
              <a:gd name="connsiteX206" fmla="*/ 84968 w 829568"/>
              <a:gd name="connsiteY206" fmla="*/ 193807 h 797705"/>
              <a:gd name="connsiteX207" fmla="*/ 94086 w 829568"/>
              <a:gd name="connsiteY207" fmla="*/ 155145 h 797705"/>
              <a:gd name="connsiteX208" fmla="*/ 135114 w 829568"/>
              <a:gd name="connsiteY208" fmla="*/ 127854 h 797705"/>
              <a:gd name="connsiteX209" fmla="*/ 160186 w 829568"/>
              <a:gd name="connsiteY209" fmla="*/ 134677 h 797705"/>
              <a:gd name="connsiteX210" fmla="*/ 160186 w 829568"/>
              <a:gd name="connsiteY210" fmla="*/ 109660 h 797705"/>
              <a:gd name="connsiteX211" fmla="*/ 187538 w 829568"/>
              <a:gd name="connsiteY211" fmla="*/ 82369 h 797705"/>
              <a:gd name="connsiteX212" fmla="*/ 187538 w 829568"/>
              <a:gd name="connsiteY212" fmla="*/ 48256 h 797705"/>
              <a:gd name="connsiteX213" fmla="*/ 190103 w 829568"/>
              <a:gd name="connsiteY213"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0894 w 829568"/>
              <a:gd name="connsiteY24" fmla="*/ 243135 h 797705"/>
              <a:gd name="connsiteX25" fmla="*/ 563170 w 829568"/>
              <a:gd name="connsiteY25" fmla="*/ 247672 h 797705"/>
              <a:gd name="connsiteX26" fmla="*/ 563684 w 829568"/>
              <a:gd name="connsiteY26" fmla="*/ 246583 h 797705"/>
              <a:gd name="connsiteX27" fmla="*/ 570440 w 829568"/>
              <a:gd name="connsiteY27" fmla="*/ 254988 h 797705"/>
              <a:gd name="connsiteX28" fmla="*/ 570445 w 829568"/>
              <a:gd name="connsiteY28" fmla="*/ 254942 h 797705"/>
              <a:gd name="connsiteX29" fmla="*/ 574113 w 829568"/>
              <a:gd name="connsiteY29" fmla="*/ 256872 h 797705"/>
              <a:gd name="connsiteX30" fmla="*/ 567290 w 829568"/>
              <a:gd name="connsiteY30" fmla="*/ 250109 h 797705"/>
              <a:gd name="connsiteX31" fmla="*/ 563684 w 829568"/>
              <a:gd name="connsiteY31" fmla="*/ 246583 h 797705"/>
              <a:gd name="connsiteX32" fmla="*/ 574458 w 829568"/>
              <a:gd name="connsiteY32" fmla="*/ 256788 h 797705"/>
              <a:gd name="connsiteX33" fmla="*/ 583230 w 829568"/>
              <a:gd name="connsiteY33" fmla="*/ 254659 h 797705"/>
              <a:gd name="connsiteX34" fmla="*/ 595448 w 829568"/>
              <a:gd name="connsiteY34" fmla="*/ 250406 h 797705"/>
              <a:gd name="connsiteX35" fmla="*/ 624997 w 829568"/>
              <a:gd name="connsiteY35" fmla="*/ 282159 h 797705"/>
              <a:gd name="connsiteX36" fmla="*/ 637214 w 829568"/>
              <a:gd name="connsiteY36" fmla="*/ 311928 h 797705"/>
              <a:gd name="connsiteX37" fmla="*/ 636731 w 829568"/>
              <a:gd name="connsiteY37" fmla="*/ 319061 h 797705"/>
              <a:gd name="connsiteX38" fmla="*/ 636185 w 829568"/>
              <a:gd name="connsiteY38" fmla="*/ 327131 h 797705"/>
              <a:gd name="connsiteX39" fmla="*/ 640908 w 829568"/>
              <a:gd name="connsiteY39" fmla="*/ 343397 h 797705"/>
              <a:gd name="connsiteX40" fmla="*/ 656819 w 829568"/>
              <a:gd name="connsiteY40" fmla="*/ 329788 h 797705"/>
              <a:gd name="connsiteX41" fmla="*/ 672730 w 829568"/>
              <a:gd name="connsiteY41" fmla="*/ 347933 h 797705"/>
              <a:gd name="connsiteX42" fmla="*/ 679549 w 829568"/>
              <a:gd name="connsiteY42" fmla="*/ 366077 h 797705"/>
              <a:gd name="connsiteX43" fmla="*/ 686368 w 829568"/>
              <a:gd name="connsiteY43" fmla="*/ 418243 h 797705"/>
              <a:gd name="connsiteX44" fmla="*/ 736375 w 829568"/>
              <a:gd name="connsiteY44" fmla="*/ 413707 h 797705"/>
              <a:gd name="connsiteX45" fmla="*/ 756832 w 829568"/>
              <a:gd name="connsiteY45" fmla="*/ 420511 h 797705"/>
              <a:gd name="connsiteX46" fmla="*/ 765924 w 829568"/>
              <a:gd name="connsiteY46" fmla="*/ 406903 h 797705"/>
              <a:gd name="connsiteX47" fmla="*/ 829568 w 829568"/>
              <a:gd name="connsiteY47" fmla="*/ 397830 h 797705"/>
              <a:gd name="connsiteX48" fmla="*/ 829568 w 829568"/>
              <a:gd name="connsiteY48" fmla="*/ 413707 h 797705"/>
              <a:gd name="connsiteX49" fmla="*/ 827295 w 829568"/>
              <a:gd name="connsiteY49" fmla="*/ 422779 h 797705"/>
              <a:gd name="connsiteX50" fmla="*/ 822749 w 829568"/>
              <a:gd name="connsiteY50" fmla="*/ 427315 h 797705"/>
              <a:gd name="connsiteX51" fmla="*/ 815930 w 829568"/>
              <a:gd name="connsiteY51" fmla="*/ 427315 h 797705"/>
              <a:gd name="connsiteX52" fmla="*/ 809111 w 829568"/>
              <a:gd name="connsiteY52" fmla="*/ 443192 h 797705"/>
              <a:gd name="connsiteX53" fmla="*/ 802292 w 829568"/>
              <a:gd name="connsiteY53" fmla="*/ 452264 h 797705"/>
              <a:gd name="connsiteX54" fmla="*/ 800019 w 829568"/>
              <a:gd name="connsiteY54" fmla="*/ 459068 h 797705"/>
              <a:gd name="connsiteX55" fmla="*/ 800019 w 829568"/>
              <a:gd name="connsiteY55" fmla="*/ 470408 h 797705"/>
              <a:gd name="connsiteX56" fmla="*/ 800019 w 829568"/>
              <a:gd name="connsiteY56" fmla="*/ 481749 h 797705"/>
              <a:gd name="connsiteX57" fmla="*/ 784108 w 829568"/>
              <a:gd name="connsiteY57" fmla="*/ 477212 h 797705"/>
              <a:gd name="connsiteX58" fmla="*/ 777289 w 829568"/>
              <a:gd name="connsiteY58" fmla="*/ 477212 h 797705"/>
              <a:gd name="connsiteX59" fmla="*/ 770470 w 829568"/>
              <a:gd name="connsiteY59" fmla="*/ 481749 h 797705"/>
              <a:gd name="connsiteX60" fmla="*/ 768197 w 829568"/>
              <a:gd name="connsiteY60" fmla="*/ 488553 h 797705"/>
              <a:gd name="connsiteX61" fmla="*/ 750013 w 829568"/>
              <a:gd name="connsiteY61" fmla="*/ 497625 h 797705"/>
              <a:gd name="connsiteX62" fmla="*/ 745467 w 829568"/>
              <a:gd name="connsiteY62" fmla="*/ 490821 h 797705"/>
              <a:gd name="connsiteX63" fmla="*/ 740921 w 829568"/>
              <a:gd name="connsiteY63" fmla="*/ 493089 h 797705"/>
              <a:gd name="connsiteX64" fmla="*/ 738648 w 829568"/>
              <a:gd name="connsiteY64" fmla="*/ 499893 h 797705"/>
              <a:gd name="connsiteX65" fmla="*/ 738648 w 829568"/>
              <a:gd name="connsiteY65" fmla="*/ 502161 h 797705"/>
              <a:gd name="connsiteX66" fmla="*/ 725010 w 829568"/>
              <a:gd name="connsiteY66" fmla="*/ 504429 h 797705"/>
              <a:gd name="connsiteX67" fmla="*/ 715918 w 829568"/>
              <a:gd name="connsiteY67" fmla="*/ 508965 h 797705"/>
              <a:gd name="connsiteX68" fmla="*/ 715918 w 829568"/>
              <a:gd name="connsiteY68" fmla="*/ 520306 h 797705"/>
              <a:gd name="connsiteX69" fmla="*/ 713645 w 829568"/>
              <a:gd name="connsiteY69" fmla="*/ 522574 h 797705"/>
              <a:gd name="connsiteX70" fmla="*/ 693188 w 829568"/>
              <a:gd name="connsiteY70" fmla="*/ 527110 h 797705"/>
              <a:gd name="connsiteX71" fmla="*/ 677276 w 829568"/>
              <a:gd name="connsiteY71" fmla="*/ 531646 h 797705"/>
              <a:gd name="connsiteX72" fmla="*/ 668184 w 829568"/>
              <a:gd name="connsiteY72" fmla="*/ 527110 h 797705"/>
              <a:gd name="connsiteX73" fmla="*/ 665911 w 829568"/>
              <a:gd name="connsiteY73" fmla="*/ 529378 h 797705"/>
              <a:gd name="connsiteX74" fmla="*/ 665911 w 829568"/>
              <a:gd name="connsiteY74" fmla="*/ 538450 h 797705"/>
              <a:gd name="connsiteX75" fmla="*/ 659092 w 829568"/>
              <a:gd name="connsiteY75" fmla="*/ 540718 h 797705"/>
              <a:gd name="connsiteX76" fmla="*/ 659092 w 829568"/>
              <a:gd name="connsiteY76" fmla="*/ 545254 h 797705"/>
              <a:gd name="connsiteX77" fmla="*/ 659092 w 829568"/>
              <a:gd name="connsiteY77" fmla="*/ 556595 h 797705"/>
              <a:gd name="connsiteX78" fmla="*/ 656819 w 829568"/>
              <a:gd name="connsiteY78" fmla="*/ 561131 h 797705"/>
              <a:gd name="connsiteX79" fmla="*/ 652273 w 829568"/>
              <a:gd name="connsiteY79" fmla="*/ 561131 h 797705"/>
              <a:gd name="connsiteX80" fmla="*/ 650000 w 829568"/>
              <a:gd name="connsiteY80" fmla="*/ 561131 h 797705"/>
              <a:gd name="connsiteX81" fmla="*/ 618178 w 829568"/>
              <a:gd name="connsiteY81" fmla="*/ 552058 h 797705"/>
              <a:gd name="connsiteX82" fmla="*/ 618178 w 829568"/>
              <a:gd name="connsiteY82" fmla="*/ 549790 h 797705"/>
              <a:gd name="connsiteX83" fmla="*/ 609086 w 829568"/>
              <a:gd name="connsiteY83" fmla="*/ 542986 h 797705"/>
              <a:gd name="connsiteX84" fmla="*/ 599994 w 829568"/>
              <a:gd name="connsiteY84" fmla="*/ 547522 h 797705"/>
              <a:gd name="connsiteX85" fmla="*/ 590902 w 829568"/>
              <a:gd name="connsiteY85" fmla="*/ 554327 h 797705"/>
              <a:gd name="connsiteX86" fmla="*/ 579537 w 829568"/>
              <a:gd name="connsiteY86" fmla="*/ 563399 h 797705"/>
              <a:gd name="connsiteX87" fmla="*/ 574991 w 829568"/>
              <a:gd name="connsiteY87" fmla="*/ 556595 h 797705"/>
              <a:gd name="connsiteX88" fmla="*/ 570445 w 829568"/>
              <a:gd name="connsiteY88" fmla="*/ 558863 h 797705"/>
              <a:gd name="connsiteX89" fmla="*/ 568172 w 829568"/>
              <a:gd name="connsiteY89" fmla="*/ 563399 h 797705"/>
              <a:gd name="connsiteX90" fmla="*/ 568172 w 829568"/>
              <a:gd name="connsiteY90" fmla="*/ 565667 h 797705"/>
              <a:gd name="connsiteX91" fmla="*/ 568172 w 829568"/>
              <a:gd name="connsiteY91" fmla="*/ 570203 h 797705"/>
              <a:gd name="connsiteX92" fmla="*/ 565899 w 829568"/>
              <a:gd name="connsiteY92" fmla="*/ 572471 h 797705"/>
              <a:gd name="connsiteX93" fmla="*/ 565899 w 829568"/>
              <a:gd name="connsiteY93" fmla="*/ 574739 h 797705"/>
              <a:gd name="connsiteX94" fmla="*/ 581810 w 829568"/>
              <a:gd name="connsiteY94" fmla="*/ 581543 h 797705"/>
              <a:gd name="connsiteX95" fmla="*/ 586356 w 829568"/>
              <a:gd name="connsiteY95" fmla="*/ 586079 h 797705"/>
              <a:gd name="connsiteX96" fmla="*/ 590902 w 829568"/>
              <a:gd name="connsiteY96" fmla="*/ 579275 h 797705"/>
              <a:gd name="connsiteX97" fmla="*/ 597721 w 829568"/>
              <a:gd name="connsiteY97" fmla="*/ 583811 h 797705"/>
              <a:gd name="connsiteX98" fmla="*/ 599994 w 829568"/>
              <a:gd name="connsiteY98" fmla="*/ 579275 h 797705"/>
              <a:gd name="connsiteX99" fmla="*/ 606813 w 829568"/>
              <a:gd name="connsiteY99" fmla="*/ 588347 h 797705"/>
              <a:gd name="connsiteX100" fmla="*/ 606813 w 829568"/>
              <a:gd name="connsiteY100" fmla="*/ 590616 h 797705"/>
              <a:gd name="connsiteX101" fmla="*/ 602267 w 829568"/>
              <a:gd name="connsiteY101" fmla="*/ 601956 h 797705"/>
              <a:gd name="connsiteX102" fmla="*/ 604540 w 829568"/>
              <a:gd name="connsiteY102" fmla="*/ 606492 h 797705"/>
              <a:gd name="connsiteX103" fmla="*/ 609086 w 829568"/>
              <a:gd name="connsiteY103" fmla="*/ 611028 h 797705"/>
              <a:gd name="connsiteX104" fmla="*/ 606813 w 829568"/>
              <a:gd name="connsiteY104" fmla="*/ 613296 h 797705"/>
              <a:gd name="connsiteX105" fmla="*/ 588629 w 829568"/>
              <a:gd name="connsiteY105" fmla="*/ 613296 h 797705"/>
              <a:gd name="connsiteX106" fmla="*/ 572718 w 829568"/>
              <a:gd name="connsiteY106" fmla="*/ 597420 h 797705"/>
              <a:gd name="connsiteX107" fmla="*/ 568172 w 829568"/>
              <a:gd name="connsiteY107" fmla="*/ 606492 h 797705"/>
              <a:gd name="connsiteX108" fmla="*/ 561353 w 829568"/>
              <a:gd name="connsiteY108" fmla="*/ 597420 h 797705"/>
              <a:gd name="connsiteX109" fmla="*/ 556807 w 829568"/>
              <a:gd name="connsiteY109" fmla="*/ 592884 h 797705"/>
              <a:gd name="connsiteX110" fmla="*/ 540896 w 829568"/>
              <a:gd name="connsiteY110" fmla="*/ 570203 h 797705"/>
              <a:gd name="connsiteX111" fmla="*/ 529530 w 829568"/>
              <a:gd name="connsiteY111" fmla="*/ 565667 h 797705"/>
              <a:gd name="connsiteX112" fmla="*/ 518165 w 829568"/>
              <a:gd name="connsiteY112" fmla="*/ 572471 h 797705"/>
              <a:gd name="connsiteX113" fmla="*/ 509073 w 829568"/>
              <a:gd name="connsiteY113" fmla="*/ 577007 h 797705"/>
              <a:gd name="connsiteX114" fmla="*/ 505946 w 829568"/>
              <a:gd name="connsiteY114" fmla="*/ 579415 h 797705"/>
              <a:gd name="connsiteX115" fmla="*/ 505946 w 829568"/>
              <a:gd name="connsiteY115" fmla="*/ 581688 h 797705"/>
              <a:gd name="connsiteX116" fmla="*/ 496839 w 829568"/>
              <a:gd name="connsiteY116" fmla="*/ 590779 h 797705"/>
              <a:gd name="connsiteX117" fmla="*/ 496839 w 829568"/>
              <a:gd name="connsiteY117" fmla="*/ 595324 h 797705"/>
              <a:gd name="connsiteX118" fmla="*/ 501392 w 829568"/>
              <a:gd name="connsiteY118" fmla="*/ 599870 h 797705"/>
              <a:gd name="connsiteX119" fmla="*/ 510500 w 829568"/>
              <a:gd name="connsiteY119" fmla="*/ 608960 h 797705"/>
              <a:gd name="connsiteX120" fmla="*/ 508223 w 829568"/>
              <a:gd name="connsiteY120" fmla="*/ 613506 h 797705"/>
              <a:gd name="connsiteX121" fmla="*/ 508223 w 829568"/>
              <a:gd name="connsiteY121" fmla="*/ 618051 h 797705"/>
              <a:gd name="connsiteX122" fmla="*/ 490008 w 829568"/>
              <a:gd name="connsiteY122" fmla="*/ 640778 h 797705"/>
              <a:gd name="connsiteX123" fmla="*/ 464962 w 829568"/>
              <a:gd name="connsiteY123" fmla="*/ 631687 h 797705"/>
              <a:gd name="connsiteX124" fmla="*/ 451300 w 829568"/>
              <a:gd name="connsiteY124" fmla="*/ 624869 h 797705"/>
              <a:gd name="connsiteX125" fmla="*/ 423977 w 829568"/>
              <a:gd name="connsiteY125" fmla="*/ 638506 h 797705"/>
              <a:gd name="connsiteX126" fmla="*/ 414870 w 829568"/>
              <a:gd name="connsiteY126" fmla="*/ 643051 h 797705"/>
              <a:gd name="connsiteX127" fmla="*/ 398931 w 829568"/>
              <a:gd name="connsiteY127" fmla="*/ 645324 h 797705"/>
              <a:gd name="connsiteX128" fmla="*/ 394378 w 829568"/>
              <a:gd name="connsiteY128" fmla="*/ 652142 h 797705"/>
              <a:gd name="connsiteX129" fmla="*/ 373885 w 829568"/>
              <a:gd name="connsiteY129" fmla="*/ 654415 h 797705"/>
              <a:gd name="connsiteX130" fmla="*/ 353393 w 829568"/>
              <a:gd name="connsiteY130" fmla="*/ 661233 h 797705"/>
              <a:gd name="connsiteX131" fmla="*/ 344285 w 829568"/>
              <a:gd name="connsiteY131" fmla="*/ 683960 h 797705"/>
              <a:gd name="connsiteX132" fmla="*/ 346559 w 829568"/>
              <a:gd name="connsiteY132" fmla="*/ 695305 h 797705"/>
              <a:gd name="connsiteX133" fmla="*/ 346890 w 829568"/>
              <a:gd name="connsiteY133" fmla="*/ 695371 h 797705"/>
              <a:gd name="connsiteX134" fmla="*/ 349169 w 829568"/>
              <a:gd name="connsiteY134" fmla="*/ 697639 h 797705"/>
              <a:gd name="connsiteX135" fmla="*/ 349169 w 829568"/>
              <a:gd name="connsiteY135" fmla="*/ 708981 h 797705"/>
              <a:gd name="connsiteX136" fmla="*/ 349169 w 829568"/>
              <a:gd name="connsiteY136" fmla="*/ 713518 h 797705"/>
              <a:gd name="connsiteX137" fmla="*/ 346890 w 829568"/>
              <a:gd name="connsiteY137" fmla="*/ 724861 h 797705"/>
              <a:gd name="connsiteX138" fmla="*/ 340053 w 829568"/>
              <a:gd name="connsiteY138" fmla="*/ 722592 h 797705"/>
              <a:gd name="connsiteX139" fmla="*/ 317264 w 829568"/>
              <a:gd name="connsiteY139" fmla="*/ 720324 h 797705"/>
              <a:gd name="connsiteX140" fmla="*/ 312706 w 829568"/>
              <a:gd name="connsiteY140" fmla="*/ 718055 h 797705"/>
              <a:gd name="connsiteX141" fmla="*/ 303590 w 829568"/>
              <a:gd name="connsiteY141" fmla="*/ 724861 h 797705"/>
              <a:gd name="connsiteX142" fmla="*/ 294474 w 829568"/>
              <a:gd name="connsiteY142" fmla="*/ 731666 h 797705"/>
              <a:gd name="connsiteX143" fmla="*/ 289916 w 829568"/>
              <a:gd name="connsiteY143" fmla="*/ 738471 h 797705"/>
              <a:gd name="connsiteX144" fmla="*/ 289916 w 829568"/>
              <a:gd name="connsiteY144" fmla="*/ 752082 h 797705"/>
              <a:gd name="connsiteX145" fmla="*/ 280800 w 829568"/>
              <a:gd name="connsiteY145" fmla="*/ 740740 h 797705"/>
              <a:gd name="connsiteX146" fmla="*/ 278521 w 829568"/>
              <a:gd name="connsiteY146" fmla="*/ 738471 h 797705"/>
              <a:gd name="connsiteX147" fmla="*/ 278521 w 829568"/>
              <a:gd name="connsiteY147" fmla="*/ 743008 h 797705"/>
              <a:gd name="connsiteX148" fmla="*/ 276242 w 829568"/>
              <a:gd name="connsiteY148" fmla="*/ 749814 h 797705"/>
              <a:gd name="connsiteX149" fmla="*/ 269405 w 829568"/>
              <a:gd name="connsiteY149" fmla="*/ 761156 h 797705"/>
              <a:gd name="connsiteX150" fmla="*/ 232942 w 829568"/>
              <a:gd name="connsiteY150" fmla="*/ 749814 h 797705"/>
              <a:gd name="connsiteX151" fmla="*/ 230663 w 829568"/>
              <a:gd name="connsiteY151" fmla="*/ 754351 h 797705"/>
              <a:gd name="connsiteX152" fmla="*/ 203316 w 829568"/>
              <a:gd name="connsiteY152" fmla="*/ 754351 h 797705"/>
              <a:gd name="connsiteX153" fmla="*/ 180526 w 829568"/>
              <a:gd name="connsiteY153" fmla="*/ 761156 h 797705"/>
              <a:gd name="connsiteX154" fmla="*/ 169131 w 829568"/>
              <a:gd name="connsiteY154" fmla="*/ 767961 h 797705"/>
              <a:gd name="connsiteX155" fmla="*/ 157736 w 829568"/>
              <a:gd name="connsiteY155" fmla="*/ 783841 h 797705"/>
              <a:gd name="connsiteX156" fmla="*/ 137226 w 829568"/>
              <a:gd name="connsiteY156" fmla="*/ 797451 h 797705"/>
              <a:gd name="connsiteX157" fmla="*/ 128110 w 829568"/>
              <a:gd name="connsiteY157" fmla="*/ 786109 h 797705"/>
              <a:gd name="connsiteX158" fmla="*/ 121273 w 829568"/>
              <a:gd name="connsiteY158" fmla="*/ 792914 h 797705"/>
              <a:gd name="connsiteX159" fmla="*/ 93925 w 829568"/>
              <a:gd name="connsiteY159" fmla="*/ 790646 h 797705"/>
              <a:gd name="connsiteX160" fmla="*/ 68857 w 829568"/>
              <a:gd name="connsiteY160" fmla="*/ 790646 h 797705"/>
              <a:gd name="connsiteX161" fmla="*/ 57462 w 829568"/>
              <a:gd name="connsiteY161" fmla="*/ 792914 h 797705"/>
              <a:gd name="connsiteX162" fmla="*/ 46067 w 829568"/>
              <a:gd name="connsiteY162" fmla="*/ 788377 h 797705"/>
              <a:gd name="connsiteX163" fmla="*/ 25556 w 829568"/>
              <a:gd name="connsiteY163" fmla="*/ 786109 h 797705"/>
              <a:gd name="connsiteX164" fmla="*/ 25556 w 829568"/>
              <a:gd name="connsiteY164" fmla="*/ 783841 h 797705"/>
              <a:gd name="connsiteX165" fmla="*/ 27835 w 829568"/>
              <a:gd name="connsiteY165" fmla="*/ 777035 h 797705"/>
              <a:gd name="connsiteX166" fmla="*/ 25556 w 829568"/>
              <a:gd name="connsiteY166" fmla="*/ 774767 h 797705"/>
              <a:gd name="connsiteX167" fmla="*/ 43788 w 829568"/>
              <a:gd name="connsiteY167" fmla="*/ 770230 h 797705"/>
              <a:gd name="connsiteX168" fmla="*/ 48346 w 829568"/>
              <a:gd name="connsiteY168" fmla="*/ 699908 h 797705"/>
              <a:gd name="connsiteX169" fmla="*/ 5046 w 829568"/>
              <a:gd name="connsiteY169" fmla="*/ 670418 h 797705"/>
              <a:gd name="connsiteX170" fmla="*/ 30114 w 829568"/>
              <a:gd name="connsiteY170" fmla="*/ 615975 h 797705"/>
              <a:gd name="connsiteX171" fmla="*/ 41509 w 829568"/>
              <a:gd name="connsiteY171" fmla="*/ 600095 h 797705"/>
              <a:gd name="connsiteX172" fmla="*/ 34672 w 829568"/>
              <a:gd name="connsiteY172" fmla="*/ 581948 h 797705"/>
              <a:gd name="connsiteX173" fmla="*/ 41509 w 829568"/>
              <a:gd name="connsiteY173" fmla="*/ 554726 h 797705"/>
              <a:gd name="connsiteX174" fmla="*/ 16441 w 829568"/>
              <a:gd name="connsiteY174" fmla="*/ 543384 h 797705"/>
              <a:gd name="connsiteX175" fmla="*/ 34672 w 829568"/>
              <a:gd name="connsiteY175" fmla="*/ 541115 h 797705"/>
              <a:gd name="connsiteX176" fmla="*/ 41498 w 829568"/>
              <a:gd name="connsiteY176" fmla="*/ 541115 h 797705"/>
              <a:gd name="connsiteX177" fmla="*/ 39341 w 829568"/>
              <a:gd name="connsiteY177" fmla="*/ 528176 h 797705"/>
              <a:gd name="connsiteX178" fmla="*/ 86966 w 829568"/>
              <a:gd name="connsiteY178" fmla="*/ 494839 h 797705"/>
              <a:gd name="connsiteX179" fmla="*/ 65409 w 829568"/>
              <a:gd name="connsiteY179" fmla="*/ 464300 h 797705"/>
              <a:gd name="connsiteX180" fmla="*/ 62429 w 829568"/>
              <a:gd name="connsiteY180" fmla="*/ 465726 h 797705"/>
              <a:gd name="connsiteX181" fmla="*/ 62429 w 829568"/>
              <a:gd name="connsiteY181" fmla="*/ 467991 h 797705"/>
              <a:gd name="connsiteX182" fmla="*/ 57874 w 829568"/>
              <a:gd name="connsiteY182" fmla="*/ 470256 h 797705"/>
              <a:gd name="connsiteX183" fmla="*/ 48763 w 829568"/>
              <a:gd name="connsiteY183" fmla="*/ 472522 h 797705"/>
              <a:gd name="connsiteX184" fmla="*/ 35096 w 829568"/>
              <a:gd name="connsiteY184" fmla="*/ 467991 h 797705"/>
              <a:gd name="connsiteX185" fmla="*/ 32818 w 829568"/>
              <a:gd name="connsiteY185" fmla="*/ 449871 h 797705"/>
              <a:gd name="connsiteX186" fmla="*/ 55596 w 829568"/>
              <a:gd name="connsiteY186" fmla="*/ 418160 h 797705"/>
              <a:gd name="connsiteX187" fmla="*/ 55596 w 829568"/>
              <a:gd name="connsiteY187" fmla="*/ 404569 h 797705"/>
              <a:gd name="connsiteX188" fmla="*/ 48763 w 829568"/>
              <a:gd name="connsiteY188" fmla="*/ 372858 h 797705"/>
              <a:gd name="connsiteX189" fmla="*/ 41929 w 829568"/>
              <a:gd name="connsiteY189" fmla="*/ 354737 h 797705"/>
              <a:gd name="connsiteX190" fmla="*/ 41929 w 829568"/>
              <a:gd name="connsiteY190" fmla="*/ 320761 h 797705"/>
              <a:gd name="connsiteX191" fmla="*/ 41929 w 829568"/>
              <a:gd name="connsiteY191" fmla="*/ 300375 h 797705"/>
              <a:gd name="connsiteX192" fmla="*/ 44207 w 829568"/>
              <a:gd name="connsiteY192" fmla="*/ 302640 h 797705"/>
              <a:gd name="connsiteX193" fmla="*/ 57934 w 829568"/>
              <a:gd name="connsiteY193" fmla="*/ 312196 h 797705"/>
              <a:gd name="connsiteX194" fmla="*/ 58242 w 829568"/>
              <a:gd name="connsiteY194" fmla="*/ 311394 h 797705"/>
              <a:gd name="connsiteX195" fmla="*/ 56256 w 829568"/>
              <a:gd name="connsiteY195" fmla="*/ 310012 h 797705"/>
              <a:gd name="connsiteX196" fmla="*/ 44300 w 829568"/>
              <a:gd name="connsiteY196" fmla="*/ 302367 h 797705"/>
              <a:gd name="connsiteX197" fmla="*/ 42022 w 829568"/>
              <a:gd name="connsiteY197" fmla="*/ 300102 h 797705"/>
              <a:gd name="connsiteX198" fmla="*/ 44300 w 829568"/>
              <a:gd name="connsiteY198" fmla="*/ 291042 h 797705"/>
              <a:gd name="connsiteX199" fmla="*/ 78462 w 829568"/>
              <a:gd name="connsiteY199" fmla="*/ 259331 h 797705"/>
              <a:gd name="connsiteX200" fmla="*/ 92126 w 829568"/>
              <a:gd name="connsiteY200" fmla="*/ 232149 h 797705"/>
              <a:gd name="connsiteX201" fmla="*/ 114901 w 829568"/>
              <a:gd name="connsiteY201" fmla="*/ 211764 h 797705"/>
              <a:gd name="connsiteX202" fmla="*/ 108638 w 829568"/>
              <a:gd name="connsiteY202" fmla="*/ 204968 h 797705"/>
              <a:gd name="connsiteX203" fmla="*/ 92261 w 829568"/>
              <a:gd name="connsiteY203" fmla="*/ 198228 h 797705"/>
              <a:gd name="connsiteX204" fmla="*/ 91806 w 829568"/>
              <a:gd name="connsiteY204" fmla="*/ 198355 h 797705"/>
              <a:gd name="connsiteX205" fmla="*/ 84968 w 829568"/>
              <a:gd name="connsiteY205" fmla="*/ 193807 h 797705"/>
              <a:gd name="connsiteX206" fmla="*/ 94086 w 829568"/>
              <a:gd name="connsiteY206" fmla="*/ 155145 h 797705"/>
              <a:gd name="connsiteX207" fmla="*/ 135114 w 829568"/>
              <a:gd name="connsiteY207" fmla="*/ 127854 h 797705"/>
              <a:gd name="connsiteX208" fmla="*/ 160186 w 829568"/>
              <a:gd name="connsiteY208" fmla="*/ 134677 h 797705"/>
              <a:gd name="connsiteX209" fmla="*/ 160186 w 829568"/>
              <a:gd name="connsiteY209" fmla="*/ 109660 h 797705"/>
              <a:gd name="connsiteX210" fmla="*/ 187538 w 829568"/>
              <a:gd name="connsiteY210" fmla="*/ 82369 h 797705"/>
              <a:gd name="connsiteX211" fmla="*/ 187538 w 829568"/>
              <a:gd name="connsiteY211" fmla="*/ 48256 h 797705"/>
              <a:gd name="connsiteX212" fmla="*/ 190103 w 829568"/>
              <a:gd name="connsiteY212"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63684 w 829568"/>
              <a:gd name="connsiteY25" fmla="*/ 246583 h 797705"/>
              <a:gd name="connsiteX26" fmla="*/ 570440 w 829568"/>
              <a:gd name="connsiteY26" fmla="*/ 254988 h 797705"/>
              <a:gd name="connsiteX27" fmla="*/ 570445 w 829568"/>
              <a:gd name="connsiteY27" fmla="*/ 254942 h 797705"/>
              <a:gd name="connsiteX28" fmla="*/ 574113 w 829568"/>
              <a:gd name="connsiteY28" fmla="*/ 256872 h 797705"/>
              <a:gd name="connsiteX29" fmla="*/ 567290 w 829568"/>
              <a:gd name="connsiteY29" fmla="*/ 250109 h 797705"/>
              <a:gd name="connsiteX30" fmla="*/ 563684 w 829568"/>
              <a:gd name="connsiteY30" fmla="*/ 246583 h 797705"/>
              <a:gd name="connsiteX31" fmla="*/ 574458 w 829568"/>
              <a:gd name="connsiteY31" fmla="*/ 256788 h 797705"/>
              <a:gd name="connsiteX32" fmla="*/ 583230 w 829568"/>
              <a:gd name="connsiteY32" fmla="*/ 254659 h 797705"/>
              <a:gd name="connsiteX33" fmla="*/ 595448 w 829568"/>
              <a:gd name="connsiteY33" fmla="*/ 250406 h 797705"/>
              <a:gd name="connsiteX34" fmla="*/ 624997 w 829568"/>
              <a:gd name="connsiteY34" fmla="*/ 282159 h 797705"/>
              <a:gd name="connsiteX35" fmla="*/ 637214 w 829568"/>
              <a:gd name="connsiteY35" fmla="*/ 311928 h 797705"/>
              <a:gd name="connsiteX36" fmla="*/ 636731 w 829568"/>
              <a:gd name="connsiteY36" fmla="*/ 319061 h 797705"/>
              <a:gd name="connsiteX37" fmla="*/ 636185 w 829568"/>
              <a:gd name="connsiteY37" fmla="*/ 327131 h 797705"/>
              <a:gd name="connsiteX38" fmla="*/ 640908 w 829568"/>
              <a:gd name="connsiteY38" fmla="*/ 343397 h 797705"/>
              <a:gd name="connsiteX39" fmla="*/ 656819 w 829568"/>
              <a:gd name="connsiteY39" fmla="*/ 329788 h 797705"/>
              <a:gd name="connsiteX40" fmla="*/ 672730 w 829568"/>
              <a:gd name="connsiteY40" fmla="*/ 347933 h 797705"/>
              <a:gd name="connsiteX41" fmla="*/ 679549 w 829568"/>
              <a:gd name="connsiteY41" fmla="*/ 366077 h 797705"/>
              <a:gd name="connsiteX42" fmla="*/ 686368 w 829568"/>
              <a:gd name="connsiteY42" fmla="*/ 418243 h 797705"/>
              <a:gd name="connsiteX43" fmla="*/ 736375 w 829568"/>
              <a:gd name="connsiteY43" fmla="*/ 413707 h 797705"/>
              <a:gd name="connsiteX44" fmla="*/ 756832 w 829568"/>
              <a:gd name="connsiteY44" fmla="*/ 420511 h 797705"/>
              <a:gd name="connsiteX45" fmla="*/ 765924 w 829568"/>
              <a:gd name="connsiteY45" fmla="*/ 406903 h 797705"/>
              <a:gd name="connsiteX46" fmla="*/ 829568 w 829568"/>
              <a:gd name="connsiteY46" fmla="*/ 397830 h 797705"/>
              <a:gd name="connsiteX47" fmla="*/ 829568 w 829568"/>
              <a:gd name="connsiteY47" fmla="*/ 413707 h 797705"/>
              <a:gd name="connsiteX48" fmla="*/ 827295 w 829568"/>
              <a:gd name="connsiteY48" fmla="*/ 422779 h 797705"/>
              <a:gd name="connsiteX49" fmla="*/ 822749 w 829568"/>
              <a:gd name="connsiteY49" fmla="*/ 427315 h 797705"/>
              <a:gd name="connsiteX50" fmla="*/ 815930 w 829568"/>
              <a:gd name="connsiteY50" fmla="*/ 427315 h 797705"/>
              <a:gd name="connsiteX51" fmla="*/ 809111 w 829568"/>
              <a:gd name="connsiteY51" fmla="*/ 443192 h 797705"/>
              <a:gd name="connsiteX52" fmla="*/ 802292 w 829568"/>
              <a:gd name="connsiteY52" fmla="*/ 452264 h 797705"/>
              <a:gd name="connsiteX53" fmla="*/ 800019 w 829568"/>
              <a:gd name="connsiteY53" fmla="*/ 459068 h 797705"/>
              <a:gd name="connsiteX54" fmla="*/ 800019 w 829568"/>
              <a:gd name="connsiteY54" fmla="*/ 470408 h 797705"/>
              <a:gd name="connsiteX55" fmla="*/ 800019 w 829568"/>
              <a:gd name="connsiteY55" fmla="*/ 481749 h 797705"/>
              <a:gd name="connsiteX56" fmla="*/ 784108 w 829568"/>
              <a:gd name="connsiteY56" fmla="*/ 477212 h 797705"/>
              <a:gd name="connsiteX57" fmla="*/ 777289 w 829568"/>
              <a:gd name="connsiteY57" fmla="*/ 477212 h 797705"/>
              <a:gd name="connsiteX58" fmla="*/ 770470 w 829568"/>
              <a:gd name="connsiteY58" fmla="*/ 481749 h 797705"/>
              <a:gd name="connsiteX59" fmla="*/ 768197 w 829568"/>
              <a:gd name="connsiteY59" fmla="*/ 488553 h 797705"/>
              <a:gd name="connsiteX60" fmla="*/ 750013 w 829568"/>
              <a:gd name="connsiteY60" fmla="*/ 497625 h 797705"/>
              <a:gd name="connsiteX61" fmla="*/ 745467 w 829568"/>
              <a:gd name="connsiteY61" fmla="*/ 490821 h 797705"/>
              <a:gd name="connsiteX62" fmla="*/ 740921 w 829568"/>
              <a:gd name="connsiteY62" fmla="*/ 493089 h 797705"/>
              <a:gd name="connsiteX63" fmla="*/ 738648 w 829568"/>
              <a:gd name="connsiteY63" fmla="*/ 499893 h 797705"/>
              <a:gd name="connsiteX64" fmla="*/ 738648 w 829568"/>
              <a:gd name="connsiteY64" fmla="*/ 502161 h 797705"/>
              <a:gd name="connsiteX65" fmla="*/ 725010 w 829568"/>
              <a:gd name="connsiteY65" fmla="*/ 504429 h 797705"/>
              <a:gd name="connsiteX66" fmla="*/ 715918 w 829568"/>
              <a:gd name="connsiteY66" fmla="*/ 508965 h 797705"/>
              <a:gd name="connsiteX67" fmla="*/ 715918 w 829568"/>
              <a:gd name="connsiteY67" fmla="*/ 520306 h 797705"/>
              <a:gd name="connsiteX68" fmla="*/ 713645 w 829568"/>
              <a:gd name="connsiteY68" fmla="*/ 522574 h 797705"/>
              <a:gd name="connsiteX69" fmla="*/ 693188 w 829568"/>
              <a:gd name="connsiteY69" fmla="*/ 527110 h 797705"/>
              <a:gd name="connsiteX70" fmla="*/ 677276 w 829568"/>
              <a:gd name="connsiteY70" fmla="*/ 531646 h 797705"/>
              <a:gd name="connsiteX71" fmla="*/ 668184 w 829568"/>
              <a:gd name="connsiteY71" fmla="*/ 527110 h 797705"/>
              <a:gd name="connsiteX72" fmla="*/ 665911 w 829568"/>
              <a:gd name="connsiteY72" fmla="*/ 529378 h 797705"/>
              <a:gd name="connsiteX73" fmla="*/ 665911 w 829568"/>
              <a:gd name="connsiteY73" fmla="*/ 538450 h 797705"/>
              <a:gd name="connsiteX74" fmla="*/ 659092 w 829568"/>
              <a:gd name="connsiteY74" fmla="*/ 540718 h 797705"/>
              <a:gd name="connsiteX75" fmla="*/ 659092 w 829568"/>
              <a:gd name="connsiteY75" fmla="*/ 545254 h 797705"/>
              <a:gd name="connsiteX76" fmla="*/ 659092 w 829568"/>
              <a:gd name="connsiteY76" fmla="*/ 556595 h 797705"/>
              <a:gd name="connsiteX77" fmla="*/ 656819 w 829568"/>
              <a:gd name="connsiteY77" fmla="*/ 561131 h 797705"/>
              <a:gd name="connsiteX78" fmla="*/ 652273 w 829568"/>
              <a:gd name="connsiteY78" fmla="*/ 561131 h 797705"/>
              <a:gd name="connsiteX79" fmla="*/ 650000 w 829568"/>
              <a:gd name="connsiteY79" fmla="*/ 561131 h 797705"/>
              <a:gd name="connsiteX80" fmla="*/ 618178 w 829568"/>
              <a:gd name="connsiteY80" fmla="*/ 552058 h 797705"/>
              <a:gd name="connsiteX81" fmla="*/ 618178 w 829568"/>
              <a:gd name="connsiteY81" fmla="*/ 549790 h 797705"/>
              <a:gd name="connsiteX82" fmla="*/ 609086 w 829568"/>
              <a:gd name="connsiteY82" fmla="*/ 542986 h 797705"/>
              <a:gd name="connsiteX83" fmla="*/ 599994 w 829568"/>
              <a:gd name="connsiteY83" fmla="*/ 547522 h 797705"/>
              <a:gd name="connsiteX84" fmla="*/ 590902 w 829568"/>
              <a:gd name="connsiteY84" fmla="*/ 554327 h 797705"/>
              <a:gd name="connsiteX85" fmla="*/ 579537 w 829568"/>
              <a:gd name="connsiteY85" fmla="*/ 563399 h 797705"/>
              <a:gd name="connsiteX86" fmla="*/ 574991 w 829568"/>
              <a:gd name="connsiteY86" fmla="*/ 556595 h 797705"/>
              <a:gd name="connsiteX87" fmla="*/ 570445 w 829568"/>
              <a:gd name="connsiteY87" fmla="*/ 558863 h 797705"/>
              <a:gd name="connsiteX88" fmla="*/ 568172 w 829568"/>
              <a:gd name="connsiteY88" fmla="*/ 563399 h 797705"/>
              <a:gd name="connsiteX89" fmla="*/ 568172 w 829568"/>
              <a:gd name="connsiteY89" fmla="*/ 565667 h 797705"/>
              <a:gd name="connsiteX90" fmla="*/ 568172 w 829568"/>
              <a:gd name="connsiteY90" fmla="*/ 570203 h 797705"/>
              <a:gd name="connsiteX91" fmla="*/ 565899 w 829568"/>
              <a:gd name="connsiteY91" fmla="*/ 572471 h 797705"/>
              <a:gd name="connsiteX92" fmla="*/ 565899 w 829568"/>
              <a:gd name="connsiteY92" fmla="*/ 574739 h 797705"/>
              <a:gd name="connsiteX93" fmla="*/ 581810 w 829568"/>
              <a:gd name="connsiteY93" fmla="*/ 581543 h 797705"/>
              <a:gd name="connsiteX94" fmla="*/ 586356 w 829568"/>
              <a:gd name="connsiteY94" fmla="*/ 586079 h 797705"/>
              <a:gd name="connsiteX95" fmla="*/ 590902 w 829568"/>
              <a:gd name="connsiteY95" fmla="*/ 579275 h 797705"/>
              <a:gd name="connsiteX96" fmla="*/ 597721 w 829568"/>
              <a:gd name="connsiteY96" fmla="*/ 583811 h 797705"/>
              <a:gd name="connsiteX97" fmla="*/ 599994 w 829568"/>
              <a:gd name="connsiteY97" fmla="*/ 579275 h 797705"/>
              <a:gd name="connsiteX98" fmla="*/ 606813 w 829568"/>
              <a:gd name="connsiteY98" fmla="*/ 588347 h 797705"/>
              <a:gd name="connsiteX99" fmla="*/ 606813 w 829568"/>
              <a:gd name="connsiteY99" fmla="*/ 590616 h 797705"/>
              <a:gd name="connsiteX100" fmla="*/ 602267 w 829568"/>
              <a:gd name="connsiteY100" fmla="*/ 601956 h 797705"/>
              <a:gd name="connsiteX101" fmla="*/ 604540 w 829568"/>
              <a:gd name="connsiteY101" fmla="*/ 606492 h 797705"/>
              <a:gd name="connsiteX102" fmla="*/ 609086 w 829568"/>
              <a:gd name="connsiteY102" fmla="*/ 611028 h 797705"/>
              <a:gd name="connsiteX103" fmla="*/ 606813 w 829568"/>
              <a:gd name="connsiteY103" fmla="*/ 613296 h 797705"/>
              <a:gd name="connsiteX104" fmla="*/ 588629 w 829568"/>
              <a:gd name="connsiteY104" fmla="*/ 613296 h 797705"/>
              <a:gd name="connsiteX105" fmla="*/ 572718 w 829568"/>
              <a:gd name="connsiteY105" fmla="*/ 597420 h 797705"/>
              <a:gd name="connsiteX106" fmla="*/ 568172 w 829568"/>
              <a:gd name="connsiteY106" fmla="*/ 606492 h 797705"/>
              <a:gd name="connsiteX107" fmla="*/ 561353 w 829568"/>
              <a:gd name="connsiteY107" fmla="*/ 597420 h 797705"/>
              <a:gd name="connsiteX108" fmla="*/ 556807 w 829568"/>
              <a:gd name="connsiteY108" fmla="*/ 592884 h 797705"/>
              <a:gd name="connsiteX109" fmla="*/ 540896 w 829568"/>
              <a:gd name="connsiteY109" fmla="*/ 570203 h 797705"/>
              <a:gd name="connsiteX110" fmla="*/ 529530 w 829568"/>
              <a:gd name="connsiteY110" fmla="*/ 565667 h 797705"/>
              <a:gd name="connsiteX111" fmla="*/ 518165 w 829568"/>
              <a:gd name="connsiteY111" fmla="*/ 572471 h 797705"/>
              <a:gd name="connsiteX112" fmla="*/ 509073 w 829568"/>
              <a:gd name="connsiteY112" fmla="*/ 577007 h 797705"/>
              <a:gd name="connsiteX113" fmla="*/ 505946 w 829568"/>
              <a:gd name="connsiteY113" fmla="*/ 579415 h 797705"/>
              <a:gd name="connsiteX114" fmla="*/ 505946 w 829568"/>
              <a:gd name="connsiteY114" fmla="*/ 581688 h 797705"/>
              <a:gd name="connsiteX115" fmla="*/ 496839 w 829568"/>
              <a:gd name="connsiteY115" fmla="*/ 590779 h 797705"/>
              <a:gd name="connsiteX116" fmla="*/ 496839 w 829568"/>
              <a:gd name="connsiteY116" fmla="*/ 595324 h 797705"/>
              <a:gd name="connsiteX117" fmla="*/ 501392 w 829568"/>
              <a:gd name="connsiteY117" fmla="*/ 599870 h 797705"/>
              <a:gd name="connsiteX118" fmla="*/ 510500 w 829568"/>
              <a:gd name="connsiteY118" fmla="*/ 608960 h 797705"/>
              <a:gd name="connsiteX119" fmla="*/ 508223 w 829568"/>
              <a:gd name="connsiteY119" fmla="*/ 613506 h 797705"/>
              <a:gd name="connsiteX120" fmla="*/ 508223 w 829568"/>
              <a:gd name="connsiteY120" fmla="*/ 618051 h 797705"/>
              <a:gd name="connsiteX121" fmla="*/ 490008 w 829568"/>
              <a:gd name="connsiteY121" fmla="*/ 640778 h 797705"/>
              <a:gd name="connsiteX122" fmla="*/ 464962 w 829568"/>
              <a:gd name="connsiteY122" fmla="*/ 631687 h 797705"/>
              <a:gd name="connsiteX123" fmla="*/ 451300 w 829568"/>
              <a:gd name="connsiteY123" fmla="*/ 624869 h 797705"/>
              <a:gd name="connsiteX124" fmla="*/ 423977 w 829568"/>
              <a:gd name="connsiteY124" fmla="*/ 638506 h 797705"/>
              <a:gd name="connsiteX125" fmla="*/ 414870 w 829568"/>
              <a:gd name="connsiteY125" fmla="*/ 643051 h 797705"/>
              <a:gd name="connsiteX126" fmla="*/ 398931 w 829568"/>
              <a:gd name="connsiteY126" fmla="*/ 645324 h 797705"/>
              <a:gd name="connsiteX127" fmla="*/ 394378 w 829568"/>
              <a:gd name="connsiteY127" fmla="*/ 652142 h 797705"/>
              <a:gd name="connsiteX128" fmla="*/ 373885 w 829568"/>
              <a:gd name="connsiteY128" fmla="*/ 654415 h 797705"/>
              <a:gd name="connsiteX129" fmla="*/ 353393 w 829568"/>
              <a:gd name="connsiteY129" fmla="*/ 661233 h 797705"/>
              <a:gd name="connsiteX130" fmla="*/ 344285 w 829568"/>
              <a:gd name="connsiteY130" fmla="*/ 683960 h 797705"/>
              <a:gd name="connsiteX131" fmla="*/ 346559 w 829568"/>
              <a:gd name="connsiteY131" fmla="*/ 695305 h 797705"/>
              <a:gd name="connsiteX132" fmla="*/ 346890 w 829568"/>
              <a:gd name="connsiteY132" fmla="*/ 695371 h 797705"/>
              <a:gd name="connsiteX133" fmla="*/ 349169 w 829568"/>
              <a:gd name="connsiteY133" fmla="*/ 697639 h 797705"/>
              <a:gd name="connsiteX134" fmla="*/ 349169 w 829568"/>
              <a:gd name="connsiteY134" fmla="*/ 708981 h 797705"/>
              <a:gd name="connsiteX135" fmla="*/ 349169 w 829568"/>
              <a:gd name="connsiteY135" fmla="*/ 713518 h 797705"/>
              <a:gd name="connsiteX136" fmla="*/ 346890 w 829568"/>
              <a:gd name="connsiteY136" fmla="*/ 724861 h 797705"/>
              <a:gd name="connsiteX137" fmla="*/ 340053 w 829568"/>
              <a:gd name="connsiteY137" fmla="*/ 722592 h 797705"/>
              <a:gd name="connsiteX138" fmla="*/ 317264 w 829568"/>
              <a:gd name="connsiteY138" fmla="*/ 720324 h 797705"/>
              <a:gd name="connsiteX139" fmla="*/ 312706 w 829568"/>
              <a:gd name="connsiteY139" fmla="*/ 718055 h 797705"/>
              <a:gd name="connsiteX140" fmla="*/ 303590 w 829568"/>
              <a:gd name="connsiteY140" fmla="*/ 724861 h 797705"/>
              <a:gd name="connsiteX141" fmla="*/ 294474 w 829568"/>
              <a:gd name="connsiteY141" fmla="*/ 731666 h 797705"/>
              <a:gd name="connsiteX142" fmla="*/ 289916 w 829568"/>
              <a:gd name="connsiteY142" fmla="*/ 738471 h 797705"/>
              <a:gd name="connsiteX143" fmla="*/ 289916 w 829568"/>
              <a:gd name="connsiteY143" fmla="*/ 752082 h 797705"/>
              <a:gd name="connsiteX144" fmla="*/ 280800 w 829568"/>
              <a:gd name="connsiteY144" fmla="*/ 740740 h 797705"/>
              <a:gd name="connsiteX145" fmla="*/ 278521 w 829568"/>
              <a:gd name="connsiteY145" fmla="*/ 738471 h 797705"/>
              <a:gd name="connsiteX146" fmla="*/ 278521 w 829568"/>
              <a:gd name="connsiteY146" fmla="*/ 743008 h 797705"/>
              <a:gd name="connsiteX147" fmla="*/ 276242 w 829568"/>
              <a:gd name="connsiteY147" fmla="*/ 749814 h 797705"/>
              <a:gd name="connsiteX148" fmla="*/ 269405 w 829568"/>
              <a:gd name="connsiteY148" fmla="*/ 761156 h 797705"/>
              <a:gd name="connsiteX149" fmla="*/ 232942 w 829568"/>
              <a:gd name="connsiteY149" fmla="*/ 749814 h 797705"/>
              <a:gd name="connsiteX150" fmla="*/ 230663 w 829568"/>
              <a:gd name="connsiteY150" fmla="*/ 754351 h 797705"/>
              <a:gd name="connsiteX151" fmla="*/ 203316 w 829568"/>
              <a:gd name="connsiteY151" fmla="*/ 754351 h 797705"/>
              <a:gd name="connsiteX152" fmla="*/ 180526 w 829568"/>
              <a:gd name="connsiteY152" fmla="*/ 761156 h 797705"/>
              <a:gd name="connsiteX153" fmla="*/ 169131 w 829568"/>
              <a:gd name="connsiteY153" fmla="*/ 767961 h 797705"/>
              <a:gd name="connsiteX154" fmla="*/ 157736 w 829568"/>
              <a:gd name="connsiteY154" fmla="*/ 783841 h 797705"/>
              <a:gd name="connsiteX155" fmla="*/ 137226 w 829568"/>
              <a:gd name="connsiteY155" fmla="*/ 797451 h 797705"/>
              <a:gd name="connsiteX156" fmla="*/ 128110 w 829568"/>
              <a:gd name="connsiteY156" fmla="*/ 786109 h 797705"/>
              <a:gd name="connsiteX157" fmla="*/ 121273 w 829568"/>
              <a:gd name="connsiteY157" fmla="*/ 792914 h 797705"/>
              <a:gd name="connsiteX158" fmla="*/ 93925 w 829568"/>
              <a:gd name="connsiteY158" fmla="*/ 790646 h 797705"/>
              <a:gd name="connsiteX159" fmla="*/ 68857 w 829568"/>
              <a:gd name="connsiteY159" fmla="*/ 790646 h 797705"/>
              <a:gd name="connsiteX160" fmla="*/ 57462 w 829568"/>
              <a:gd name="connsiteY160" fmla="*/ 792914 h 797705"/>
              <a:gd name="connsiteX161" fmla="*/ 46067 w 829568"/>
              <a:gd name="connsiteY161" fmla="*/ 788377 h 797705"/>
              <a:gd name="connsiteX162" fmla="*/ 25556 w 829568"/>
              <a:gd name="connsiteY162" fmla="*/ 786109 h 797705"/>
              <a:gd name="connsiteX163" fmla="*/ 25556 w 829568"/>
              <a:gd name="connsiteY163" fmla="*/ 783841 h 797705"/>
              <a:gd name="connsiteX164" fmla="*/ 27835 w 829568"/>
              <a:gd name="connsiteY164" fmla="*/ 777035 h 797705"/>
              <a:gd name="connsiteX165" fmla="*/ 25556 w 829568"/>
              <a:gd name="connsiteY165" fmla="*/ 774767 h 797705"/>
              <a:gd name="connsiteX166" fmla="*/ 43788 w 829568"/>
              <a:gd name="connsiteY166" fmla="*/ 770230 h 797705"/>
              <a:gd name="connsiteX167" fmla="*/ 48346 w 829568"/>
              <a:gd name="connsiteY167" fmla="*/ 699908 h 797705"/>
              <a:gd name="connsiteX168" fmla="*/ 5046 w 829568"/>
              <a:gd name="connsiteY168" fmla="*/ 670418 h 797705"/>
              <a:gd name="connsiteX169" fmla="*/ 30114 w 829568"/>
              <a:gd name="connsiteY169" fmla="*/ 615975 h 797705"/>
              <a:gd name="connsiteX170" fmla="*/ 41509 w 829568"/>
              <a:gd name="connsiteY170" fmla="*/ 600095 h 797705"/>
              <a:gd name="connsiteX171" fmla="*/ 34672 w 829568"/>
              <a:gd name="connsiteY171" fmla="*/ 581948 h 797705"/>
              <a:gd name="connsiteX172" fmla="*/ 41509 w 829568"/>
              <a:gd name="connsiteY172" fmla="*/ 554726 h 797705"/>
              <a:gd name="connsiteX173" fmla="*/ 16441 w 829568"/>
              <a:gd name="connsiteY173" fmla="*/ 543384 h 797705"/>
              <a:gd name="connsiteX174" fmla="*/ 34672 w 829568"/>
              <a:gd name="connsiteY174" fmla="*/ 541115 h 797705"/>
              <a:gd name="connsiteX175" fmla="*/ 41498 w 829568"/>
              <a:gd name="connsiteY175" fmla="*/ 541115 h 797705"/>
              <a:gd name="connsiteX176" fmla="*/ 39341 w 829568"/>
              <a:gd name="connsiteY176" fmla="*/ 528176 h 797705"/>
              <a:gd name="connsiteX177" fmla="*/ 86966 w 829568"/>
              <a:gd name="connsiteY177" fmla="*/ 494839 h 797705"/>
              <a:gd name="connsiteX178" fmla="*/ 65409 w 829568"/>
              <a:gd name="connsiteY178" fmla="*/ 464300 h 797705"/>
              <a:gd name="connsiteX179" fmla="*/ 62429 w 829568"/>
              <a:gd name="connsiteY179" fmla="*/ 465726 h 797705"/>
              <a:gd name="connsiteX180" fmla="*/ 62429 w 829568"/>
              <a:gd name="connsiteY180" fmla="*/ 467991 h 797705"/>
              <a:gd name="connsiteX181" fmla="*/ 57874 w 829568"/>
              <a:gd name="connsiteY181" fmla="*/ 470256 h 797705"/>
              <a:gd name="connsiteX182" fmla="*/ 48763 w 829568"/>
              <a:gd name="connsiteY182" fmla="*/ 472522 h 797705"/>
              <a:gd name="connsiteX183" fmla="*/ 35096 w 829568"/>
              <a:gd name="connsiteY183" fmla="*/ 467991 h 797705"/>
              <a:gd name="connsiteX184" fmla="*/ 32818 w 829568"/>
              <a:gd name="connsiteY184" fmla="*/ 449871 h 797705"/>
              <a:gd name="connsiteX185" fmla="*/ 55596 w 829568"/>
              <a:gd name="connsiteY185" fmla="*/ 418160 h 797705"/>
              <a:gd name="connsiteX186" fmla="*/ 55596 w 829568"/>
              <a:gd name="connsiteY186" fmla="*/ 404569 h 797705"/>
              <a:gd name="connsiteX187" fmla="*/ 48763 w 829568"/>
              <a:gd name="connsiteY187" fmla="*/ 372858 h 797705"/>
              <a:gd name="connsiteX188" fmla="*/ 41929 w 829568"/>
              <a:gd name="connsiteY188" fmla="*/ 354737 h 797705"/>
              <a:gd name="connsiteX189" fmla="*/ 41929 w 829568"/>
              <a:gd name="connsiteY189" fmla="*/ 320761 h 797705"/>
              <a:gd name="connsiteX190" fmla="*/ 41929 w 829568"/>
              <a:gd name="connsiteY190" fmla="*/ 300375 h 797705"/>
              <a:gd name="connsiteX191" fmla="*/ 44207 w 829568"/>
              <a:gd name="connsiteY191" fmla="*/ 302640 h 797705"/>
              <a:gd name="connsiteX192" fmla="*/ 57934 w 829568"/>
              <a:gd name="connsiteY192" fmla="*/ 312196 h 797705"/>
              <a:gd name="connsiteX193" fmla="*/ 58242 w 829568"/>
              <a:gd name="connsiteY193" fmla="*/ 311394 h 797705"/>
              <a:gd name="connsiteX194" fmla="*/ 56256 w 829568"/>
              <a:gd name="connsiteY194" fmla="*/ 310012 h 797705"/>
              <a:gd name="connsiteX195" fmla="*/ 44300 w 829568"/>
              <a:gd name="connsiteY195" fmla="*/ 302367 h 797705"/>
              <a:gd name="connsiteX196" fmla="*/ 42022 w 829568"/>
              <a:gd name="connsiteY196" fmla="*/ 300102 h 797705"/>
              <a:gd name="connsiteX197" fmla="*/ 44300 w 829568"/>
              <a:gd name="connsiteY197" fmla="*/ 291042 h 797705"/>
              <a:gd name="connsiteX198" fmla="*/ 78462 w 829568"/>
              <a:gd name="connsiteY198" fmla="*/ 259331 h 797705"/>
              <a:gd name="connsiteX199" fmla="*/ 92126 w 829568"/>
              <a:gd name="connsiteY199" fmla="*/ 232149 h 797705"/>
              <a:gd name="connsiteX200" fmla="*/ 114901 w 829568"/>
              <a:gd name="connsiteY200" fmla="*/ 211764 h 797705"/>
              <a:gd name="connsiteX201" fmla="*/ 108638 w 829568"/>
              <a:gd name="connsiteY201" fmla="*/ 204968 h 797705"/>
              <a:gd name="connsiteX202" fmla="*/ 92261 w 829568"/>
              <a:gd name="connsiteY202" fmla="*/ 198228 h 797705"/>
              <a:gd name="connsiteX203" fmla="*/ 91806 w 829568"/>
              <a:gd name="connsiteY203" fmla="*/ 198355 h 797705"/>
              <a:gd name="connsiteX204" fmla="*/ 84968 w 829568"/>
              <a:gd name="connsiteY204" fmla="*/ 193807 h 797705"/>
              <a:gd name="connsiteX205" fmla="*/ 94086 w 829568"/>
              <a:gd name="connsiteY205" fmla="*/ 155145 h 797705"/>
              <a:gd name="connsiteX206" fmla="*/ 135114 w 829568"/>
              <a:gd name="connsiteY206" fmla="*/ 127854 h 797705"/>
              <a:gd name="connsiteX207" fmla="*/ 160186 w 829568"/>
              <a:gd name="connsiteY207" fmla="*/ 134677 h 797705"/>
              <a:gd name="connsiteX208" fmla="*/ 160186 w 829568"/>
              <a:gd name="connsiteY208" fmla="*/ 109660 h 797705"/>
              <a:gd name="connsiteX209" fmla="*/ 187538 w 829568"/>
              <a:gd name="connsiteY209" fmla="*/ 82369 h 797705"/>
              <a:gd name="connsiteX210" fmla="*/ 187538 w 829568"/>
              <a:gd name="connsiteY210" fmla="*/ 48256 h 797705"/>
              <a:gd name="connsiteX211" fmla="*/ 190103 w 829568"/>
              <a:gd name="connsiteY211"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63684 w 829568"/>
              <a:gd name="connsiteY25" fmla="*/ 246583 h 797705"/>
              <a:gd name="connsiteX26" fmla="*/ 570440 w 829568"/>
              <a:gd name="connsiteY26" fmla="*/ 254988 h 797705"/>
              <a:gd name="connsiteX27" fmla="*/ 570445 w 829568"/>
              <a:gd name="connsiteY27" fmla="*/ 254942 h 797705"/>
              <a:gd name="connsiteX28" fmla="*/ 574113 w 829568"/>
              <a:gd name="connsiteY28" fmla="*/ 256872 h 797705"/>
              <a:gd name="connsiteX29" fmla="*/ 567290 w 829568"/>
              <a:gd name="connsiteY29" fmla="*/ 250109 h 797705"/>
              <a:gd name="connsiteX30" fmla="*/ 574458 w 829568"/>
              <a:gd name="connsiteY30" fmla="*/ 256788 h 797705"/>
              <a:gd name="connsiteX31" fmla="*/ 583230 w 829568"/>
              <a:gd name="connsiteY31" fmla="*/ 254659 h 797705"/>
              <a:gd name="connsiteX32" fmla="*/ 595448 w 829568"/>
              <a:gd name="connsiteY32" fmla="*/ 250406 h 797705"/>
              <a:gd name="connsiteX33" fmla="*/ 624997 w 829568"/>
              <a:gd name="connsiteY33" fmla="*/ 282159 h 797705"/>
              <a:gd name="connsiteX34" fmla="*/ 637214 w 829568"/>
              <a:gd name="connsiteY34" fmla="*/ 311928 h 797705"/>
              <a:gd name="connsiteX35" fmla="*/ 636731 w 829568"/>
              <a:gd name="connsiteY35" fmla="*/ 319061 h 797705"/>
              <a:gd name="connsiteX36" fmla="*/ 636185 w 829568"/>
              <a:gd name="connsiteY36" fmla="*/ 327131 h 797705"/>
              <a:gd name="connsiteX37" fmla="*/ 640908 w 829568"/>
              <a:gd name="connsiteY37" fmla="*/ 343397 h 797705"/>
              <a:gd name="connsiteX38" fmla="*/ 656819 w 829568"/>
              <a:gd name="connsiteY38" fmla="*/ 329788 h 797705"/>
              <a:gd name="connsiteX39" fmla="*/ 672730 w 829568"/>
              <a:gd name="connsiteY39" fmla="*/ 347933 h 797705"/>
              <a:gd name="connsiteX40" fmla="*/ 679549 w 829568"/>
              <a:gd name="connsiteY40" fmla="*/ 366077 h 797705"/>
              <a:gd name="connsiteX41" fmla="*/ 686368 w 829568"/>
              <a:gd name="connsiteY41" fmla="*/ 418243 h 797705"/>
              <a:gd name="connsiteX42" fmla="*/ 736375 w 829568"/>
              <a:gd name="connsiteY42" fmla="*/ 413707 h 797705"/>
              <a:gd name="connsiteX43" fmla="*/ 756832 w 829568"/>
              <a:gd name="connsiteY43" fmla="*/ 420511 h 797705"/>
              <a:gd name="connsiteX44" fmla="*/ 765924 w 829568"/>
              <a:gd name="connsiteY44" fmla="*/ 406903 h 797705"/>
              <a:gd name="connsiteX45" fmla="*/ 829568 w 829568"/>
              <a:gd name="connsiteY45" fmla="*/ 397830 h 797705"/>
              <a:gd name="connsiteX46" fmla="*/ 829568 w 829568"/>
              <a:gd name="connsiteY46" fmla="*/ 413707 h 797705"/>
              <a:gd name="connsiteX47" fmla="*/ 827295 w 829568"/>
              <a:gd name="connsiteY47" fmla="*/ 422779 h 797705"/>
              <a:gd name="connsiteX48" fmla="*/ 822749 w 829568"/>
              <a:gd name="connsiteY48" fmla="*/ 427315 h 797705"/>
              <a:gd name="connsiteX49" fmla="*/ 815930 w 829568"/>
              <a:gd name="connsiteY49" fmla="*/ 427315 h 797705"/>
              <a:gd name="connsiteX50" fmla="*/ 809111 w 829568"/>
              <a:gd name="connsiteY50" fmla="*/ 443192 h 797705"/>
              <a:gd name="connsiteX51" fmla="*/ 802292 w 829568"/>
              <a:gd name="connsiteY51" fmla="*/ 452264 h 797705"/>
              <a:gd name="connsiteX52" fmla="*/ 800019 w 829568"/>
              <a:gd name="connsiteY52" fmla="*/ 459068 h 797705"/>
              <a:gd name="connsiteX53" fmla="*/ 800019 w 829568"/>
              <a:gd name="connsiteY53" fmla="*/ 470408 h 797705"/>
              <a:gd name="connsiteX54" fmla="*/ 800019 w 829568"/>
              <a:gd name="connsiteY54" fmla="*/ 481749 h 797705"/>
              <a:gd name="connsiteX55" fmla="*/ 784108 w 829568"/>
              <a:gd name="connsiteY55" fmla="*/ 477212 h 797705"/>
              <a:gd name="connsiteX56" fmla="*/ 777289 w 829568"/>
              <a:gd name="connsiteY56" fmla="*/ 477212 h 797705"/>
              <a:gd name="connsiteX57" fmla="*/ 770470 w 829568"/>
              <a:gd name="connsiteY57" fmla="*/ 481749 h 797705"/>
              <a:gd name="connsiteX58" fmla="*/ 768197 w 829568"/>
              <a:gd name="connsiteY58" fmla="*/ 488553 h 797705"/>
              <a:gd name="connsiteX59" fmla="*/ 750013 w 829568"/>
              <a:gd name="connsiteY59" fmla="*/ 497625 h 797705"/>
              <a:gd name="connsiteX60" fmla="*/ 745467 w 829568"/>
              <a:gd name="connsiteY60" fmla="*/ 490821 h 797705"/>
              <a:gd name="connsiteX61" fmla="*/ 740921 w 829568"/>
              <a:gd name="connsiteY61" fmla="*/ 493089 h 797705"/>
              <a:gd name="connsiteX62" fmla="*/ 738648 w 829568"/>
              <a:gd name="connsiteY62" fmla="*/ 499893 h 797705"/>
              <a:gd name="connsiteX63" fmla="*/ 738648 w 829568"/>
              <a:gd name="connsiteY63" fmla="*/ 502161 h 797705"/>
              <a:gd name="connsiteX64" fmla="*/ 725010 w 829568"/>
              <a:gd name="connsiteY64" fmla="*/ 504429 h 797705"/>
              <a:gd name="connsiteX65" fmla="*/ 715918 w 829568"/>
              <a:gd name="connsiteY65" fmla="*/ 508965 h 797705"/>
              <a:gd name="connsiteX66" fmla="*/ 715918 w 829568"/>
              <a:gd name="connsiteY66" fmla="*/ 520306 h 797705"/>
              <a:gd name="connsiteX67" fmla="*/ 713645 w 829568"/>
              <a:gd name="connsiteY67" fmla="*/ 522574 h 797705"/>
              <a:gd name="connsiteX68" fmla="*/ 693188 w 829568"/>
              <a:gd name="connsiteY68" fmla="*/ 527110 h 797705"/>
              <a:gd name="connsiteX69" fmla="*/ 677276 w 829568"/>
              <a:gd name="connsiteY69" fmla="*/ 531646 h 797705"/>
              <a:gd name="connsiteX70" fmla="*/ 668184 w 829568"/>
              <a:gd name="connsiteY70" fmla="*/ 527110 h 797705"/>
              <a:gd name="connsiteX71" fmla="*/ 665911 w 829568"/>
              <a:gd name="connsiteY71" fmla="*/ 529378 h 797705"/>
              <a:gd name="connsiteX72" fmla="*/ 665911 w 829568"/>
              <a:gd name="connsiteY72" fmla="*/ 538450 h 797705"/>
              <a:gd name="connsiteX73" fmla="*/ 659092 w 829568"/>
              <a:gd name="connsiteY73" fmla="*/ 540718 h 797705"/>
              <a:gd name="connsiteX74" fmla="*/ 659092 w 829568"/>
              <a:gd name="connsiteY74" fmla="*/ 545254 h 797705"/>
              <a:gd name="connsiteX75" fmla="*/ 659092 w 829568"/>
              <a:gd name="connsiteY75" fmla="*/ 556595 h 797705"/>
              <a:gd name="connsiteX76" fmla="*/ 656819 w 829568"/>
              <a:gd name="connsiteY76" fmla="*/ 561131 h 797705"/>
              <a:gd name="connsiteX77" fmla="*/ 652273 w 829568"/>
              <a:gd name="connsiteY77" fmla="*/ 561131 h 797705"/>
              <a:gd name="connsiteX78" fmla="*/ 650000 w 829568"/>
              <a:gd name="connsiteY78" fmla="*/ 561131 h 797705"/>
              <a:gd name="connsiteX79" fmla="*/ 618178 w 829568"/>
              <a:gd name="connsiteY79" fmla="*/ 552058 h 797705"/>
              <a:gd name="connsiteX80" fmla="*/ 618178 w 829568"/>
              <a:gd name="connsiteY80" fmla="*/ 549790 h 797705"/>
              <a:gd name="connsiteX81" fmla="*/ 609086 w 829568"/>
              <a:gd name="connsiteY81" fmla="*/ 542986 h 797705"/>
              <a:gd name="connsiteX82" fmla="*/ 599994 w 829568"/>
              <a:gd name="connsiteY82" fmla="*/ 547522 h 797705"/>
              <a:gd name="connsiteX83" fmla="*/ 590902 w 829568"/>
              <a:gd name="connsiteY83" fmla="*/ 554327 h 797705"/>
              <a:gd name="connsiteX84" fmla="*/ 579537 w 829568"/>
              <a:gd name="connsiteY84" fmla="*/ 563399 h 797705"/>
              <a:gd name="connsiteX85" fmla="*/ 574991 w 829568"/>
              <a:gd name="connsiteY85" fmla="*/ 556595 h 797705"/>
              <a:gd name="connsiteX86" fmla="*/ 570445 w 829568"/>
              <a:gd name="connsiteY86" fmla="*/ 558863 h 797705"/>
              <a:gd name="connsiteX87" fmla="*/ 568172 w 829568"/>
              <a:gd name="connsiteY87" fmla="*/ 563399 h 797705"/>
              <a:gd name="connsiteX88" fmla="*/ 568172 w 829568"/>
              <a:gd name="connsiteY88" fmla="*/ 565667 h 797705"/>
              <a:gd name="connsiteX89" fmla="*/ 568172 w 829568"/>
              <a:gd name="connsiteY89" fmla="*/ 570203 h 797705"/>
              <a:gd name="connsiteX90" fmla="*/ 565899 w 829568"/>
              <a:gd name="connsiteY90" fmla="*/ 572471 h 797705"/>
              <a:gd name="connsiteX91" fmla="*/ 565899 w 829568"/>
              <a:gd name="connsiteY91" fmla="*/ 574739 h 797705"/>
              <a:gd name="connsiteX92" fmla="*/ 581810 w 829568"/>
              <a:gd name="connsiteY92" fmla="*/ 581543 h 797705"/>
              <a:gd name="connsiteX93" fmla="*/ 586356 w 829568"/>
              <a:gd name="connsiteY93" fmla="*/ 586079 h 797705"/>
              <a:gd name="connsiteX94" fmla="*/ 590902 w 829568"/>
              <a:gd name="connsiteY94" fmla="*/ 579275 h 797705"/>
              <a:gd name="connsiteX95" fmla="*/ 597721 w 829568"/>
              <a:gd name="connsiteY95" fmla="*/ 583811 h 797705"/>
              <a:gd name="connsiteX96" fmla="*/ 599994 w 829568"/>
              <a:gd name="connsiteY96" fmla="*/ 579275 h 797705"/>
              <a:gd name="connsiteX97" fmla="*/ 606813 w 829568"/>
              <a:gd name="connsiteY97" fmla="*/ 588347 h 797705"/>
              <a:gd name="connsiteX98" fmla="*/ 606813 w 829568"/>
              <a:gd name="connsiteY98" fmla="*/ 590616 h 797705"/>
              <a:gd name="connsiteX99" fmla="*/ 602267 w 829568"/>
              <a:gd name="connsiteY99" fmla="*/ 601956 h 797705"/>
              <a:gd name="connsiteX100" fmla="*/ 604540 w 829568"/>
              <a:gd name="connsiteY100" fmla="*/ 606492 h 797705"/>
              <a:gd name="connsiteX101" fmla="*/ 609086 w 829568"/>
              <a:gd name="connsiteY101" fmla="*/ 611028 h 797705"/>
              <a:gd name="connsiteX102" fmla="*/ 606813 w 829568"/>
              <a:gd name="connsiteY102" fmla="*/ 613296 h 797705"/>
              <a:gd name="connsiteX103" fmla="*/ 588629 w 829568"/>
              <a:gd name="connsiteY103" fmla="*/ 613296 h 797705"/>
              <a:gd name="connsiteX104" fmla="*/ 572718 w 829568"/>
              <a:gd name="connsiteY104" fmla="*/ 597420 h 797705"/>
              <a:gd name="connsiteX105" fmla="*/ 568172 w 829568"/>
              <a:gd name="connsiteY105" fmla="*/ 606492 h 797705"/>
              <a:gd name="connsiteX106" fmla="*/ 561353 w 829568"/>
              <a:gd name="connsiteY106" fmla="*/ 597420 h 797705"/>
              <a:gd name="connsiteX107" fmla="*/ 556807 w 829568"/>
              <a:gd name="connsiteY107" fmla="*/ 592884 h 797705"/>
              <a:gd name="connsiteX108" fmla="*/ 540896 w 829568"/>
              <a:gd name="connsiteY108" fmla="*/ 570203 h 797705"/>
              <a:gd name="connsiteX109" fmla="*/ 529530 w 829568"/>
              <a:gd name="connsiteY109" fmla="*/ 565667 h 797705"/>
              <a:gd name="connsiteX110" fmla="*/ 518165 w 829568"/>
              <a:gd name="connsiteY110" fmla="*/ 572471 h 797705"/>
              <a:gd name="connsiteX111" fmla="*/ 509073 w 829568"/>
              <a:gd name="connsiteY111" fmla="*/ 577007 h 797705"/>
              <a:gd name="connsiteX112" fmla="*/ 505946 w 829568"/>
              <a:gd name="connsiteY112" fmla="*/ 579415 h 797705"/>
              <a:gd name="connsiteX113" fmla="*/ 505946 w 829568"/>
              <a:gd name="connsiteY113" fmla="*/ 581688 h 797705"/>
              <a:gd name="connsiteX114" fmla="*/ 496839 w 829568"/>
              <a:gd name="connsiteY114" fmla="*/ 590779 h 797705"/>
              <a:gd name="connsiteX115" fmla="*/ 496839 w 829568"/>
              <a:gd name="connsiteY115" fmla="*/ 595324 h 797705"/>
              <a:gd name="connsiteX116" fmla="*/ 501392 w 829568"/>
              <a:gd name="connsiteY116" fmla="*/ 599870 h 797705"/>
              <a:gd name="connsiteX117" fmla="*/ 510500 w 829568"/>
              <a:gd name="connsiteY117" fmla="*/ 608960 h 797705"/>
              <a:gd name="connsiteX118" fmla="*/ 508223 w 829568"/>
              <a:gd name="connsiteY118" fmla="*/ 613506 h 797705"/>
              <a:gd name="connsiteX119" fmla="*/ 508223 w 829568"/>
              <a:gd name="connsiteY119" fmla="*/ 618051 h 797705"/>
              <a:gd name="connsiteX120" fmla="*/ 490008 w 829568"/>
              <a:gd name="connsiteY120" fmla="*/ 640778 h 797705"/>
              <a:gd name="connsiteX121" fmla="*/ 464962 w 829568"/>
              <a:gd name="connsiteY121" fmla="*/ 631687 h 797705"/>
              <a:gd name="connsiteX122" fmla="*/ 451300 w 829568"/>
              <a:gd name="connsiteY122" fmla="*/ 624869 h 797705"/>
              <a:gd name="connsiteX123" fmla="*/ 423977 w 829568"/>
              <a:gd name="connsiteY123" fmla="*/ 638506 h 797705"/>
              <a:gd name="connsiteX124" fmla="*/ 414870 w 829568"/>
              <a:gd name="connsiteY124" fmla="*/ 643051 h 797705"/>
              <a:gd name="connsiteX125" fmla="*/ 398931 w 829568"/>
              <a:gd name="connsiteY125" fmla="*/ 645324 h 797705"/>
              <a:gd name="connsiteX126" fmla="*/ 394378 w 829568"/>
              <a:gd name="connsiteY126" fmla="*/ 652142 h 797705"/>
              <a:gd name="connsiteX127" fmla="*/ 373885 w 829568"/>
              <a:gd name="connsiteY127" fmla="*/ 654415 h 797705"/>
              <a:gd name="connsiteX128" fmla="*/ 353393 w 829568"/>
              <a:gd name="connsiteY128" fmla="*/ 661233 h 797705"/>
              <a:gd name="connsiteX129" fmla="*/ 344285 w 829568"/>
              <a:gd name="connsiteY129" fmla="*/ 683960 h 797705"/>
              <a:gd name="connsiteX130" fmla="*/ 346559 w 829568"/>
              <a:gd name="connsiteY130" fmla="*/ 695305 h 797705"/>
              <a:gd name="connsiteX131" fmla="*/ 346890 w 829568"/>
              <a:gd name="connsiteY131" fmla="*/ 695371 h 797705"/>
              <a:gd name="connsiteX132" fmla="*/ 349169 w 829568"/>
              <a:gd name="connsiteY132" fmla="*/ 697639 h 797705"/>
              <a:gd name="connsiteX133" fmla="*/ 349169 w 829568"/>
              <a:gd name="connsiteY133" fmla="*/ 708981 h 797705"/>
              <a:gd name="connsiteX134" fmla="*/ 349169 w 829568"/>
              <a:gd name="connsiteY134" fmla="*/ 713518 h 797705"/>
              <a:gd name="connsiteX135" fmla="*/ 346890 w 829568"/>
              <a:gd name="connsiteY135" fmla="*/ 724861 h 797705"/>
              <a:gd name="connsiteX136" fmla="*/ 340053 w 829568"/>
              <a:gd name="connsiteY136" fmla="*/ 722592 h 797705"/>
              <a:gd name="connsiteX137" fmla="*/ 317264 w 829568"/>
              <a:gd name="connsiteY137" fmla="*/ 720324 h 797705"/>
              <a:gd name="connsiteX138" fmla="*/ 312706 w 829568"/>
              <a:gd name="connsiteY138" fmla="*/ 718055 h 797705"/>
              <a:gd name="connsiteX139" fmla="*/ 303590 w 829568"/>
              <a:gd name="connsiteY139" fmla="*/ 724861 h 797705"/>
              <a:gd name="connsiteX140" fmla="*/ 294474 w 829568"/>
              <a:gd name="connsiteY140" fmla="*/ 731666 h 797705"/>
              <a:gd name="connsiteX141" fmla="*/ 289916 w 829568"/>
              <a:gd name="connsiteY141" fmla="*/ 738471 h 797705"/>
              <a:gd name="connsiteX142" fmla="*/ 289916 w 829568"/>
              <a:gd name="connsiteY142" fmla="*/ 752082 h 797705"/>
              <a:gd name="connsiteX143" fmla="*/ 280800 w 829568"/>
              <a:gd name="connsiteY143" fmla="*/ 740740 h 797705"/>
              <a:gd name="connsiteX144" fmla="*/ 278521 w 829568"/>
              <a:gd name="connsiteY144" fmla="*/ 738471 h 797705"/>
              <a:gd name="connsiteX145" fmla="*/ 278521 w 829568"/>
              <a:gd name="connsiteY145" fmla="*/ 743008 h 797705"/>
              <a:gd name="connsiteX146" fmla="*/ 276242 w 829568"/>
              <a:gd name="connsiteY146" fmla="*/ 749814 h 797705"/>
              <a:gd name="connsiteX147" fmla="*/ 269405 w 829568"/>
              <a:gd name="connsiteY147" fmla="*/ 761156 h 797705"/>
              <a:gd name="connsiteX148" fmla="*/ 232942 w 829568"/>
              <a:gd name="connsiteY148" fmla="*/ 749814 h 797705"/>
              <a:gd name="connsiteX149" fmla="*/ 230663 w 829568"/>
              <a:gd name="connsiteY149" fmla="*/ 754351 h 797705"/>
              <a:gd name="connsiteX150" fmla="*/ 203316 w 829568"/>
              <a:gd name="connsiteY150" fmla="*/ 754351 h 797705"/>
              <a:gd name="connsiteX151" fmla="*/ 180526 w 829568"/>
              <a:gd name="connsiteY151" fmla="*/ 761156 h 797705"/>
              <a:gd name="connsiteX152" fmla="*/ 169131 w 829568"/>
              <a:gd name="connsiteY152" fmla="*/ 767961 h 797705"/>
              <a:gd name="connsiteX153" fmla="*/ 157736 w 829568"/>
              <a:gd name="connsiteY153" fmla="*/ 783841 h 797705"/>
              <a:gd name="connsiteX154" fmla="*/ 137226 w 829568"/>
              <a:gd name="connsiteY154" fmla="*/ 797451 h 797705"/>
              <a:gd name="connsiteX155" fmla="*/ 128110 w 829568"/>
              <a:gd name="connsiteY155" fmla="*/ 786109 h 797705"/>
              <a:gd name="connsiteX156" fmla="*/ 121273 w 829568"/>
              <a:gd name="connsiteY156" fmla="*/ 792914 h 797705"/>
              <a:gd name="connsiteX157" fmla="*/ 93925 w 829568"/>
              <a:gd name="connsiteY157" fmla="*/ 790646 h 797705"/>
              <a:gd name="connsiteX158" fmla="*/ 68857 w 829568"/>
              <a:gd name="connsiteY158" fmla="*/ 790646 h 797705"/>
              <a:gd name="connsiteX159" fmla="*/ 57462 w 829568"/>
              <a:gd name="connsiteY159" fmla="*/ 792914 h 797705"/>
              <a:gd name="connsiteX160" fmla="*/ 46067 w 829568"/>
              <a:gd name="connsiteY160" fmla="*/ 788377 h 797705"/>
              <a:gd name="connsiteX161" fmla="*/ 25556 w 829568"/>
              <a:gd name="connsiteY161" fmla="*/ 786109 h 797705"/>
              <a:gd name="connsiteX162" fmla="*/ 25556 w 829568"/>
              <a:gd name="connsiteY162" fmla="*/ 783841 h 797705"/>
              <a:gd name="connsiteX163" fmla="*/ 27835 w 829568"/>
              <a:gd name="connsiteY163" fmla="*/ 777035 h 797705"/>
              <a:gd name="connsiteX164" fmla="*/ 25556 w 829568"/>
              <a:gd name="connsiteY164" fmla="*/ 774767 h 797705"/>
              <a:gd name="connsiteX165" fmla="*/ 43788 w 829568"/>
              <a:gd name="connsiteY165" fmla="*/ 770230 h 797705"/>
              <a:gd name="connsiteX166" fmla="*/ 48346 w 829568"/>
              <a:gd name="connsiteY166" fmla="*/ 699908 h 797705"/>
              <a:gd name="connsiteX167" fmla="*/ 5046 w 829568"/>
              <a:gd name="connsiteY167" fmla="*/ 670418 h 797705"/>
              <a:gd name="connsiteX168" fmla="*/ 30114 w 829568"/>
              <a:gd name="connsiteY168" fmla="*/ 615975 h 797705"/>
              <a:gd name="connsiteX169" fmla="*/ 41509 w 829568"/>
              <a:gd name="connsiteY169" fmla="*/ 600095 h 797705"/>
              <a:gd name="connsiteX170" fmla="*/ 34672 w 829568"/>
              <a:gd name="connsiteY170" fmla="*/ 581948 h 797705"/>
              <a:gd name="connsiteX171" fmla="*/ 41509 w 829568"/>
              <a:gd name="connsiteY171" fmla="*/ 554726 h 797705"/>
              <a:gd name="connsiteX172" fmla="*/ 16441 w 829568"/>
              <a:gd name="connsiteY172" fmla="*/ 543384 h 797705"/>
              <a:gd name="connsiteX173" fmla="*/ 34672 w 829568"/>
              <a:gd name="connsiteY173" fmla="*/ 541115 h 797705"/>
              <a:gd name="connsiteX174" fmla="*/ 41498 w 829568"/>
              <a:gd name="connsiteY174" fmla="*/ 541115 h 797705"/>
              <a:gd name="connsiteX175" fmla="*/ 39341 w 829568"/>
              <a:gd name="connsiteY175" fmla="*/ 528176 h 797705"/>
              <a:gd name="connsiteX176" fmla="*/ 86966 w 829568"/>
              <a:gd name="connsiteY176" fmla="*/ 494839 h 797705"/>
              <a:gd name="connsiteX177" fmla="*/ 65409 w 829568"/>
              <a:gd name="connsiteY177" fmla="*/ 464300 h 797705"/>
              <a:gd name="connsiteX178" fmla="*/ 62429 w 829568"/>
              <a:gd name="connsiteY178" fmla="*/ 465726 h 797705"/>
              <a:gd name="connsiteX179" fmla="*/ 62429 w 829568"/>
              <a:gd name="connsiteY179" fmla="*/ 467991 h 797705"/>
              <a:gd name="connsiteX180" fmla="*/ 57874 w 829568"/>
              <a:gd name="connsiteY180" fmla="*/ 470256 h 797705"/>
              <a:gd name="connsiteX181" fmla="*/ 48763 w 829568"/>
              <a:gd name="connsiteY181" fmla="*/ 472522 h 797705"/>
              <a:gd name="connsiteX182" fmla="*/ 35096 w 829568"/>
              <a:gd name="connsiteY182" fmla="*/ 467991 h 797705"/>
              <a:gd name="connsiteX183" fmla="*/ 32818 w 829568"/>
              <a:gd name="connsiteY183" fmla="*/ 449871 h 797705"/>
              <a:gd name="connsiteX184" fmla="*/ 55596 w 829568"/>
              <a:gd name="connsiteY184" fmla="*/ 418160 h 797705"/>
              <a:gd name="connsiteX185" fmla="*/ 55596 w 829568"/>
              <a:gd name="connsiteY185" fmla="*/ 404569 h 797705"/>
              <a:gd name="connsiteX186" fmla="*/ 48763 w 829568"/>
              <a:gd name="connsiteY186" fmla="*/ 372858 h 797705"/>
              <a:gd name="connsiteX187" fmla="*/ 41929 w 829568"/>
              <a:gd name="connsiteY187" fmla="*/ 354737 h 797705"/>
              <a:gd name="connsiteX188" fmla="*/ 41929 w 829568"/>
              <a:gd name="connsiteY188" fmla="*/ 320761 h 797705"/>
              <a:gd name="connsiteX189" fmla="*/ 41929 w 829568"/>
              <a:gd name="connsiteY189" fmla="*/ 300375 h 797705"/>
              <a:gd name="connsiteX190" fmla="*/ 44207 w 829568"/>
              <a:gd name="connsiteY190" fmla="*/ 302640 h 797705"/>
              <a:gd name="connsiteX191" fmla="*/ 57934 w 829568"/>
              <a:gd name="connsiteY191" fmla="*/ 312196 h 797705"/>
              <a:gd name="connsiteX192" fmla="*/ 58242 w 829568"/>
              <a:gd name="connsiteY192" fmla="*/ 311394 h 797705"/>
              <a:gd name="connsiteX193" fmla="*/ 56256 w 829568"/>
              <a:gd name="connsiteY193" fmla="*/ 310012 h 797705"/>
              <a:gd name="connsiteX194" fmla="*/ 44300 w 829568"/>
              <a:gd name="connsiteY194" fmla="*/ 302367 h 797705"/>
              <a:gd name="connsiteX195" fmla="*/ 42022 w 829568"/>
              <a:gd name="connsiteY195" fmla="*/ 300102 h 797705"/>
              <a:gd name="connsiteX196" fmla="*/ 44300 w 829568"/>
              <a:gd name="connsiteY196" fmla="*/ 291042 h 797705"/>
              <a:gd name="connsiteX197" fmla="*/ 78462 w 829568"/>
              <a:gd name="connsiteY197" fmla="*/ 259331 h 797705"/>
              <a:gd name="connsiteX198" fmla="*/ 92126 w 829568"/>
              <a:gd name="connsiteY198" fmla="*/ 232149 h 797705"/>
              <a:gd name="connsiteX199" fmla="*/ 114901 w 829568"/>
              <a:gd name="connsiteY199" fmla="*/ 211764 h 797705"/>
              <a:gd name="connsiteX200" fmla="*/ 108638 w 829568"/>
              <a:gd name="connsiteY200" fmla="*/ 204968 h 797705"/>
              <a:gd name="connsiteX201" fmla="*/ 92261 w 829568"/>
              <a:gd name="connsiteY201" fmla="*/ 198228 h 797705"/>
              <a:gd name="connsiteX202" fmla="*/ 91806 w 829568"/>
              <a:gd name="connsiteY202" fmla="*/ 198355 h 797705"/>
              <a:gd name="connsiteX203" fmla="*/ 84968 w 829568"/>
              <a:gd name="connsiteY203" fmla="*/ 193807 h 797705"/>
              <a:gd name="connsiteX204" fmla="*/ 94086 w 829568"/>
              <a:gd name="connsiteY204" fmla="*/ 155145 h 797705"/>
              <a:gd name="connsiteX205" fmla="*/ 135114 w 829568"/>
              <a:gd name="connsiteY205" fmla="*/ 127854 h 797705"/>
              <a:gd name="connsiteX206" fmla="*/ 160186 w 829568"/>
              <a:gd name="connsiteY206" fmla="*/ 134677 h 797705"/>
              <a:gd name="connsiteX207" fmla="*/ 160186 w 829568"/>
              <a:gd name="connsiteY207" fmla="*/ 109660 h 797705"/>
              <a:gd name="connsiteX208" fmla="*/ 187538 w 829568"/>
              <a:gd name="connsiteY208" fmla="*/ 82369 h 797705"/>
              <a:gd name="connsiteX209" fmla="*/ 187538 w 829568"/>
              <a:gd name="connsiteY209" fmla="*/ 48256 h 797705"/>
              <a:gd name="connsiteX210" fmla="*/ 190103 w 829568"/>
              <a:gd name="connsiteY210" fmla="*/ 284 h 797705"/>
              <a:gd name="connsiteX0" fmla="*/ 561350 w 829568"/>
              <a:gd name="connsiteY0" fmla="*/ 243680 h 797705"/>
              <a:gd name="connsiteX1" fmla="*/ 563631 w 829568"/>
              <a:gd name="connsiteY1" fmla="*/ 245950 h 797705"/>
              <a:gd name="connsiteX2" fmla="*/ 563632 w 829568"/>
              <a:gd name="connsiteY2" fmla="*/ 245962 h 797705"/>
              <a:gd name="connsiteX3" fmla="*/ 561350 w 829568"/>
              <a:gd name="connsiteY3" fmla="*/ 243680 h 797705"/>
              <a:gd name="connsiteX4" fmla="*/ 190103 w 829568"/>
              <a:gd name="connsiteY4" fmla="*/ 284 h 797705"/>
              <a:gd name="connsiteX5" fmla="*/ 208052 w 829568"/>
              <a:gd name="connsiteY5" fmla="*/ 7319 h 797705"/>
              <a:gd name="connsiteX6" fmla="*/ 244522 w 829568"/>
              <a:gd name="connsiteY6" fmla="*/ 16416 h 797705"/>
              <a:gd name="connsiteX7" fmla="*/ 269594 w 829568"/>
              <a:gd name="connsiteY7" fmla="*/ 36884 h 797705"/>
              <a:gd name="connsiteX8" fmla="*/ 303784 w 829568"/>
              <a:gd name="connsiteY8" fmla="*/ 59627 h 797705"/>
              <a:gd name="connsiteX9" fmla="*/ 317460 w 829568"/>
              <a:gd name="connsiteY9" fmla="*/ 89192 h 797705"/>
              <a:gd name="connsiteX10" fmla="*/ 353930 w 829568"/>
              <a:gd name="connsiteY10" fmla="*/ 73272 h 797705"/>
              <a:gd name="connsiteX11" fmla="*/ 399516 w 829568"/>
              <a:gd name="connsiteY11" fmla="*/ 82369 h 797705"/>
              <a:gd name="connsiteX12" fmla="*/ 417751 w 829568"/>
              <a:gd name="connsiteY12" fmla="*/ 77821 h 797705"/>
              <a:gd name="connsiteX13" fmla="*/ 438265 w 829568"/>
              <a:gd name="connsiteY13" fmla="*/ 64175 h 797705"/>
              <a:gd name="connsiteX14" fmla="*/ 472455 w 829568"/>
              <a:gd name="connsiteY14" fmla="*/ 73272 h 797705"/>
              <a:gd name="connsiteX15" fmla="*/ 486131 w 829568"/>
              <a:gd name="connsiteY15" fmla="*/ 82369 h 797705"/>
              <a:gd name="connsiteX16" fmla="*/ 490690 w 829568"/>
              <a:gd name="connsiteY16" fmla="*/ 132402 h 797705"/>
              <a:gd name="connsiteX17" fmla="*/ 495248 w 829568"/>
              <a:gd name="connsiteY17" fmla="*/ 196081 h 797705"/>
              <a:gd name="connsiteX18" fmla="*/ 495248 w 829568"/>
              <a:gd name="connsiteY18" fmla="*/ 214275 h 797705"/>
              <a:gd name="connsiteX19" fmla="*/ 495067 w 829568"/>
              <a:gd name="connsiteY19" fmla="*/ 214233 h 797705"/>
              <a:gd name="connsiteX20" fmla="*/ 497146 w 829568"/>
              <a:gd name="connsiteY20" fmla="*/ 220449 h 797705"/>
              <a:gd name="connsiteX21" fmla="*/ 508530 w 829568"/>
              <a:gd name="connsiteY21" fmla="*/ 224986 h 797705"/>
              <a:gd name="connsiteX22" fmla="*/ 524467 w 829568"/>
              <a:gd name="connsiteY22" fmla="*/ 238598 h 797705"/>
              <a:gd name="connsiteX23" fmla="*/ 556340 w 829568"/>
              <a:gd name="connsiteY23" fmla="*/ 234060 h 797705"/>
              <a:gd name="connsiteX24" fmla="*/ 563170 w 829568"/>
              <a:gd name="connsiteY24" fmla="*/ 247672 h 797705"/>
              <a:gd name="connsiteX25" fmla="*/ 570440 w 829568"/>
              <a:gd name="connsiteY25" fmla="*/ 254988 h 797705"/>
              <a:gd name="connsiteX26" fmla="*/ 570445 w 829568"/>
              <a:gd name="connsiteY26" fmla="*/ 254942 h 797705"/>
              <a:gd name="connsiteX27" fmla="*/ 574113 w 829568"/>
              <a:gd name="connsiteY27" fmla="*/ 256872 h 797705"/>
              <a:gd name="connsiteX28" fmla="*/ 567290 w 829568"/>
              <a:gd name="connsiteY28" fmla="*/ 250109 h 797705"/>
              <a:gd name="connsiteX29" fmla="*/ 574458 w 829568"/>
              <a:gd name="connsiteY29" fmla="*/ 256788 h 797705"/>
              <a:gd name="connsiteX30" fmla="*/ 583230 w 829568"/>
              <a:gd name="connsiteY30" fmla="*/ 254659 h 797705"/>
              <a:gd name="connsiteX31" fmla="*/ 595448 w 829568"/>
              <a:gd name="connsiteY31" fmla="*/ 250406 h 797705"/>
              <a:gd name="connsiteX32" fmla="*/ 624997 w 829568"/>
              <a:gd name="connsiteY32" fmla="*/ 282159 h 797705"/>
              <a:gd name="connsiteX33" fmla="*/ 637214 w 829568"/>
              <a:gd name="connsiteY33" fmla="*/ 311928 h 797705"/>
              <a:gd name="connsiteX34" fmla="*/ 636731 w 829568"/>
              <a:gd name="connsiteY34" fmla="*/ 319061 h 797705"/>
              <a:gd name="connsiteX35" fmla="*/ 636185 w 829568"/>
              <a:gd name="connsiteY35" fmla="*/ 327131 h 797705"/>
              <a:gd name="connsiteX36" fmla="*/ 640908 w 829568"/>
              <a:gd name="connsiteY36" fmla="*/ 343397 h 797705"/>
              <a:gd name="connsiteX37" fmla="*/ 656819 w 829568"/>
              <a:gd name="connsiteY37" fmla="*/ 329788 h 797705"/>
              <a:gd name="connsiteX38" fmla="*/ 672730 w 829568"/>
              <a:gd name="connsiteY38" fmla="*/ 347933 h 797705"/>
              <a:gd name="connsiteX39" fmla="*/ 679549 w 829568"/>
              <a:gd name="connsiteY39" fmla="*/ 366077 h 797705"/>
              <a:gd name="connsiteX40" fmla="*/ 686368 w 829568"/>
              <a:gd name="connsiteY40" fmla="*/ 418243 h 797705"/>
              <a:gd name="connsiteX41" fmla="*/ 736375 w 829568"/>
              <a:gd name="connsiteY41" fmla="*/ 413707 h 797705"/>
              <a:gd name="connsiteX42" fmla="*/ 756832 w 829568"/>
              <a:gd name="connsiteY42" fmla="*/ 420511 h 797705"/>
              <a:gd name="connsiteX43" fmla="*/ 765924 w 829568"/>
              <a:gd name="connsiteY43" fmla="*/ 406903 h 797705"/>
              <a:gd name="connsiteX44" fmla="*/ 829568 w 829568"/>
              <a:gd name="connsiteY44" fmla="*/ 397830 h 797705"/>
              <a:gd name="connsiteX45" fmla="*/ 829568 w 829568"/>
              <a:gd name="connsiteY45" fmla="*/ 413707 h 797705"/>
              <a:gd name="connsiteX46" fmla="*/ 827295 w 829568"/>
              <a:gd name="connsiteY46" fmla="*/ 422779 h 797705"/>
              <a:gd name="connsiteX47" fmla="*/ 822749 w 829568"/>
              <a:gd name="connsiteY47" fmla="*/ 427315 h 797705"/>
              <a:gd name="connsiteX48" fmla="*/ 815930 w 829568"/>
              <a:gd name="connsiteY48" fmla="*/ 427315 h 797705"/>
              <a:gd name="connsiteX49" fmla="*/ 809111 w 829568"/>
              <a:gd name="connsiteY49" fmla="*/ 443192 h 797705"/>
              <a:gd name="connsiteX50" fmla="*/ 802292 w 829568"/>
              <a:gd name="connsiteY50" fmla="*/ 452264 h 797705"/>
              <a:gd name="connsiteX51" fmla="*/ 800019 w 829568"/>
              <a:gd name="connsiteY51" fmla="*/ 459068 h 797705"/>
              <a:gd name="connsiteX52" fmla="*/ 800019 w 829568"/>
              <a:gd name="connsiteY52" fmla="*/ 470408 h 797705"/>
              <a:gd name="connsiteX53" fmla="*/ 800019 w 829568"/>
              <a:gd name="connsiteY53" fmla="*/ 481749 h 797705"/>
              <a:gd name="connsiteX54" fmla="*/ 784108 w 829568"/>
              <a:gd name="connsiteY54" fmla="*/ 477212 h 797705"/>
              <a:gd name="connsiteX55" fmla="*/ 777289 w 829568"/>
              <a:gd name="connsiteY55" fmla="*/ 477212 h 797705"/>
              <a:gd name="connsiteX56" fmla="*/ 770470 w 829568"/>
              <a:gd name="connsiteY56" fmla="*/ 481749 h 797705"/>
              <a:gd name="connsiteX57" fmla="*/ 768197 w 829568"/>
              <a:gd name="connsiteY57" fmla="*/ 488553 h 797705"/>
              <a:gd name="connsiteX58" fmla="*/ 750013 w 829568"/>
              <a:gd name="connsiteY58" fmla="*/ 497625 h 797705"/>
              <a:gd name="connsiteX59" fmla="*/ 745467 w 829568"/>
              <a:gd name="connsiteY59" fmla="*/ 490821 h 797705"/>
              <a:gd name="connsiteX60" fmla="*/ 740921 w 829568"/>
              <a:gd name="connsiteY60" fmla="*/ 493089 h 797705"/>
              <a:gd name="connsiteX61" fmla="*/ 738648 w 829568"/>
              <a:gd name="connsiteY61" fmla="*/ 499893 h 797705"/>
              <a:gd name="connsiteX62" fmla="*/ 738648 w 829568"/>
              <a:gd name="connsiteY62" fmla="*/ 502161 h 797705"/>
              <a:gd name="connsiteX63" fmla="*/ 725010 w 829568"/>
              <a:gd name="connsiteY63" fmla="*/ 504429 h 797705"/>
              <a:gd name="connsiteX64" fmla="*/ 715918 w 829568"/>
              <a:gd name="connsiteY64" fmla="*/ 508965 h 797705"/>
              <a:gd name="connsiteX65" fmla="*/ 715918 w 829568"/>
              <a:gd name="connsiteY65" fmla="*/ 520306 h 797705"/>
              <a:gd name="connsiteX66" fmla="*/ 713645 w 829568"/>
              <a:gd name="connsiteY66" fmla="*/ 522574 h 797705"/>
              <a:gd name="connsiteX67" fmla="*/ 693188 w 829568"/>
              <a:gd name="connsiteY67" fmla="*/ 527110 h 797705"/>
              <a:gd name="connsiteX68" fmla="*/ 677276 w 829568"/>
              <a:gd name="connsiteY68" fmla="*/ 531646 h 797705"/>
              <a:gd name="connsiteX69" fmla="*/ 668184 w 829568"/>
              <a:gd name="connsiteY69" fmla="*/ 527110 h 797705"/>
              <a:gd name="connsiteX70" fmla="*/ 665911 w 829568"/>
              <a:gd name="connsiteY70" fmla="*/ 529378 h 797705"/>
              <a:gd name="connsiteX71" fmla="*/ 665911 w 829568"/>
              <a:gd name="connsiteY71" fmla="*/ 538450 h 797705"/>
              <a:gd name="connsiteX72" fmla="*/ 659092 w 829568"/>
              <a:gd name="connsiteY72" fmla="*/ 540718 h 797705"/>
              <a:gd name="connsiteX73" fmla="*/ 659092 w 829568"/>
              <a:gd name="connsiteY73" fmla="*/ 545254 h 797705"/>
              <a:gd name="connsiteX74" fmla="*/ 659092 w 829568"/>
              <a:gd name="connsiteY74" fmla="*/ 556595 h 797705"/>
              <a:gd name="connsiteX75" fmla="*/ 656819 w 829568"/>
              <a:gd name="connsiteY75" fmla="*/ 561131 h 797705"/>
              <a:gd name="connsiteX76" fmla="*/ 652273 w 829568"/>
              <a:gd name="connsiteY76" fmla="*/ 561131 h 797705"/>
              <a:gd name="connsiteX77" fmla="*/ 650000 w 829568"/>
              <a:gd name="connsiteY77" fmla="*/ 561131 h 797705"/>
              <a:gd name="connsiteX78" fmla="*/ 618178 w 829568"/>
              <a:gd name="connsiteY78" fmla="*/ 552058 h 797705"/>
              <a:gd name="connsiteX79" fmla="*/ 618178 w 829568"/>
              <a:gd name="connsiteY79" fmla="*/ 549790 h 797705"/>
              <a:gd name="connsiteX80" fmla="*/ 609086 w 829568"/>
              <a:gd name="connsiteY80" fmla="*/ 542986 h 797705"/>
              <a:gd name="connsiteX81" fmla="*/ 599994 w 829568"/>
              <a:gd name="connsiteY81" fmla="*/ 547522 h 797705"/>
              <a:gd name="connsiteX82" fmla="*/ 590902 w 829568"/>
              <a:gd name="connsiteY82" fmla="*/ 554327 h 797705"/>
              <a:gd name="connsiteX83" fmla="*/ 579537 w 829568"/>
              <a:gd name="connsiteY83" fmla="*/ 563399 h 797705"/>
              <a:gd name="connsiteX84" fmla="*/ 574991 w 829568"/>
              <a:gd name="connsiteY84" fmla="*/ 556595 h 797705"/>
              <a:gd name="connsiteX85" fmla="*/ 570445 w 829568"/>
              <a:gd name="connsiteY85" fmla="*/ 558863 h 797705"/>
              <a:gd name="connsiteX86" fmla="*/ 568172 w 829568"/>
              <a:gd name="connsiteY86" fmla="*/ 563399 h 797705"/>
              <a:gd name="connsiteX87" fmla="*/ 568172 w 829568"/>
              <a:gd name="connsiteY87" fmla="*/ 565667 h 797705"/>
              <a:gd name="connsiteX88" fmla="*/ 568172 w 829568"/>
              <a:gd name="connsiteY88" fmla="*/ 570203 h 797705"/>
              <a:gd name="connsiteX89" fmla="*/ 565899 w 829568"/>
              <a:gd name="connsiteY89" fmla="*/ 572471 h 797705"/>
              <a:gd name="connsiteX90" fmla="*/ 565899 w 829568"/>
              <a:gd name="connsiteY90" fmla="*/ 574739 h 797705"/>
              <a:gd name="connsiteX91" fmla="*/ 581810 w 829568"/>
              <a:gd name="connsiteY91" fmla="*/ 581543 h 797705"/>
              <a:gd name="connsiteX92" fmla="*/ 586356 w 829568"/>
              <a:gd name="connsiteY92" fmla="*/ 586079 h 797705"/>
              <a:gd name="connsiteX93" fmla="*/ 590902 w 829568"/>
              <a:gd name="connsiteY93" fmla="*/ 579275 h 797705"/>
              <a:gd name="connsiteX94" fmla="*/ 597721 w 829568"/>
              <a:gd name="connsiteY94" fmla="*/ 583811 h 797705"/>
              <a:gd name="connsiteX95" fmla="*/ 599994 w 829568"/>
              <a:gd name="connsiteY95" fmla="*/ 579275 h 797705"/>
              <a:gd name="connsiteX96" fmla="*/ 606813 w 829568"/>
              <a:gd name="connsiteY96" fmla="*/ 588347 h 797705"/>
              <a:gd name="connsiteX97" fmla="*/ 606813 w 829568"/>
              <a:gd name="connsiteY97" fmla="*/ 590616 h 797705"/>
              <a:gd name="connsiteX98" fmla="*/ 602267 w 829568"/>
              <a:gd name="connsiteY98" fmla="*/ 601956 h 797705"/>
              <a:gd name="connsiteX99" fmla="*/ 604540 w 829568"/>
              <a:gd name="connsiteY99" fmla="*/ 606492 h 797705"/>
              <a:gd name="connsiteX100" fmla="*/ 609086 w 829568"/>
              <a:gd name="connsiteY100" fmla="*/ 611028 h 797705"/>
              <a:gd name="connsiteX101" fmla="*/ 606813 w 829568"/>
              <a:gd name="connsiteY101" fmla="*/ 613296 h 797705"/>
              <a:gd name="connsiteX102" fmla="*/ 588629 w 829568"/>
              <a:gd name="connsiteY102" fmla="*/ 613296 h 797705"/>
              <a:gd name="connsiteX103" fmla="*/ 572718 w 829568"/>
              <a:gd name="connsiteY103" fmla="*/ 597420 h 797705"/>
              <a:gd name="connsiteX104" fmla="*/ 568172 w 829568"/>
              <a:gd name="connsiteY104" fmla="*/ 606492 h 797705"/>
              <a:gd name="connsiteX105" fmla="*/ 561353 w 829568"/>
              <a:gd name="connsiteY105" fmla="*/ 597420 h 797705"/>
              <a:gd name="connsiteX106" fmla="*/ 556807 w 829568"/>
              <a:gd name="connsiteY106" fmla="*/ 592884 h 797705"/>
              <a:gd name="connsiteX107" fmla="*/ 540896 w 829568"/>
              <a:gd name="connsiteY107" fmla="*/ 570203 h 797705"/>
              <a:gd name="connsiteX108" fmla="*/ 529530 w 829568"/>
              <a:gd name="connsiteY108" fmla="*/ 565667 h 797705"/>
              <a:gd name="connsiteX109" fmla="*/ 518165 w 829568"/>
              <a:gd name="connsiteY109" fmla="*/ 572471 h 797705"/>
              <a:gd name="connsiteX110" fmla="*/ 509073 w 829568"/>
              <a:gd name="connsiteY110" fmla="*/ 577007 h 797705"/>
              <a:gd name="connsiteX111" fmla="*/ 505946 w 829568"/>
              <a:gd name="connsiteY111" fmla="*/ 579415 h 797705"/>
              <a:gd name="connsiteX112" fmla="*/ 505946 w 829568"/>
              <a:gd name="connsiteY112" fmla="*/ 581688 h 797705"/>
              <a:gd name="connsiteX113" fmla="*/ 496839 w 829568"/>
              <a:gd name="connsiteY113" fmla="*/ 590779 h 797705"/>
              <a:gd name="connsiteX114" fmla="*/ 496839 w 829568"/>
              <a:gd name="connsiteY114" fmla="*/ 595324 h 797705"/>
              <a:gd name="connsiteX115" fmla="*/ 501392 w 829568"/>
              <a:gd name="connsiteY115" fmla="*/ 599870 h 797705"/>
              <a:gd name="connsiteX116" fmla="*/ 510500 w 829568"/>
              <a:gd name="connsiteY116" fmla="*/ 608960 h 797705"/>
              <a:gd name="connsiteX117" fmla="*/ 508223 w 829568"/>
              <a:gd name="connsiteY117" fmla="*/ 613506 h 797705"/>
              <a:gd name="connsiteX118" fmla="*/ 508223 w 829568"/>
              <a:gd name="connsiteY118" fmla="*/ 618051 h 797705"/>
              <a:gd name="connsiteX119" fmla="*/ 490008 w 829568"/>
              <a:gd name="connsiteY119" fmla="*/ 640778 h 797705"/>
              <a:gd name="connsiteX120" fmla="*/ 464962 w 829568"/>
              <a:gd name="connsiteY120" fmla="*/ 631687 h 797705"/>
              <a:gd name="connsiteX121" fmla="*/ 451300 w 829568"/>
              <a:gd name="connsiteY121" fmla="*/ 624869 h 797705"/>
              <a:gd name="connsiteX122" fmla="*/ 423977 w 829568"/>
              <a:gd name="connsiteY122" fmla="*/ 638506 h 797705"/>
              <a:gd name="connsiteX123" fmla="*/ 414870 w 829568"/>
              <a:gd name="connsiteY123" fmla="*/ 643051 h 797705"/>
              <a:gd name="connsiteX124" fmla="*/ 398931 w 829568"/>
              <a:gd name="connsiteY124" fmla="*/ 645324 h 797705"/>
              <a:gd name="connsiteX125" fmla="*/ 394378 w 829568"/>
              <a:gd name="connsiteY125" fmla="*/ 652142 h 797705"/>
              <a:gd name="connsiteX126" fmla="*/ 373885 w 829568"/>
              <a:gd name="connsiteY126" fmla="*/ 654415 h 797705"/>
              <a:gd name="connsiteX127" fmla="*/ 353393 w 829568"/>
              <a:gd name="connsiteY127" fmla="*/ 661233 h 797705"/>
              <a:gd name="connsiteX128" fmla="*/ 344285 w 829568"/>
              <a:gd name="connsiteY128" fmla="*/ 683960 h 797705"/>
              <a:gd name="connsiteX129" fmla="*/ 346559 w 829568"/>
              <a:gd name="connsiteY129" fmla="*/ 695305 h 797705"/>
              <a:gd name="connsiteX130" fmla="*/ 346890 w 829568"/>
              <a:gd name="connsiteY130" fmla="*/ 695371 h 797705"/>
              <a:gd name="connsiteX131" fmla="*/ 349169 w 829568"/>
              <a:gd name="connsiteY131" fmla="*/ 697639 h 797705"/>
              <a:gd name="connsiteX132" fmla="*/ 349169 w 829568"/>
              <a:gd name="connsiteY132" fmla="*/ 708981 h 797705"/>
              <a:gd name="connsiteX133" fmla="*/ 349169 w 829568"/>
              <a:gd name="connsiteY133" fmla="*/ 713518 h 797705"/>
              <a:gd name="connsiteX134" fmla="*/ 346890 w 829568"/>
              <a:gd name="connsiteY134" fmla="*/ 724861 h 797705"/>
              <a:gd name="connsiteX135" fmla="*/ 340053 w 829568"/>
              <a:gd name="connsiteY135" fmla="*/ 722592 h 797705"/>
              <a:gd name="connsiteX136" fmla="*/ 317264 w 829568"/>
              <a:gd name="connsiteY136" fmla="*/ 720324 h 797705"/>
              <a:gd name="connsiteX137" fmla="*/ 312706 w 829568"/>
              <a:gd name="connsiteY137" fmla="*/ 718055 h 797705"/>
              <a:gd name="connsiteX138" fmla="*/ 303590 w 829568"/>
              <a:gd name="connsiteY138" fmla="*/ 724861 h 797705"/>
              <a:gd name="connsiteX139" fmla="*/ 294474 w 829568"/>
              <a:gd name="connsiteY139" fmla="*/ 731666 h 797705"/>
              <a:gd name="connsiteX140" fmla="*/ 289916 w 829568"/>
              <a:gd name="connsiteY140" fmla="*/ 738471 h 797705"/>
              <a:gd name="connsiteX141" fmla="*/ 289916 w 829568"/>
              <a:gd name="connsiteY141" fmla="*/ 752082 h 797705"/>
              <a:gd name="connsiteX142" fmla="*/ 280800 w 829568"/>
              <a:gd name="connsiteY142" fmla="*/ 740740 h 797705"/>
              <a:gd name="connsiteX143" fmla="*/ 278521 w 829568"/>
              <a:gd name="connsiteY143" fmla="*/ 738471 h 797705"/>
              <a:gd name="connsiteX144" fmla="*/ 278521 w 829568"/>
              <a:gd name="connsiteY144" fmla="*/ 743008 h 797705"/>
              <a:gd name="connsiteX145" fmla="*/ 276242 w 829568"/>
              <a:gd name="connsiteY145" fmla="*/ 749814 h 797705"/>
              <a:gd name="connsiteX146" fmla="*/ 269405 w 829568"/>
              <a:gd name="connsiteY146" fmla="*/ 761156 h 797705"/>
              <a:gd name="connsiteX147" fmla="*/ 232942 w 829568"/>
              <a:gd name="connsiteY147" fmla="*/ 749814 h 797705"/>
              <a:gd name="connsiteX148" fmla="*/ 230663 w 829568"/>
              <a:gd name="connsiteY148" fmla="*/ 754351 h 797705"/>
              <a:gd name="connsiteX149" fmla="*/ 203316 w 829568"/>
              <a:gd name="connsiteY149" fmla="*/ 754351 h 797705"/>
              <a:gd name="connsiteX150" fmla="*/ 180526 w 829568"/>
              <a:gd name="connsiteY150" fmla="*/ 761156 h 797705"/>
              <a:gd name="connsiteX151" fmla="*/ 169131 w 829568"/>
              <a:gd name="connsiteY151" fmla="*/ 767961 h 797705"/>
              <a:gd name="connsiteX152" fmla="*/ 157736 w 829568"/>
              <a:gd name="connsiteY152" fmla="*/ 783841 h 797705"/>
              <a:gd name="connsiteX153" fmla="*/ 137226 w 829568"/>
              <a:gd name="connsiteY153" fmla="*/ 797451 h 797705"/>
              <a:gd name="connsiteX154" fmla="*/ 128110 w 829568"/>
              <a:gd name="connsiteY154" fmla="*/ 786109 h 797705"/>
              <a:gd name="connsiteX155" fmla="*/ 121273 w 829568"/>
              <a:gd name="connsiteY155" fmla="*/ 792914 h 797705"/>
              <a:gd name="connsiteX156" fmla="*/ 93925 w 829568"/>
              <a:gd name="connsiteY156" fmla="*/ 790646 h 797705"/>
              <a:gd name="connsiteX157" fmla="*/ 68857 w 829568"/>
              <a:gd name="connsiteY157" fmla="*/ 790646 h 797705"/>
              <a:gd name="connsiteX158" fmla="*/ 57462 w 829568"/>
              <a:gd name="connsiteY158" fmla="*/ 792914 h 797705"/>
              <a:gd name="connsiteX159" fmla="*/ 46067 w 829568"/>
              <a:gd name="connsiteY159" fmla="*/ 788377 h 797705"/>
              <a:gd name="connsiteX160" fmla="*/ 25556 w 829568"/>
              <a:gd name="connsiteY160" fmla="*/ 786109 h 797705"/>
              <a:gd name="connsiteX161" fmla="*/ 25556 w 829568"/>
              <a:gd name="connsiteY161" fmla="*/ 783841 h 797705"/>
              <a:gd name="connsiteX162" fmla="*/ 27835 w 829568"/>
              <a:gd name="connsiteY162" fmla="*/ 777035 h 797705"/>
              <a:gd name="connsiteX163" fmla="*/ 25556 w 829568"/>
              <a:gd name="connsiteY163" fmla="*/ 774767 h 797705"/>
              <a:gd name="connsiteX164" fmla="*/ 43788 w 829568"/>
              <a:gd name="connsiteY164" fmla="*/ 770230 h 797705"/>
              <a:gd name="connsiteX165" fmla="*/ 48346 w 829568"/>
              <a:gd name="connsiteY165" fmla="*/ 699908 h 797705"/>
              <a:gd name="connsiteX166" fmla="*/ 5046 w 829568"/>
              <a:gd name="connsiteY166" fmla="*/ 670418 h 797705"/>
              <a:gd name="connsiteX167" fmla="*/ 30114 w 829568"/>
              <a:gd name="connsiteY167" fmla="*/ 615975 h 797705"/>
              <a:gd name="connsiteX168" fmla="*/ 41509 w 829568"/>
              <a:gd name="connsiteY168" fmla="*/ 600095 h 797705"/>
              <a:gd name="connsiteX169" fmla="*/ 34672 w 829568"/>
              <a:gd name="connsiteY169" fmla="*/ 581948 h 797705"/>
              <a:gd name="connsiteX170" fmla="*/ 41509 w 829568"/>
              <a:gd name="connsiteY170" fmla="*/ 554726 h 797705"/>
              <a:gd name="connsiteX171" fmla="*/ 16441 w 829568"/>
              <a:gd name="connsiteY171" fmla="*/ 543384 h 797705"/>
              <a:gd name="connsiteX172" fmla="*/ 34672 w 829568"/>
              <a:gd name="connsiteY172" fmla="*/ 541115 h 797705"/>
              <a:gd name="connsiteX173" fmla="*/ 41498 w 829568"/>
              <a:gd name="connsiteY173" fmla="*/ 541115 h 797705"/>
              <a:gd name="connsiteX174" fmla="*/ 39341 w 829568"/>
              <a:gd name="connsiteY174" fmla="*/ 528176 h 797705"/>
              <a:gd name="connsiteX175" fmla="*/ 86966 w 829568"/>
              <a:gd name="connsiteY175" fmla="*/ 494839 h 797705"/>
              <a:gd name="connsiteX176" fmla="*/ 65409 w 829568"/>
              <a:gd name="connsiteY176" fmla="*/ 464300 h 797705"/>
              <a:gd name="connsiteX177" fmla="*/ 62429 w 829568"/>
              <a:gd name="connsiteY177" fmla="*/ 465726 h 797705"/>
              <a:gd name="connsiteX178" fmla="*/ 62429 w 829568"/>
              <a:gd name="connsiteY178" fmla="*/ 467991 h 797705"/>
              <a:gd name="connsiteX179" fmla="*/ 57874 w 829568"/>
              <a:gd name="connsiteY179" fmla="*/ 470256 h 797705"/>
              <a:gd name="connsiteX180" fmla="*/ 48763 w 829568"/>
              <a:gd name="connsiteY180" fmla="*/ 472522 h 797705"/>
              <a:gd name="connsiteX181" fmla="*/ 35096 w 829568"/>
              <a:gd name="connsiteY181" fmla="*/ 467991 h 797705"/>
              <a:gd name="connsiteX182" fmla="*/ 32818 w 829568"/>
              <a:gd name="connsiteY182" fmla="*/ 449871 h 797705"/>
              <a:gd name="connsiteX183" fmla="*/ 55596 w 829568"/>
              <a:gd name="connsiteY183" fmla="*/ 418160 h 797705"/>
              <a:gd name="connsiteX184" fmla="*/ 55596 w 829568"/>
              <a:gd name="connsiteY184" fmla="*/ 404569 h 797705"/>
              <a:gd name="connsiteX185" fmla="*/ 48763 w 829568"/>
              <a:gd name="connsiteY185" fmla="*/ 372858 h 797705"/>
              <a:gd name="connsiteX186" fmla="*/ 41929 w 829568"/>
              <a:gd name="connsiteY186" fmla="*/ 354737 h 797705"/>
              <a:gd name="connsiteX187" fmla="*/ 41929 w 829568"/>
              <a:gd name="connsiteY187" fmla="*/ 320761 h 797705"/>
              <a:gd name="connsiteX188" fmla="*/ 41929 w 829568"/>
              <a:gd name="connsiteY188" fmla="*/ 300375 h 797705"/>
              <a:gd name="connsiteX189" fmla="*/ 44207 w 829568"/>
              <a:gd name="connsiteY189" fmla="*/ 302640 h 797705"/>
              <a:gd name="connsiteX190" fmla="*/ 57934 w 829568"/>
              <a:gd name="connsiteY190" fmla="*/ 312196 h 797705"/>
              <a:gd name="connsiteX191" fmla="*/ 58242 w 829568"/>
              <a:gd name="connsiteY191" fmla="*/ 311394 h 797705"/>
              <a:gd name="connsiteX192" fmla="*/ 56256 w 829568"/>
              <a:gd name="connsiteY192" fmla="*/ 310012 h 797705"/>
              <a:gd name="connsiteX193" fmla="*/ 44300 w 829568"/>
              <a:gd name="connsiteY193" fmla="*/ 302367 h 797705"/>
              <a:gd name="connsiteX194" fmla="*/ 42022 w 829568"/>
              <a:gd name="connsiteY194" fmla="*/ 300102 h 797705"/>
              <a:gd name="connsiteX195" fmla="*/ 44300 w 829568"/>
              <a:gd name="connsiteY195" fmla="*/ 291042 h 797705"/>
              <a:gd name="connsiteX196" fmla="*/ 78462 w 829568"/>
              <a:gd name="connsiteY196" fmla="*/ 259331 h 797705"/>
              <a:gd name="connsiteX197" fmla="*/ 92126 w 829568"/>
              <a:gd name="connsiteY197" fmla="*/ 232149 h 797705"/>
              <a:gd name="connsiteX198" fmla="*/ 114901 w 829568"/>
              <a:gd name="connsiteY198" fmla="*/ 211764 h 797705"/>
              <a:gd name="connsiteX199" fmla="*/ 108638 w 829568"/>
              <a:gd name="connsiteY199" fmla="*/ 204968 h 797705"/>
              <a:gd name="connsiteX200" fmla="*/ 92261 w 829568"/>
              <a:gd name="connsiteY200" fmla="*/ 198228 h 797705"/>
              <a:gd name="connsiteX201" fmla="*/ 91806 w 829568"/>
              <a:gd name="connsiteY201" fmla="*/ 198355 h 797705"/>
              <a:gd name="connsiteX202" fmla="*/ 84968 w 829568"/>
              <a:gd name="connsiteY202" fmla="*/ 193807 h 797705"/>
              <a:gd name="connsiteX203" fmla="*/ 94086 w 829568"/>
              <a:gd name="connsiteY203" fmla="*/ 155145 h 797705"/>
              <a:gd name="connsiteX204" fmla="*/ 135114 w 829568"/>
              <a:gd name="connsiteY204" fmla="*/ 127854 h 797705"/>
              <a:gd name="connsiteX205" fmla="*/ 160186 w 829568"/>
              <a:gd name="connsiteY205" fmla="*/ 134677 h 797705"/>
              <a:gd name="connsiteX206" fmla="*/ 160186 w 829568"/>
              <a:gd name="connsiteY206" fmla="*/ 109660 h 797705"/>
              <a:gd name="connsiteX207" fmla="*/ 187538 w 829568"/>
              <a:gd name="connsiteY207" fmla="*/ 82369 h 797705"/>
              <a:gd name="connsiteX208" fmla="*/ 187538 w 829568"/>
              <a:gd name="connsiteY208" fmla="*/ 48256 h 797705"/>
              <a:gd name="connsiteX209" fmla="*/ 190103 w 829568"/>
              <a:gd name="connsiteY209"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63170 w 829568"/>
              <a:gd name="connsiteY23" fmla="*/ 247672 h 797705"/>
              <a:gd name="connsiteX24" fmla="*/ 570440 w 829568"/>
              <a:gd name="connsiteY24" fmla="*/ 254988 h 797705"/>
              <a:gd name="connsiteX25" fmla="*/ 570445 w 829568"/>
              <a:gd name="connsiteY25" fmla="*/ 254942 h 797705"/>
              <a:gd name="connsiteX26" fmla="*/ 574113 w 829568"/>
              <a:gd name="connsiteY26" fmla="*/ 256872 h 797705"/>
              <a:gd name="connsiteX27" fmla="*/ 567290 w 829568"/>
              <a:gd name="connsiteY27" fmla="*/ 250109 h 797705"/>
              <a:gd name="connsiteX28" fmla="*/ 574458 w 829568"/>
              <a:gd name="connsiteY28" fmla="*/ 256788 h 797705"/>
              <a:gd name="connsiteX29" fmla="*/ 583230 w 829568"/>
              <a:gd name="connsiteY29" fmla="*/ 254659 h 797705"/>
              <a:gd name="connsiteX30" fmla="*/ 595448 w 829568"/>
              <a:gd name="connsiteY30" fmla="*/ 250406 h 797705"/>
              <a:gd name="connsiteX31" fmla="*/ 624997 w 829568"/>
              <a:gd name="connsiteY31" fmla="*/ 282159 h 797705"/>
              <a:gd name="connsiteX32" fmla="*/ 637214 w 829568"/>
              <a:gd name="connsiteY32" fmla="*/ 311928 h 797705"/>
              <a:gd name="connsiteX33" fmla="*/ 636731 w 829568"/>
              <a:gd name="connsiteY33" fmla="*/ 319061 h 797705"/>
              <a:gd name="connsiteX34" fmla="*/ 636185 w 829568"/>
              <a:gd name="connsiteY34" fmla="*/ 327131 h 797705"/>
              <a:gd name="connsiteX35" fmla="*/ 640908 w 829568"/>
              <a:gd name="connsiteY35" fmla="*/ 343397 h 797705"/>
              <a:gd name="connsiteX36" fmla="*/ 656819 w 829568"/>
              <a:gd name="connsiteY36" fmla="*/ 329788 h 797705"/>
              <a:gd name="connsiteX37" fmla="*/ 672730 w 829568"/>
              <a:gd name="connsiteY37" fmla="*/ 347933 h 797705"/>
              <a:gd name="connsiteX38" fmla="*/ 679549 w 829568"/>
              <a:gd name="connsiteY38" fmla="*/ 366077 h 797705"/>
              <a:gd name="connsiteX39" fmla="*/ 686368 w 829568"/>
              <a:gd name="connsiteY39" fmla="*/ 418243 h 797705"/>
              <a:gd name="connsiteX40" fmla="*/ 736375 w 829568"/>
              <a:gd name="connsiteY40" fmla="*/ 413707 h 797705"/>
              <a:gd name="connsiteX41" fmla="*/ 756832 w 829568"/>
              <a:gd name="connsiteY41" fmla="*/ 420511 h 797705"/>
              <a:gd name="connsiteX42" fmla="*/ 765924 w 829568"/>
              <a:gd name="connsiteY42" fmla="*/ 406903 h 797705"/>
              <a:gd name="connsiteX43" fmla="*/ 829568 w 829568"/>
              <a:gd name="connsiteY43" fmla="*/ 397830 h 797705"/>
              <a:gd name="connsiteX44" fmla="*/ 829568 w 829568"/>
              <a:gd name="connsiteY44" fmla="*/ 413707 h 797705"/>
              <a:gd name="connsiteX45" fmla="*/ 827295 w 829568"/>
              <a:gd name="connsiteY45" fmla="*/ 422779 h 797705"/>
              <a:gd name="connsiteX46" fmla="*/ 822749 w 829568"/>
              <a:gd name="connsiteY46" fmla="*/ 427315 h 797705"/>
              <a:gd name="connsiteX47" fmla="*/ 815930 w 829568"/>
              <a:gd name="connsiteY47" fmla="*/ 427315 h 797705"/>
              <a:gd name="connsiteX48" fmla="*/ 809111 w 829568"/>
              <a:gd name="connsiteY48" fmla="*/ 443192 h 797705"/>
              <a:gd name="connsiteX49" fmla="*/ 802292 w 829568"/>
              <a:gd name="connsiteY49" fmla="*/ 452264 h 797705"/>
              <a:gd name="connsiteX50" fmla="*/ 800019 w 829568"/>
              <a:gd name="connsiteY50" fmla="*/ 459068 h 797705"/>
              <a:gd name="connsiteX51" fmla="*/ 800019 w 829568"/>
              <a:gd name="connsiteY51" fmla="*/ 470408 h 797705"/>
              <a:gd name="connsiteX52" fmla="*/ 800019 w 829568"/>
              <a:gd name="connsiteY52" fmla="*/ 481749 h 797705"/>
              <a:gd name="connsiteX53" fmla="*/ 784108 w 829568"/>
              <a:gd name="connsiteY53" fmla="*/ 477212 h 797705"/>
              <a:gd name="connsiteX54" fmla="*/ 777289 w 829568"/>
              <a:gd name="connsiteY54" fmla="*/ 477212 h 797705"/>
              <a:gd name="connsiteX55" fmla="*/ 770470 w 829568"/>
              <a:gd name="connsiteY55" fmla="*/ 481749 h 797705"/>
              <a:gd name="connsiteX56" fmla="*/ 768197 w 829568"/>
              <a:gd name="connsiteY56" fmla="*/ 488553 h 797705"/>
              <a:gd name="connsiteX57" fmla="*/ 750013 w 829568"/>
              <a:gd name="connsiteY57" fmla="*/ 497625 h 797705"/>
              <a:gd name="connsiteX58" fmla="*/ 745467 w 829568"/>
              <a:gd name="connsiteY58" fmla="*/ 490821 h 797705"/>
              <a:gd name="connsiteX59" fmla="*/ 740921 w 829568"/>
              <a:gd name="connsiteY59" fmla="*/ 493089 h 797705"/>
              <a:gd name="connsiteX60" fmla="*/ 738648 w 829568"/>
              <a:gd name="connsiteY60" fmla="*/ 499893 h 797705"/>
              <a:gd name="connsiteX61" fmla="*/ 738648 w 829568"/>
              <a:gd name="connsiteY61" fmla="*/ 502161 h 797705"/>
              <a:gd name="connsiteX62" fmla="*/ 725010 w 829568"/>
              <a:gd name="connsiteY62" fmla="*/ 504429 h 797705"/>
              <a:gd name="connsiteX63" fmla="*/ 715918 w 829568"/>
              <a:gd name="connsiteY63" fmla="*/ 508965 h 797705"/>
              <a:gd name="connsiteX64" fmla="*/ 715918 w 829568"/>
              <a:gd name="connsiteY64" fmla="*/ 520306 h 797705"/>
              <a:gd name="connsiteX65" fmla="*/ 713645 w 829568"/>
              <a:gd name="connsiteY65" fmla="*/ 522574 h 797705"/>
              <a:gd name="connsiteX66" fmla="*/ 693188 w 829568"/>
              <a:gd name="connsiteY66" fmla="*/ 527110 h 797705"/>
              <a:gd name="connsiteX67" fmla="*/ 677276 w 829568"/>
              <a:gd name="connsiteY67" fmla="*/ 531646 h 797705"/>
              <a:gd name="connsiteX68" fmla="*/ 668184 w 829568"/>
              <a:gd name="connsiteY68" fmla="*/ 527110 h 797705"/>
              <a:gd name="connsiteX69" fmla="*/ 665911 w 829568"/>
              <a:gd name="connsiteY69" fmla="*/ 529378 h 797705"/>
              <a:gd name="connsiteX70" fmla="*/ 665911 w 829568"/>
              <a:gd name="connsiteY70" fmla="*/ 538450 h 797705"/>
              <a:gd name="connsiteX71" fmla="*/ 659092 w 829568"/>
              <a:gd name="connsiteY71" fmla="*/ 540718 h 797705"/>
              <a:gd name="connsiteX72" fmla="*/ 659092 w 829568"/>
              <a:gd name="connsiteY72" fmla="*/ 545254 h 797705"/>
              <a:gd name="connsiteX73" fmla="*/ 659092 w 829568"/>
              <a:gd name="connsiteY73" fmla="*/ 556595 h 797705"/>
              <a:gd name="connsiteX74" fmla="*/ 656819 w 829568"/>
              <a:gd name="connsiteY74" fmla="*/ 561131 h 797705"/>
              <a:gd name="connsiteX75" fmla="*/ 652273 w 829568"/>
              <a:gd name="connsiteY75" fmla="*/ 561131 h 797705"/>
              <a:gd name="connsiteX76" fmla="*/ 650000 w 829568"/>
              <a:gd name="connsiteY76" fmla="*/ 561131 h 797705"/>
              <a:gd name="connsiteX77" fmla="*/ 618178 w 829568"/>
              <a:gd name="connsiteY77" fmla="*/ 552058 h 797705"/>
              <a:gd name="connsiteX78" fmla="*/ 618178 w 829568"/>
              <a:gd name="connsiteY78" fmla="*/ 549790 h 797705"/>
              <a:gd name="connsiteX79" fmla="*/ 609086 w 829568"/>
              <a:gd name="connsiteY79" fmla="*/ 542986 h 797705"/>
              <a:gd name="connsiteX80" fmla="*/ 599994 w 829568"/>
              <a:gd name="connsiteY80" fmla="*/ 547522 h 797705"/>
              <a:gd name="connsiteX81" fmla="*/ 590902 w 829568"/>
              <a:gd name="connsiteY81" fmla="*/ 554327 h 797705"/>
              <a:gd name="connsiteX82" fmla="*/ 579537 w 829568"/>
              <a:gd name="connsiteY82" fmla="*/ 563399 h 797705"/>
              <a:gd name="connsiteX83" fmla="*/ 574991 w 829568"/>
              <a:gd name="connsiteY83" fmla="*/ 556595 h 797705"/>
              <a:gd name="connsiteX84" fmla="*/ 570445 w 829568"/>
              <a:gd name="connsiteY84" fmla="*/ 558863 h 797705"/>
              <a:gd name="connsiteX85" fmla="*/ 568172 w 829568"/>
              <a:gd name="connsiteY85" fmla="*/ 563399 h 797705"/>
              <a:gd name="connsiteX86" fmla="*/ 568172 w 829568"/>
              <a:gd name="connsiteY86" fmla="*/ 565667 h 797705"/>
              <a:gd name="connsiteX87" fmla="*/ 568172 w 829568"/>
              <a:gd name="connsiteY87" fmla="*/ 570203 h 797705"/>
              <a:gd name="connsiteX88" fmla="*/ 565899 w 829568"/>
              <a:gd name="connsiteY88" fmla="*/ 572471 h 797705"/>
              <a:gd name="connsiteX89" fmla="*/ 565899 w 829568"/>
              <a:gd name="connsiteY89" fmla="*/ 574739 h 797705"/>
              <a:gd name="connsiteX90" fmla="*/ 581810 w 829568"/>
              <a:gd name="connsiteY90" fmla="*/ 581543 h 797705"/>
              <a:gd name="connsiteX91" fmla="*/ 586356 w 829568"/>
              <a:gd name="connsiteY91" fmla="*/ 586079 h 797705"/>
              <a:gd name="connsiteX92" fmla="*/ 590902 w 829568"/>
              <a:gd name="connsiteY92" fmla="*/ 579275 h 797705"/>
              <a:gd name="connsiteX93" fmla="*/ 597721 w 829568"/>
              <a:gd name="connsiteY93" fmla="*/ 583811 h 797705"/>
              <a:gd name="connsiteX94" fmla="*/ 599994 w 829568"/>
              <a:gd name="connsiteY94" fmla="*/ 579275 h 797705"/>
              <a:gd name="connsiteX95" fmla="*/ 606813 w 829568"/>
              <a:gd name="connsiteY95" fmla="*/ 588347 h 797705"/>
              <a:gd name="connsiteX96" fmla="*/ 606813 w 829568"/>
              <a:gd name="connsiteY96" fmla="*/ 590616 h 797705"/>
              <a:gd name="connsiteX97" fmla="*/ 602267 w 829568"/>
              <a:gd name="connsiteY97" fmla="*/ 601956 h 797705"/>
              <a:gd name="connsiteX98" fmla="*/ 604540 w 829568"/>
              <a:gd name="connsiteY98" fmla="*/ 606492 h 797705"/>
              <a:gd name="connsiteX99" fmla="*/ 609086 w 829568"/>
              <a:gd name="connsiteY99" fmla="*/ 611028 h 797705"/>
              <a:gd name="connsiteX100" fmla="*/ 606813 w 829568"/>
              <a:gd name="connsiteY100" fmla="*/ 613296 h 797705"/>
              <a:gd name="connsiteX101" fmla="*/ 588629 w 829568"/>
              <a:gd name="connsiteY101" fmla="*/ 613296 h 797705"/>
              <a:gd name="connsiteX102" fmla="*/ 572718 w 829568"/>
              <a:gd name="connsiteY102" fmla="*/ 597420 h 797705"/>
              <a:gd name="connsiteX103" fmla="*/ 568172 w 829568"/>
              <a:gd name="connsiteY103" fmla="*/ 606492 h 797705"/>
              <a:gd name="connsiteX104" fmla="*/ 561353 w 829568"/>
              <a:gd name="connsiteY104" fmla="*/ 597420 h 797705"/>
              <a:gd name="connsiteX105" fmla="*/ 556807 w 829568"/>
              <a:gd name="connsiteY105" fmla="*/ 592884 h 797705"/>
              <a:gd name="connsiteX106" fmla="*/ 540896 w 829568"/>
              <a:gd name="connsiteY106" fmla="*/ 570203 h 797705"/>
              <a:gd name="connsiteX107" fmla="*/ 529530 w 829568"/>
              <a:gd name="connsiteY107" fmla="*/ 565667 h 797705"/>
              <a:gd name="connsiteX108" fmla="*/ 518165 w 829568"/>
              <a:gd name="connsiteY108" fmla="*/ 572471 h 797705"/>
              <a:gd name="connsiteX109" fmla="*/ 509073 w 829568"/>
              <a:gd name="connsiteY109" fmla="*/ 577007 h 797705"/>
              <a:gd name="connsiteX110" fmla="*/ 505946 w 829568"/>
              <a:gd name="connsiteY110" fmla="*/ 579415 h 797705"/>
              <a:gd name="connsiteX111" fmla="*/ 505946 w 829568"/>
              <a:gd name="connsiteY111" fmla="*/ 581688 h 797705"/>
              <a:gd name="connsiteX112" fmla="*/ 496839 w 829568"/>
              <a:gd name="connsiteY112" fmla="*/ 590779 h 797705"/>
              <a:gd name="connsiteX113" fmla="*/ 496839 w 829568"/>
              <a:gd name="connsiteY113" fmla="*/ 595324 h 797705"/>
              <a:gd name="connsiteX114" fmla="*/ 501392 w 829568"/>
              <a:gd name="connsiteY114" fmla="*/ 599870 h 797705"/>
              <a:gd name="connsiteX115" fmla="*/ 510500 w 829568"/>
              <a:gd name="connsiteY115" fmla="*/ 608960 h 797705"/>
              <a:gd name="connsiteX116" fmla="*/ 508223 w 829568"/>
              <a:gd name="connsiteY116" fmla="*/ 613506 h 797705"/>
              <a:gd name="connsiteX117" fmla="*/ 508223 w 829568"/>
              <a:gd name="connsiteY117" fmla="*/ 618051 h 797705"/>
              <a:gd name="connsiteX118" fmla="*/ 490008 w 829568"/>
              <a:gd name="connsiteY118" fmla="*/ 640778 h 797705"/>
              <a:gd name="connsiteX119" fmla="*/ 464962 w 829568"/>
              <a:gd name="connsiteY119" fmla="*/ 631687 h 797705"/>
              <a:gd name="connsiteX120" fmla="*/ 451300 w 829568"/>
              <a:gd name="connsiteY120" fmla="*/ 624869 h 797705"/>
              <a:gd name="connsiteX121" fmla="*/ 423977 w 829568"/>
              <a:gd name="connsiteY121" fmla="*/ 638506 h 797705"/>
              <a:gd name="connsiteX122" fmla="*/ 414870 w 829568"/>
              <a:gd name="connsiteY122" fmla="*/ 643051 h 797705"/>
              <a:gd name="connsiteX123" fmla="*/ 398931 w 829568"/>
              <a:gd name="connsiteY123" fmla="*/ 645324 h 797705"/>
              <a:gd name="connsiteX124" fmla="*/ 394378 w 829568"/>
              <a:gd name="connsiteY124" fmla="*/ 652142 h 797705"/>
              <a:gd name="connsiteX125" fmla="*/ 373885 w 829568"/>
              <a:gd name="connsiteY125" fmla="*/ 654415 h 797705"/>
              <a:gd name="connsiteX126" fmla="*/ 353393 w 829568"/>
              <a:gd name="connsiteY126" fmla="*/ 661233 h 797705"/>
              <a:gd name="connsiteX127" fmla="*/ 344285 w 829568"/>
              <a:gd name="connsiteY127" fmla="*/ 683960 h 797705"/>
              <a:gd name="connsiteX128" fmla="*/ 346559 w 829568"/>
              <a:gd name="connsiteY128" fmla="*/ 695305 h 797705"/>
              <a:gd name="connsiteX129" fmla="*/ 346890 w 829568"/>
              <a:gd name="connsiteY129" fmla="*/ 695371 h 797705"/>
              <a:gd name="connsiteX130" fmla="*/ 349169 w 829568"/>
              <a:gd name="connsiteY130" fmla="*/ 697639 h 797705"/>
              <a:gd name="connsiteX131" fmla="*/ 349169 w 829568"/>
              <a:gd name="connsiteY131" fmla="*/ 708981 h 797705"/>
              <a:gd name="connsiteX132" fmla="*/ 349169 w 829568"/>
              <a:gd name="connsiteY132" fmla="*/ 713518 h 797705"/>
              <a:gd name="connsiteX133" fmla="*/ 346890 w 829568"/>
              <a:gd name="connsiteY133" fmla="*/ 724861 h 797705"/>
              <a:gd name="connsiteX134" fmla="*/ 340053 w 829568"/>
              <a:gd name="connsiteY134" fmla="*/ 722592 h 797705"/>
              <a:gd name="connsiteX135" fmla="*/ 317264 w 829568"/>
              <a:gd name="connsiteY135" fmla="*/ 720324 h 797705"/>
              <a:gd name="connsiteX136" fmla="*/ 312706 w 829568"/>
              <a:gd name="connsiteY136" fmla="*/ 718055 h 797705"/>
              <a:gd name="connsiteX137" fmla="*/ 303590 w 829568"/>
              <a:gd name="connsiteY137" fmla="*/ 724861 h 797705"/>
              <a:gd name="connsiteX138" fmla="*/ 294474 w 829568"/>
              <a:gd name="connsiteY138" fmla="*/ 731666 h 797705"/>
              <a:gd name="connsiteX139" fmla="*/ 289916 w 829568"/>
              <a:gd name="connsiteY139" fmla="*/ 738471 h 797705"/>
              <a:gd name="connsiteX140" fmla="*/ 289916 w 829568"/>
              <a:gd name="connsiteY140" fmla="*/ 752082 h 797705"/>
              <a:gd name="connsiteX141" fmla="*/ 280800 w 829568"/>
              <a:gd name="connsiteY141" fmla="*/ 740740 h 797705"/>
              <a:gd name="connsiteX142" fmla="*/ 278521 w 829568"/>
              <a:gd name="connsiteY142" fmla="*/ 738471 h 797705"/>
              <a:gd name="connsiteX143" fmla="*/ 278521 w 829568"/>
              <a:gd name="connsiteY143" fmla="*/ 743008 h 797705"/>
              <a:gd name="connsiteX144" fmla="*/ 276242 w 829568"/>
              <a:gd name="connsiteY144" fmla="*/ 749814 h 797705"/>
              <a:gd name="connsiteX145" fmla="*/ 269405 w 829568"/>
              <a:gd name="connsiteY145" fmla="*/ 761156 h 797705"/>
              <a:gd name="connsiteX146" fmla="*/ 232942 w 829568"/>
              <a:gd name="connsiteY146" fmla="*/ 749814 h 797705"/>
              <a:gd name="connsiteX147" fmla="*/ 230663 w 829568"/>
              <a:gd name="connsiteY147" fmla="*/ 754351 h 797705"/>
              <a:gd name="connsiteX148" fmla="*/ 203316 w 829568"/>
              <a:gd name="connsiteY148" fmla="*/ 754351 h 797705"/>
              <a:gd name="connsiteX149" fmla="*/ 180526 w 829568"/>
              <a:gd name="connsiteY149" fmla="*/ 761156 h 797705"/>
              <a:gd name="connsiteX150" fmla="*/ 169131 w 829568"/>
              <a:gd name="connsiteY150" fmla="*/ 767961 h 797705"/>
              <a:gd name="connsiteX151" fmla="*/ 157736 w 829568"/>
              <a:gd name="connsiteY151" fmla="*/ 783841 h 797705"/>
              <a:gd name="connsiteX152" fmla="*/ 137226 w 829568"/>
              <a:gd name="connsiteY152" fmla="*/ 797451 h 797705"/>
              <a:gd name="connsiteX153" fmla="*/ 128110 w 829568"/>
              <a:gd name="connsiteY153" fmla="*/ 786109 h 797705"/>
              <a:gd name="connsiteX154" fmla="*/ 121273 w 829568"/>
              <a:gd name="connsiteY154" fmla="*/ 792914 h 797705"/>
              <a:gd name="connsiteX155" fmla="*/ 93925 w 829568"/>
              <a:gd name="connsiteY155" fmla="*/ 790646 h 797705"/>
              <a:gd name="connsiteX156" fmla="*/ 68857 w 829568"/>
              <a:gd name="connsiteY156" fmla="*/ 790646 h 797705"/>
              <a:gd name="connsiteX157" fmla="*/ 57462 w 829568"/>
              <a:gd name="connsiteY157" fmla="*/ 792914 h 797705"/>
              <a:gd name="connsiteX158" fmla="*/ 46067 w 829568"/>
              <a:gd name="connsiteY158" fmla="*/ 788377 h 797705"/>
              <a:gd name="connsiteX159" fmla="*/ 25556 w 829568"/>
              <a:gd name="connsiteY159" fmla="*/ 786109 h 797705"/>
              <a:gd name="connsiteX160" fmla="*/ 25556 w 829568"/>
              <a:gd name="connsiteY160" fmla="*/ 783841 h 797705"/>
              <a:gd name="connsiteX161" fmla="*/ 27835 w 829568"/>
              <a:gd name="connsiteY161" fmla="*/ 777035 h 797705"/>
              <a:gd name="connsiteX162" fmla="*/ 25556 w 829568"/>
              <a:gd name="connsiteY162" fmla="*/ 774767 h 797705"/>
              <a:gd name="connsiteX163" fmla="*/ 43788 w 829568"/>
              <a:gd name="connsiteY163" fmla="*/ 770230 h 797705"/>
              <a:gd name="connsiteX164" fmla="*/ 48346 w 829568"/>
              <a:gd name="connsiteY164" fmla="*/ 699908 h 797705"/>
              <a:gd name="connsiteX165" fmla="*/ 5046 w 829568"/>
              <a:gd name="connsiteY165" fmla="*/ 670418 h 797705"/>
              <a:gd name="connsiteX166" fmla="*/ 30114 w 829568"/>
              <a:gd name="connsiteY166" fmla="*/ 615975 h 797705"/>
              <a:gd name="connsiteX167" fmla="*/ 41509 w 829568"/>
              <a:gd name="connsiteY167" fmla="*/ 600095 h 797705"/>
              <a:gd name="connsiteX168" fmla="*/ 34672 w 829568"/>
              <a:gd name="connsiteY168" fmla="*/ 581948 h 797705"/>
              <a:gd name="connsiteX169" fmla="*/ 41509 w 829568"/>
              <a:gd name="connsiteY169" fmla="*/ 554726 h 797705"/>
              <a:gd name="connsiteX170" fmla="*/ 16441 w 829568"/>
              <a:gd name="connsiteY170" fmla="*/ 543384 h 797705"/>
              <a:gd name="connsiteX171" fmla="*/ 34672 w 829568"/>
              <a:gd name="connsiteY171" fmla="*/ 541115 h 797705"/>
              <a:gd name="connsiteX172" fmla="*/ 41498 w 829568"/>
              <a:gd name="connsiteY172" fmla="*/ 541115 h 797705"/>
              <a:gd name="connsiteX173" fmla="*/ 39341 w 829568"/>
              <a:gd name="connsiteY173" fmla="*/ 528176 h 797705"/>
              <a:gd name="connsiteX174" fmla="*/ 86966 w 829568"/>
              <a:gd name="connsiteY174" fmla="*/ 494839 h 797705"/>
              <a:gd name="connsiteX175" fmla="*/ 65409 w 829568"/>
              <a:gd name="connsiteY175" fmla="*/ 464300 h 797705"/>
              <a:gd name="connsiteX176" fmla="*/ 62429 w 829568"/>
              <a:gd name="connsiteY176" fmla="*/ 465726 h 797705"/>
              <a:gd name="connsiteX177" fmla="*/ 62429 w 829568"/>
              <a:gd name="connsiteY177" fmla="*/ 467991 h 797705"/>
              <a:gd name="connsiteX178" fmla="*/ 57874 w 829568"/>
              <a:gd name="connsiteY178" fmla="*/ 470256 h 797705"/>
              <a:gd name="connsiteX179" fmla="*/ 48763 w 829568"/>
              <a:gd name="connsiteY179" fmla="*/ 472522 h 797705"/>
              <a:gd name="connsiteX180" fmla="*/ 35096 w 829568"/>
              <a:gd name="connsiteY180" fmla="*/ 467991 h 797705"/>
              <a:gd name="connsiteX181" fmla="*/ 32818 w 829568"/>
              <a:gd name="connsiteY181" fmla="*/ 449871 h 797705"/>
              <a:gd name="connsiteX182" fmla="*/ 55596 w 829568"/>
              <a:gd name="connsiteY182" fmla="*/ 418160 h 797705"/>
              <a:gd name="connsiteX183" fmla="*/ 55596 w 829568"/>
              <a:gd name="connsiteY183" fmla="*/ 404569 h 797705"/>
              <a:gd name="connsiteX184" fmla="*/ 48763 w 829568"/>
              <a:gd name="connsiteY184" fmla="*/ 372858 h 797705"/>
              <a:gd name="connsiteX185" fmla="*/ 41929 w 829568"/>
              <a:gd name="connsiteY185" fmla="*/ 354737 h 797705"/>
              <a:gd name="connsiteX186" fmla="*/ 41929 w 829568"/>
              <a:gd name="connsiteY186" fmla="*/ 320761 h 797705"/>
              <a:gd name="connsiteX187" fmla="*/ 41929 w 829568"/>
              <a:gd name="connsiteY187" fmla="*/ 300375 h 797705"/>
              <a:gd name="connsiteX188" fmla="*/ 44207 w 829568"/>
              <a:gd name="connsiteY188" fmla="*/ 302640 h 797705"/>
              <a:gd name="connsiteX189" fmla="*/ 57934 w 829568"/>
              <a:gd name="connsiteY189" fmla="*/ 312196 h 797705"/>
              <a:gd name="connsiteX190" fmla="*/ 58242 w 829568"/>
              <a:gd name="connsiteY190" fmla="*/ 311394 h 797705"/>
              <a:gd name="connsiteX191" fmla="*/ 56256 w 829568"/>
              <a:gd name="connsiteY191" fmla="*/ 310012 h 797705"/>
              <a:gd name="connsiteX192" fmla="*/ 44300 w 829568"/>
              <a:gd name="connsiteY192" fmla="*/ 302367 h 797705"/>
              <a:gd name="connsiteX193" fmla="*/ 42022 w 829568"/>
              <a:gd name="connsiteY193" fmla="*/ 300102 h 797705"/>
              <a:gd name="connsiteX194" fmla="*/ 44300 w 829568"/>
              <a:gd name="connsiteY194" fmla="*/ 291042 h 797705"/>
              <a:gd name="connsiteX195" fmla="*/ 78462 w 829568"/>
              <a:gd name="connsiteY195" fmla="*/ 259331 h 797705"/>
              <a:gd name="connsiteX196" fmla="*/ 92126 w 829568"/>
              <a:gd name="connsiteY196" fmla="*/ 232149 h 797705"/>
              <a:gd name="connsiteX197" fmla="*/ 114901 w 829568"/>
              <a:gd name="connsiteY197" fmla="*/ 211764 h 797705"/>
              <a:gd name="connsiteX198" fmla="*/ 108638 w 829568"/>
              <a:gd name="connsiteY198" fmla="*/ 204968 h 797705"/>
              <a:gd name="connsiteX199" fmla="*/ 92261 w 829568"/>
              <a:gd name="connsiteY199" fmla="*/ 198228 h 797705"/>
              <a:gd name="connsiteX200" fmla="*/ 91806 w 829568"/>
              <a:gd name="connsiteY200" fmla="*/ 198355 h 797705"/>
              <a:gd name="connsiteX201" fmla="*/ 84968 w 829568"/>
              <a:gd name="connsiteY201" fmla="*/ 193807 h 797705"/>
              <a:gd name="connsiteX202" fmla="*/ 94086 w 829568"/>
              <a:gd name="connsiteY202" fmla="*/ 155145 h 797705"/>
              <a:gd name="connsiteX203" fmla="*/ 135114 w 829568"/>
              <a:gd name="connsiteY203" fmla="*/ 127854 h 797705"/>
              <a:gd name="connsiteX204" fmla="*/ 160186 w 829568"/>
              <a:gd name="connsiteY204" fmla="*/ 134677 h 797705"/>
              <a:gd name="connsiteX205" fmla="*/ 160186 w 829568"/>
              <a:gd name="connsiteY205" fmla="*/ 109660 h 797705"/>
              <a:gd name="connsiteX206" fmla="*/ 187538 w 829568"/>
              <a:gd name="connsiteY206" fmla="*/ 82369 h 797705"/>
              <a:gd name="connsiteX207" fmla="*/ 187538 w 829568"/>
              <a:gd name="connsiteY207" fmla="*/ 48256 h 797705"/>
              <a:gd name="connsiteX208" fmla="*/ 190103 w 829568"/>
              <a:gd name="connsiteY208"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63170 w 829568"/>
              <a:gd name="connsiteY23" fmla="*/ 247672 h 797705"/>
              <a:gd name="connsiteX24" fmla="*/ 570440 w 829568"/>
              <a:gd name="connsiteY24" fmla="*/ 254988 h 797705"/>
              <a:gd name="connsiteX25" fmla="*/ 570445 w 829568"/>
              <a:gd name="connsiteY25" fmla="*/ 254942 h 797705"/>
              <a:gd name="connsiteX26" fmla="*/ 574113 w 829568"/>
              <a:gd name="connsiteY26" fmla="*/ 256872 h 797705"/>
              <a:gd name="connsiteX27" fmla="*/ 574458 w 829568"/>
              <a:gd name="connsiteY27" fmla="*/ 256788 h 797705"/>
              <a:gd name="connsiteX28" fmla="*/ 583230 w 829568"/>
              <a:gd name="connsiteY28" fmla="*/ 254659 h 797705"/>
              <a:gd name="connsiteX29" fmla="*/ 595448 w 829568"/>
              <a:gd name="connsiteY29" fmla="*/ 250406 h 797705"/>
              <a:gd name="connsiteX30" fmla="*/ 624997 w 829568"/>
              <a:gd name="connsiteY30" fmla="*/ 282159 h 797705"/>
              <a:gd name="connsiteX31" fmla="*/ 637214 w 829568"/>
              <a:gd name="connsiteY31" fmla="*/ 311928 h 797705"/>
              <a:gd name="connsiteX32" fmla="*/ 636731 w 829568"/>
              <a:gd name="connsiteY32" fmla="*/ 319061 h 797705"/>
              <a:gd name="connsiteX33" fmla="*/ 636185 w 829568"/>
              <a:gd name="connsiteY33" fmla="*/ 327131 h 797705"/>
              <a:gd name="connsiteX34" fmla="*/ 640908 w 829568"/>
              <a:gd name="connsiteY34" fmla="*/ 343397 h 797705"/>
              <a:gd name="connsiteX35" fmla="*/ 656819 w 829568"/>
              <a:gd name="connsiteY35" fmla="*/ 329788 h 797705"/>
              <a:gd name="connsiteX36" fmla="*/ 672730 w 829568"/>
              <a:gd name="connsiteY36" fmla="*/ 347933 h 797705"/>
              <a:gd name="connsiteX37" fmla="*/ 679549 w 829568"/>
              <a:gd name="connsiteY37" fmla="*/ 366077 h 797705"/>
              <a:gd name="connsiteX38" fmla="*/ 686368 w 829568"/>
              <a:gd name="connsiteY38" fmla="*/ 418243 h 797705"/>
              <a:gd name="connsiteX39" fmla="*/ 736375 w 829568"/>
              <a:gd name="connsiteY39" fmla="*/ 413707 h 797705"/>
              <a:gd name="connsiteX40" fmla="*/ 756832 w 829568"/>
              <a:gd name="connsiteY40" fmla="*/ 420511 h 797705"/>
              <a:gd name="connsiteX41" fmla="*/ 765924 w 829568"/>
              <a:gd name="connsiteY41" fmla="*/ 406903 h 797705"/>
              <a:gd name="connsiteX42" fmla="*/ 829568 w 829568"/>
              <a:gd name="connsiteY42" fmla="*/ 397830 h 797705"/>
              <a:gd name="connsiteX43" fmla="*/ 829568 w 829568"/>
              <a:gd name="connsiteY43" fmla="*/ 413707 h 797705"/>
              <a:gd name="connsiteX44" fmla="*/ 827295 w 829568"/>
              <a:gd name="connsiteY44" fmla="*/ 422779 h 797705"/>
              <a:gd name="connsiteX45" fmla="*/ 822749 w 829568"/>
              <a:gd name="connsiteY45" fmla="*/ 427315 h 797705"/>
              <a:gd name="connsiteX46" fmla="*/ 815930 w 829568"/>
              <a:gd name="connsiteY46" fmla="*/ 427315 h 797705"/>
              <a:gd name="connsiteX47" fmla="*/ 809111 w 829568"/>
              <a:gd name="connsiteY47" fmla="*/ 443192 h 797705"/>
              <a:gd name="connsiteX48" fmla="*/ 802292 w 829568"/>
              <a:gd name="connsiteY48" fmla="*/ 452264 h 797705"/>
              <a:gd name="connsiteX49" fmla="*/ 800019 w 829568"/>
              <a:gd name="connsiteY49" fmla="*/ 459068 h 797705"/>
              <a:gd name="connsiteX50" fmla="*/ 800019 w 829568"/>
              <a:gd name="connsiteY50" fmla="*/ 470408 h 797705"/>
              <a:gd name="connsiteX51" fmla="*/ 800019 w 829568"/>
              <a:gd name="connsiteY51" fmla="*/ 481749 h 797705"/>
              <a:gd name="connsiteX52" fmla="*/ 784108 w 829568"/>
              <a:gd name="connsiteY52" fmla="*/ 477212 h 797705"/>
              <a:gd name="connsiteX53" fmla="*/ 777289 w 829568"/>
              <a:gd name="connsiteY53" fmla="*/ 477212 h 797705"/>
              <a:gd name="connsiteX54" fmla="*/ 770470 w 829568"/>
              <a:gd name="connsiteY54" fmla="*/ 481749 h 797705"/>
              <a:gd name="connsiteX55" fmla="*/ 768197 w 829568"/>
              <a:gd name="connsiteY55" fmla="*/ 488553 h 797705"/>
              <a:gd name="connsiteX56" fmla="*/ 750013 w 829568"/>
              <a:gd name="connsiteY56" fmla="*/ 497625 h 797705"/>
              <a:gd name="connsiteX57" fmla="*/ 745467 w 829568"/>
              <a:gd name="connsiteY57" fmla="*/ 490821 h 797705"/>
              <a:gd name="connsiteX58" fmla="*/ 740921 w 829568"/>
              <a:gd name="connsiteY58" fmla="*/ 493089 h 797705"/>
              <a:gd name="connsiteX59" fmla="*/ 738648 w 829568"/>
              <a:gd name="connsiteY59" fmla="*/ 499893 h 797705"/>
              <a:gd name="connsiteX60" fmla="*/ 738648 w 829568"/>
              <a:gd name="connsiteY60" fmla="*/ 502161 h 797705"/>
              <a:gd name="connsiteX61" fmla="*/ 725010 w 829568"/>
              <a:gd name="connsiteY61" fmla="*/ 504429 h 797705"/>
              <a:gd name="connsiteX62" fmla="*/ 715918 w 829568"/>
              <a:gd name="connsiteY62" fmla="*/ 508965 h 797705"/>
              <a:gd name="connsiteX63" fmla="*/ 715918 w 829568"/>
              <a:gd name="connsiteY63" fmla="*/ 520306 h 797705"/>
              <a:gd name="connsiteX64" fmla="*/ 713645 w 829568"/>
              <a:gd name="connsiteY64" fmla="*/ 522574 h 797705"/>
              <a:gd name="connsiteX65" fmla="*/ 693188 w 829568"/>
              <a:gd name="connsiteY65" fmla="*/ 527110 h 797705"/>
              <a:gd name="connsiteX66" fmla="*/ 677276 w 829568"/>
              <a:gd name="connsiteY66" fmla="*/ 531646 h 797705"/>
              <a:gd name="connsiteX67" fmla="*/ 668184 w 829568"/>
              <a:gd name="connsiteY67" fmla="*/ 527110 h 797705"/>
              <a:gd name="connsiteX68" fmla="*/ 665911 w 829568"/>
              <a:gd name="connsiteY68" fmla="*/ 529378 h 797705"/>
              <a:gd name="connsiteX69" fmla="*/ 665911 w 829568"/>
              <a:gd name="connsiteY69" fmla="*/ 538450 h 797705"/>
              <a:gd name="connsiteX70" fmla="*/ 659092 w 829568"/>
              <a:gd name="connsiteY70" fmla="*/ 540718 h 797705"/>
              <a:gd name="connsiteX71" fmla="*/ 659092 w 829568"/>
              <a:gd name="connsiteY71" fmla="*/ 545254 h 797705"/>
              <a:gd name="connsiteX72" fmla="*/ 659092 w 829568"/>
              <a:gd name="connsiteY72" fmla="*/ 556595 h 797705"/>
              <a:gd name="connsiteX73" fmla="*/ 656819 w 829568"/>
              <a:gd name="connsiteY73" fmla="*/ 561131 h 797705"/>
              <a:gd name="connsiteX74" fmla="*/ 652273 w 829568"/>
              <a:gd name="connsiteY74" fmla="*/ 561131 h 797705"/>
              <a:gd name="connsiteX75" fmla="*/ 650000 w 829568"/>
              <a:gd name="connsiteY75" fmla="*/ 561131 h 797705"/>
              <a:gd name="connsiteX76" fmla="*/ 618178 w 829568"/>
              <a:gd name="connsiteY76" fmla="*/ 552058 h 797705"/>
              <a:gd name="connsiteX77" fmla="*/ 618178 w 829568"/>
              <a:gd name="connsiteY77" fmla="*/ 549790 h 797705"/>
              <a:gd name="connsiteX78" fmla="*/ 609086 w 829568"/>
              <a:gd name="connsiteY78" fmla="*/ 542986 h 797705"/>
              <a:gd name="connsiteX79" fmla="*/ 599994 w 829568"/>
              <a:gd name="connsiteY79" fmla="*/ 547522 h 797705"/>
              <a:gd name="connsiteX80" fmla="*/ 590902 w 829568"/>
              <a:gd name="connsiteY80" fmla="*/ 554327 h 797705"/>
              <a:gd name="connsiteX81" fmla="*/ 579537 w 829568"/>
              <a:gd name="connsiteY81" fmla="*/ 563399 h 797705"/>
              <a:gd name="connsiteX82" fmla="*/ 574991 w 829568"/>
              <a:gd name="connsiteY82" fmla="*/ 556595 h 797705"/>
              <a:gd name="connsiteX83" fmla="*/ 570445 w 829568"/>
              <a:gd name="connsiteY83" fmla="*/ 558863 h 797705"/>
              <a:gd name="connsiteX84" fmla="*/ 568172 w 829568"/>
              <a:gd name="connsiteY84" fmla="*/ 563399 h 797705"/>
              <a:gd name="connsiteX85" fmla="*/ 568172 w 829568"/>
              <a:gd name="connsiteY85" fmla="*/ 565667 h 797705"/>
              <a:gd name="connsiteX86" fmla="*/ 568172 w 829568"/>
              <a:gd name="connsiteY86" fmla="*/ 570203 h 797705"/>
              <a:gd name="connsiteX87" fmla="*/ 565899 w 829568"/>
              <a:gd name="connsiteY87" fmla="*/ 572471 h 797705"/>
              <a:gd name="connsiteX88" fmla="*/ 565899 w 829568"/>
              <a:gd name="connsiteY88" fmla="*/ 574739 h 797705"/>
              <a:gd name="connsiteX89" fmla="*/ 581810 w 829568"/>
              <a:gd name="connsiteY89" fmla="*/ 581543 h 797705"/>
              <a:gd name="connsiteX90" fmla="*/ 586356 w 829568"/>
              <a:gd name="connsiteY90" fmla="*/ 586079 h 797705"/>
              <a:gd name="connsiteX91" fmla="*/ 590902 w 829568"/>
              <a:gd name="connsiteY91" fmla="*/ 579275 h 797705"/>
              <a:gd name="connsiteX92" fmla="*/ 597721 w 829568"/>
              <a:gd name="connsiteY92" fmla="*/ 583811 h 797705"/>
              <a:gd name="connsiteX93" fmla="*/ 599994 w 829568"/>
              <a:gd name="connsiteY93" fmla="*/ 579275 h 797705"/>
              <a:gd name="connsiteX94" fmla="*/ 606813 w 829568"/>
              <a:gd name="connsiteY94" fmla="*/ 588347 h 797705"/>
              <a:gd name="connsiteX95" fmla="*/ 606813 w 829568"/>
              <a:gd name="connsiteY95" fmla="*/ 590616 h 797705"/>
              <a:gd name="connsiteX96" fmla="*/ 602267 w 829568"/>
              <a:gd name="connsiteY96" fmla="*/ 601956 h 797705"/>
              <a:gd name="connsiteX97" fmla="*/ 604540 w 829568"/>
              <a:gd name="connsiteY97" fmla="*/ 606492 h 797705"/>
              <a:gd name="connsiteX98" fmla="*/ 609086 w 829568"/>
              <a:gd name="connsiteY98" fmla="*/ 611028 h 797705"/>
              <a:gd name="connsiteX99" fmla="*/ 606813 w 829568"/>
              <a:gd name="connsiteY99" fmla="*/ 613296 h 797705"/>
              <a:gd name="connsiteX100" fmla="*/ 588629 w 829568"/>
              <a:gd name="connsiteY100" fmla="*/ 613296 h 797705"/>
              <a:gd name="connsiteX101" fmla="*/ 572718 w 829568"/>
              <a:gd name="connsiteY101" fmla="*/ 597420 h 797705"/>
              <a:gd name="connsiteX102" fmla="*/ 568172 w 829568"/>
              <a:gd name="connsiteY102" fmla="*/ 606492 h 797705"/>
              <a:gd name="connsiteX103" fmla="*/ 561353 w 829568"/>
              <a:gd name="connsiteY103" fmla="*/ 597420 h 797705"/>
              <a:gd name="connsiteX104" fmla="*/ 556807 w 829568"/>
              <a:gd name="connsiteY104" fmla="*/ 592884 h 797705"/>
              <a:gd name="connsiteX105" fmla="*/ 540896 w 829568"/>
              <a:gd name="connsiteY105" fmla="*/ 570203 h 797705"/>
              <a:gd name="connsiteX106" fmla="*/ 529530 w 829568"/>
              <a:gd name="connsiteY106" fmla="*/ 565667 h 797705"/>
              <a:gd name="connsiteX107" fmla="*/ 518165 w 829568"/>
              <a:gd name="connsiteY107" fmla="*/ 572471 h 797705"/>
              <a:gd name="connsiteX108" fmla="*/ 509073 w 829568"/>
              <a:gd name="connsiteY108" fmla="*/ 577007 h 797705"/>
              <a:gd name="connsiteX109" fmla="*/ 505946 w 829568"/>
              <a:gd name="connsiteY109" fmla="*/ 579415 h 797705"/>
              <a:gd name="connsiteX110" fmla="*/ 505946 w 829568"/>
              <a:gd name="connsiteY110" fmla="*/ 581688 h 797705"/>
              <a:gd name="connsiteX111" fmla="*/ 496839 w 829568"/>
              <a:gd name="connsiteY111" fmla="*/ 590779 h 797705"/>
              <a:gd name="connsiteX112" fmla="*/ 496839 w 829568"/>
              <a:gd name="connsiteY112" fmla="*/ 595324 h 797705"/>
              <a:gd name="connsiteX113" fmla="*/ 501392 w 829568"/>
              <a:gd name="connsiteY113" fmla="*/ 599870 h 797705"/>
              <a:gd name="connsiteX114" fmla="*/ 510500 w 829568"/>
              <a:gd name="connsiteY114" fmla="*/ 608960 h 797705"/>
              <a:gd name="connsiteX115" fmla="*/ 508223 w 829568"/>
              <a:gd name="connsiteY115" fmla="*/ 613506 h 797705"/>
              <a:gd name="connsiteX116" fmla="*/ 508223 w 829568"/>
              <a:gd name="connsiteY116" fmla="*/ 618051 h 797705"/>
              <a:gd name="connsiteX117" fmla="*/ 490008 w 829568"/>
              <a:gd name="connsiteY117" fmla="*/ 640778 h 797705"/>
              <a:gd name="connsiteX118" fmla="*/ 464962 w 829568"/>
              <a:gd name="connsiteY118" fmla="*/ 631687 h 797705"/>
              <a:gd name="connsiteX119" fmla="*/ 451300 w 829568"/>
              <a:gd name="connsiteY119" fmla="*/ 624869 h 797705"/>
              <a:gd name="connsiteX120" fmla="*/ 423977 w 829568"/>
              <a:gd name="connsiteY120" fmla="*/ 638506 h 797705"/>
              <a:gd name="connsiteX121" fmla="*/ 414870 w 829568"/>
              <a:gd name="connsiteY121" fmla="*/ 643051 h 797705"/>
              <a:gd name="connsiteX122" fmla="*/ 398931 w 829568"/>
              <a:gd name="connsiteY122" fmla="*/ 645324 h 797705"/>
              <a:gd name="connsiteX123" fmla="*/ 394378 w 829568"/>
              <a:gd name="connsiteY123" fmla="*/ 652142 h 797705"/>
              <a:gd name="connsiteX124" fmla="*/ 373885 w 829568"/>
              <a:gd name="connsiteY124" fmla="*/ 654415 h 797705"/>
              <a:gd name="connsiteX125" fmla="*/ 353393 w 829568"/>
              <a:gd name="connsiteY125" fmla="*/ 661233 h 797705"/>
              <a:gd name="connsiteX126" fmla="*/ 344285 w 829568"/>
              <a:gd name="connsiteY126" fmla="*/ 683960 h 797705"/>
              <a:gd name="connsiteX127" fmla="*/ 346559 w 829568"/>
              <a:gd name="connsiteY127" fmla="*/ 695305 h 797705"/>
              <a:gd name="connsiteX128" fmla="*/ 346890 w 829568"/>
              <a:gd name="connsiteY128" fmla="*/ 695371 h 797705"/>
              <a:gd name="connsiteX129" fmla="*/ 349169 w 829568"/>
              <a:gd name="connsiteY129" fmla="*/ 697639 h 797705"/>
              <a:gd name="connsiteX130" fmla="*/ 349169 w 829568"/>
              <a:gd name="connsiteY130" fmla="*/ 708981 h 797705"/>
              <a:gd name="connsiteX131" fmla="*/ 349169 w 829568"/>
              <a:gd name="connsiteY131" fmla="*/ 713518 h 797705"/>
              <a:gd name="connsiteX132" fmla="*/ 346890 w 829568"/>
              <a:gd name="connsiteY132" fmla="*/ 724861 h 797705"/>
              <a:gd name="connsiteX133" fmla="*/ 340053 w 829568"/>
              <a:gd name="connsiteY133" fmla="*/ 722592 h 797705"/>
              <a:gd name="connsiteX134" fmla="*/ 317264 w 829568"/>
              <a:gd name="connsiteY134" fmla="*/ 720324 h 797705"/>
              <a:gd name="connsiteX135" fmla="*/ 312706 w 829568"/>
              <a:gd name="connsiteY135" fmla="*/ 718055 h 797705"/>
              <a:gd name="connsiteX136" fmla="*/ 303590 w 829568"/>
              <a:gd name="connsiteY136" fmla="*/ 724861 h 797705"/>
              <a:gd name="connsiteX137" fmla="*/ 294474 w 829568"/>
              <a:gd name="connsiteY137" fmla="*/ 731666 h 797705"/>
              <a:gd name="connsiteX138" fmla="*/ 289916 w 829568"/>
              <a:gd name="connsiteY138" fmla="*/ 738471 h 797705"/>
              <a:gd name="connsiteX139" fmla="*/ 289916 w 829568"/>
              <a:gd name="connsiteY139" fmla="*/ 752082 h 797705"/>
              <a:gd name="connsiteX140" fmla="*/ 280800 w 829568"/>
              <a:gd name="connsiteY140" fmla="*/ 740740 h 797705"/>
              <a:gd name="connsiteX141" fmla="*/ 278521 w 829568"/>
              <a:gd name="connsiteY141" fmla="*/ 738471 h 797705"/>
              <a:gd name="connsiteX142" fmla="*/ 278521 w 829568"/>
              <a:gd name="connsiteY142" fmla="*/ 743008 h 797705"/>
              <a:gd name="connsiteX143" fmla="*/ 276242 w 829568"/>
              <a:gd name="connsiteY143" fmla="*/ 749814 h 797705"/>
              <a:gd name="connsiteX144" fmla="*/ 269405 w 829568"/>
              <a:gd name="connsiteY144" fmla="*/ 761156 h 797705"/>
              <a:gd name="connsiteX145" fmla="*/ 232942 w 829568"/>
              <a:gd name="connsiteY145" fmla="*/ 749814 h 797705"/>
              <a:gd name="connsiteX146" fmla="*/ 230663 w 829568"/>
              <a:gd name="connsiteY146" fmla="*/ 754351 h 797705"/>
              <a:gd name="connsiteX147" fmla="*/ 203316 w 829568"/>
              <a:gd name="connsiteY147" fmla="*/ 754351 h 797705"/>
              <a:gd name="connsiteX148" fmla="*/ 180526 w 829568"/>
              <a:gd name="connsiteY148" fmla="*/ 761156 h 797705"/>
              <a:gd name="connsiteX149" fmla="*/ 169131 w 829568"/>
              <a:gd name="connsiteY149" fmla="*/ 767961 h 797705"/>
              <a:gd name="connsiteX150" fmla="*/ 157736 w 829568"/>
              <a:gd name="connsiteY150" fmla="*/ 783841 h 797705"/>
              <a:gd name="connsiteX151" fmla="*/ 137226 w 829568"/>
              <a:gd name="connsiteY151" fmla="*/ 797451 h 797705"/>
              <a:gd name="connsiteX152" fmla="*/ 128110 w 829568"/>
              <a:gd name="connsiteY152" fmla="*/ 786109 h 797705"/>
              <a:gd name="connsiteX153" fmla="*/ 121273 w 829568"/>
              <a:gd name="connsiteY153" fmla="*/ 792914 h 797705"/>
              <a:gd name="connsiteX154" fmla="*/ 93925 w 829568"/>
              <a:gd name="connsiteY154" fmla="*/ 790646 h 797705"/>
              <a:gd name="connsiteX155" fmla="*/ 68857 w 829568"/>
              <a:gd name="connsiteY155" fmla="*/ 790646 h 797705"/>
              <a:gd name="connsiteX156" fmla="*/ 57462 w 829568"/>
              <a:gd name="connsiteY156" fmla="*/ 792914 h 797705"/>
              <a:gd name="connsiteX157" fmla="*/ 46067 w 829568"/>
              <a:gd name="connsiteY157" fmla="*/ 788377 h 797705"/>
              <a:gd name="connsiteX158" fmla="*/ 25556 w 829568"/>
              <a:gd name="connsiteY158" fmla="*/ 786109 h 797705"/>
              <a:gd name="connsiteX159" fmla="*/ 25556 w 829568"/>
              <a:gd name="connsiteY159" fmla="*/ 783841 h 797705"/>
              <a:gd name="connsiteX160" fmla="*/ 27835 w 829568"/>
              <a:gd name="connsiteY160" fmla="*/ 777035 h 797705"/>
              <a:gd name="connsiteX161" fmla="*/ 25556 w 829568"/>
              <a:gd name="connsiteY161" fmla="*/ 774767 h 797705"/>
              <a:gd name="connsiteX162" fmla="*/ 43788 w 829568"/>
              <a:gd name="connsiteY162" fmla="*/ 770230 h 797705"/>
              <a:gd name="connsiteX163" fmla="*/ 48346 w 829568"/>
              <a:gd name="connsiteY163" fmla="*/ 699908 h 797705"/>
              <a:gd name="connsiteX164" fmla="*/ 5046 w 829568"/>
              <a:gd name="connsiteY164" fmla="*/ 670418 h 797705"/>
              <a:gd name="connsiteX165" fmla="*/ 30114 w 829568"/>
              <a:gd name="connsiteY165" fmla="*/ 615975 h 797705"/>
              <a:gd name="connsiteX166" fmla="*/ 41509 w 829568"/>
              <a:gd name="connsiteY166" fmla="*/ 600095 h 797705"/>
              <a:gd name="connsiteX167" fmla="*/ 34672 w 829568"/>
              <a:gd name="connsiteY167" fmla="*/ 581948 h 797705"/>
              <a:gd name="connsiteX168" fmla="*/ 41509 w 829568"/>
              <a:gd name="connsiteY168" fmla="*/ 554726 h 797705"/>
              <a:gd name="connsiteX169" fmla="*/ 16441 w 829568"/>
              <a:gd name="connsiteY169" fmla="*/ 543384 h 797705"/>
              <a:gd name="connsiteX170" fmla="*/ 34672 w 829568"/>
              <a:gd name="connsiteY170" fmla="*/ 541115 h 797705"/>
              <a:gd name="connsiteX171" fmla="*/ 41498 w 829568"/>
              <a:gd name="connsiteY171" fmla="*/ 541115 h 797705"/>
              <a:gd name="connsiteX172" fmla="*/ 39341 w 829568"/>
              <a:gd name="connsiteY172" fmla="*/ 528176 h 797705"/>
              <a:gd name="connsiteX173" fmla="*/ 86966 w 829568"/>
              <a:gd name="connsiteY173" fmla="*/ 494839 h 797705"/>
              <a:gd name="connsiteX174" fmla="*/ 65409 w 829568"/>
              <a:gd name="connsiteY174" fmla="*/ 464300 h 797705"/>
              <a:gd name="connsiteX175" fmla="*/ 62429 w 829568"/>
              <a:gd name="connsiteY175" fmla="*/ 465726 h 797705"/>
              <a:gd name="connsiteX176" fmla="*/ 62429 w 829568"/>
              <a:gd name="connsiteY176" fmla="*/ 467991 h 797705"/>
              <a:gd name="connsiteX177" fmla="*/ 57874 w 829568"/>
              <a:gd name="connsiteY177" fmla="*/ 470256 h 797705"/>
              <a:gd name="connsiteX178" fmla="*/ 48763 w 829568"/>
              <a:gd name="connsiteY178" fmla="*/ 472522 h 797705"/>
              <a:gd name="connsiteX179" fmla="*/ 35096 w 829568"/>
              <a:gd name="connsiteY179" fmla="*/ 467991 h 797705"/>
              <a:gd name="connsiteX180" fmla="*/ 32818 w 829568"/>
              <a:gd name="connsiteY180" fmla="*/ 449871 h 797705"/>
              <a:gd name="connsiteX181" fmla="*/ 55596 w 829568"/>
              <a:gd name="connsiteY181" fmla="*/ 418160 h 797705"/>
              <a:gd name="connsiteX182" fmla="*/ 55596 w 829568"/>
              <a:gd name="connsiteY182" fmla="*/ 404569 h 797705"/>
              <a:gd name="connsiteX183" fmla="*/ 48763 w 829568"/>
              <a:gd name="connsiteY183" fmla="*/ 372858 h 797705"/>
              <a:gd name="connsiteX184" fmla="*/ 41929 w 829568"/>
              <a:gd name="connsiteY184" fmla="*/ 354737 h 797705"/>
              <a:gd name="connsiteX185" fmla="*/ 41929 w 829568"/>
              <a:gd name="connsiteY185" fmla="*/ 320761 h 797705"/>
              <a:gd name="connsiteX186" fmla="*/ 41929 w 829568"/>
              <a:gd name="connsiteY186" fmla="*/ 300375 h 797705"/>
              <a:gd name="connsiteX187" fmla="*/ 44207 w 829568"/>
              <a:gd name="connsiteY187" fmla="*/ 302640 h 797705"/>
              <a:gd name="connsiteX188" fmla="*/ 57934 w 829568"/>
              <a:gd name="connsiteY188" fmla="*/ 312196 h 797705"/>
              <a:gd name="connsiteX189" fmla="*/ 58242 w 829568"/>
              <a:gd name="connsiteY189" fmla="*/ 311394 h 797705"/>
              <a:gd name="connsiteX190" fmla="*/ 56256 w 829568"/>
              <a:gd name="connsiteY190" fmla="*/ 310012 h 797705"/>
              <a:gd name="connsiteX191" fmla="*/ 44300 w 829568"/>
              <a:gd name="connsiteY191" fmla="*/ 302367 h 797705"/>
              <a:gd name="connsiteX192" fmla="*/ 42022 w 829568"/>
              <a:gd name="connsiteY192" fmla="*/ 300102 h 797705"/>
              <a:gd name="connsiteX193" fmla="*/ 44300 w 829568"/>
              <a:gd name="connsiteY193" fmla="*/ 291042 h 797705"/>
              <a:gd name="connsiteX194" fmla="*/ 78462 w 829568"/>
              <a:gd name="connsiteY194" fmla="*/ 259331 h 797705"/>
              <a:gd name="connsiteX195" fmla="*/ 92126 w 829568"/>
              <a:gd name="connsiteY195" fmla="*/ 232149 h 797705"/>
              <a:gd name="connsiteX196" fmla="*/ 114901 w 829568"/>
              <a:gd name="connsiteY196" fmla="*/ 211764 h 797705"/>
              <a:gd name="connsiteX197" fmla="*/ 108638 w 829568"/>
              <a:gd name="connsiteY197" fmla="*/ 204968 h 797705"/>
              <a:gd name="connsiteX198" fmla="*/ 92261 w 829568"/>
              <a:gd name="connsiteY198" fmla="*/ 198228 h 797705"/>
              <a:gd name="connsiteX199" fmla="*/ 91806 w 829568"/>
              <a:gd name="connsiteY199" fmla="*/ 198355 h 797705"/>
              <a:gd name="connsiteX200" fmla="*/ 84968 w 829568"/>
              <a:gd name="connsiteY200" fmla="*/ 193807 h 797705"/>
              <a:gd name="connsiteX201" fmla="*/ 94086 w 829568"/>
              <a:gd name="connsiteY201" fmla="*/ 155145 h 797705"/>
              <a:gd name="connsiteX202" fmla="*/ 135114 w 829568"/>
              <a:gd name="connsiteY202" fmla="*/ 127854 h 797705"/>
              <a:gd name="connsiteX203" fmla="*/ 160186 w 829568"/>
              <a:gd name="connsiteY203" fmla="*/ 134677 h 797705"/>
              <a:gd name="connsiteX204" fmla="*/ 160186 w 829568"/>
              <a:gd name="connsiteY204" fmla="*/ 109660 h 797705"/>
              <a:gd name="connsiteX205" fmla="*/ 187538 w 829568"/>
              <a:gd name="connsiteY205" fmla="*/ 82369 h 797705"/>
              <a:gd name="connsiteX206" fmla="*/ 187538 w 829568"/>
              <a:gd name="connsiteY206" fmla="*/ 48256 h 797705"/>
              <a:gd name="connsiteX207" fmla="*/ 190103 w 829568"/>
              <a:gd name="connsiteY207" fmla="*/ 284 h 797705"/>
              <a:gd name="connsiteX0" fmla="*/ 563632 w 829568"/>
              <a:gd name="connsiteY0" fmla="*/ 245962 h 797705"/>
              <a:gd name="connsiteX1" fmla="*/ 563631 w 829568"/>
              <a:gd name="connsiteY1" fmla="*/ 245950 h 797705"/>
              <a:gd name="connsiteX2" fmla="*/ 563632 w 829568"/>
              <a:gd name="connsiteY2" fmla="*/ 245962 h 797705"/>
              <a:gd name="connsiteX3" fmla="*/ 190103 w 829568"/>
              <a:gd name="connsiteY3" fmla="*/ 284 h 797705"/>
              <a:gd name="connsiteX4" fmla="*/ 208052 w 829568"/>
              <a:gd name="connsiteY4" fmla="*/ 7319 h 797705"/>
              <a:gd name="connsiteX5" fmla="*/ 244522 w 829568"/>
              <a:gd name="connsiteY5" fmla="*/ 16416 h 797705"/>
              <a:gd name="connsiteX6" fmla="*/ 269594 w 829568"/>
              <a:gd name="connsiteY6" fmla="*/ 36884 h 797705"/>
              <a:gd name="connsiteX7" fmla="*/ 303784 w 829568"/>
              <a:gd name="connsiteY7" fmla="*/ 59627 h 797705"/>
              <a:gd name="connsiteX8" fmla="*/ 317460 w 829568"/>
              <a:gd name="connsiteY8" fmla="*/ 89192 h 797705"/>
              <a:gd name="connsiteX9" fmla="*/ 353930 w 829568"/>
              <a:gd name="connsiteY9" fmla="*/ 73272 h 797705"/>
              <a:gd name="connsiteX10" fmla="*/ 399516 w 829568"/>
              <a:gd name="connsiteY10" fmla="*/ 82369 h 797705"/>
              <a:gd name="connsiteX11" fmla="*/ 417751 w 829568"/>
              <a:gd name="connsiteY11" fmla="*/ 77821 h 797705"/>
              <a:gd name="connsiteX12" fmla="*/ 438265 w 829568"/>
              <a:gd name="connsiteY12" fmla="*/ 64175 h 797705"/>
              <a:gd name="connsiteX13" fmla="*/ 472455 w 829568"/>
              <a:gd name="connsiteY13" fmla="*/ 73272 h 797705"/>
              <a:gd name="connsiteX14" fmla="*/ 486131 w 829568"/>
              <a:gd name="connsiteY14" fmla="*/ 82369 h 797705"/>
              <a:gd name="connsiteX15" fmla="*/ 490690 w 829568"/>
              <a:gd name="connsiteY15" fmla="*/ 132402 h 797705"/>
              <a:gd name="connsiteX16" fmla="*/ 495248 w 829568"/>
              <a:gd name="connsiteY16" fmla="*/ 196081 h 797705"/>
              <a:gd name="connsiteX17" fmla="*/ 495248 w 829568"/>
              <a:gd name="connsiteY17" fmla="*/ 214275 h 797705"/>
              <a:gd name="connsiteX18" fmla="*/ 495067 w 829568"/>
              <a:gd name="connsiteY18" fmla="*/ 214233 h 797705"/>
              <a:gd name="connsiteX19" fmla="*/ 497146 w 829568"/>
              <a:gd name="connsiteY19" fmla="*/ 220449 h 797705"/>
              <a:gd name="connsiteX20" fmla="*/ 508530 w 829568"/>
              <a:gd name="connsiteY20" fmla="*/ 224986 h 797705"/>
              <a:gd name="connsiteX21" fmla="*/ 524467 w 829568"/>
              <a:gd name="connsiteY21" fmla="*/ 238598 h 797705"/>
              <a:gd name="connsiteX22" fmla="*/ 556340 w 829568"/>
              <a:gd name="connsiteY22" fmla="*/ 234060 h 797705"/>
              <a:gd name="connsiteX23" fmla="*/ 570440 w 829568"/>
              <a:gd name="connsiteY23" fmla="*/ 254988 h 797705"/>
              <a:gd name="connsiteX24" fmla="*/ 570445 w 829568"/>
              <a:gd name="connsiteY24" fmla="*/ 254942 h 797705"/>
              <a:gd name="connsiteX25" fmla="*/ 574113 w 829568"/>
              <a:gd name="connsiteY25" fmla="*/ 256872 h 797705"/>
              <a:gd name="connsiteX26" fmla="*/ 574458 w 829568"/>
              <a:gd name="connsiteY26" fmla="*/ 256788 h 797705"/>
              <a:gd name="connsiteX27" fmla="*/ 583230 w 829568"/>
              <a:gd name="connsiteY27" fmla="*/ 254659 h 797705"/>
              <a:gd name="connsiteX28" fmla="*/ 595448 w 829568"/>
              <a:gd name="connsiteY28" fmla="*/ 250406 h 797705"/>
              <a:gd name="connsiteX29" fmla="*/ 624997 w 829568"/>
              <a:gd name="connsiteY29" fmla="*/ 282159 h 797705"/>
              <a:gd name="connsiteX30" fmla="*/ 637214 w 829568"/>
              <a:gd name="connsiteY30" fmla="*/ 311928 h 797705"/>
              <a:gd name="connsiteX31" fmla="*/ 636731 w 829568"/>
              <a:gd name="connsiteY31" fmla="*/ 319061 h 797705"/>
              <a:gd name="connsiteX32" fmla="*/ 636185 w 829568"/>
              <a:gd name="connsiteY32" fmla="*/ 327131 h 797705"/>
              <a:gd name="connsiteX33" fmla="*/ 640908 w 829568"/>
              <a:gd name="connsiteY33" fmla="*/ 343397 h 797705"/>
              <a:gd name="connsiteX34" fmla="*/ 656819 w 829568"/>
              <a:gd name="connsiteY34" fmla="*/ 329788 h 797705"/>
              <a:gd name="connsiteX35" fmla="*/ 672730 w 829568"/>
              <a:gd name="connsiteY35" fmla="*/ 347933 h 797705"/>
              <a:gd name="connsiteX36" fmla="*/ 679549 w 829568"/>
              <a:gd name="connsiteY36" fmla="*/ 366077 h 797705"/>
              <a:gd name="connsiteX37" fmla="*/ 686368 w 829568"/>
              <a:gd name="connsiteY37" fmla="*/ 418243 h 797705"/>
              <a:gd name="connsiteX38" fmla="*/ 736375 w 829568"/>
              <a:gd name="connsiteY38" fmla="*/ 413707 h 797705"/>
              <a:gd name="connsiteX39" fmla="*/ 756832 w 829568"/>
              <a:gd name="connsiteY39" fmla="*/ 420511 h 797705"/>
              <a:gd name="connsiteX40" fmla="*/ 765924 w 829568"/>
              <a:gd name="connsiteY40" fmla="*/ 406903 h 797705"/>
              <a:gd name="connsiteX41" fmla="*/ 829568 w 829568"/>
              <a:gd name="connsiteY41" fmla="*/ 397830 h 797705"/>
              <a:gd name="connsiteX42" fmla="*/ 829568 w 829568"/>
              <a:gd name="connsiteY42" fmla="*/ 413707 h 797705"/>
              <a:gd name="connsiteX43" fmla="*/ 827295 w 829568"/>
              <a:gd name="connsiteY43" fmla="*/ 422779 h 797705"/>
              <a:gd name="connsiteX44" fmla="*/ 822749 w 829568"/>
              <a:gd name="connsiteY44" fmla="*/ 427315 h 797705"/>
              <a:gd name="connsiteX45" fmla="*/ 815930 w 829568"/>
              <a:gd name="connsiteY45" fmla="*/ 427315 h 797705"/>
              <a:gd name="connsiteX46" fmla="*/ 809111 w 829568"/>
              <a:gd name="connsiteY46" fmla="*/ 443192 h 797705"/>
              <a:gd name="connsiteX47" fmla="*/ 802292 w 829568"/>
              <a:gd name="connsiteY47" fmla="*/ 452264 h 797705"/>
              <a:gd name="connsiteX48" fmla="*/ 800019 w 829568"/>
              <a:gd name="connsiteY48" fmla="*/ 459068 h 797705"/>
              <a:gd name="connsiteX49" fmla="*/ 800019 w 829568"/>
              <a:gd name="connsiteY49" fmla="*/ 470408 h 797705"/>
              <a:gd name="connsiteX50" fmla="*/ 800019 w 829568"/>
              <a:gd name="connsiteY50" fmla="*/ 481749 h 797705"/>
              <a:gd name="connsiteX51" fmla="*/ 784108 w 829568"/>
              <a:gd name="connsiteY51" fmla="*/ 477212 h 797705"/>
              <a:gd name="connsiteX52" fmla="*/ 777289 w 829568"/>
              <a:gd name="connsiteY52" fmla="*/ 477212 h 797705"/>
              <a:gd name="connsiteX53" fmla="*/ 770470 w 829568"/>
              <a:gd name="connsiteY53" fmla="*/ 481749 h 797705"/>
              <a:gd name="connsiteX54" fmla="*/ 768197 w 829568"/>
              <a:gd name="connsiteY54" fmla="*/ 488553 h 797705"/>
              <a:gd name="connsiteX55" fmla="*/ 750013 w 829568"/>
              <a:gd name="connsiteY55" fmla="*/ 497625 h 797705"/>
              <a:gd name="connsiteX56" fmla="*/ 745467 w 829568"/>
              <a:gd name="connsiteY56" fmla="*/ 490821 h 797705"/>
              <a:gd name="connsiteX57" fmla="*/ 740921 w 829568"/>
              <a:gd name="connsiteY57" fmla="*/ 493089 h 797705"/>
              <a:gd name="connsiteX58" fmla="*/ 738648 w 829568"/>
              <a:gd name="connsiteY58" fmla="*/ 499893 h 797705"/>
              <a:gd name="connsiteX59" fmla="*/ 738648 w 829568"/>
              <a:gd name="connsiteY59" fmla="*/ 502161 h 797705"/>
              <a:gd name="connsiteX60" fmla="*/ 725010 w 829568"/>
              <a:gd name="connsiteY60" fmla="*/ 504429 h 797705"/>
              <a:gd name="connsiteX61" fmla="*/ 715918 w 829568"/>
              <a:gd name="connsiteY61" fmla="*/ 508965 h 797705"/>
              <a:gd name="connsiteX62" fmla="*/ 715918 w 829568"/>
              <a:gd name="connsiteY62" fmla="*/ 520306 h 797705"/>
              <a:gd name="connsiteX63" fmla="*/ 713645 w 829568"/>
              <a:gd name="connsiteY63" fmla="*/ 522574 h 797705"/>
              <a:gd name="connsiteX64" fmla="*/ 693188 w 829568"/>
              <a:gd name="connsiteY64" fmla="*/ 527110 h 797705"/>
              <a:gd name="connsiteX65" fmla="*/ 677276 w 829568"/>
              <a:gd name="connsiteY65" fmla="*/ 531646 h 797705"/>
              <a:gd name="connsiteX66" fmla="*/ 668184 w 829568"/>
              <a:gd name="connsiteY66" fmla="*/ 527110 h 797705"/>
              <a:gd name="connsiteX67" fmla="*/ 665911 w 829568"/>
              <a:gd name="connsiteY67" fmla="*/ 529378 h 797705"/>
              <a:gd name="connsiteX68" fmla="*/ 665911 w 829568"/>
              <a:gd name="connsiteY68" fmla="*/ 538450 h 797705"/>
              <a:gd name="connsiteX69" fmla="*/ 659092 w 829568"/>
              <a:gd name="connsiteY69" fmla="*/ 540718 h 797705"/>
              <a:gd name="connsiteX70" fmla="*/ 659092 w 829568"/>
              <a:gd name="connsiteY70" fmla="*/ 545254 h 797705"/>
              <a:gd name="connsiteX71" fmla="*/ 659092 w 829568"/>
              <a:gd name="connsiteY71" fmla="*/ 556595 h 797705"/>
              <a:gd name="connsiteX72" fmla="*/ 656819 w 829568"/>
              <a:gd name="connsiteY72" fmla="*/ 561131 h 797705"/>
              <a:gd name="connsiteX73" fmla="*/ 652273 w 829568"/>
              <a:gd name="connsiteY73" fmla="*/ 561131 h 797705"/>
              <a:gd name="connsiteX74" fmla="*/ 650000 w 829568"/>
              <a:gd name="connsiteY74" fmla="*/ 561131 h 797705"/>
              <a:gd name="connsiteX75" fmla="*/ 618178 w 829568"/>
              <a:gd name="connsiteY75" fmla="*/ 552058 h 797705"/>
              <a:gd name="connsiteX76" fmla="*/ 618178 w 829568"/>
              <a:gd name="connsiteY76" fmla="*/ 549790 h 797705"/>
              <a:gd name="connsiteX77" fmla="*/ 609086 w 829568"/>
              <a:gd name="connsiteY77" fmla="*/ 542986 h 797705"/>
              <a:gd name="connsiteX78" fmla="*/ 599994 w 829568"/>
              <a:gd name="connsiteY78" fmla="*/ 547522 h 797705"/>
              <a:gd name="connsiteX79" fmla="*/ 590902 w 829568"/>
              <a:gd name="connsiteY79" fmla="*/ 554327 h 797705"/>
              <a:gd name="connsiteX80" fmla="*/ 579537 w 829568"/>
              <a:gd name="connsiteY80" fmla="*/ 563399 h 797705"/>
              <a:gd name="connsiteX81" fmla="*/ 574991 w 829568"/>
              <a:gd name="connsiteY81" fmla="*/ 556595 h 797705"/>
              <a:gd name="connsiteX82" fmla="*/ 570445 w 829568"/>
              <a:gd name="connsiteY82" fmla="*/ 558863 h 797705"/>
              <a:gd name="connsiteX83" fmla="*/ 568172 w 829568"/>
              <a:gd name="connsiteY83" fmla="*/ 563399 h 797705"/>
              <a:gd name="connsiteX84" fmla="*/ 568172 w 829568"/>
              <a:gd name="connsiteY84" fmla="*/ 565667 h 797705"/>
              <a:gd name="connsiteX85" fmla="*/ 568172 w 829568"/>
              <a:gd name="connsiteY85" fmla="*/ 570203 h 797705"/>
              <a:gd name="connsiteX86" fmla="*/ 565899 w 829568"/>
              <a:gd name="connsiteY86" fmla="*/ 572471 h 797705"/>
              <a:gd name="connsiteX87" fmla="*/ 565899 w 829568"/>
              <a:gd name="connsiteY87" fmla="*/ 574739 h 797705"/>
              <a:gd name="connsiteX88" fmla="*/ 581810 w 829568"/>
              <a:gd name="connsiteY88" fmla="*/ 581543 h 797705"/>
              <a:gd name="connsiteX89" fmla="*/ 586356 w 829568"/>
              <a:gd name="connsiteY89" fmla="*/ 586079 h 797705"/>
              <a:gd name="connsiteX90" fmla="*/ 590902 w 829568"/>
              <a:gd name="connsiteY90" fmla="*/ 579275 h 797705"/>
              <a:gd name="connsiteX91" fmla="*/ 597721 w 829568"/>
              <a:gd name="connsiteY91" fmla="*/ 583811 h 797705"/>
              <a:gd name="connsiteX92" fmla="*/ 599994 w 829568"/>
              <a:gd name="connsiteY92" fmla="*/ 579275 h 797705"/>
              <a:gd name="connsiteX93" fmla="*/ 606813 w 829568"/>
              <a:gd name="connsiteY93" fmla="*/ 588347 h 797705"/>
              <a:gd name="connsiteX94" fmla="*/ 606813 w 829568"/>
              <a:gd name="connsiteY94" fmla="*/ 590616 h 797705"/>
              <a:gd name="connsiteX95" fmla="*/ 602267 w 829568"/>
              <a:gd name="connsiteY95" fmla="*/ 601956 h 797705"/>
              <a:gd name="connsiteX96" fmla="*/ 604540 w 829568"/>
              <a:gd name="connsiteY96" fmla="*/ 606492 h 797705"/>
              <a:gd name="connsiteX97" fmla="*/ 609086 w 829568"/>
              <a:gd name="connsiteY97" fmla="*/ 611028 h 797705"/>
              <a:gd name="connsiteX98" fmla="*/ 606813 w 829568"/>
              <a:gd name="connsiteY98" fmla="*/ 613296 h 797705"/>
              <a:gd name="connsiteX99" fmla="*/ 588629 w 829568"/>
              <a:gd name="connsiteY99" fmla="*/ 613296 h 797705"/>
              <a:gd name="connsiteX100" fmla="*/ 572718 w 829568"/>
              <a:gd name="connsiteY100" fmla="*/ 597420 h 797705"/>
              <a:gd name="connsiteX101" fmla="*/ 568172 w 829568"/>
              <a:gd name="connsiteY101" fmla="*/ 606492 h 797705"/>
              <a:gd name="connsiteX102" fmla="*/ 561353 w 829568"/>
              <a:gd name="connsiteY102" fmla="*/ 597420 h 797705"/>
              <a:gd name="connsiteX103" fmla="*/ 556807 w 829568"/>
              <a:gd name="connsiteY103" fmla="*/ 592884 h 797705"/>
              <a:gd name="connsiteX104" fmla="*/ 540896 w 829568"/>
              <a:gd name="connsiteY104" fmla="*/ 570203 h 797705"/>
              <a:gd name="connsiteX105" fmla="*/ 529530 w 829568"/>
              <a:gd name="connsiteY105" fmla="*/ 565667 h 797705"/>
              <a:gd name="connsiteX106" fmla="*/ 518165 w 829568"/>
              <a:gd name="connsiteY106" fmla="*/ 572471 h 797705"/>
              <a:gd name="connsiteX107" fmla="*/ 509073 w 829568"/>
              <a:gd name="connsiteY107" fmla="*/ 577007 h 797705"/>
              <a:gd name="connsiteX108" fmla="*/ 505946 w 829568"/>
              <a:gd name="connsiteY108" fmla="*/ 579415 h 797705"/>
              <a:gd name="connsiteX109" fmla="*/ 505946 w 829568"/>
              <a:gd name="connsiteY109" fmla="*/ 581688 h 797705"/>
              <a:gd name="connsiteX110" fmla="*/ 496839 w 829568"/>
              <a:gd name="connsiteY110" fmla="*/ 590779 h 797705"/>
              <a:gd name="connsiteX111" fmla="*/ 496839 w 829568"/>
              <a:gd name="connsiteY111" fmla="*/ 595324 h 797705"/>
              <a:gd name="connsiteX112" fmla="*/ 501392 w 829568"/>
              <a:gd name="connsiteY112" fmla="*/ 599870 h 797705"/>
              <a:gd name="connsiteX113" fmla="*/ 510500 w 829568"/>
              <a:gd name="connsiteY113" fmla="*/ 608960 h 797705"/>
              <a:gd name="connsiteX114" fmla="*/ 508223 w 829568"/>
              <a:gd name="connsiteY114" fmla="*/ 613506 h 797705"/>
              <a:gd name="connsiteX115" fmla="*/ 508223 w 829568"/>
              <a:gd name="connsiteY115" fmla="*/ 618051 h 797705"/>
              <a:gd name="connsiteX116" fmla="*/ 490008 w 829568"/>
              <a:gd name="connsiteY116" fmla="*/ 640778 h 797705"/>
              <a:gd name="connsiteX117" fmla="*/ 464962 w 829568"/>
              <a:gd name="connsiteY117" fmla="*/ 631687 h 797705"/>
              <a:gd name="connsiteX118" fmla="*/ 451300 w 829568"/>
              <a:gd name="connsiteY118" fmla="*/ 624869 h 797705"/>
              <a:gd name="connsiteX119" fmla="*/ 423977 w 829568"/>
              <a:gd name="connsiteY119" fmla="*/ 638506 h 797705"/>
              <a:gd name="connsiteX120" fmla="*/ 414870 w 829568"/>
              <a:gd name="connsiteY120" fmla="*/ 643051 h 797705"/>
              <a:gd name="connsiteX121" fmla="*/ 398931 w 829568"/>
              <a:gd name="connsiteY121" fmla="*/ 645324 h 797705"/>
              <a:gd name="connsiteX122" fmla="*/ 394378 w 829568"/>
              <a:gd name="connsiteY122" fmla="*/ 652142 h 797705"/>
              <a:gd name="connsiteX123" fmla="*/ 373885 w 829568"/>
              <a:gd name="connsiteY123" fmla="*/ 654415 h 797705"/>
              <a:gd name="connsiteX124" fmla="*/ 353393 w 829568"/>
              <a:gd name="connsiteY124" fmla="*/ 661233 h 797705"/>
              <a:gd name="connsiteX125" fmla="*/ 344285 w 829568"/>
              <a:gd name="connsiteY125" fmla="*/ 683960 h 797705"/>
              <a:gd name="connsiteX126" fmla="*/ 346559 w 829568"/>
              <a:gd name="connsiteY126" fmla="*/ 695305 h 797705"/>
              <a:gd name="connsiteX127" fmla="*/ 346890 w 829568"/>
              <a:gd name="connsiteY127" fmla="*/ 695371 h 797705"/>
              <a:gd name="connsiteX128" fmla="*/ 349169 w 829568"/>
              <a:gd name="connsiteY128" fmla="*/ 697639 h 797705"/>
              <a:gd name="connsiteX129" fmla="*/ 349169 w 829568"/>
              <a:gd name="connsiteY129" fmla="*/ 708981 h 797705"/>
              <a:gd name="connsiteX130" fmla="*/ 349169 w 829568"/>
              <a:gd name="connsiteY130" fmla="*/ 713518 h 797705"/>
              <a:gd name="connsiteX131" fmla="*/ 346890 w 829568"/>
              <a:gd name="connsiteY131" fmla="*/ 724861 h 797705"/>
              <a:gd name="connsiteX132" fmla="*/ 340053 w 829568"/>
              <a:gd name="connsiteY132" fmla="*/ 722592 h 797705"/>
              <a:gd name="connsiteX133" fmla="*/ 317264 w 829568"/>
              <a:gd name="connsiteY133" fmla="*/ 720324 h 797705"/>
              <a:gd name="connsiteX134" fmla="*/ 312706 w 829568"/>
              <a:gd name="connsiteY134" fmla="*/ 718055 h 797705"/>
              <a:gd name="connsiteX135" fmla="*/ 303590 w 829568"/>
              <a:gd name="connsiteY135" fmla="*/ 724861 h 797705"/>
              <a:gd name="connsiteX136" fmla="*/ 294474 w 829568"/>
              <a:gd name="connsiteY136" fmla="*/ 731666 h 797705"/>
              <a:gd name="connsiteX137" fmla="*/ 289916 w 829568"/>
              <a:gd name="connsiteY137" fmla="*/ 738471 h 797705"/>
              <a:gd name="connsiteX138" fmla="*/ 289916 w 829568"/>
              <a:gd name="connsiteY138" fmla="*/ 752082 h 797705"/>
              <a:gd name="connsiteX139" fmla="*/ 280800 w 829568"/>
              <a:gd name="connsiteY139" fmla="*/ 740740 h 797705"/>
              <a:gd name="connsiteX140" fmla="*/ 278521 w 829568"/>
              <a:gd name="connsiteY140" fmla="*/ 738471 h 797705"/>
              <a:gd name="connsiteX141" fmla="*/ 278521 w 829568"/>
              <a:gd name="connsiteY141" fmla="*/ 743008 h 797705"/>
              <a:gd name="connsiteX142" fmla="*/ 276242 w 829568"/>
              <a:gd name="connsiteY142" fmla="*/ 749814 h 797705"/>
              <a:gd name="connsiteX143" fmla="*/ 269405 w 829568"/>
              <a:gd name="connsiteY143" fmla="*/ 761156 h 797705"/>
              <a:gd name="connsiteX144" fmla="*/ 232942 w 829568"/>
              <a:gd name="connsiteY144" fmla="*/ 749814 h 797705"/>
              <a:gd name="connsiteX145" fmla="*/ 230663 w 829568"/>
              <a:gd name="connsiteY145" fmla="*/ 754351 h 797705"/>
              <a:gd name="connsiteX146" fmla="*/ 203316 w 829568"/>
              <a:gd name="connsiteY146" fmla="*/ 754351 h 797705"/>
              <a:gd name="connsiteX147" fmla="*/ 180526 w 829568"/>
              <a:gd name="connsiteY147" fmla="*/ 761156 h 797705"/>
              <a:gd name="connsiteX148" fmla="*/ 169131 w 829568"/>
              <a:gd name="connsiteY148" fmla="*/ 767961 h 797705"/>
              <a:gd name="connsiteX149" fmla="*/ 157736 w 829568"/>
              <a:gd name="connsiteY149" fmla="*/ 783841 h 797705"/>
              <a:gd name="connsiteX150" fmla="*/ 137226 w 829568"/>
              <a:gd name="connsiteY150" fmla="*/ 797451 h 797705"/>
              <a:gd name="connsiteX151" fmla="*/ 128110 w 829568"/>
              <a:gd name="connsiteY151" fmla="*/ 786109 h 797705"/>
              <a:gd name="connsiteX152" fmla="*/ 121273 w 829568"/>
              <a:gd name="connsiteY152" fmla="*/ 792914 h 797705"/>
              <a:gd name="connsiteX153" fmla="*/ 93925 w 829568"/>
              <a:gd name="connsiteY153" fmla="*/ 790646 h 797705"/>
              <a:gd name="connsiteX154" fmla="*/ 68857 w 829568"/>
              <a:gd name="connsiteY154" fmla="*/ 790646 h 797705"/>
              <a:gd name="connsiteX155" fmla="*/ 57462 w 829568"/>
              <a:gd name="connsiteY155" fmla="*/ 792914 h 797705"/>
              <a:gd name="connsiteX156" fmla="*/ 46067 w 829568"/>
              <a:gd name="connsiteY156" fmla="*/ 788377 h 797705"/>
              <a:gd name="connsiteX157" fmla="*/ 25556 w 829568"/>
              <a:gd name="connsiteY157" fmla="*/ 786109 h 797705"/>
              <a:gd name="connsiteX158" fmla="*/ 25556 w 829568"/>
              <a:gd name="connsiteY158" fmla="*/ 783841 h 797705"/>
              <a:gd name="connsiteX159" fmla="*/ 27835 w 829568"/>
              <a:gd name="connsiteY159" fmla="*/ 777035 h 797705"/>
              <a:gd name="connsiteX160" fmla="*/ 25556 w 829568"/>
              <a:gd name="connsiteY160" fmla="*/ 774767 h 797705"/>
              <a:gd name="connsiteX161" fmla="*/ 43788 w 829568"/>
              <a:gd name="connsiteY161" fmla="*/ 770230 h 797705"/>
              <a:gd name="connsiteX162" fmla="*/ 48346 w 829568"/>
              <a:gd name="connsiteY162" fmla="*/ 699908 h 797705"/>
              <a:gd name="connsiteX163" fmla="*/ 5046 w 829568"/>
              <a:gd name="connsiteY163" fmla="*/ 670418 h 797705"/>
              <a:gd name="connsiteX164" fmla="*/ 30114 w 829568"/>
              <a:gd name="connsiteY164" fmla="*/ 615975 h 797705"/>
              <a:gd name="connsiteX165" fmla="*/ 41509 w 829568"/>
              <a:gd name="connsiteY165" fmla="*/ 600095 h 797705"/>
              <a:gd name="connsiteX166" fmla="*/ 34672 w 829568"/>
              <a:gd name="connsiteY166" fmla="*/ 581948 h 797705"/>
              <a:gd name="connsiteX167" fmla="*/ 41509 w 829568"/>
              <a:gd name="connsiteY167" fmla="*/ 554726 h 797705"/>
              <a:gd name="connsiteX168" fmla="*/ 16441 w 829568"/>
              <a:gd name="connsiteY168" fmla="*/ 543384 h 797705"/>
              <a:gd name="connsiteX169" fmla="*/ 34672 w 829568"/>
              <a:gd name="connsiteY169" fmla="*/ 541115 h 797705"/>
              <a:gd name="connsiteX170" fmla="*/ 41498 w 829568"/>
              <a:gd name="connsiteY170" fmla="*/ 541115 h 797705"/>
              <a:gd name="connsiteX171" fmla="*/ 39341 w 829568"/>
              <a:gd name="connsiteY171" fmla="*/ 528176 h 797705"/>
              <a:gd name="connsiteX172" fmla="*/ 86966 w 829568"/>
              <a:gd name="connsiteY172" fmla="*/ 494839 h 797705"/>
              <a:gd name="connsiteX173" fmla="*/ 65409 w 829568"/>
              <a:gd name="connsiteY173" fmla="*/ 464300 h 797705"/>
              <a:gd name="connsiteX174" fmla="*/ 62429 w 829568"/>
              <a:gd name="connsiteY174" fmla="*/ 465726 h 797705"/>
              <a:gd name="connsiteX175" fmla="*/ 62429 w 829568"/>
              <a:gd name="connsiteY175" fmla="*/ 467991 h 797705"/>
              <a:gd name="connsiteX176" fmla="*/ 57874 w 829568"/>
              <a:gd name="connsiteY176" fmla="*/ 470256 h 797705"/>
              <a:gd name="connsiteX177" fmla="*/ 48763 w 829568"/>
              <a:gd name="connsiteY177" fmla="*/ 472522 h 797705"/>
              <a:gd name="connsiteX178" fmla="*/ 35096 w 829568"/>
              <a:gd name="connsiteY178" fmla="*/ 467991 h 797705"/>
              <a:gd name="connsiteX179" fmla="*/ 32818 w 829568"/>
              <a:gd name="connsiteY179" fmla="*/ 449871 h 797705"/>
              <a:gd name="connsiteX180" fmla="*/ 55596 w 829568"/>
              <a:gd name="connsiteY180" fmla="*/ 418160 h 797705"/>
              <a:gd name="connsiteX181" fmla="*/ 55596 w 829568"/>
              <a:gd name="connsiteY181" fmla="*/ 404569 h 797705"/>
              <a:gd name="connsiteX182" fmla="*/ 48763 w 829568"/>
              <a:gd name="connsiteY182" fmla="*/ 372858 h 797705"/>
              <a:gd name="connsiteX183" fmla="*/ 41929 w 829568"/>
              <a:gd name="connsiteY183" fmla="*/ 354737 h 797705"/>
              <a:gd name="connsiteX184" fmla="*/ 41929 w 829568"/>
              <a:gd name="connsiteY184" fmla="*/ 320761 h 797705"/>
              <a:gd name="connsiteX185" fmla="*/ 41929 w 829568"/>
              <a:gd name="connsiteY185" fmla="*/ 300375 h 797705"/>
              <a:gd name="connsiteX186" fmla="*/ 44207 w 829568"/>
              <a:gd name="connsiteY186" fmla="*/ 302640 h 797705"/>
              <a:gd name="connsiteX187" fmla="*/ 57934 w 829568"/>
              <a:gd name="connsiteY187" fmla="*/ 312196 h 797705"/>
              <a:gd name="connsiteX188" fmla="*/ 58242 w 829568"/>
              <a:gd name="connsiteY188" fmla="*/ 311394 h 797705"/>
              <a:gd name="connsiteX189" fmla="*/ 56256 w 829568"/>
              <a:gd name="connsiteY189" fmla="*/ 310012 h 797705"/>
              <a:gd name="connsiteX190" fmla="*/ 44300 w 829568"/>
              <a:gd name="connsiteY190" fmla="*/ 302367 h 797705"/>
              <a:gd name="connsiteX191" fmla="*/ 42022 w 829568"/>
              <a:gd name="connsiteY191" fmla="*/ 300102 h 797705"/>
              <a:gd name="connsiteX192" fmla="*/ 44300 w 829568"/>
              <a:gd name="connsiteY192" fmla="*/ 291042 h 797705"/>
              <a:gd name="connsiteX193" fmla="*/ 78462 w 829568"/>
              <a:gd name="connsiteY193" fmla="*/ 259331 h 797705"/>
              <a:gd name="connsiteX194" fmla="*/ 92126 w 829568"/>
              <a:gd name="connsiteY194" fmla="*/ 232149 h 797705"/>
              <a:gd name="connsiteX195" fmla="*/ 114901 w 829568"/>
              <a:gd name="connsiteY195" fmla="*/ 211764 h 797705"/>
              <a:gd name="connsiteX196" fmla="*/ 108638 w 829568"/>
              <a:gd name="connsiteY196" fmla="*/ 204968 h 797705"/>
              <a:gd name="connsiteX197" fmla="*/ 92261 w 829568"/>
              <a:gd name="connsiteY197" fmla="*/ 198228 h 797705"/>
              <a:gd name="connsiteX198" fmla="*/ 91806 w 829568"/>
              <a:gd name="connsiteY198" fmla="*/ 198355 h 797705"/>
              <a:gd name="connsiteX199" fmla="*/ 84968 w 829568"/>
              <a:gd name="connsiteY199" fmla="*/ 193807 h 797705"/>
              <a:gd name="connsiteX200" fmla="*/ 94086 w 829568"/>
              <a:gd name="connsiteY200" fmla="*/ 155145 h 797705"/>
              <a:gd name="connsiteX201" fmla="*/ 135114 w 829568"/>
              <a:gd name="connsiteY201" fmla="*/ 127854 h 797705"/>
              <a:gd name="connsiteX202" fmla="*/ 160186 w 829568"/>
              <a:gd name="connsiteY202" fmla="*/ 134677 h 797705"/>
              <a:gd name="connsiteX203" fmla="*/ 160186 w 829568"/>
              <a:gd name="connsiteY203" fmla="*/ 109660 h 797705"/>
              <a:gd name="connsiteX204" fmla="*/ 187538 w 829568"/>
              <a:gd name="connsiteY204" fmla="*/ 82369 h 797705"/>
              <a:gd name="connsiteX205" fmla="*/ 187538 w 829568"/>
              <a:gd name="connsiteY205" fmla="*/ 48256 h 797705"/>
              <a:gd name="connsiteX206" fmla="*/ 190103 w 829568"/>
              <a:gd name="connsiteY206"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58242 w 829568"/>
              <a:gd name="connsiteY185" fmla="*/ 311394 h 797705"/>
              <a:gd name="connsiteX186" fmla="*/ 56256 w 829568"/>
              <a:gd name="connsiteY186" fmla="*/ 310012 h 797705"/>
              <a:gd name="connsiteX187" fmla="*/ 44300 w 829568"/>
              <a:gd name="connsiteY187" fmla="*/ 302367 h 797705"/>
              <a:gd name="connsiteX188" fmla="*/ 42022 w 829568"/>
              <a:gd name="connsiteY188" fmla="*/ 300102 h 797705"/>
              <a:gd name="connsiteX189" fmla="*/ 44300 w 829568"/>
              <a:gd name="connsiteY189" fmla="*/ 291042 h 797705"/>
              <a:gd name="connsiteX190" fmla="*/ 78462 w 829568"/>
              <a:gd name="connsiteY190" fmla="*/ 259331 h 797705"/>
              <a:gd name="connsiteX191" fmla="*/ 92126 w 829568"/>
              <a:gd name="connsiteY191" fmla="*/ 232149 h 797705"/>
              <a:gd name="connsiteX192" fmla="*/ 114901 w 829568"/>
              <a:gd name="connsiteY192" fmla="*/ 211764 h 797705"/>
              <a:gd name="connsiteX193" fmla="*/ 108638 w 829568"/>
              <a:gd name="connsiteY193" fmla="*/ 204968 h 797705"/>
              <a:gd name="connsiteX194" fmla="*/ 92261 w 829568"/>
              <a:gd name="connsiteY194" fmla="*/ 198228 h 797705"/>
              <a:gd name="connsiteX195" fmla="*/ 91806 w 829568"/>
              <a:gd name="connsiteY195" fmla="*/ 198355 h 797705"/>
              <a:gd name="connsiteX196" fmla="*/ 84968 w 829568"/>
              <a:gd name="connsiteY196" fmla="*/ 193807 h 797705"/>
              <a:gd name="connsiteX197" fmla="*/ 94086 w 829568"/>
              <a:gd name="connsiteY197" fmla="*/ 155145 h 797705"/>
              <a:gd name="connsiteX198" fmla="*/ 135114 w 829568"/>
              <a:gd name="connsiteY198" fmla="*/ 127854 h 797705"/>
              <a:gd name="connsiteX199" fmla="*/ 160186 w 829568"/>
              <a:gd name="connsiteY199" fmla="*/ 134677 h 797705"/>
              <a:gd name="connsiteX200" fmla="*/ 160186 w 829568"/>
              <a:gd name="connsiteY200" fmla="*/ 109660 h 797705"/>
              <a:gd name="connsiteX201" fmla="*/ 187538 w 829568"/>
              <a:gd name="connsiteY201" fmla="*/ 82369 h 797705"/>
              <a:gd name="connsiteX202" fmla="*/ 187538 w 829568"/>
              <a:gd name="connsiteY202" fmla="*/ 48256 h 797705"/>
              <a:gd name="connsiteX203" fmla="*/ 190103 w 829568"/>
              <a:gd name="connsiteY203"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58242 w 829568"/>
              <a:gd name="connsiteY185" fmla="*/ 311394 h 797705"/>
              <a:gd name="connsiteX186" fmla="*/ 44300 w 829568"/>
              <a:gd name="connsiteY186" fmla="*/ 302367 h 797705"/>
              <a:gd name="connsiteX187" fmla="*/ 42022 w 829568"/>
              <a:gd name="connsiteY187" fmla="*/ 300102 h 797705"/>
              <a:gd name="connsiteX188" fmla="*/ 44300 w 829568"/>
              <a:gd name="connsiteY188" fmla="*/ 291042 h 797705"/>
              <a:gd name="connsiteX189" fmla="*/ 78462 w 829568"/>
              <a:gd name="connsiteY189" fmla="*/ 259331 h 797705"/>
              <a:gd name="connsiteX190" fmla="*/ 92126 w 829568"/>
              <a:gd name="connsiteY190" fmla="*/ 232149 h 797705"/>
              <a:gd name="connsiteX191" fmla="*/ 114901 w 829568"/>
              <a:gd name="connsiteY191" fmla="*/ 211764 h 797705"/>
              <a:gd name="connsiteX192" fmla="*/ 108638 w 829568"/>
              <a:gd name="connsiteY192" fmla="*/ 204968 h 797705"/>
              <a:gd name="connsiteX193" fmla="*/ 92261 w 829568"/>
              <a:gd name="connsiteY193" fmla="*/ 198228 h 797705"/>
              <a:gd name="connsiteX194" fmla="*/ 91806 w 829568"/>
              <a:gd name="connsiteY194" fmla="*/ 198355 h 797705"/>
              <a:gd name="connsiteX195" fmla="*/ 84968 w 829568"/>
              <a:gd name="connsiteY195" fmla="*/ 193807 h 797705"/>
              <a:gd name="connsiteX196" fmla="*/ 94086 w 829568"/>
              <a:gd name="connsiteY196" fmla="*/ 155145 h 797705"/>
              <a:gd name="connsiteX197" fmla="*/ 135114 w 829568"/>
              <a:gd name="connsiteY197" fmla="*/ 127854 h 797705"/>
              <a:gd name="connsiteX198" fmla="*/ 160186 w 829568"/>
              <a:gd name="connsiteY198" fmla="*/ 134677 h 797705"/>
              <a:gd name="connsiteX199" fmla="*/ 160186 w 829568"/>
              <a:gd name="connsiteY199" fmla="*/ 109660 h 797705"/>
              <a:gd name="connsiteX200" fmla="*/ 187538 w 829568"/>
              <a:gd name="connsiteY200" fmla="*/ 82369 h 797705"/>
              <a:gd name="connsiteX201" fmla="*/ 187538 w 829568"/>
              <a:gd name="connsiteY201" fmla="*/ 48256 h 797705"/>
              <a:gd name="connsiteX202" fmla="*/ 190103 w 829568"/>
              <a:gd name="connsiteY20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57934 w 829568"/>
              <a:gd name="connsiteY184" fmla="*/ 312196 h 797705"/>
              <a:gd name="connsiteX185" fmla="*/ 44300 w 829568"/>
              <a:gd name="connsiteY185" fmla="*/ 302367 h 797705"/>
              <a:gd name="connsiteX186" fmla="*/ 42022 w 829568"/>
              <a:gd name="connsiteY186" fmla="*/ 300102 h 797705"/>
              <a:gd name="connsiteX187" fmla="*/ 44300 w 829568"/>
              <a:gd name="connsiteY187" fmla="*/ 291042 h 797705"/>
              <a:gd name="connsiteX188" fmla="*/ 78462 w 829568"/>
              <a:gd name="connsiteY188" fmla="*/ 259331 h 797705"/>
              <a:gd name="connsiteX189" fmla="*/ 92126 w 829568"/>
              <a:gd name="connsiteY189" fmla="*/ 232149 h 797705"/>
              <a:gd name="connsiteX190" fmla="*/ 114901 w 829568"/>
              <a:gd name="connsiteY190" fmla="*/ 211764 h 797705"/>
              <a:gd name="connsiteX191" fmla="*/ 108638 w 829568"/>
              <a:gd name="connsiteY191" fmla="*/ 204968 h 797705"/>
              <a:gd name="connsiteX192" fmla="*/ 92261 w 829568"/>
              <a:gd name="connsiteY192" fmla="*/ 198228 h 797705"/>
              <a:gd name="connsiteX193" fmla="*/ 91806 w 829568"/>
              <a:gd name="connsiteY193" fmla="*/ 198355 h 797705"/>
              <a:gd name="connsiteX194" fmla="*/ 84968 w 829568"/>
              <a:gd name="connsiteY194" fmla="*/ 193807 h 797705"/>
              <a:gd name="connsiteX195" fmla="*/ 94086 w 829568"/>
              <a:gd name="connsiteY195" fmla="*/ 155145 h 797705"/>
              <a:gd name="connsiteX196" fmla="*/ 135114 w 829568"/>
              <a:gd name="connsiteY196" fmla="*/ 127854 h 797705"/>
              <a:gd name="connsiteX197" fmla="*/ 160186 w 829568"/>
              <a:gd name="connsiteY197" fmla="*/ 134677 h 797705"/>
              <a:gd name="connsiteX198" fmla="*/ 160186 w 829568"/>
              <a:gd name="connsiteY198" fmla="*/ 109660 h 797705"/>
              <a:gd name="connsiteX199" fmla="*/ 187538 w 829568"/>
              <a:gd name="connsiteY199" fmla="*/ 82369 h 797705"/>
              <a:gd name="connsiteX200" fmla="*/ 187538 w 829568"/>
              <a:gd name="connsiteY200" fmla="*/ 48256 h 797705"/>
              <a:gd name="connsiteX201" fmla="*/ 190103 w 829568"/>
              <a:gd name="connsiteY201"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302367 h 797705"/>
              <a:gd name="connsiteX185" fmla="*/ 42022 w 829568"/>
              <a:gd name="connsiteY185" fmla="*/ 300102 h 797705"/>
              <a:gd name="connsiteX186" fmla="*/ 44300 w 829568"/>
              <a:gd name="connsiteY186" fmla="*/ 291042 h 797705"/>
              <a:gd name="connsiteX187" fmla="*/ 78462 w 829568"/>
              <a:gd name="connsiteY187" fmla="*/ 259331 h 797705"/>
              <a:gd name="connsiteX188" fmla="*/ 92126 w 829568"/>
              <a:gd name="connsiteY188" fmla="*/ 232149 h 797705"/>
              <a:gd name="connsiteX189" fmla="*/ 114901 w 829568"/>
              <a:gd name="connsiteY189" fmla="*/ 211764 h 797705"/>
              <a:gd name="connsiteX190" fmla="*/ 108638 w 829568"/>
              <a:gd name="connsiteY190" fmla="*/ 204968 h 797705"/>
              <a:gd name="connsiteX191" fmla="*/ 92261 w 829568"/>
              <a:gd name="connsiteY191" fmla="*/ 198228 h 797705"/>
              <a:gd name="connsiteX192" fmla="*/ 91806 w 829568"/>
              <a:gd name="connsiteY192" fmla="*/ 198355 h 797705"/>
              <a:gd name="connsiteX193" fmla="*/ 84968 w 829568"/>
              <a:gd name="connsiteY193" fmla="*/ 193807 h 797705"/>
              <a:gd name="connsiteX194" fmla="*/ 94086 w 829568"/>
              <a:gd name="connsiteY194" fmla="*/ 155145 h 797705"/>
              <a:gd name="connsiteX195" fmla="*/ 135114 w 829568"/>
              <a:gd name="connsiteY195" fmla="*/ 127854 h 797705"/>
              <a:gd name="connsiteX196" fmla="*/ 160186 w 829568"/>
              <a:gd name="connsiteY196" fmla="*/ 134677 h 797705"/>
              <a:gd name="connsiteX197" fmla="*/ 160186 w 829568"/>
              <a:gd name="connsiteY197" fmla="*/ 109660 h 797705"/>
              <a:gd name="connsiteX198" fmla="*/ 187538 w 829568"/>
              <a:gd name="connsiteY198" fmla="*/ 82369 h 797705"/>
              <a:gd name="connsiteX199" fmla="*/ 187538 w 829568"/>
              <a:gd name="connsiteY199" fmla="*/ 48256 h 797705"/>
              <a:gd name="connsiteX200" fmla="*/ 190103 w 829568"/>
              <a:gd name="connsiteY200"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302367 h 797705"/>
              <a:gd name="connsiteX185" fmla="*/ 44300 w 829568"/>
              <a:gd name="connsiteY185" fmla="*/ 291042 h 797705"/>
              <a:gd name="connsiteX186" fmla="*/ 78462 w 829568"/>
              <a:gd name="connsiteY186" fmla="*/ 259331 h 797705"/>
              <a:gd name="connsiteX187" fmla="*/ 92126 w 829568"/>
              <a:gd name="connsiteY187" fmla="*/ 232149 h 797705"/>
              <a:gd name="connsiteX188" fmla="*/ 114901 w 829568"/>
              <a:gd name="connsiteY188" fmla="*/ 211764 h 797705"/>
              <a:gd name="connsiteX189" fmla="*/ 108638 w 829568"/>
              <a:gd name="connsiteY189" fmla="*/ 204968 h 797705"/>
              <a:gd name="connsiteX190" fmla="*/ 92261 w 829568"/>
              <a:gd name="connsiteY190" fmla="*/ 198228 h 797705"/>
              <a:gd name="connsiteX191" fmla="*/ 91806 w 829568"/>
              <a:gd name="connsiteY191" fmla="*/ 198355 h 797705"/>
              <a:gd name="connsiteX192" fmla="*/ 84968 w 829568"/>
              <a:gd name="connsiteY192" fmla="*/ 193807 h 797705"/>
              <a:gd name="connsiteX193" fmla="*/ 94086 w 829568"/>
              <a:gd name="connsiteY193" fmla="*/ 155145 h 797705"/>
              <a:gd name="connsiteX194" fmla="*/ 135114 w 829568"/>
              <a:gd name="connsiteY194" fmla="*/ 127854 h 797705"/>
              <a:gd name="connsiteX195" fmla="*/ 160186 w 829568"/>
              <a:gd name="connsiteY195" fmla="*/ 134677 h 797705"/>
              <a:gd name="connsiteX196" fmla="*/ 160186 w 829568"/>
              <a:gd name="connsiteY196" fmla="*/ 109660 h 797705"/>
              <a:gd name="connsiteX197" fmla="*/ 187538 w 829568"/>
              <a:gd name="connsiteY197" fmla="*/ 82369 h 797705"/>
              <a:gd name="connsiteX198" fmla="*/ 187538 w 829568"/>
              <a:gd name="connsiteY198" fmla="*/ 48256 h 797705"/>
              <a:gd name="connsiteX199" fmla="*/ 190103 w 829568"/>
              <a:gd name="connsiteY199"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207 w 829568"/>
              <a:gd name="connsiteY183" fmla="*/ 302640 h 797705"/>
              <a:gd name="connsiteX184" fmla="*/ 44300 w 829568"/>
              <a:gd name="connsiteY184" fmla="*/ 291042 h 797705"/>
              <a:gd name="connsiteX185" fmla="*/ 78462 w 829568"/>
              <a:gd name="connsiteY185" fmla="*/ 259331 h 797705"/>
              <a:gd name="connsiteX186" fmla="*/ 92126 w 829568"/>
              <a:gd name="connsiteY186" fmla="*/ 232149 h 797705"/>
              <a:gd name="connsiteX187" fmla="*/ 114901 w 829568"/>
              <a:gd name="connsiteY187" fmla="*/ 211764 h 797705"/>
              <a:gd name="connsiteX188" fmla="*/ 108638 w 829568"/>
              <a:gd name="connsiteY188" fmla="*/ 204968 h 797705"/>
              <a:gd name="connsiteX189" fmla="*/ 92261 w 829568"/>
              <a:gd name="connsiteY189" fmla="*/ 198228 h 797705"/>
              <a:gd name="connsiteX190" fmla="*/ 91806 w 829568"/>
              <a:gd name="connsiteY190" fmla="*/ 198355 h 797705"/>
              <a:gd name="connsiteX191" fmla="*/ 84968 w 829568"/>
              <a:gd name="connsiteY191" fmla="*/ 193807 h 797705"/>
              <a:gd name="connsiteX192" fmla="*/ 94086 w 829568"/>
              <a:gd name="connsiteY192" fmla="*/ 155145 h 797705"/>
              <a:gd name="connsiteX193" fmla="*/ 135114 w 829568"/>
              <a:gd name="connsiteY193" fmla="*/ 127854 h 797705"/>
              <a:gd name="connsiteX194" fmla="*/ 160186 w 829568"/>
              <a:gd name="connsiteY194" fmla="*/ 134677 h 797705"/>
              <a:gd name="connsiteX195" fmla="*/ 160186 w 829568"/>
              <a:gd name="connsiteY195" fmla="*/ 109660 h 797705"/>
              <a:gd name="connsiteX196" fmla="*/ 187538 w 829568"/>
              <a:gd name="connsiteY196" fmla="*/ 82369 h 797705"/>
              <a:gd name="connsiteX197" fmla="*/ 187538 w 829568"/>
              <a:gd name="connsiteY197" fmla="*/ 48256 h 797705"/>
              <a:gd name="connsiteX198" fmla="*/ 190103 w 829568"/>
              <a:gd name="connsiteY198"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38471 h 797705"/>
              <a:gd name="connsiteX138" fmla="*/ 278521 w 829568"/>
              <a:gd name="connsiteY138" fmla="*/ 743008 h 797705"/>
              <a:gd name="connsiteX139" fmla="*/ 276242 w 829568"/>
              <a:gd name="connsiteY139" fmla="*/ 749814 h 797705"/>
              <a:gd name="connsiteX140" fmla="*/ 269405 w 829568"/>
              <a:gd name="connsiteY140" fmla="*/ 761156 h 797705"/>
              <a:gd name="connsiteX141" fmla="*/ 232942 w 829568"/>
              <a:gd name="connsiteY141" fmla="*/ 749814 h 797705"/>
              <a:gd name="connsiteX142" fmla="*/ 230663 w 829568"/>
              <a:gd name="connsiteY142" fmla="*/ 754351 h 797705"/>
              <a:gd name="connsiteX143" fmla="*/ 203316 w 829568"/>
              <a:gd name="connsiteY143" fmla="*/ 754351 h 797705"/>
              <a:gd name="connsiteX144" fmla="*/ 180526 w 829568"/>
              <a:gd name="connsiteY144" fmla="*/ 761156 h 797705"/>
              <a:gd name="connsiteX145" fmla="*/ 169131 w 829568"/>
              <a:gd name="connsiteY145" fmla="*/ 767961 h 797705"/>
              <a:gd name="connsiteX146" fmla="*/ 157736 w 829568"/>
              <a:gd name="connsiteY146" fmla="*/ 783841 h 797705"/>
              <a:gd name="connsiteX147" fmla="*/ 137226 w 829568"/>
              <a:gd name="connsiteY147" fmla="*/ 797451 h 797705"/>
              <a:gd name="connsiteX148" fmla="*/ 128110 w 829568"/>
              <a:gd name="connsiteY148" fmla="*/ 786109 h 797705"/>
              <a:gd name="connsiteX149" fmla="*/ 121273 w 829568"/>
              <a:gd name="connsiteY149" fmla="*/ 792914 h 797705"/>
              <a:gd name="connsiteX150" fmla="*/ 93925 w 829568"/>
              <a:gd name="connsiteY150" fmla="*/ 790646 h 797705"/>
              <a:gd name="connsiteX151" fmla="*/ 68857 w 829568"/>
              <a:gd name="connsiteY151" fmla="*/ 790646 h 797705"/>
              <a:gd name="connsiteX152" fmla="*/ 57462 w 829568"/>
              <a:gd name="connsiteY152" fmla="*/ 792914 h 797705"/>
              <a:gd name="connsiteX153" fmla="*/ 46067 w 829568"/>
              <a:gd name="connsiteY153" fmla="*/ 788377 h 797705"/>
              <a:gd name="connsiteX154" fmla="*/ 25556 w 829568"/>
              <a:gd name="connsiteY154" fmla="*/ 786109 h 797705"/>
              <a:gd name="connsiteX155" fmla="*/ 25556 w 829568"/>
              <a:gd name="connsiteY155" fmla="*/ 783841 h 797705"/>
              <a:gd name="connsiteX156" fmla="*/ 27835 w 829568"/>
              <a:gd name="connsiteY156" fmla="*/ 777035 h 797705"/>
              <a:gd name="connsiteX157" fmla="*/ 25556 w 829568"/>
              <a:gd name="connsiteY157" fmla="*/ 774767 h 797705"/>
              <a:gd name="connsiteX158" fmla="*/ 43788 w 829568"/>
              <a:gd name="connsiteY158" fmla="*/ 770230 h 797705"/>
              <a:gd name="connsiteX159" fmla="*/ 48346 w 829568"/>
              <a:gd name="connsiteY159" fmla="*/ 699908 h 797705"/>
              <a:gd name="connsiteX160" fmla="*/ 5046 w 829568"/>
              <a:gd name="connsiteY160" fmla="*/ 670418 h 797705"/>
              <a:gd name="connsiteX161" fmla="*/ 30114 w 829568"/>
              <a:gd name="connsiteY161" fmla="*/ 615975 h 797705"/>
              <a:gd name="connsiteX162" fmla="*/ 41509 w 829568"/>
              <a:gd name="connsiteY162" fmla="*/ 600095 h 797705"/>
              <a:gd name="connsiteX163" fmla="*/ 34672 w 829568"/>
              <a:gd name="connsiteY163" fmla="*/ 581948 h 797705"/>
              <a:gd name="connsiteX164" fmla="*/ 41509 w 829568"/>
              <a:gd name="connsiteY164" fmla="*/ 554726 h 797705"/>
              <a:gd name="connsiteX165" fmla="*/ 16441 w 829568"/>
              <a:gd name="connsiteY165" fmla="*/ 543384 h 797705"/>
              <a:gd name="connsiteX166" fmla="*/ 34672 w 829568"/>
              <a:gd name="connsiteY166" fmla="*/ 541115 h 797705"/>
              <a:gd name="connsiteX167" fmla="*/ 41498 w 829568"/>
              <a:gd name="connsiteY167" fmla="*/ 541115 h 797705"/>
              <a:gd name="connsiteX168" fmla="*/ 39341 w 829568"/>
              <a:gd name="connsiteY168" fmla="*/ 528176 h 797705"/>
              <a:gd name="connsiteX169" fmla="*/ 86966 w 829568"/>
              <a:gd name="connsiteY169" fmla="*/ 494839 h 797705"/>
              <a:gd name="connsiteX170" fmla="*/ 65409 w 829568"/>
              <a:gd name="connsiteY170" fmla="*/ 464300 h 797705"/>
              <a:gd name="connsiteX171" fmla="*/ 62429 w 829568"/>
              <a:gd name="connsiteY171" fmla="*/ 465726 h 797705"/>
              <a:gd name="connsiteX172" fmla="*/ 62429 w 829568"/>
              <a:gd name="connsiteY172" fmla="*/ 467991 h 797705"/>
              <a:gd name="connsiteX173" fmla="*/ 57874 w 829568"/>
              <a:gd name="connsiteY173" fmla="*/ 470256 h 797705"/>
              <a:gd name="connsiteX174" fmla="*/ 48763 w 829568"/>
              <a:gd name="connsiteY174" fmla="*/ 472522 h 797705"/>
              <a:gd name="connsiteX175" fmla="*/ 35096 w 829568"/>
              <a:gd name="connsiteY175" fmla="*/ 467991 h 797705"/>
              <a:gd name="connsiteX176" fmla="*/ 32818 w 829568"/>
              <a:gd name="connsiteY176" fmla="*/ 449871 h 797705"/>
              <a:gd name="connsiteX177" fmla="*/ 55596 w 829568"/>
              <a:gd name="connsiteY177" fmla="*/ 418160 h 797705"/>
              <a:gd name="connsiteX178" fmla="*/ 55596 w 829568"/>
              <a:gd name="connsiteY178" fmla="*/ 404569 h 797705"/>
              <a:gd name="connsiteX179" fmla="*/ 48763 w 829568"/>
              <a:gd name="connsiteY179" fmla="*/ 372858 h 797705"/>
              <a:gd name="connsiteX180" fmla="*/ 41929 w 829568"/>
              <a:gd name="connsiteY180" fmla="*/ 354737 h 797705"/>
              <a:gd name="connsiteX181" fmla="*/ 41929 w 829568"/>
              <a:gd name="connsiteY181" fmla="*/ 320761 h 797705"/>
              <a:gd name="connsiteX182" fmla="*/ 41929 w 829568"/>
              <a:gd name="connsiteY182" fmla="*/ 300375 h 797705"/>
              <a:gd name="connsiteX183" fmla="*/ 44300 w 829568"/>
              <a:gd name="connsiteY183" fmla="*/ 291042 h 797705"/>
              <a:gd name="connsiteX184" fmla="*/ 78462 w 829568"/>
              <a:gd name="connsiteY184" fmla="*/ 259331 h 797705"/>
              <a:gd name="connsiteX185" fmla="*/ 92126 w 829568"/>
              <a:gd name="connsiteY185" fmla="*/ 232149 h 797705"/>
              <a:gd name="connsiteX186" fmla="*/ 114901 w 829568"/>
              <a:gd name="connsiteY186" fmla="*/ 211764 h 797705"/>
              <a:gd name="connsiteX187" fmla="*/ 108638 w 829568"/>
              <a:gd name="connsiteY187" fmla="*/ 204968 h 797705"/>
              <a:gd name="connsiteX188" fmla="*/ 92261 w 829568"/>
              <a:gd name="connsiteY188" fmla="*/ 198228 h 797705"/>
              <a:gd name="connsiteX189" fmla="*/ 91806 w 829568"/>
              <a:gd name="connsiteY189" fmla="*/ 198355 h 797705"/>
              <a:gd name="connsiteX190" fmla="*/ 84968 w 829568"/>
              <a:gd name="connsiteY190" fmla="*/ 193807 h 797705"/>
              <a:gd name="connsiteX191" fmla="*/ 94086 w 829568"/>
              <a:gd name="connsiteY191" fmla="*/ 155145 h 797705"/>
              <a:gd name="connsiteX192" fmla="*/ 135114 w 829568"/>
              <a:gd name="connsiteY192" fmla="*/ 127854 h 797705"/>
              <a:gd name="connsiteX193" fmla="*/ 160186 w 829568"/>
              <a:gd name="connsiteY193" fmla="*/ 134677 h 797705"/>
              <a:gd name="connsiteX194" fmla="*/ 160186 w 829568"/>
              <a:gd name="connsiteY194" fmla="*/ 109660 h 797705"/>
              <a:gd name="connsiteX195" fmla="*/ 187538 w 829568"/>
              <a:gd name="connsiteY195" fmla="*/ 82369 h 797705"/>
              <a:gd name="connsiteX196" fmla="*/ 187538 w 829568"/>
              <a:gd name="connsiteY196" fmla="*/ 48256 h 797705"/>
              <a:gd name="connsiteX197" fmla="*/ 190103 w 829568"/>
              <a:gd name="connsiteY197"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27835 w 829568"/>
              <a:gd name="connsiteY155" fmla="*/ 777035 h 797705"/>
              <a:gd name="connsiteX156" fmla="*/ 25556 w 829568"/>
              <a:gd name="connsiteY156" fmla="*/ 774767 h 797705"/>
              <a:gd name="connsiteX157" fmla="*/ 43788 w 829568"/>
              <a:gd name="connsiteY157" fmla="*/ 770230 h 797705"/>
              <a:gd name="connsiteX158" fmla="*/ 48346 w 829568"/>
              <a:gd name="connsiteY158" fmla="*/ 699908 h 797705"/>
              <a:gd name="connsiteX159" fmla="*/ 5046 w 829568"/>
              <a:gd name="connsiteY159" fmla="*/ 670418 h 797705"/>
              <a:gd name="connsiteX160" fmla="*/ 30114 w 829568"/>
              <a:gd name="connsiteY160" fmla="*/ 615975 h 797705"/>
              <a:gd name="connsiteX161" fmla="*/ 41509 w 829568"/>
              <a:gd name="connsiteY161" fmla="*/ 600095 h 797705"/>
              <a:gd name="connsiteX162" fmla="*/ 34672 w 829568"/>
              <a:gd name="connsiteY162" fmla="*/ 581948 h 797705"/>
              <a:gd name="connsiteX163" fmla="*/ 41509 w 829568"/>
              <a:gd name="connsiteY163" fmla="*/ 554726 h 797705"/>
              <a:gd name="connsiteX164" fmla="*/ 16441 w 829568"/>
              <a:gd name="connsiteY164" fmla="*/ 543384 h 797705"/>
              <a:gd name="connsiteX165" fmla="*/ 34672 w 829568"/>
              <a:gd name="connsiteY165" fmla="*/ 541115 h 797705"/>
              <a:gd name="connsiteX166" fmla="*/ 41498 w 829568"/>
              <a:gd name="connsiteY166" fmla="*/ 541115 h 797705"/>
              <a:gd name="connsiteX167" fmla="*/ 39341 w 829568"/>
              <a:gd name="connsiteY167" fmla="*/ 528176 h 797705"/>
              <a:gd name="connsiteX168" fmla="*/ 86966 w 829568"/>
              <a:gd name="connsiteY168" fmla="*/ 494839 h 797705"/>
              <a:gd name="connsiteX169" fmla="*/ 65409 w 829568"/>
              <a:gd name="connsiteY169" fmla="*/ 464300 h 797705"/>
              <a:gd name="connsiteX170" fmla="*/ 62429 w 829568"/>
              <a:gd name="connsiteY170" fmla="*/ 465726 h 797705"/>
              <a:gd name="connsiteX171" fmla="*/ 62429 w 829568"/>
              <a:gd name="connsiteY171" fmla="*/ 467991 h 797705"/>
              <a:gd name="connsiteX172" fmla="*/ 57874 w 829568"/>
              <a:gd name="connsiteY172" fmla="*/ 470256 h 797705"/>
              <a:gd name="connsiteX173" fmla="*/ 48763 w 829568"/>
              <a:gd name="connsiteY173" fmla="*/ 472522 h 797705"/>
              <a:gd name="connsiteX174" fmla="*/ 35096 w 829568"/>
              <a:gd name="connsiteY174" fmla="*/ 467991 h 797705"/>
              <a:gd name="connsiteX175" fmla="*/ 32818 w 829568"/>
              <a:gd name="connsiteY175" fmla="*/ 449871 h 797705"/>
              <a:gd name="connsiteX176" fmla="*/ 55596 w 829568"/>
              <a:gd name="connsiteY176" fmla="*/ 418160 h 797705"/>
              <a:gd name="connsiteX177" fmla="*/ 55596 w 829568"/>
              <a:gd name="connsiteY177" fmla="*/ 404569 h 797705"/>
              <a:gd name="connsiteX178" fmla="*/ 48763 w 829568"/>
              <a:gd name="connsiteY178" fmla="*/ 372858 h 797705"/>
              <a:gd name="connsiteX179" fmla="*/ 41929 w 829568"/>
              <a:gd name="connsiteY179" fmla="*/ 354737 h 797705"/>
              <a:gd name="connsiteX180" fmla="*/ 41929 w 829568"/>
              <a:gd name="connsiteY180" fmla="*/ 320761 h 797705"/>
              <a:gd name="connsiteX181" fmla="*/ 41929 w 829568"/>
              <a:gd name="connsiteY181" fmla="*/ 300375 h 797705"/>
              <a:gd name="connsiteX182" fmla="*/ 44300 w 829568"/>
              <a:gd name="connsiteY182" fmla="*/ 291042 h 797705"/>
              <a:gd name="connsiteX183" fmla="*/ 78462 w 829568"/>
              <a:gd name="connsiteY183" fmla="*/ 259331 h 797705"/>
              <a:gd name="connsiteX184" fmla="*/ 92126 w 829568"/>
              <a:gd name="connsiteY184" fmla="*/ 232149 h 797705"/>
              <a:gd name="connsiteX185" fmla="*/ 114901 w 829568"/>
              <a:gd name="connsiteY185" fmla="*/ 211764 h 797705"/>
              <a:gd name="connsiteX186" fmla="*/ 108638 w 829568"/>
              <a:gd name="connsiteY186" fmla="*/ 204968 h 797705"/>
              <a:gd name="connsiteX187" fmla="*/ 92261 w 829568"/>
              <a:gd name="connsiteY187" fmla="*/ 198228 h 797705"/>
              <a:gd name="connsiteX188" fmla="*/ 91806 w 829568"/>
              <a:gd name="connsiteY188" fmla="*/ 198355 h 797705"/>
              <a:gd name="connsiteX189" fmla="*/ 84968 w 829568"/>
              <a:gd name="connsiteY189" fmla="*/ 193807 h 797705"/>
              <a:gd name="connsiteX190" fmla="*/ 94086 w 829568"/>
              <a:gd name="connsiteY190" fmla="*/ 155145 h 797705"/>
              <a:gd name="connsiteX191" fmla="*/ 135114 w 829568"/>
              <a:gd name="connsiteY191" fmla="*/ 127854 h 797705"/>
              <a:gd name="connsiteX192" fmla="*/ 160186 w 829568"/>
              <a:gd name="connsiteY192" fmla="*/ 134677 h 797705"/>
              <a:gd name="connsiteX193" fmla="*/ 160186 w 829568"/>
              <a:gd name="connsiteY193" fmla="*/ 109660 h 797705"/>
              <a:gd name="connsiteX194" fmla="*/ 187538 w 829568"/>
              <a:gd name="connsiteY194" fmla="*/ 82369 h 797705"/>
              <a:gd name="connsiteX195" fmla="*/ 187538 w 829568"/>
              <a:gd name="connsiteY195" fmla="*/ 48256 h 797705"/>
              <a:gd name="connsiteX196" fmla="*/ 190103 w 829568"/>
              <a:gd name="connsiteY196"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27835 w 829568"/>
              <a:gd name="connsiteY155" fmla="*/ 777035 h 797705"/>
              <a:gd name="connsiteX156" fmla="*/ 43788 w 829568"/>
              <a:gd name="connsiteY156" fmla="*/ 770230 h 797705"/>
              <a:gd name="connsiteX157" fmla="*/ 48346 w 829568"/>
              <a:gd name="connsiteY157" fmla="*/ 699908 h 797705"/>
              <a:gd name="connsiteX158" fmla="*/ 5046 w 829568"/>
              <a:gd name="connsiteY158" fmla="*/ 670418 h 797705"/>
              <a:gd name="connsiteX159" fmla="*/ 30114 w 829568"/>
              <a:gd name="connsiteY159" fmla="*/ 615975 h 797705"/>
              <a:gd name="connsiteX160" fmla="*/ 41509 w 829568"/>
              <a:gd name="connsiteY160" fmla="*/ 600095 h 797705"/>
              <a:gd name="connsiteX161" fmla="*/ 34672 w 829568"/>
              <a:gd name="connsiteY161" fmla="*/ 581948 h 797705"/>
              <a:gd name="connsiteX162" fmla="*/ 41509 w 829568"/>
              <a:gd name="connsiteY162" fmla="*/ 554726 h 797705"/>
              <a:gd name="connsiteX163" fmla="*/ 16441 w 829568"/>
              <a:gd name="connsiteY163" fmla="*/ 543384 h 797705"/>
              <a:gd name="connsiteX164" fmla="*/ 34672 w 829568"/>
              <a:gd name="connsiteY164" fmla="*/ 541115 h 797705"/>
              <a:gd name="connsiteX165" fmla="*/ 41498 w 829568"/>
              <a:gd name="connsiteY165" fmla="*/ 541115 h 797705"/>
              <a:gd name="connsiteX166" fmla="*/ 39341 w 829568"/>
              <a:gd name="connsiteY166" fmla="*/ 528176 h 797705"/>
              <a:gd name="connsiteX167" fmla="*/ 86966 w 829568"/>
              <a:gd name="connsiteY167" fmla="*/ 494839 h 797705"/>
              <a:gd name="connsiteX168" fmla="*/ 65409 w 829568"/>
              <a:gd name="connsiteY168" fmla="*/ 464300 h 797705"/>
              <a:gd name="connsiteX169" fmla="*/ 62429 w 829568"/>
              <a:gd name="connsiteY169" fmla="*/ 465726 h 797705"/>
              <a:gd name="connsiteX170" fmla="*/ 62429 w 829568"/>
              <a:gd name="connsiteY170" fmla="*/ 467991 h 797705"/>
              <a:gd name="connsiteX171" fmla="*/ 57874 w 829568"/>
              <a:gd name="connsiteY171" fmla="*/ 470256 h 797705"/>
              <a:gd name="connsiteX172" fmla="*/ 48763 w 829568"/>
              <a:gd name="connsiteY172" fmla="*/ 472522 h 797705"/>
              <a:gd name="connsiteX173" fmla="*/ 35096 w 829568"/>
              <a:gd name="connsiteY173" fmla="*/ 467991 h 797705"/>
              <a:gd name="connsiteX174" fmla="*/ 32818 w 829568"/>
              <a:gd name="connsiteY174" fmla="*/ 449871 h 797705"/>
              <a:gd name="connsiteX175" fmla="*/ 55596 w 829568"/>
              <a:gd name="connsiteY175" fmla="*/ 418160 h 797705"/>
              <a:gd name="connsiteX176" fmla="*/ 55596 w 829568"/>
              <a:gd name="connsiteY176" fmla="*/ 404569 h 797705"/>
              <a:gd name="connsiteX177" fmla="*/ 48763 w 829568"/>
              <a:gd name="connsiteY177" fmla="*/ 372858 h 797705"/>
              <a:gd name="connsiteX178" fmla="*/ 41929 w 829568"/>
              <a:gd name="connsiteY178" fmla="*/ 354737 h 797705"/>
              <a:gd name="connsiteX179" fmla="*/ 41929 w 829568"/>
              <a:gd name="connsiteY179" fmla="*/ 320761 h 797705"/>
              <a:gd name="connsiteX180" fmla="*/ 41929 w 829568"/>
              <a:gd name="connsiteY180" fmla="*/ 300375 h 797705"/>
              <a:gd name="connsiteX181" fmla="*/ 44300 w 829568"/>
              <a:gd name="connsiteY181" fmla="*/ 291042 h 797705"/>
              <a:gd name="connsiteX182" fmla="*/ 78462 w 829568"/>
              <a:gd name="connsiteY182" fmla="*/ 259331 h 797705"/>
              <a:gd name="connsiteX183" fmla="*/ 92126 w 829568"/>
              <a:gd name="connsiteY183" fmla="*/ 232149 h 797705"/>
              <a:gd name="connsiteX184" fmla="*/ 114901 w 829568"/>
              <a:gd name="connsiteY184" fmla="*/ 211764 h 797705"/>
              <a:gd name="connsiteX185" fmla="*/ 108638 w 829568"/>
              <a:gd name="connsiteY185" fmla="*/ 204968 h 797705"/>
              <a:gd name="connsiteX186" fmla="*/ 92261 w 829568"/>
              <a:gd name="connsiteY186" fmla="*/ 198228 h 797705"/>
              <a:gd name="connsiteX187" fmla="*/ 91806 w 829568"/>
              <a:gd name="connsiteY187" fmla="*/ 198355 h 797705"/>
              <a:gd name="connsiteX188" fmla="*/ 84968 w 829568"/>
              <a:gd name="connsiteY188" fmla="*/ 193807 h 797705"/>
              <a:gd name="connsiteX189" fmla="*/ 94086 w 829568"/>
              <a:gd name="connsiteY189" fmla="*/ 155145 h 797705"/>
              <a:gd name="connsiteX190" fmla="*/ 135114 w 829568"/>
              <a:gd name="connsiteY190" fmla="*/ 127854 h 797705"/>
              <a:gd name="connsiteX191" fmla="*/ 160186 w 829568"/>
              <a:gd name="connsiteY191" fmla="*/ 134677 h 797705"/>
              <a:gd name="connsiteX192" fmla="*/ 160186 w 829568"/>
              <a:gd name="connsiteY192" fmla="*/ 109660 h 797705"/>
              <a:gd name="connsiteX193" fmla="*/ 187538 w 829568"/>
              <a:gd name="connsiteY193" fmla="*/ 82369 h 797705"/>
              <a:gd name="connsiteX194" fmla="*/ 187538 w 829568"/>
              <a:gd name="connsiteY194" fmla="*/ 48256 h 797705"/>
              <a:gd name="connsiteX195" fmla="*/ 190103 w 829568"/>
              <a:gd name="connsiteY195"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86966 w 829568"/>
              <a:gd name="connsiteY166" fmla="*/ 494839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86966 w 829568"/>
              <a:gd name="connsiteY166" fmla="*/ 494839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9341 w 829568"/>
              <a:gd name="connsiteY165" fmla="*/ 528176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32296 w 829568"/>
              <a:gd name="connsiteY165" fmla="*/ 535222 h 797705"/>
              <a:gd name="connsiteX166" fmla="*/ 73580 w 829568"/>
              <a:gd name="connsiteY166" fmla="*/ 484975 h 797705"/>
              <a:gd name="connsiteX167" fmla="*/ 65409 w 829568"/>
              <a:gd name="connsiteY167" fmla="*/ 464300 h 797705"/>
              <a:gd name="connsiteX168" fmla="*/ 62429 w 829568"/>
              <a:gd name="connsiteY168" fmla="*/ 465726 h 797705"/>
              <a:gd name="connsiteX169" fmla="*/ 62429 w 829568"/>
              <a:gd name="connsiteY169" fmla="*/ 467991 h 797705"/>
              <a:gd name="connsiteX170" fmla="*/ 57874 w 829568"/>
              <a:gd name="connsiteY170" fmla="*/ 470256 h 797705"/>
              <a:gd name="connsiteX171" fmla="*/ 48763 w 829568"/>
              <a:gd name="connsiteY171" fmla="*/ 472522 h 797705"/>
              <a:gd name="connsiteX172" fmla="*/ 35096 w 829568"/>
              <a:gd name="connsiteY172" fmla="*/ 467991 h 797705"/>
              <a:gd name="connsiteX173" fmla="*/ 32818 w 829568"/>
              <a:gd name="connsiteY173" fmla="*/ 449871 h 797705"/>
              <a:gd name="connsiteX174" fmla="*/ 55596 w 829568"/>
              <a:gd name="connsiteY174" fmla="*/ 418160 h 797705"/>
              <a:gd name="connsiteX175" fmla="*/ 55596 w 829568"/>
              <a:gd name="connsiteY175" fmla="*/ 404569 h 797705"/>
              <a:gd name="connsiteX176" fmla="*/ 48763 w 829568"/>
              <a:gd name="connsiteY176" fmla="*/ 372858 h 797705"/>
              <a:gd name="connsiteX177" fmla="*/ 41929 w 829568"/>
              <a:gd name="connsiteY177" fmla="*/ 354737 h 797705"/>
              <a:gd name="connsiteX178" fmla="*/ 41929 w 829568"/>
              <a:gd name="connsiteY178" fmla="*/ 320761 h 797705"/>
              <a:gd name="connsiteX179" fmla="*/ 41929 w 829568"/>
              <a:gd name="connsiteY179" fmla="*/ 300375 h 797705"/>
              <a:gd name="connsiteX180" fmla="*/ 44300 w 829568"/>
              <a:gd name="connsiteY180" fmla="*/ 291042 h 797705"/>
              <a:gd name="connsiteX181" fmla="*/ 78462 w 829568"/>
              <a:gd name="connsiteY181" fmla="*/ 259331 h 797705"/>
              <a:gd name="connsiteX182" fmla="*/ 92126 w 829568"/>
              <a:gd name="connsiteY182" fmla="*/ 232149 h 797705"/>
              <a:gd name="connsiteX183" fmla="*/ 114901 w 829568"/>
              <a:gd name="connsiteY183" fmla="*/ 211764 h 797705"/>
              <a:gd name="connsiteX184" fmla="*/ 108638 w 829568"/>
              <a:gd name="connsiteY184" fmla="*/ 204968 h 797705"/>
              <a:gd name="connsiteX185" fmla="*/ 92261 w 829568"/>
              <a:gd name="connsiteY185" fmla="*/ 198228 h 797705"/>
              <a:gd name="connsiteX186" fmla="*/ 91806 w 829568"/>
              <a:gd name="connsiteY186" fmla="*/ 198355 h 797705"/>
              <a:gd name="connsiteX187" fmla="*/ 84968 w 829568"/>
              <a:gd name="connsiteY187" fmla="*/ 193807 h 797705"/>
              <a:gd name="connsiteX188" fmla="*/ 94086 w 829568"/>
              <a:gd name="connsiteY188" fmla="*/ 155145 h 797705"/>
              <a:gd name="connsiteX189" fmla="*/ 135114 w 829568"/>
              <a:gd name="connsiteY189" fmla="*/ 127854 h 797705"/>
              <a:gd name="connsiteX190" fmla="*/ 160186 w 829568"/>
              <a:gd name="connsiteY190" fmla="*/ 134677 h 797705"/>
              <a:gd name="connsiteX191" fmla="*/ 160186 w 829568"/>
              <a:gd name="connsiteY191" fmla="*/ 109660 h 797705"/>
              <a:gd name="connsiteX192" fmla="*/ 187538 w 829568"/>
              <a:gd name="connsiteY192" fmla="*/ 82369 h 797705"/>
              <a:gd name="connsiteX193" fmla="*/ 187538 w 829568"/>
              <a:gd name="connsiteY193" fmla="*/ 48256 h 797705"/>
              <a:gd name="connsiteX194" fmla="*/ 190103 w 829568"/>
              <a:gd name="connsiteY194"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41498 w 829568"/>
              <a:gd name="connsiteY164" fmla="*/ 541115 h 797705"/>
              <a:gd name="connsiteX165" fmla="*/ 73580 w 829568"/>
              <a:gd name="connsiteY165" fmla="*/ 484975 h 797705"/>
              <a:gd name="connsiteX166" fmla="*/ 65409 w 829568"/>
              <a:gd name="connsiteY166" fmla="*/ 464300 h 797705"/>
              <a:gd name="connsiteX167" fmla="*/ 62429 w 829568"/>
              <a:gd name="connsiteY167" fmla="*/ 465726 h 797705"/>
              <a:gd name="connsiteX168" fmla="*/ 62429 w 829568"/>
              <a:gd name="connsiteY168" fmla="*/ 467991 h 797705"/>
              <a:gd name="connsiteX169" fmla="*/ 57874 w 829568"/>
              <a:gd name="connsiteY169" fmla="*/ 470256 h 797705"/>
              <a:gd name="connsiteX170" fmla="*/ 48763 w 829568"/>
              <a:gd name="connsiteY170" fmla="*/ 472522 h 797705"/>
              <a:gd name="connsiteX171" fmla="*/ 35096 w 829568"/>
              <a:gd name="connsiteY171" fmla="*/ 467991 h 797705"/>
              <a:gd name="connsiteX172" fmla="*/ 32818 w 829568"/>
              <a:gd name="connsiteY172" fmla="*/ 449871 h 797705"/>
              <a:gd name="connsiteX173" fmla="*/ 55596 w 829568"/>
              <a:gd name="connsiteY173" fmla="*/ 418160 h 797705"/>
              <a:gd name="connsiteX174" fmla="*/ 55596 w 829568"/>
              <a:gd name="connsiteY174" fmla="*/ 404569 h 797705"/>
              <a:gd name="connsiteX175" fmla="*/ 48763 w 829568"/>
              <a:gd name="connsiteY175" fmla="*/ 372858 h 797705"/>
              <a:gd name="connsiteX176" fmla="*/ 41929 w 829568"/>
              <a:gd name="connsiteY176" fmla="*/ 354737 h 797705"/>
              <a:gd name="connsiteX177" fmla="*/ 41929 w 829568"/>
              <a:gd name="connsiteY177" fmla="*/ 320761 h 797705"/>
              <a:gd name="connsiteX178" fmla="*/ 41929 w 829568"/>
              <a:gd name="connsiteY178" fmla="*/ 300375 h 797705"/>
              <a:gd name="connsiteX179" fmla="*/ 44300 w 829568"/>
              <a:gd name="connsiteY179" fmla="*/ 291042 h 797705"/>
              <a:gd name="connsiteX180" fmla="*/ 78462 w 829568"/>
              <a:gd name="connsiteY180" fmla="*/ 259331 h 797705"/>
              <a:gd name="connsiteX181" fmla="*/ 92126 w 829568"/>
              <a:gd name="connsiteY181" fmla="*/ 232149 h 797705"/>
              <a:gd name="connsiteX182" fmla="*/ 114901 w 829568"/>
              <a:gd name="connsiteY182" fmla="*/ 211764 h 797705"/>
              <a:gd name="connsiteX183" fmla="*/ 108638 w 829568"/>
              <a:gd name="connsiteY183" fmla="*/ 204968 h 797705"/>
              <a:gd name="connsiteX184" fmla="*/ 92261 w 829568"/>
              <a:gd name="connsiteY184" fmla="*/ 198228 h 797705"/>
              <a:gd name="connsiteX185" fmla="*/ 91806 w 829568"/>
              <a:gd name="connsiteY185" fmla="*/ 198355 h 797705"/>
              <a:gd name="connsiteX186" fmla="*/ 84968 w 829568"/>
              <a:gd name="connsiteY186" fmla="*/ 193807 h 797705"/>
              <a:gd name="connsiteX187" fmla="*/ 94086 w 829568"/>
              <a:gd name="connsiteY187" fmla="*/ 155145 h 797705"/>
              <a:gd name="connsiteX188" fmla="*/ 135114 w 829568"/>
              <a:gd name="connsiteY188" fmla="*/ 127854 h 797705"/>
              <a:gd name="connsiteX189" fmla="*/ 160186 w 829568"/>
              <a:gd name="connsiteY189" fmla="*/ 134677 h 797705"/>
              <a:gd name="connsiteX190" fmla="*/ 160186 w 829568"/>
              <a:gd name="connsiteY190" fmla="*/ 109660 h 797705"/>
              <a:gd name="connsiteX191" fmla="*/ 187538 w 829568"/>
              <a:gd name="connsiteY191" fmla="*/ 82369 h 797705"/>
              <a:gd name="connsiteX192" fmla="*/ 187538 w 829568"/>
              <a:gd name="connsiteY192" fmla="*/ 48256 h 797705"/>
              <a:gd name="connsiteX193" fmla="*/ 190103 w 829568"/>
              <a:gd name="connsiteY193"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4672 w 829568"/>
              <a:gd name="connsiteY163" fmla="*/ 541115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9036 w 829568"/>
              <a:gd name="connsiteY163" fmla="*/ 53195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5513 w 829568"/>
              <a:gd name="connsiteY163" fmla="*/ 527024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35377 w 829568"/>
              <a:gd name="connsiteY163" fmla="*/ 52984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4241 w 829568"/>
              <a:gd name="connsiteY163" fmla="*/ 53759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9173 w 829568"/>
              <a:gd name="connsiteY163" fmla="*/ 50729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3537 w 829568"/>
              <a:gd name="connsiteY163" fmla="*/ 528432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4810 w 829568"/>
              <a:gd name="connsiteY163" fmla="*/ 513636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17060 w 829568"/>
              <a:gd name="connsiteY163" fmla="*/ 530545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5409 w 829568"/>
              <a:gd name="connsiteY165" fmla="*/ 464300 h 797705"/>
              <a:gd name="connsiteX166" fmla="*/ 62429 w 829568"/>
              <a:gd name="connsiteY166" fmla="*/ 465726 h 797705"/>
              <a:gd name="connsiteX167" fmla="*/ 62429 w 829568"/>
              <a:gd name="connsiteY167" fmla="*/ 467991 h 797705"/>
              <a:gd name="connsiteX168" fmla="*/ 57874 w 829568"/>
              <a:gd name="connsiteY168" fmla="*/ 470256 h 797705"/>
              <a:gd name="connsiteX169" fmla="*/ 48763 w 829568"/>
              <a:gd name="connsiteY169" fmla="*/ 472522 h 797705"/>
              <a:gd name="connsiteX170" fmla="*/ 35096 w 829568"/>
              <a:gd name="connsiteY170" fmla="*/ 467991 h 797705"/>
              <a:gd name="connsiteX171" fmla="*/ 32818 w 829568"/>
              <a:gd name="connsiteY171" fmla="*/ 449871 h 797705"/>
              <a:gd name="connsiteX172" fmla="*/ 55596 w 829568"/>
              <a:gd name="connsiteY172" fmla="*/ 418160 h 797705"/>
              <a:gd name="connsiteX173" fmla="*/ 55596 w 829568"/>
              <a:gd name="connsiteY173" fmla="*/ 404569 h 797705"/>
              <a:gd name="connsiteX174" fmla="*/ 48763 w 829568"/>
              <a:gd name="connsiteY174" fmla="*/ 372858 h 797705"/>
              <a:gd name="connsiteX175" fmla="*/ 41929 w 829568"/>
              <a:gd name="connsiteY175" fmla="*/ 354737 h 797705"/>
              <a:gd name="connsiteX176" fmla="*/ 41929 w 829568"/>
              <a:gd name="connsiteY176" fmla="*/ 320761 h 797705"/>
              <a:gd name="connsiteX177" fmla="*/ 41929 w 829568"/>
              <a:gd name="connsiteY177" fmla="*/ 300375 h 797705"/>
              <a:gd name="connsiteX178" fmla="*/ 44300 w 829568"/>
              <a:gd name="connsiteY178" fmla="*/ 291042 h 797705"/>
              <a:gd name="connsiteX179" fmla="*/ 78462 w 829568"/>
              <a:gd name="connsiteY179" fmla="*/ 259331 h 797705"/>
              <a:gd name="connsiteX180" fmla="*/ 92126 w 829568"/>
              <a:gd name="connsiteY180" fmla="*/ 232149 h 797705"/>
              <a:gd name="connsiteX181" fmla="*/ 114901 w 829568"/>
              <a:gd name="connsiteY181" fmla="*/ 211764 h 797705"/>
              <a:gd name="connsiteX182" fmla="*/ 108638 w 829568"/>
              <a:gd name="connsiteY182" fmla="*/ 204968 h 797705"/>
              <a:gd name="connsiteX183" fmla="*/ 92261 w 829568"/>
              <a:gd name="connsiteY183" fmla="*/ 198228 h 797705"/>
              <a:gd name="connsiteX184" fmla="*/ 91806 w 829568"/>
              <a:gd name="connsiteY184" fmla="*/ 198355 h 797705"/>
              <a:gd name="connsiteX185" fmla="*/ 84968 w 829568"/>
              <a:gd name="connsiteY185" fmla="*/ 193807 h 797705"/>
              <a:gd name="connsiteX186" fmla="*/ 94086 w 829568"/>
              <a:gd name="connsiteY186" fmla="*/ 155145 h 797705"/>
              <a:gd name="connsiteX187" fmla="*/ 135114 w 829568"/>
              <a:gd name="connsiteY187" fmla="*/ 127854 h 797705"/>
              <a:gd name="connsiteX188" fmla="*/ 160186 w 829568"/>
              <a:gd name="connsiteY188" fmla="*/ 134677 h 797705"/>
              <a:gd name="connsiteX189" fmla="*/ 160186 w 829568"/>
              <a:gd name="connsiteY189" fmla="*/ 109660 h 797705"/>
              <a:gd name="connsiteX190" fmla="*/ 187538 w 829568"/>
              <a:gd name="connsiteY190" fmla="*/ 82369 h 797705"/>
              <a:gd name="connsiteX191" fmla="*/ 187538 w 829568"/>
              <a:gd name="connsiteY191" fmla="*/ 48256 h 797705"/>
              <a:gd name="connsiteX192" fmla="*/ 190103 w 829568"/>
              <a:gd name="connsiteY192"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2429 w 829568"/>
              <a:gd name="connsiteY165" fmla="*/ 465726 h 797705"/>
              <a:gd name="connsiteX166" fmla="*/ 62429 w 829568"/>
              <a:gd name="connsiteY166" fmla="*/ 467991 h 797705"/>
              <a:gd name="connsiteX167" fmla="*/ 57874 w 829568"/>
              <a:gd name="connsiteY167" fmla="*/ 470256 h 797705"/>
              <a:gd name="connsiteX168" fmla="*/ 48763 w 829568"/>
              <a:gd name="connsiteY168" fmla="*/ 472522 h 797705"/>
              <a:gd name="connsiteX169" fmla="*/ 35096 w 829568"/>
              <a:gd name="connsiteY169" fmla="*/ 467991 h 797705"/>
              <a:gd name="connsiteX170" fmla="*/ 32818 w 829568"/>
              <a:gd name="connsiteY170" fmla="*/ 449871 h 797705"/>
              <a:gd name="connsiteX171" fmla="*/ 55596 w 829568"/>
              <a:gd name="connsiteY171" fmla="*/ 418160 h 797705"/>
              <a:gd name="connsiteX172" fmla="*/ 55596 w 829568"/>
              <a:gd name="connsiteY172" fmla="*/ 404569 h 797705"/>
              <a:gd name="connsiteX173" fmla="*/ 48763 w 829568"/>
              <a:gd name="connsiteY173" fmla="*/ 372858 h 797705"/>
              <a:gd name="connsiteX174" fmla="*/ 41929 w 829568"/>
              <a:gd name="connsiteY174" fmla="*/ 354737 h 797705"/>
              <a:gd name="connsiteX175" fmla="*/ 41929 w 829568"/>
              <a:gd name="connsiteY175" fmla="*/ 320761 h 797705"/>
              <a:gd name="connsiteX176" fmla="*/ 41929 w 829568"/>
              <a:gd name="connsiteY176" fmla="*/ 300375 h 797705"/>
              <a:gd name="connsiteX177" fmla="*/ 44300 w 829568"/>
              <a:gd name="connsiteY177" fmla="*/ 291042 h 797705"/>
              <a:gd name="connsiteX178" fmla="*/ 78462 w 829568"/>
              <a:gd name="connsiteY178" fmla="*/ 259331 h 797705"/>
              <a:gd name="connsiteX179" fmla="*/ 92126 w 829568"/>
              <a:gd name="connsiteY179" fmla="*/ 232149 h 797705"/>
              <a:gd name="connsiteX180" fmla="*/ 114901 w 829568"/>
              <a:gd name="connsiteY180" fmla="*/ 211764 h 797705"/>
              <a:gd name="connsiteX181" fmla="*/ 108638 w 829568"/>
              <a:gd name="connsiteY181" fmla="*/ 204968 h 797705"/>
              <a:gd name="connsiteX182" fmla="*/ 92261 w 829568"/>
              <a:gd name="connsiteY182" fmla="*/ 198228 h 797705"/>
              <a:gd name="connsiteX183" fmla="*/ 91806 w 829568"/>
              <a:gd name="connsiteY183" fmla="*/ 198355 h 797705"/>
              <a:gd name="connsiteX184" fmla="*/ 84968 w 829568"/>
              <a:gd name="connsiteY184" fmla="*/ 193807 h 797705"/>
              <a:gd name="connsiteX185" fmla="*/ 94086 w 829568"/>
              <a:gd name="connsiteY185" fmla="*/ 155145 h 797705"/>
              <a:gd name="connsiteX186" fmla="*/ 135114 w 829568"/>
              <a:gd name="connsiteY186" fmla="*/ 127854 h 797705"/>
              <a:gd name="connsiteX187" fmla="*/ 160186 w 829568"/>
              <a:gd name="connsiteY187" fmla="*/ 134677 h 797705"/>
              <a:gd name="connsiteX188" fmla="*/ 160186 w 829568"/>
              <a:gd name="connsiteY188" fmla="*/ 109660 h 797705"/>
              <a:gd name="connsiteX189" fmla="*/ 187538 w 829568"/>
              <a:gd name="connsiteY189" fmla="*/ 82369 h 797705"/>
              <a:gd name="connsiteX190" fmla="*/ 187538 w 829568"/>
              <a:gd name="connsiteY190" fmla="*/ 48256 h 797705"/>
              <a:gd name="connsiteX191" fmla="*/ 190103 w 829568"/>
              <a:gd name="connsiteY191"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62429 w 829568"/>
              <a:gd name="connsiteY165" fmla="*/ 465726 h 797705"/>
              <a:gd name="connsiteX166" fmla="*/ 57874 w 829568"/>
              <a:gd name="connsiteY166" fmla="*/ 470256 h 797705"/>
              <a:gd name="connsiteX167" fmla="*/ 48763 w 829568"/>
              <a:gd name="connsiteY167" fmla="*/ 472522 h 797705"/>
              <a:gd name="connsiteX168" fmla="*/ 35096 w 829568"/>
              <a:gd name="connsiteY168" fmla="*/ 467991 h 797705"/>
              <a:gd name="connsiteX169" fmla="*/ 32818 w 829568"/>
              <a:gd name="connsiteY169" fmla="*/ 449871 h 797705"/>
              <a:gd name="connsiteX170" fmla="*/ 55596 w 829568"/>
              <a:gd name="connsiteY170" fmla="*/ 418160 h 797705"/>
              <a:gd name="connsiteX171" fmla="*/ 55596 w 829568"/>
              <a:gd name="connsiteY171" fmla="*/ 404569 h 797705"/>
              <a:gd name="connsiteX172" fmla="*/ 48763 w 829568"/>
              <a:gd name="connsiteY172" fmla="*/ 372858 h 797705"/>
              <a:gd name="connsiteX173" fmla="*/ 41929 w 829568"/>
              <a:gd name="connsiteY173" fmla="*/ 354737 h 797705"/>
              <a:gd name="connsiteX174" fmla="*/ 41929 w 829568"/>
              <a:gd name="connsiteY174" fmla="*/ 320761 h 797705"/>
              <a:gd name="connsiteX175" fmla="*/ 41929 w 829568"/>
              <a:gd name="connsiteY175" fmla="*/ 300375 h 797705"/>
              <a:gd name="connsiteX176" fmla="*/ 44300 w 829568"/>
              <a:gd name="connsiteY176" fmla="*/ 291042 h 797705"/>
              <a:gd name="connsiteX177" fmla="*/ 78462 w 829568"/>
              <a:gd name="connsiteY177" fmla="*/ 259331 h 797705"/>
              <a:gd name="connsiteX178" fmla="*/ 92126 w 829568"/>
              <a:gd name="connsiteY178" fmla="*/ 232149 h 797705"/>
              <a:gd name="connsiteX179" fmla="*/ 114901 w 829568"/>
              <a:gd name="connsiteY179" fmla="*/ 211764 h 797705"/>
              <a:gd name="connsiteX180" fmla="*/ 108638 w 829568"/>
              <a:gd name="connsiteY180" fmla="*/ 204968 h 797705"/>
              <a:gd name="connsiteX181" fmla="*/ 92261 w 829568"/>
              <a:gd name="connsiteY181" fmla="*/ 198228 h 797705"/>
              <a:gd name="connsiteX182" fmla="*/ 91806 w 829568"/>
              <a:gd name="connsiteY182" fmla="*/ 198355 h 797705"/>
              <a:gd name="connsiteX183" fmla="*/ 84968 w 829568"/>
              <a:gd name="connsiteY183" fmla="*/ 193807 h 797705"/>
              <a:gd name="connsiteX184" fmla="*/ 94086 w 829568"/>
              <a:gd name="connsiteY184" fmla="*/ 155145 h 797705"/>
              <a:gd name="connsiteX185" fmla="*/ 135114 w 829568"/>
              <a:gd name="connsiteY185" fmla="*/ 127854 h 797705"/>
              <a:gd name="connsiteX186" fmla="*/ 160186 w 829568"/>
              <a:gd name="connsiteY186" fmla="*/ 134677 h 797705"/>
              <a:gd name="connsiteX187" fmla="*/ 160186 w 829568"/>
              <a:gd name="connsiteY187" fmla="*/ 109660 h 797705"/>
              <a:gd name="connsiteX188" fmla="*/ 187538 w 829568"/>
              <a:gd name="connsiteY188" fmla="*/ 82369 h 797705"/>
              <a:gd name="connsiteX189" fmla="*/ 187538 w 829568"/>
              <a:gd name="connsiteY189" fmla="*/ 48256 h 797705"/>
              <a:gd name="connsiteX190" fmla="*/ 190103 w 829568"/>
              <a:gd name="connsiteY190"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57874 w 829568"/>
              <a:gd name="connsiteY165" fmla="*/ 470256 h 797705"/>
              <a:gd name="connsiteX166" fmla="*/ 48763 w 829568"/>
              <a:gd name="connsiteY166" fmla="*/ 472522 h 797705"/>
              <a:gd name="connsiteX167" fmla="*/ 35096 w 829568"/>
              <a:gd name="connsiteY167" fmla="*/ 467991 h 797705"/>
              <a:gd name="connsiteX168" fmla="*/ 32818 w 829568"/>
              <a:gd name="connsiteY168" fmla="*/ 449871 h 797705"/>
              <a:gd name="connsiteX169" fmla="*/ 55596 w 829568"/>
              <a:gd name="connsiteY169" fmla="*/ 418160 h 797705"/>
              <a:gd name="connsiteX170" fmla="*/ 55596 w 829568"/>
              <a:gd name="connsiteY170" fmla="*/ 404569 h 797705"/>
              <a:gd name="connsiteX171" fmla="*/ 48763 w 829568"/>
              <a:gd name="connsiteY171" fmla="*/ 372858 h 797705"/>
              <a:gd name="connsiteX172" fmla="*/ 41929 w 829568"/>
              <a:gd name="connsiteY172" fmla="*/ 354737 h 797705"/>
              <a:gd name="connsiteX173" fmla="*/ 41929 w 829568"/>
              <a:gd name="connsiteY173" fmla="*/ 320761 h 797705"/>
              <a:gd name="connsiteX174" fmla="*/ 41929 w 829568"/>
              <a:gd name="connsiteY174" fmla="*/ 300375 h 797705"/>
              <a:gd name="connsiteX175" fmla="*/ 44300 w 829568"/>
              <a:gd name="connsiteY175" fmla="*/ 291042 h 797705"/>
              <a:gd name="connsiteX176" fmla="*/ 78462 w 829568"/>
              <a:gd name="connsiteY176" fmla="*/ 259331 h 797705"/>
              <a:gd name="connsiteX177" fmla="*/ 92126 w 829568"/>
              <a:gd name="connsiteY177" fmla="*/ 232149 h 797705"/>
              <a:gd name="connsiteX178" fmla="*/ 114901 w 829568"/>
              <a:gd name="connsiteY178" fmla="*/ 211764 h 797705"/>
              <a:gd name="connsiteX179" fmla="*/ 108638 w 829568"/>
              <a:gd name="connsiteY179" fmla="*/ 204968 h 797705"/>
              <a:gd name="connsiteX180" fmla="*/ 92261 w 829568"/>
              <a:gd name="connsiteY180" fmla="*/ 198228 h 797705"/>
              <a:gd name="connsiteX181" fmla="*/ 91806 w 829568"/>
              <a:gd name="connsiteY181" fmla="*/ 198355 h 797705"/>
              <a:gd name="connsiteX182" fmla="*/ 84968 w 829568"/>
              <a:gd name="connsiteY182" fmla="*/ 193807 h 797705"/>
              <a:gd name="connsiteX183" fmla="*/ 94086 w 829568"/>
              <a:gd name="connsiteY183" fmla="*/ 155145 h 797705"/>
              <a:gd name="connsiteX184" fmla="*/ 135114 w 829568"/>
              <a:gd name="connsiteY184" fmla="*/ 127854 h 797705"/>
              <a:gd name="connsiteX185" fmla="*/ 160186 w 829568"/>
              <a:gd name="connsiteY185" fmla="*/ 134677 h 797705"/>
              <a:gd name="connsiteX186" fmla="*/ 160186 w 829568"/>
              <a:gd name="connsiteY186" fmla="*/ 109660 h 797705"/>
              <a:gd name="connsiteX187" fmla="*/ 187538 w 829568"/>
              <a:gd name="connsiteY187" fmla="*/ 82369 h 797705"/>
              <a:gd name="connsiteX188" fmla="*/ 187538 w 829568"/>
              <a:gd name="connsiteY188" fmla="*/ 48256 h 797705"/>
              <a:gd name="connsiteX189" fmla="*/ 190103 w 829568"/>
              <a:gd name="connsiteY189"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48763 w 829568"/>
              <a:gd name="connsiteY165" fmla="*/ 472522 h 797705"/>
              <a:gd name="connsiteX166" fmla="*/ 35096 w 829568"/>
              <a:gd name="connsiteY166" fmla="*/ 467991 h 797705"/>
              <a:gd name="connsiteX167" fmla="*/ 32818 w 829568"/>
              <a:gd name="connsiteY167" fmla="*/ 449871 h 797705"/>
              <a:gd name="connsiteX168" fmla="*/ 55596 w 829568"/>
              <a:gd name="connsiteY168" fmla="*/ 418160 h 797705"/>
              <a:gd name="connsiteX169" fmla="*/ 55596 w 829568"/>
              <a:gd name="connsiteY169" fmla="*/ 404569 h 797705"/>
              <a:gd name="connsiteX170" fmla="*/ 48763 w 829568"/>
              <a:gd name="connsiteY170" fmla="*/ 372858 h 797705"/>
              <a:gd name="connsiteX171" fmla="*/ 41929 w 829568"/>
              <a:gd name="connsiteY171" fmla="*/ 354737 h 797705"/>
              <a:gd name="connsiteX172" fmla="*/ 41929 w 829568"/>
              <a:gd name="connsiteY172" fmla="*/ 320761 h 797705"/>
              <a:gd name="connsiteX173" fmla="*/ 41929 w 829568"/>
              <a:gd name="connsiteY173" fmla="*/ 300375 h 797705"/>
              <a:gd name="connsiteX174" fmla="*/ 44300 w 829568"/>
              <a:gd name="connsiteY174" fmla="*/ 291042 h 797705"/>
              <a:gd name="connsiteX175" fmla="*/ 78462 w 829568"/>
              <a:gd name="connsiteY175" fmla="*/ 259331 h 797705"/>
              <a:gd name="connsiteX176" fmla="*/ 92126 w 829568"/>
              <a:gd name="connsiteY176" fmla="*/ 232149 h 797705"/>
              <a:gd name="connsiteX177" fmla="*/ 114901 w 829568"/>
              <a:gd name="connsiteY177" fmla="*/ 211764 h 797705"/>
              <a:gd name="connsiteX178" fmla="*/ 108638 w 829568"/>
              <a:gd name="connsiteY178" fmla="*/ 204968 h 797705"/>
              <a:gd name="connsiteX179" fmla="*/ 92261 w 829568"/>
              <a:gd name="connsiteY179" fmla="*/ 198228 h 797705"/>
              <a:gd name="connsiteX180" fmla="*/ 91806 w 829568"/>
              <a:gd name="connsiteY180" fmla="*/ 198355 h 797705"/>
              <a:gd name="connsiteX181" fmla="*/ 84968 w 829568"/>
              <a:gd name="connsiteY181" fmla="*/ 193807 h 797705"/>
              <a:gd name="connsiteX182" fmla="*/ 94086 w 829568"/>
              <a:gd name="connsiteY182" fmla="*/ 155145 h 797705"/>
              <a:gd name="connsiteX183" fmla="*/ 135114 w 829568"/>
              <a:gd name="connsiteY183" fmla="*/ 127854 h 797705"/>
              <a:gd name="connsiteX184" fmla="*/ 160186 w 829568"/>
              <a:gd name="connsiteY184" fmla="*/ 134677 h 797705"/>
              <a:gd name="connsiteX185" fmla="*/ 160186 w 829568"/>
              <a:gd name="connsiteY185" fmla="*/ 109660 h 797705"/>
              <a:gd name="connsiteX186" fmla="*/ 187538 w 829568"/>
              <a:gd name="connsiteY186" fmla="*/ 82369 h 797705"/>
              <a:gd name="connsiteX187" fmla="*/ 187538 w 829568"/>
              <a:gd name="connsiteY187" fmla="*/ 48256 h 797705"/>
              <a:gd name="connsiteX188" fmla="*/ 190103 w 829568"/>
              <a:gd name="connsiteY188" fmla="*/ 284 h 797705"/>
              <a:gd name="connsiteX0" fmla="*/ 190103 w 829568"/>
              <a:gd name="connsiteY0" fmla="*/ 284 h 797705"/>
              <a:gd name="connsiteX1" fmla="*/ 208052 w 829568"/>
              <a:gd name="connsiteY1" fmla="*/ 7319 h 797705"/>
              <a:gd name="connsiteX2" fmla="*/ 244522 w 829568"/>
              <a:gd name="connsiteY2" fmla="*/ 16416 h 797705"/>
              <a:gd name="connsiteX3" fmla="*/ 269594 w 829568"/>
              <a:gd name="connsiteY3" fmla="*/ 36884 h 797705"/>
              <a:gd name="connsiteX4" fmla="*/ 303784 w 829568"/>
              <a:gd name="connsiteY4" fmla="*/ 59627 h 797705"/>
              <a:gd name="connsiteX5" fmla="*/ 317460 w 829568"/>
              <a:gd name="connsiteY5" fmla="*/ 89192 h 797705"/>
              <a:gd name="connsiteX6" fmla="*/ 353930 w 829568"/>
              <a:gd name="connsiteY6" fmla="*/ 73272 h 797705"/>
              <a:gd name="connsiteX7" fmla="*/ 399516 w 829568"/>
              <a:gd name="connsiteY7" fmla="*/ 82369 h 797705"/>
              <a:gd name="connsiteX8" fmla="*/ 417751 w 829568"/>
              <a:gd name="connsiteY8" fmla="*/ 77821 h 797705"/>
              <a:gd name="connsiteX9" fmla="*/ 438265 w 829568"/>
              <a:gd name="connsiteY9" fmla="*/ 64175 h 797705"/>
              <a:gd name="connsiteX10" fmla="*/ 472455 w 829568"/>
              <a:gd name="connsiteY10" fmla="*/ 73272 h 797705"/>
              <a:gd name="connsiteX11" fmla="*/ 486131 w 829568"/>
              <a:gd name="connsiteY11" fmla="*/ 82369 h 797705"/>
              <a:gd name="connsiteX12" fmla="*/ 490690 w 829568"/>
              <a:gd name="connsiteY12" fmla="*/ 132402 h 797705"/>
              <a:gd name="connsiteX13" fmla="*/ 495248 w 829568"/>
              <a:gd name="connsiteY13" fmla="*/ 196081 h 797705"/>
              <a:gd name="connsiteX14" fmla="*/ 495248 w 829568"/>
              <a:gd name="connsiteY14" fmla="*/ 214275 h 797705"/>
              <a:gd name="connsiteX15" fmla="*/ 495067 w 829568"/>
              <a:gd name="connsiteY15" fmla="*/ 214233 h 797705"/>
              <a:gd name="connsiteX16" fmla="*/ 497146 w 829568"/>
              <a:gd name="connsiteY16" fmla="*/ 220449 h 797705"/>
              <a:gd name="connsiteX17" fmla="*/ 508530 w 829568"/>
              <a:gd name="connsiteY17" fmla="*/ 224986 h 797705"/>
              <a:gd name="connsiteX18" fmla="*/ 524467 w 829568"/>
              <a:gd name="connsiteY18" fmla="*/ 238598 h 797705"/>
              <a:gd name="connsiteX19" fmla="*/ 556340 w 829568"/>
              <a:gd name="connsiteY19" fmla="*/ 234060 h 797705"/>
              <a:gd name="connsiteX20" fmla="*/ 570440 w 829568"/>
              <a:gd name="connsiteY20" fmla="*/ 254988 h 797705"/>
              <a:gd name="connsiteX21" fmla="*/ 570445 w 829568"/>
              <a:gd name="connsiteY21" fmla="*/ 254942 h 797705"/>
              <a:gd name="connsiteX22" fmla="*/ 574113 w 829568"/>
              <a:gd name="connsiteY22" fmla="*/ 256872 h 797705"/>
              <a:gd name="connsiteX23" fmla="*/ 574458 w 829568"/>
              <a:gd name="connsiteY23" fmla="*/ 256788 h 797705"/>
              <a:gd name="connsiteX24" fmla="*/ 583230 w 829568"/>
              <a:gd name="connsiteY24" fmla="*/ 254659 h 797705"/>
              <a:gd name="connsiteX25" fmla="*/ 595448 w 829568"/>
              <a:gd name="connsiteY25" fmla="*/ 250406 h 797705"/>
              <a:gd name="connsiteX26" fmla="*/ 624997 w 829568"/>
              <a:gd name="connsiteY26" fmla="*/ 282159 h 797705"/>
              <a:gd name="connsiteX27" fmla="*/ 637214 w 829568"/>
              <a:gd name="connsiteY27" fmla="*/ 311928 h 797705"/>
              <a:gd name="connsiteX28" fmla="*/ 636731 w 829568"/>
              <a:gd name="connsiteY28" fmla="*/ 319061 h 797705"/>
              <a:gd name="connsiteX29" fmla="*/ 636185 w 829568"/>
              <a:gd name="connsiteY29" fmla="*/ 327131 h 797705"/>
              <a:gd name="connsiteX30" fmla="*/ 640908 w 829568"/>
              <a:gd name="connsiteY30" fmla="*/ 343397 h 797705"/>
              <a:gd name="connsiteX31" fmla="*/ 656819 w 829568"/>
              <a:gd name="connsiteY31" fmla="*/ 329788 h 797705"/>
              <a:gd name="connsiteX32" fmla="*/ 672730 w 829568"/>
              <a:gd name="connsiteY32" fmla="*/ 347933 h 797705"/>
              <a:gd name="connsiteX33" fmla="*/ 679549 w 829568"/>
              <a:gd name="connsiteY33" fmla="*/ 366077 h 797705"/>
              <a:gd name="connsiteX34" fmla="*/ 686368 w 829568"/>
              <a:gd name="connsiteY34" fmla="*/ 418243 h 797705"/>
              <a:gd name="connsiteX35" fmla="*/ 736375 w 829568"/>
              <a:gd name="connsiteY35" fmla="*/ 413707 h 797705"/>
              <a:gd name="connsiteX36" fmla="*/ 756832 w 829568"/>
              <a:gd name="connsiteY36" fmla="*/ 420511 h 797705"/>
              <a:gd name="connsiteX37" fmla="*/ 765924 w 829568"/>
              <a:gd name="connsiteY37" fmla="*/ 406903 h 797705"/>
              <a:gd name="connsiteX38" fmla="*/ 829568 w 829568"/>
              <a:gd name="connsiteY38" fmla="*/ 397830 h 797705"/>
              <a:gd name="connsiteX39" fmla="*/ 829568 w 829568"/>
              <a:gd name="connsiteY39" fmla="*/ 413707 h 797705"/>
              <a:gd name="connsiteX40" fmla="*/ 827295 w 829568"/>
              <a:gd name="connsiteY40" fmla="*/ 422779 h 797705"/>
              <a:gd name="connsiteX41" fmla="*/ 822749 w 829568"/>
              <a:gd name="connsiteY41" fmla="*/ 427315 h 797705"/>
              <a:gd name="connsiteX42" fmla="*/ 815930 w 829568"/>
              <a:gd name="connsiteY42" fmla="*/ 427315 h 797705"/>
              <a:gd name="connsiteX43" fmla="*/ 809111 w 829568"/>
              <a:gd name="connsiteY43" fmla="*/ 443192 h 797705"/>
              <a:gd name="connsiteX44" fmla="*/ 802292 w 829568"/>
              <a:gd name="connsiteY44" fmla="*/ 452264 h 797705"/>
              <a:gd name="connsiteX45" fmla="*/ 800019 w 829568"/>
              <a:gd name="connsiteY45" fmla="*/ 459068 h 797705"/>
              <a:gd name="connsiteX46" fmla="*/ 800019 w 829568"/>
              <a:gd name="connsiteY46" fmla="*/ 470408 h 797705"/>
              <a:gd name="connsiteX47" fmla="*/ 800019 w 829568"/>
              <a:gd name="connsiteY47" fmla="*/ 481749 h 797705"/>
              <a:gd name="connsiteX48" fmla="*/ 784108 w 829568"/>
              <a:gd name="connsiteY48" fmla="*/ 477212 h 797705"/>
              <a:gd name="connsiteX49" fmla="*/ 777289 w 829568"/>
              <a:gd name="connsiteY49" fmla="*/ 477212 h 797705"/>
              <a:gd name="connsiteX50" fmla="*/ 770470 w 829568"/>
              <a:gd name="connsiteY50" fmla="*/ 481749 h 797705"/>
              <a:gd name="connsiteX51" fmla="*/ 768197 w 829568"/>
              <a:gd name="connsiteY51" fmla="*/ 488553 h 797705"/>
              <a:gd name="connsiteX52" fmla="*/ 750013 w 829568"/>
              <a:gd name="connsiteY52" fmla="*/ 497625 h 797705"/>
              <a:gd name="connsiteX53" fmla="*/ 745467 w 829568"/>
              <a:gd name="connsiteY53" fmla="*/ 490821 h 797705"/>
              <a:gd name="connsiteX54" fmla="*/ 740921 w 829568"/>
              <a:gd name="connsiteY54" fmla="*/ 493089 h 797705"/>
              <a:gd name="connsiteX55" fmla="*/ 738648 w 829568"/>
              <a:gd name="connsiteY55" fmla="*/ 499893 h 797705"/>
              <a:gd name="connsiteX56" fmla="*/ 738648 w 829568"/>
              <a:gd name="connsiteY56" fmla="*/ 502161 h 797705"/>
              <a:gd name="connsiteX57" fmla="*/ 725010 w 829568"/>
              <a:gd name="connsiteY57" fmla="*/ 504429 h 797705"/>
              <a:gd name="connsiteX58" fmla="*/ 715918 w 829568"/>
              <a:gd name="connsiteY58" fmla="*/ 508965 h 797705"/>
              <a:gd name="connsiteX59" fmla="*/ 715918 w 829568"/>
              <a:gd name="connsiteY59" fmla="*/ 520306 h 797705"/>
              <a:gd name="connsiteX60" fmla="*/ 713645 w 829568"/>
              <a:gd name="connsiteY60" fmla="*/ 522574 h 797705"/>
              <a:gd name="connsiteX61" fmla="*/ 693188 w 829568"/>
              <a:gd name="connsiteY61" fmla="*/ 527110 h 797705"/>
              <a:gd name="connsiteX62" fmla="*/ 677276 w 829568"/>
              <a:gd name="connsiteY62" fmla="*/ 531646 h 797705"/>
              <a:gd name="connsiteX63" fmla="*/ 668184 w 829568"/>
              <a:gd name="connsiteY63" fmla="*/ 527110 h 797705"/>
              <a:gd name="connsiteX64" fmla="*/ 665911 w 829568"/>
              <a:gd name="connsiteY64" fmla="*/ 529378 h 797705"/>
              <a:gd name="connsiteX65" fmla="*/ 665911 w 829568"/>
              <a:gd name="connsiteY65" fmla="*/ 538450 h 797705"/>
              <a:gd name="connsiteX66" fmla="*/ 659092 w 829568"/>
              <a:gd name="connsiteY66" fmla="*/ 540718 h 797705"/>
              <a:gd name="connsiteX67" fmla="*/ 659092 w 829568"/>
              <a:gd name="connsiteY67" fmla="*/ 545254 h 797705"/>
              <a:gd name="connsiteX68" fmla="*/ 659092 w 829568"/>
              <a:gd name="connsiteY68" fmla="*/ 556595 h 797705"/>
              <a:gd name="connsiteX69" fmla="*/ 656819 w 829568"/>
              <a:gd name="connsiteY69" fmla="*/ 561131 h 797705"/>
              <a:gd name="connsiteX70" fmla="*/ 652273 w 829568"/>
              <a:gd name="connsiteY70" fmla="*/ 561131 h 797705"/>
              <a:gd name="connsiteX71" fmla="*/ 650000 w 829568"/>
              <a:gd name="connsiteY71" fmla="*/ 561131 h 797705"/>
              <a:gd name="connsiteX72" fmla="*/ 618178 w 829568"/>
              <a:gd name="connsiteY72" fmla="*/ 552058 h 797705"/>
              <a:gd name="connsiteX73" fmla="*/ 618178 w 829568"/>
              <a:gd name="connsiteY73" fmla="*/ 549790 h 797705"/>
              <a:gd name="connsiteX74" fmla="*/ 609086 w 829568"/>
              <a:gd name="connsiteY74" fmla="*/ 542986 h 797705"/>
              <a:gd name="connsiteX75" fmla="*/ 599994 w 829568"/>
              <a:gd name="connsiteY75" fmla="*/ 547522 h 797705"/>
              <a:gd name="connsiteX76" fmla="*/ 590902 w 829568"/>
              <a:gd name="connsiteY76" fmla="*/ 554327 h 797705"/>
              <a:gd name="connsiteX77" fmla="*/ 579537 w 829568"/>
              <a:gd name="connsiteY77" fmla="*/ 563399 h 797705"/>
              <a:gd name="connsiteX78" fmla="*/ 574991 w 829568"/>
              <a:gd name="connsiteY78" fmla="*/ 556595 h 797705"/>
              <a:gd name="connsiteX79" fmla="*/ 570445 w 829568"/>
              <a:gd name="connsiteY79" fmla="*/ 558863 h 797705"/>
              <a:gd name="connsiteX80" fmla="*/ 568172 w 829568"/>
              <a:gd name="connsiteY80" fmla="*/ 563399 h 797705"/>
              <a:gd name="connsiteX81" fmla="*/ 568172 w 829568"/>
              <a:gd name="connsiteY81" fmla="*/ 565667 h 797705"/>
              <a:gd name="connsiteX82" fmla="*/ 568172 w 829568"/>
              <a:gd name="connsiteY82" fmla="*/ 570203 h 797705"/>
              <a:gd name="connsiteX83" fmla="*/ 565899 w 829568"/>
              <a:gd name="connsiteY83" fmla="*/ 572471 h 797705"/>
              <a:gd name="connsiteX84" fmla="*/ 565899 w 829568"/>
              <a:gd name="connsiteY84" fmla="*/ 574739 h 797705"/>
              <a:gd name="connsiteX85" fmla="*/ 581810 w 829568"/>
              <a:gd name="connsiteY85" fmla="*/ 581543 h 797705"/>
              <a:gd name="connsiteX86" fmla="*/ 586356 w 829568"/>
              <a:gd name="connsiteY86" fmla="*/ 586079 h 797705"/>
              <a:gd name="connsiteX87" fmla="*/ 590902 w 829568"/>
              <a:gd name="connsiteY87" fmla="*/ 579275 h 797705"/>
              <a:gd name="connsiteX88" fmla="*/ 597721 w 829568"/>
              <a:gd name="connsiteY88" fmla="*/ 583811 h 797705"/>
              <a:gd name="connsiteX89" fmla="*/ 599994 w 829568"/>
              <a:gd name="connsiteY89" fmla="*/ 579275 h 797705"/>
              <a:gd name="connsiteX90" fmla="*/ 606813 w 829568"/>
              <a:gd name="connsiteY90" fmla="*/ 588347 h 797705"/>
              <a:gd name="connsiteX91" fmla="*/ 606813 w 829568"/>
              <a:gd name="connsiteY91" fmla="*/ 590616 h 797705"/>
              <a:gd name="connsiteX92" fmla="*/ 602267 w 829568"/>
              <a:gd name="connsiteY92" fmla="*/ 601956 h 797705"/>
              <a:gd name="connsiteX93" fmla="*/ 604540 w 829568"/>
              <a:gd name="connsiteY93" fmla="*/ 606492 h 797705"/>
              <a:gd name="connsiteX94" fmla="*/ 609086 w 829568"/>
              <a:gd name="connsiteY94" fmla="*/ 611028 h 797705"/>
              <a:gd name="connsiteX95" fmla="*/ 606813 w 829568"/>
              <a:gd name="connsiteY95" fmla="*/ 613296 h 797705"/>
              <a:gd name="connsiteX96" fmla="*/ 588629 w 829568"/>
              <a:gd name="connsiteY96" fmla="*/ 613296 h 797705"/>
              <a:gd name="connsiteX97" fmla="*/ 572718 w 829568"/>
              <a:gd name="connsiteY97" fmla="*/ 597420 h 797705"/>
              <a:gd name="connsiteX98" fmla="*/ 568172 w 829568"/>
              <a:gd name="connsiteY98" fmla="*/ 606492 h 797705"/>
              <a:gd name="connsiteX99" fmla="*/ 561353 w 829568"/>
              <a:gd name="connsiteY99" fmla="*/ 597420 h 797705"/>
              <a:gd name="connsiteX100" fmla="*/ 556807 w 829568"/>
              <a:gd name="connsiteY100" fmla="*/ 592884 h 797705"/>
              <a:gd name="connsiteX101" fmla="*/ 540896 w 829568"/>
              <a:gd name="connsiteY101" fmla="*/ 570203 h 797705"/>
              <a:gd name="connsiteX102" fmla="*/ 529530 w 829568"/>
              <a:gd name="connsiteY102" fmla="*/ 565667 h 797705"/>
              <a:gd name="connsiteX103" fmla="*/ 518165 w 829568"/>
              <a:gd name="connsiteY103" fmla="*/ 572471 h 797705"/>
              <a:gd name="connsiteX104" fmla="*/ 509073 w 829568"/>
              <a:gd name="connsiteY104" fmla="*/ 577007 h 797705"/>
              <a:gd name="connsiteX105" fmla="*/ 505946 w 829568"/>
              <a:gd name="connsiteY105" fmla="*/ 579415 h 797705"/>
              <a:gd name="connsiteX106" fmla="*/ 505946 w 829568"/>
              <a:gd name="connsiteY106" fmla="*/ 581688 h 797705"/>
              <a:gd name="connsiteX107" fmla="*/ 496839 w 829568"/>
              <a:gd name="connsiteY107" fmla="*/ 590779 h 797705"/>
              <a:gd name="connsiteX108" fmla="*/ 496839 w 829568"/>
              <a:gd name="connsiteY108" fmla="*/ 595324 h 797705"/>
              <a:gd name="connsiteX109" fmla="*/ 501392 w 829568"/>
              <a:gd name="connsiteY109" fmla="*/ 599870 h 797705"/>
              <a:gd name="connsiteX110" fmla="*/ 510500 w 829568"/>
              <a:gd name="connsiteY110" fmla="*/ 608960 h 797705"/>
              <a:gd name="connsiteX111" fmla="*/ 508223 w 829568"/>
              <a:gd name="connsiteY111" fmla="*/ 613506 h 797705"/>
              <a:gd name="connsiteX112" fmla="*/ 508223 w 829568"/>
              <a:gd name="connsiteY112" fmla="*/ 618051 h 797705"/>
              <a:gd name="connsiteX113" fmla="*/ 490008 w 829568"/>
              <a:gd name="connsiteY113" fmla="*/ 640778 h 797705"/>
              <a:gd name="connsiteX114" fmla="*/ 464962 w 829568"/>
              <a:gd name="connsiteY114" fmla="*/ 631687 h 797705"/>
              <a:gd name="connsiteX115" fmla="*/ 451300 w 829568"/>
              <a:gd name="connsiteY115" fmla="*/ 624869 h 797705"/>
              <a:gd name="connsiteX116" fmla="*/ 423977 w 829568"/>
              <a:gd name="connsiteY116" fmla="*/ 638506 h 797705"/>
              <a:gd name="connsiteX117" fmla="*/ 414870 w 829568"/>
              <a:gd name="connsiteY117" fmla="*/ 643051 h 797705"/>
              <a:gd name="connsiteX118" fmla="*/ 398931 w 829568"/>
              <a:gd name="connsiteY118" fmla="*/ 645324 h 797705"/>
              <a:gd name="connsiteX119" fmla="*/ 394378 w 829568"/>
              <a:gd name="connsiteY119" fmla="*/ 652142 h 797705"/>
              <a:gd name="connsiteX120" fmla="*/ 373885 w 829568"/>
              <a:gd name="connsiteY120" fmla="*/ 654415 h 797705"/>
              <a:gd name="connsiteX121" fmla="*/ 353393 w 829568"/>
              <a:gd name="connsiteY121" fmla="*/ 661233 h 797705"/>
              <a:gd name="connsiteX122" fmla="*/ 344285 w 829568"/>
              <a:gd name="connsiteY122" fmla="*/ 683960 h 797705"/>
              <a:gd name="connsiteX123" fmla="*/ 346559 w 829568"/>
              <a:gd name="connsiteY123" fmla="*/ 695305 h 797705"/>
              <a:gd name="connsiteX124" fmla="*/ 346890 w 829568"/>
              <a:gd name="connsiteY124" fmla="*/ 695371 h 797705"/>
              <a:gd name="connsiteX125" fmla="*/ 349169 w 829568"/>
              <a:gd name="connsiteY125" fmla="*/ 697639 h 797705"/>
              <a:gd name="connsiteX126" fmla="*/ 349169 w 829568"/>
              <a:gd name="connsiteY126" fmla="*/ 708981 h 797705"/>
              <a:gd name="connsiteX127" fmla="*/ 349169 w 829568"/>
              <a:gd name="connsiteY127" fmla="*/ 713518 h 797705"/>
              <a:gd name="connsiteX128" fmla="*/ 346890 w 829568"/>
              <a:gd name="connsiteY128" fmla="*/ 724861 h 797705"/>
              <a:gd name="connsiteX129" fmla="*/ 340053 w 829568"/>
              <a:gd name="connsiteY129" fmla="*/ 722592 h 797705"/>
              <a:gd name="connsiteX130" fmla="*/ 317264 w 829568"/>
              <a:gd name="connsiteY130" fmla="*/ 720324 h 797705"/>
              <a:gd name="connsiteX131" fmla="*/ 312706 w 829568"/>
              <a:gd name="connsiteY131" fmla="*/ 718055 h 797705"/>
              <a:gd name="connsiteX132" fmla="*/ 303590 w 829568"/>
              <a:gd name="connsiteY132" fmla="*/ 724861 h 797705"/>
              <a:gd name="connsiteX133" fmla="*/ 294474 w 829568"/>
              <a:gd name="connsiteY133" fmla="*/ 731666 h 797705"/>
              <a:gd name="connsiteX134" fmla="*/ 289916 w 829568"/>
              <a:gd name="connsiteY134" fmla="*/ 738471 h 797705"/>
              <a:gd name="connsiteX135" fmla="*/ 289916 w 829568"/>
              <a:gd name="connsiteY135" fmla="*/ 752082 h 797705"/>
              <a:gd name="connsiteX136" fmla="*/ 280800 w 829568"/>
              <a:gd name="connsiteY136" fmla="*/ 740740 h 797705"/>
              <a:gd name="connsiteX137" fmla="*/ 278521 w 829568"/>
              <a:gd name="connsiteY137" fmla="*/ 743008 h 797705"/>
              <a:gd name="connsiteX138" fmla="*/ 276242 w 829568"/>
              <a:gd name="connsiteY138" fmla="*/ 749814 h 797705"/>
              <a:gd name="connsiteX139" fmla="*/ 269405 w 829568"/>
              <a:gd name="connsiteY139" fmla="*/ 761156 h 797705"/>
              <a:gd name="connsiteX140" fmla="*/ 232942 w 829568"/>
              <a:gd name="connsiteY140" fmla="*/ 749814 h 797705"/>
              <a:gd name="connsiteX141" fmla="*/ 230663 w 829568"/>
              <a:gd name="connsiteY141" fmla="*/ 754351 h 797705"/>
              <a:gd name="connsiteX142" fmla="*/ 203316 w 829568"/>
              <a:gd name="connsiteY142" fmla="*/ 754351 h 797705"/>
              <a:gd name="connsiteX143" fmla="*/ 180526 w 829568"/>
              <a:gd name="connsiteY143" fmla="*/ 761156 h 797705"/>
              <a:gd name="connsiteX144" fmla="*/ 169131 w 829568"/>
              <a:gd name="connsiteY144" fmla="*/ 767961 h 797705"/>
              <a:gd name="connsiteX145" fmla="*/ 157736 w 829568"/>
              <a:gd name="connsiteY145" fmla="*/ 783841 h 797705"/>
              <a:gd name="connsiteX146" fmla="*/ 137226 w 829568"/>
              <a:gd name="connsiteY146" fmla="*/ 797451 h 797705"/>
              <a:gd name="connsiteX147" fmla="*/ 128110 w 829568"/>
              <a:gd name="connsiteY147" fmla="*/ 786109 h 797705"/>
              <a:gd name="connsiteX148" fmla="*/ 121273 w 829568"/>
              <a:gd name="connsiteY148" fmla="*/ 792914 h 797705"/>
              <a:gd name="connsiteX149" fmla="*/ 93925 w 829568"/>
              <a:gd name="connsiteY149" fmla="*/ 790646 h 797705"/>
              <a:gd name="connsiteX150" fmla="*/ 68857 w 829568"/>
              <a:gd name="connsiteY150" fmla="*/ 790646 h 797705"/>
              <a:gd name="connsiteX151" fmla="*/ 57462 w 829568"/>
              <a:gd name="connsiteY151" fmla="*/ 792914 h 797705"/>
              <a:gd name="connsiteX152" fmla="*/ 46067 w 829568"/>
              <a:gd name="connsiteY152" fmla="*/ 788377 h 797705"/>
              <a:gd name="connsiteX153" fmla="*/ 25556 w 829568"/>
              <a:gd name="connsiteY153" fmla="*/ 786109 h 797705"/>
              <a:gd name="connsiteX154" fmla="*/ 25556 w 829568"/>
              <a:gd name="connsiteY154" fmla="*/ 783841 h 797705"/>
              <a:gd name="connsiteX155" fmla="*/ 43788 w 829568"/>
              <a:gd name="connsiteY155" fmla="*/ 770230 h 797705"/>
              <a:gd name="connsiteX156" fmla="*/ 48346 w 829568"/>
              <a:gd name="connsiteY156" fmla="*/ 699908 h 797705"/>
              <a:gd name="connsiteX157" fmla="*/ 5046 w 829568"/>
              <a:gd name="connsiteY157" fmla="*/ 670418 h 797705"/>
              <a:gd name="connsiteX158" fmla="*/ 30114 w 829568"/>
              <a:gd name="connsiteY158" fmla="*/ 615975 h 797705"/>
              <a:gd name="connsiteX159" fmla="*/ 41509 w 829568"/>
              <a:gd name="connsiteY159" fmla="*/ 600095 h 797705"/>
              <a:gd name="connsiteX160" fmla="*/ 34672 w 829568"/>
              <a:gd name="connsiteY160" fmla="*/ 581948 h 797705"/>
              <a:gd name="connsiteX161" fmla="*/ 41509 w 829568"/>
              <a:gd name="connsiteY161" fmla="*/ 554726 h 797705"/>
              <a:gd name="connsiteX162" fmla="*/ 16441 w 829568"/>
              <a:gd name="connsiteY162" fmla="*/ 543384 h 797705"/>
              <a:gd name="connsiteX163" fmla="*/ 28333 w 829568"/>
              <a:gd name="connsiteY163" fmla="*/ 522091 h 797705"/>
              <a:gd name="connsiteX164" fmla="*/ 73580 w 829568"/>
              <a:gd name="connsiteY164" fmla="*/ 484975 h 797705"/>
              <a:gd name="connsiteX165" fmla="*/ 48763 w 829568"/>
              <a:gd name="connsiteY165" fmla="*/ 472522 h 797705"/>
              <a:gd name="connsiteX166" fmla="*/ 35096 w 829568"/>
              <a:gd name="connsiteY166" fmla="*/ 467991 h 797705"/>
              <a:gd name="connsiteX167" fmla="*/ 32818 w 829568"/>
              <a:gd name="connsiteY167" fmla="*/ 449871 h 797705"/>
              <a:gd name="connsiteX168" fmla="*/ 55596 w 829568"/>
              <a:gd name="connsiteY168" fmla="*/ 418160 h 797705"/>
              <a:gd name="connsiteX169" fmla="*/ 55596 w 829568"/>
              <a:gd name="connsiteY169" fmla="*/ 404569 h 797705"/>
              <a:gd name="connsiteX170" fmla="*/ 48763 w 829568"/>
              <a:gd name="connsiteY170" fmla="*/ 372858 h 797705"/>
              <a:gd name="connsiteX171" fmla="*/ 41929 w 829568"/>
              <a:gd name="connsiteY171" fmla="*/ 354737 h 797705"/>
              <a:gd name="connsiteX172" fmla="*/ 41929 w 829568"/>
              <a:gd name="connsiteY172" fmla="*/ 320761 h 797705"/>
              <a:gd name="connsiteX173" fmla="*/ 41929 w 829568"/>
              <a:gd name="connsiteY173" fmla="*/ 300375 h 797705"/>
              <a:gd name="connsiteX174" fmla="*/ 44300 w 829568"/>
              <a:gd name="connsiteY174" fmla="*/ 291042 h 797705"/>
              <a:gd name="connsiteX175" fmla="*/ 78462 w 829568"/>
              <a:gd name="connsiteY175" fmla="*/ 259331 h 797705"/>
              <a:gd name="connsiteX176" fmla="*/ 92126 w 829568"/>
              <a:gd name="connsiteY176" fmla="*/ 232149 h 797705"/>
              <a:gd name="connsiteX177" fmla="*/ 114901 w 829568"/>
              <a:gd name="connsiteY177" fmla="*/ 211764 h 797705"/>
              <a:gd name="connsiteX178" fmla="*/ 108638 w 829568"/>
              <a:gd name="connsiteY178" fmla="*/ 204968 h 797705"/>
              <a:gd name="connsiteX179" fmla="*/ 92261 w 829568"/>
              <a:gd name="connsiteY179" fmla="*/ 198228 h 797705"/>
              <a:gd name="connsiteX180" fmla="*/ 91806 w 829568"/>
              <a:gd name="connsiteY180" fmla="*/ 198355 h 797705"/>
              <a:gd name="connsiteX181" fmla="*/ 84968 w 829568"/>
              <a:gd name="connsiteY181" fmla="*/ 193807 h 797705"/>
              <a:gd name="connsiteX182" fmla="*/ 94086 w 829568"/>
              <a:gd name="connsiteY182" fmla="*/ 155145 h 797705"/>
              <a:gd name="connsiteX183" fmla="*/ 135114 w 829568"/>
              <a:gd name="connsiteY183" fmla="*/ 127854 h 797705"/>
              <a:gd name="connsiteX184" fmla="*/ 160186 w 829568"/>
              <a:gd name="connsiteY184" fmla="*/ 134677 h 797705"/>
              <a:gd name="connsiteX185" fmla="*/ 160186 w 829568"/>
              <a:gd name="connsiteY185" fmla="*/ 109660 h 797705"/>
              <a:gd name="connsiteX186" fmla="*/ 187538 w 829568"/>
              <a:gd name="connsiteY186" fmla="*/ 82369 h 797705"/>
              <a:gd name="connsiteX187" fmla="*/ 187538 w 829568"/>
              <a:gd name="connsiteY187" fmla="*/ 48256 h 797705"/>
              <a:gd name="connsiteX188" fmla="*/ 190103 w 829568"/>
              <a:gd name="connsiteY188" fmla="*/ 284 h 79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Lst>
            <a:rect l="l" t="t" r="r" b="b"/>
            <a:pathLst>
              <a:path w="829568" h="797705">
                <a:moveTo>
                  <a:pt x="190103" y="284"/>
                </a:moveTo>
                <a:cubicBezTo>
                  <a:pt x="192952" y="-783"/>
                  <a:pt x="198365" y="1065"/>
                  <a:pt x="208052" y="7319"/>
                </a:cubicBezTo>
                <a:cubicBezTo>
                  <a:pt x="221728" y="18691"/>
                  <a:pt x="228566" y="16416"/>
                  <a:pt x="244522" y="16416"/>
                </a:cubicBezTo>
                <a:cubicBezTo>
                  <a:pt x="258198" y="18691"/>
                  <a:pt x="262756" y="30062"/>
                  <a:pt x="269594" y="36884"/>
                </a:cubicBezTo>
                <a:cubicBezTo>
                  <a:pt x="280991" y="45981"/>
                  <a:pt x="301505" y="39159"/>
                  <a:pt x="303784" y="59627"/>
                </a:cubicBezTo>
                <a:cubicBezTo>
                  <a:pt x="308343" y="66450"/>
                  <a:pt x="303784" y="86918"/>
                  <a:pt x="317460" y="89192"/>
                </a:cubicBezTo>
                <a:cubicBezTo>
                  <a:pt x="340254" y="96015"/>
                  <a:pt x="353930" y="93740"/>
                  <a:pt x="353930" y="73272"/>
                </a:cubicBezTo>
                <a:cubicBezTo>
                  <a:pt x="353930" y="36884"/>
                  <a:pt x="388120" y="80095"/>
                  <a:pt x="399516" y="82369"/>
                </a:cubicBezTo>
                <a:cubicBezTo>
                  <a:pt x="413192" y="77821"/>
                  <a:pt x="404075" y="68724"/>
                  <a:pt x="417751" y="77821"/>
                </a:cubicBezTo>
                <a:cubicBezTo>
                  <a:pt x="422310" y="80095"/>
                  <a:pt x="435986" y="68724"/>
                  <a:pt x="438265" y="64175"/>
                </a:cubicBezTo>
                <a:cubicBezTo>
                  <a:pt x="449662" y="50530"/>
                  <a:pt x="463338" y="66450"/>
                  <a:pt x="472455" y="73272"/>
                </a:cubicBezTo>
                <a:cubicBezTo>
                  <a:pt x="474734" y="75546"/>
                  <a:pt x="479293" y="82369"/>
                  <a:pt x="486131" y="82369"/>
                </a:cubicBezTo>
                <a:cubicBezTo>
                  <a:pt x="506645" y="91466"/>
                  <a:pt x="492969" y="109660"/>
                  <a:pt x="490690" y="132402"/>
                </a:cubicBezTo>
                <a:cubicBezTo>
                  <a:pt x="488410" y="152870"/>
                  <a:pt x="495248" y="173338"/>
                  <a:pt x="495248" y="196081"/>
                </a:cubicBezTo>
                <a:lnTo>
                  <a:pt x="495248" y="214275"/>
                </a:lnTo>
                <a:lnTo>
                  <a:pt x="495067" y="214233"/>
                </a:lnTo>
                <a:lnTo>
                  <a:pt x="497146" y="220449"/>
                </a:lnTo>
                <a:cubicBezTo>
                  <a:pt x="501700" y="222717"/>
                  <a:pt x="503976" y="224986"/>
                  <a:pt x="508530" y="224986"/>
                </a:cubicBezTo>
                <a:cubicBezTo>
                  <a:pt x="515360" y="227255"/>
                  <a:pt x="519913" y="236329"/>
                  <a:pt x="524467" y="238598"/>
                </a:cubicBezTo>
                <a:cubicBezTo>
                  <a:pt x="538127" y="238598"/>
                  <a:pt x="548678" y="231328"/>
                  <a:pt x="556340" y="234060"/>
                </a:cubicBezTo>
                <a:cubicBezTo>
                  <a:pt x="564002" y="236792"/>
                  <a:pt x="568089" y="251508"/>
                  <a:pt x="570440" y="254988"/>
                </a:cubicBezTo>
                <a:cubicBezTo>
                  <a:pt x="570442" y="254973"/>
                  <a:pt x="570443" y="254957"/>
                  <a:pt x="570445" y="254942"/>
                </a:cubicBezTo>
                <a:lnTo>
                  <a:pt x="574113" y="256872"/>
                </a:lnTo>
                <a:lnTo>
                  <a:pt x="574458" y="256788"/>
                </a:lnTo>
                <a:lnTo>
                  <a:pt x="583230" y="254659"/>
                </a:lnTo>
                <a:cubicBezTo>
                  <a:pt x="586924" y="252674"/>
                  <a:pt x="590902" y="250406"/>
                  <a:pt x="595448" y="250406"/>
                </a:cubicBezTo>
                <a:cubicBezTo>
                  <a:pt x="599994" y="250406"/>
                  <a:pt x="620451" y="275355"/>
                  <a:pt x="624997" y="282159"/>
                </a:cubicBezTo>
                <a:cubicBezTo>
                  <a:pt x="637499" y="292366"/>
                  <a:pt x="638067" y="302005"/>
                  <a:pt x="637214" y="311928"/>
                </a:cubicBezTo>
                <a:lnTo>
                  <a:pt x="636731" y="319061"/>
                </a:lnTo>
                <a:lnTo>
                  <a:pt x="636185" y="327131"/>
                </a:lnTo>
                <a:cubicBezTo>
                  <a:pt x="636362" y="332340"/>
                  <a:pt x="637499" y="337727"/>
                  <a:pt x="640908" y="343397"/>
                </a:cubicBezTo>
                <a:cubicBezTo>
                  <a:pt x="652273" y="354737"/>
                  <a:pt x="652273" y="336593"/>
                  <a:pt x="656819" y="329788"/>
                </a:cubicBezTo>
                <a:cubicBezTo>
                  <a:pt x="661365" y="320716"/>
                  <a:pt x="652273" y="357005"/>
                  <a:pt x="672730" y="347933"/>
                </a:cubicBezTo>
                <a:cubicBezTo>
                  <a:pt x="686368" y="341129"/>
                  <a:pt x="679549" y="359273"/>
                  <a:pt x="679549" y="366077"/>
                </a:cubicBezTo>
                <a:cubicBezTo>
                  <a:pt x="681822" y="377418"/>
                  <a:pt x="681822" y="404634"/>
                  <a:pt x="686368" y="418243"/>
                </a:cubicBezTo>
                <a:cubicBezTo>
                  <a:pt x="695461" y="438655"/>
                  <a:pt x="715918" y="400098"/>
                  <a:pt x="736375" y="413707"/>
                </a:cubicBezTo>
                <a:cubicBezTo>
                  <a:pt x="745467" y="415975"/>
                  <a:pt x="750013" y="420511"/>
                  <a:pt x="756832" y="420511"/>
                </a:cubicBezTo>
                <a:cubicBezTo>
                  <a:pt x="761378" y="418243"/>
                  <a:pt x="763651" y="409171"/>
                  <a:pt x="765924" y="406903"/>
                </a:cubicBezTo>
                <a:cubicBezTo>
                  <a:pt x="786381" y="415975"/>
                  <a:pt x="811384" y="409171"/>
                  <a:pt x="829568" y="397830"/>
                </a:cubicBezTo>
                <a:lnTo>
                  <a:pt x="829568" y="413707"/>
                </a:lnTo>
                <a:cubicBezTo>
                  <a:pt x="829568" y="418243"/>
                  <a:pt x="829568" y="420511"/>
                  <a:pt x="827295" y="422779"/>
                </a:cubicBezTo>
                <a:cubicBezTo>
                  <a:pt x="827295" y="425047"/>
                  <a:pt x="825022" y="427315"/>
                  <a:pt x="822749" y="427315"/>
                </a:cubicBezTo>
                <a:cubicBezTo>
                  <a:pt x="820476" y="427315"/>
                  <a:pt x="818203" y="425047"/>
                  <a:pt x="815930" y="427315"/>
                </a:cubicBezTo>
                <a:cubicBezTo>
                  <a:pt x="811384" y="436387"/>
                  <a:pt x="809111" y="431851"/>
                  <a:pt x="809111" y="443192"/>
                </a:cubicBezTo>
                <a:cubicBezTo>
                  <a:pt x="809111" y="445460"/>
                  <a:pt x="804565" y="449996"/>
                  <a:pt x="802292" y="452264"/>
                </a:cubicBezTo>
                <a:cubicBezTo>
                  <a:pt x="802292" y="454532"/>
                  <a:pt x="800019" y="456800"/>
                  <a:pt x="800019" y="459068"/>
                </a:cubicBezTo>
                <a:cubicBezTo>
                  <a:pt x="804565" y="463604"/>
                  <a:pt x="797746" y="465872"/>
                  <a:pt x="800019" y="470408"/>
                </a:cubicBezTo>
                <a:cubicBezTo>
                  <a:pt x="800019" y="472676"/>
                  <a:pt x="802292" y="479481"/>
                  <a:pt x="800019" y="481749"/>
                </a:cubicBezTo>
                <a:cubicBezTo>
                  <a:pt x="795473" y="481749"/>
                  <a:pt x="788654" y="479481"/>
                  <a:pt x="784108" y="477212"/>
                </a:cubicBezTo>
                <a:lnTo>
                  <a:pt x="777289" y="477212"/>
                </a:lnTo>
                <a:lnTo>
                  <a:pt x="770470" y="481749"/>
                </a:lnTo>
                <a:cubicBezTo>
                  <a:pt x="770470" y="484017"/>
                  <a:pt x="768197" y="486285"/>
                  <a:pt x="768197" y="488553"/>
                </a:cubicBezTo>
                <a:cubicBezTo>
                  <a:pt x="763651" y="495357"/>
                  <a:pt x="756832" y="499893"/>
                  <a:pt x="750013" y="497625"/>
                </a:cubicBezTo>
                <a:cubicBezTo>
                  <a:pt x="747740" y="495357"/>
                  <a:pt x="745467" y="493089"/>
                  <a:pt x="745467" y="490821"/>
                </a:cubicBezTo>
                <a:cubicBezTo>
                  <a:pt x="743194" y="490821"/>
                  <a:pt x="743194" y="493089"/>
                  <a:pt x="740921" y="493089"/>
                </a:cubicBezTo>
                <a:cubicBezTo>
                  <a:pt x="740921" y="495357"/>
                  <a:pt x="738648" y="499893"/>
                  <a:pt x="738648" y="499893"/>
                </a:cubicBezTo>
                <a:lnTo>
                  <a:pt x="738648" y="502161"/>
                </a:lnTo>
                <a:cubicBezTo>
                  <a:pt x="734102" y="504429"/>
                  <a:pt x="729556" y="506697"/>
                  <a:pt x="725010" y="504429"/>
                </a:cubicBezTo>
                <a:cubicBezTo>
                  <a:pt x="720464" y="504429"/>
                  <a:pt x="718191" y="506697"/>
                  <a:pt x="715918" y="508965"/>
                </a:cubicBezTo>
                <a:cubicBezTo>
                  <a:pt x="715918" y="511233"/>
                  <a:pt x="718191" y="515770"/>
                  <a:pt x="715918" y="520306"/>
                </a:cubicBezTo>
                <a:lnTo>
                  <a:pt x="713645" y="522574"/>
                </a:lnTo>
                <a:cubicBezTo>
                  <a:pt x="711372" y="524842"/>
                  <a:pt x="697734" y="529378"/>
                  <a:pt x="693188" y="527110"/>
                </a:cubicBezTo>
                <a:cubicBezTo>
                  <a:pt x="686368" y="524842"/>
                  <a:pt x="684095" y="536182"/>
                  <a:pt x="677276" y="531646"/>
                </a:cubicBezTo>
                <a:cubicBezTo>
                  <a:pt x="675003" y="529378"/>
                  <a:pt x="670457" y="524842"/>
                  <a:pt x="668184" y="527110"/>
                </a:cubicBezTo>
                <a:lnTo>
                  <a:pt x="665911" y="529378"/>
                </a:lnTo>
                <a:cubicBezTo>
                  <a:pt x="665911" y="531646"/>
                  <a:pt x="668184" y="536182"/>
                  <a:pt x="665911" y="538450"/>
                </a:cubicBezTo>
                <a:cubicBezTo>
                  <a:pt x="665911" y="540718"/>
                  <a:pt x="661365" y="540718"/>
                  <a:pt x="659092" y="540718"/>
                </a:cubicBezTo>
                <a:lnTo>
                  <a:pt x="659092" y="545254"/>
                </a:lnTo>
                <a:cubicBezTo>
                  <a:pt x="656819" y="549790"/>
                  <a:pt x="659092" y="552058"/>
                  <a:pt x="659092" y="556595"/>
                </a:cubicBezTo>
                <a:cubicBezTo>
                  <a:pt x="659092" y="558863"/>
                  <a:pt x="659092" y="558863"/>
                  <a:pt x="656819" y="561131"/>
                </a:cubicBezTo>
                <a:cubicBezTo>
                  <a:pt x="656819" y="561131"/>
                  <a:pt x="654546" y="563399"/>
                  <a:pt x="652273" y="561131"/>
                </a:cubicBezTo>
                <a:lnTo>
                  <a:pt x="650000" y="561131"/>
                </a:lnTo>
                <a:cubicBezTo>
                  <a:pt x="643181" y="554327"/>
                  <a:pt x="620451" y="561131"/>
                  <a:pt x="618178" y="552058"/>
                </a:cubicBezTo>
                <a:lnTo>
                  <a:pt x="618178" y="549790"/>
                </a:lnTo>
                <a:cubicBezTo>
                  <a:pt x="618178" y="545254"/>
                  <a:pt x="613632" y="542986"/>
                  <a:pt x="609086" y="542986"/>
                </a:cubicBezTo>
                <a:cubicBezTo>
                  <a:pt x="602267" y="540718"/>
                  <a:pt x="602267" y="545254"/>
                  <a:pt x="599994" y="547522"/>
                </a:cubicBezTo>
                <a:cubicBezTo>
                  <a:pt x="595448" y="549790"/>
                  <a:pt x="588629" y="547522"/>
                  <a:pt x="590902" y="554327"/>
                </a:cubicBezTo>
                <a:cubicBezTo>
                  <a:pt x="590902" y="558863"/>
                  <a:pt x="584083" y="565667"/>
                  <a:pt x="579537" y="563399"/>
                </a:cubicBezTo>
                <a:cubicBezTo>
                  <a:pt x="577264" y="563399"/>
                  <a:pt x="574991" y="556595"/>
                  <a:pt x="574991" y="556595"/>
                </a:cubicBezTo>
                <a:cubicBezTo>
                  <a:pt x="572718" y="552058"/>
                  <a:pt x="570445" y="556595"/>
                  <a:pt x="570445" y="558863"/>
                </a:cubicBezTo>
                <a:cubicBezTo>
                  <a:pt x="568172" y="558863"/>
                  <a:pt x="568172" y="561131"/>
                  <a:pt x="568172" y="563399"/>
                </a:cubicBezTo>
                <a:lnTo>
                  <a:pt x="568172" y="565667"/>
                </a:lnTo>
                <a:lnTo>
                  <a:pt x="568172" y="570203"/>
                </a:lnTo>
                <a:cubicBezTo>
                  <a:pt x="568172" y="570203"/>
                  <a:pt x="565899" y="570203"/>
                  <a:pt x="565899" y="572471"/>
                </a:cubicBezTo>
                <a:lnTo>
                  <a:pt x="565899" y="574739"/>
                </a:lnTo>
                <a:cubicBezTo>
                  <a:pt x="565899" y="574739"/>
                  <a:pt x="579537" y="579275"/>
                  <a:pt x="581810" y="581543"/>
                </a:cubicBezTo>
                <a:lnTo>
                  <a:pt x="586356" y="586079"/>
                </a:lnTo>
                <a:cubicBezTo>
                  <a:pt x="590902" y="583811"/>
                  <a:pt x="588629" y="579275"/>
                  <a:pt x="590902" y="579275"/>
                </a:cubicBezTo>
                <a:cubicBezTo>
                  <a:pt x="590902" y="581543"/>
                  <a:pt x="595448" y="583811"/>
                  <a:pt x="597721" y="583811"/>
                </a:cubicBezTo>
                <a:cubicBezTo>
                  <a:pt x="599994" y="583811"/>
                  <a:pt x="599994" y="581543"/>
                  <a:pt x="599994" y="579275"/>
                </a:cubicBezTo>
                <a:cubicBezTo>
                  <a:pt x="602267" y="581543"/>
                  <a:pt x="604540" y="583811"/>
                  <a:pt x="606813" y="588347"/>
                </a:cubicBezTo>
                <a:lnTo>
                  <a:pt x="606813" y="590616"/>
                </a:lnTo>
                <a:cubicBezTo>
                  <a:pt x="606813" y="597420"/>
                  <a:pt x="602267" y="597420"/>
                  <a:pt x="602267" y="601956"/>
                </a:cubicBezTo>
                <a:cubicBezTo>
                  <a:pt x="602267" y="604224"/>
                  <a:pt x="604540" y="604224"/>
                  <a:pt x="604540" y="606492"/>
                </a:cubicBezTo>
                <a:lnTo>
                  <a:pt x="609086" y="611028"/>
                </a:lnTo>
                <a:lnTo>
                  <a:pt x="606813" y="613296"/>
                </a:lnTo>
                <a:cubicBezTo>
                  <a:pt x="599994" y="613296"/>
                  <a:pt x="593175" y="615564"/>
                  <a:pt x="588629" y="613296"/>
                </a:cubicBezTo>
                <a:cubicBezTo>
                  <a:pt x="584083" y="613296"/>
                  <a:pt x="574991" y="601956"/>
                  <a:pt x="572718" y="597420"/>
                </a:cubicBezTo>
                <a:cubicBezTo>
                  <a:pt x="570445" y="599688"/>
                  <a:pt x="570445" y="608760"/>
                  <a:pt x="568172" y="606492"/>
                </a:cubicBezTo>
                <a:cubicBezTo>
                  <a:pt x="563626" y="606492"/>
                  <a:pt x="563626" y="599688"/>
                  <a:pt x="561353" y="597420"/>
                </a:cubicBezTo>
                <a:lnTo>
                  <a:pt x="556807" y="592884"/>
                </a:lnTo>
                <a:cubicBezTo>
                  <a:pt x="552261" y="586079"/>
                  <a:pt x="554534" y="565667"/>
                  <a:pt x="540896" y="570203"/>
                </a:cubicBezTo>
                <a:cubicBezTo>
                  <a:pt x="534077" y="572471"/>
                  <a:pt x="534077" y="558863"/>
                  <a:pt x="529530" y="565667"/>
                </a:cubicBezTo>
                <a:cubicBezTo>
                  <a:pt x="527257" y="567935"/>
                  <a:pt x="522711" y="572471"/>
                  <a:pt x="518165" y="572471"/>
                </a:cubicBezTo>
                <a:cubicBezTo>
                  <a:pt x="515892" y="572471"/>
                  <a:pt x="511109" y="575850"/>
                  <a:pt x="509073" y="577007"/>
                </a:cubicBezTo>
                <a:cubicBezTo>
                  <a:pt x="507037" y="578164"/>
                  <a:pt x="506467" y="578635"/>
                  <a:pt x="505946" y="579415"/>
                </a:cubicBezTo>
                <a:lnTo>
                  <a:pt x="505946" y="581688"/>
                </a:lnTo>
                <a:cubicBezTo>
                  <a:pt x="503669" y="583961"/>
                  <a:pt x="499116" y="586233"/>
                  <a:pt x="496839" y="590779"/>
                </a:cubicBezTo>
                <a:lnTo>
                  <a:pt x="496839" y="595324"/>
                </a:lnTo>
                <a:lnTo>
                  <a:pt x="501392" y="599870"/>
                </a:lnTo>
                <a:cubicBezTo>
                  <a:pt x="503669" y="602142"/>
                  <a:pt x="505946" y="606688"/>
                  <a:pt x="510500" y="608960"/>
                </a:cubicBezTo>
                <a:lnTo>
                  <a:pt x="508223" y="613506"/>
                </a:lnTo>
                <a:lnTo>
                  <a:pt x="508223" y="618051"/>
                </a:lnTo>
                <a:lnTo>
                  <a:pt x="490008" y="640778"/>
                </a:lnTo>
                <a:cubicBezTo>
                  <a:pt x="480900" y="652142"/>
                  <a:pt x="474070" y="629415"/>
                  <a:pt x="464962" y="631687"/>
                </a:cubicBezTo>
                <a:cubicBezTo>
                  <a:pt x="455854" y="633960"/>
                  <a:pt x="458131" y="622597"/>
                  <a:pt x="451300" y="624869"/>
                </a:cubicBezTo>
                <a:cubicBezTo>
                  <a:pt x="444470" y="631687"/>
                  <a:pt x="435362" y="638506"/>
                  <a:pt x="423977" y="638506"/>
                </a:cubicBezTo>
                <a:cubicBezTo>
                  <a:pt x="419424" y="638506"/>
                  <a:pt x="417147" y="643051"/>
                  <a:pt x="414870" y="643051"/>
                </a:cubicBezTo>
                <a:cubicBezTo>
                  <a:pt x="410316" y="647596"/>
                  <a:pt x="403485" y="645324"/>
                  <a:pt x="398931" y="645324"/>
                </a:cubicBezTo>
                <a:cubicBezTo>
                  <a:pt x="398931" y="647596"/>
                  <a:pt x="396654" y="649869"/>
                  <a:pt x="394378" y="652142"/>
                </a:cubicBezTo>
                <a:cubicBezTo>
                  <a:pt x="389824" y="656687"/>
                  <a:pt x="378439" y="654415"/>
                  <a:pt x="373885" y="654415"/>
                </a:cubicBezTo>
                <a:cubicBezTo>
                  <a:pt x="367055" y="654415"/>
                  <a:pt x="357947" y="654415"/>
                  <a:pt x="353393" y="661233"/>
                </a:cubicBezTo>
                <a:cubicBezTo>
                  <a:pt x="346562" y="665778"/>
                  <a:pt x="344285" y="677142"/>
                  <a:pt x="344285" y="683960"/>
                </a:cubicBezTo>
                <a:lnTo>
                  <a:pt x="346559" y="695305"/>
                </a:lnTo>
                <a:lnTo>
                  <a:pt x="346890" y="695371"/>
                </a:lnTo>
                <a:cubicBezTo>
                  <a:pt x="349169" y="695371"/>
                  <a:pt x="349169" y="697639"/>
                  <a:pt x="349169" y="697639"/>
                </a:cubicBezTo>
                <a:cubicBezTo>
                  <a:pt x="351448" y="702176"/>
                  <a:pt x="351448" y="706713"/>
                  <a:pt x="349169" y="708981"/>
                </a:cubicBezTo>
                <a:lnTo>
                  <a:pt x="349169" y="713518"/>
                </a:lnTo>
                <a:cubicBezTo>
                  <a:pt x="346890" y="718055"/>
                  <a:pt x="346890" y="720324"/>
                  <a:pt x="346890" y="724861"/>
                </a:cubicBezTo>
                <a:lnTo>
                  <a:pt x="340053" y="722592"/>
                </a:lnTo>
                <a:cubicBezTo>
                  <a:pt x="333216" y="722592"/>
                  <a:pt x="324101" y="722592"/>
                  <a:pt x="317264" y="720324"/>
                </a:cubicBezTo>
                <a:cubicBezTo>
                  <a:pt x="317264" y="718055"/>
                  <a:pt x="314985" y="718055"/>
                  <a:pt x="312706" y="718055"/>
                </a:cubicBezTo>
                <a:cubicBezTo>
                  <a:pt x="310427" y="718055"/>
                  <a:pt x="305869" y="722592"/>
                  <a:pt x="303590" y="724861"/>
                </a:cubicBezTo>
                <a:cubicBezTo>
                  <a:pt x="301311" y="727129"/>
                  <a:pt x="296753" y="729398"/>
                  <a:pt x="294474" y="731666"/>
                </a:cubicBezTo>
                <a:cubicBezTo>
                  <a:pt x="289916" y="731666"/>
                  <a:pt x="289916" y="733934"/>
                  <a:pt x="289916" y="738471"/>
                </a:cubicBezTo>
                <a:lnTo>
                  <a:pt x="289916" y="752082"/>
                </a:lnTo>
                <a:cubicBezTo>
                  <a:pt x="285358" y="752082"/>
                  <a:pt x="283079" y="745277"/>
                  <a:pt x="280800" y="740740"/>
                </a:cubicBezTo>
                <a:lnTo>
                  <a:pt x="278521" y="743008"/>
                </a:lnTo>
                <a:cubicBezTo>
                  <a:pt x="278521" y="745277"/>
                  <a:pt x="278521" y="747545"/>
                  <a:pt x="276242" y="749814"/>
                </a:cubicBezTo>
                <a:cubicBezTo>
                  <a:pt x="276242" y="754351"/>
                  <a:pt x="273963" y="758888"/>
                  <a:pt x="269405" y="761156"/>
                </a:cubicBezTo>
                <a:cubicBezTo>
                  <a:pt x="251174" y="777035"/>
                  <a:pt x="244337" y="745277"/>
                  <a:pt x="232942" y="749814"/>
                </a:cubicBezTo>
                <a:cubicBezTo>
                  <a:pt x="232942" y="752082"/>
                  <a:pt x="230663" y="754351"/>
                  <a:pt x="230663" y="754351"/>
                </a:cubicBezTo>
                <a:cubicBezTo>
                  <a:pt x="230663" y="765693"/>
                  <a:pt x="210152" y="754351"/>
                  <a:pt x="203316" y="754351"/>
                </a:cubicBezTo>
                <a:cubicBezTo>
                  <a:pt x="196479" y="752082"/>
                  <a:pt x="187363" y="754351"/>
                  <a:pt x="180526" y="761156"/>
                </a:cubicBezTo>
                <a:lnTo>
                  <a:pt x="169131" y="767961"/>
                </a:lnTo>
                <a:cubicBezTo>
                  <a:pt x="162294" y="772498"/>
                  <a:pt x="166852" y="781572"/>
                  <a:pt x="157736" y="783841"/>
                </a:cubicBezTo>
                <a:cubicBezTo>
                  <a:pt x="150899" y="786109"/>
                  <a:pt x="141784" y="799720"/>
                  <a:pt x="137226" y="797451"/>
                </a:cubicBezTo>
                <a:cubicBezTo>
                  <a:pt x="132668" y="797451"/>
                  <a:pt x="130389" y="790646"/>
                  <a:pt x="128110" y="786109"/>
                </a:cubicBezTo>
                <a:cubicBezTo>
                  <a:pt x="123552" y="781572"/>
                  <a:pt x="121273" y="790646"/>
                  <a:pt x="121273" y="792914"/>
                </a:cubicBezTo>
                <a:cubicBezTo>
                  <a:pt x="114436" y="801988"/>
                  <a:pt x="103041" y="786109"/>
                  <a:pt x="93925" y="790646"/>
                </a:cubicBezTo>
                <a:cubicBezTo>
                  <a:pt x="84809" y="797451"/>
                  <a:pt x="77973" y="792914"/>
                  <a:pt x="68857" y="790646"/>
                </a:cubicBezTo>
                <a:cubicBezTo>
                  <a:pt x="64299" y="790646"/>
                  <a:pt x="62020" y="792914"/>
                  <a:pt x="57462" y="792914"/>
                </a:cubicBezTo>
                <a:cubicBezTo>
                  <a:pt x="52904" y="792914"/>
                  <a:pt x="50625" y="790646"/>
                  <a:pt x="46067" y="788377"/>
                </a:cubicBezTo>
                <a:cubicBezTo>
                  <a:pt x="39230" y="786109"/>
                  <a:pt x="32393" y="786109"/>
                  <a:pt x="25556" y="786109"/>
                </a:cubicBezTo>
                <a:lnTo>
                  <a:pt x="25556" y="783841"/>
                </a:lnTo>
                <a:cubicBezTo>
                  <a:pt x="28595" y="781195"/>
                  <a:pt x="25899" y="774355"/>
                  <a:pt x="43788" y="770230"/>
                </a:cubicBezTo>
                <a:cubicBezTo>
                  <a:pt x="43788" y="745277"/>
                  <a:pt x="48346" y="720324"/>
                  <a:pt x="48346" y="699908"/>
                </a:cubicBezTo>
                <a:cubicBezTo>
                  <a:pt x="43788" y="697639"/>
                  <a:pt x="-17744" y="674955"/>
                  <a:pt x="5046" y="670418"/>
                </a:cubicBezTo>
                <a:cubicBezTo>
                  <a:pt x="43788" y="659075"/>
                  <a:pt x="27835" y="640928"/>
                  <a:pt x="30114" y="615975"/>
                </a:cubicBezTo>
                <a:cubicBezTo>
                  <a:pt x="32393" y="609169"/>
                  <a:pt x="39230" y="606901"/>
                  <a:pt x="41509" y="600095"/>
                </a:cubicBezTo>
                <a:cubicBezTo>
                  <a:pt x="41509" y="595558"/>
                  <a:pt x="34672" y="586485"/>
                  <a:pt x="34672" y="581948"/>
                </a:cubicBezTo>
                <a:cubicBezTo>
                  <a:pt x="34672" y="577411"/>
                  <a:pt x="41509" y="556995"/>
                  <a:pt x="41509" y="554726"/>
                </a:cubicBezTo>
                <a:cubicBezTo>
                  <a:pt x="34672" y="547921"/>
                  <a:pt x="11883" y="554726"/>
                  <a:pt x="16441" y="543384"/>
                </a:cubicBezTo>
                <a:cubicBezTo>
                  <a:pt x="21329" y="534774"/>
                  <a:pt x="26054" y="522091"/>
                  <a:pt x="28333" y="522091"/>
                </a:cubicBezTo>
                <a:cubicBezTo>
                  <a:pt x="53983" y="480832"/>
                  <a:pt x="52861" y="506506"/>
                  <a:pt x="73580" y="484975"/>
                </a:cubicBezTo>
                <a:cubicBezTo>
                  <a:pt x="66717" y="476597"/>
                  <a:pt x="57035" y="476673"/>
                  <a:pt x="48763" y="472522"/>
                </a:cubicBezTo>
                <a:cubicBezTo>
                  <a:pt x="41929" y="470256"/>
                  <a:pt x="39652" y="470256"/>
                  <a:pt x="35096" y="467991"/>
                </a:cubicBezTo>
                <a:cubicBezTo>
                  <a:pt x="23707" y="463461"/>
                  <a:pt x="30540" y="458931"/>
                  <a:pt x="32818" y="449871"/>
                </a:cubicBezTo>
                <a:cubicBezTo>
                  <a:pt x="39652" y="436280"/>
                  <a:pt x="46485" y="429485"/>
                  <a:pt x="55596" y="418160"/>
                </a:cubicBezTo>
                <a:lnTo>
                  <a:pt x="55596" y="404569"/>
                </a:lnTo>
                <a:cubicBezTo>
                  <a:pt x="55596" y="388713"/>
                  <a:pt x="73818" y="384183"/>
                  <a:pt x="48763" y="372858"/>
                </a:cubicBezTo>
                <a:cubicBezTo>
                  <a:pt x="44207" y="370593"/>
                  <a:pt x="44207" y="357002"/>
                  <a:pt x="41929" y="354737"/>
                </a:cubicBezTo>
                <a:cubicBezTo>
                  <a:pt x="35096" y="343412"/>
                  <a:pt x="44207" y="329821"/>
                  <a:pt x="41929" y="320761"/>
                </a:cubicBezTo>
                <a:cubicBezTo>
                  <a:pt x="44207" y="313966"/>
                  <a:pt x="41929" y="307170"/>
                  <a:pt x="41929" y="300375"/>
                </a:cubicBezTo>
                <a:lnTo>
                  <a:pt x="44300" y="291042"/>
                </a:lnTo>
                <a:cubicBezTo>
                  <a:pt x="51132" y="275186"/>
                  <a:pt x="73907" y="281981"/>
                  <a:pt x="78462" y="259331"/>
                </a:cubicBezTo>
                <a:cubicBezTo>
                  <a:pt x="85294" y="245740"/>
                  <a:pt x="80739" y="241210"/>
                  <a:pt x="92126" y="232149"/>
                </a:cubicBezTo>
                <a:cubicBezTo>
                  <a:pt x="101236" y="225354"/>
                  <a:pt x="108069" y="216294"/>
                  <a:pt x="114901" y="211764"/>
                </a:cubicBezTo>
                <a:cubicBezTo>
                  <a:pt x="116040" y="209499"/>
                  <a:pt x="113193" y="207234"/>
                  <a:pt x="108638" y="204968"/>
                </a:cubicBezTo>
                <a:lnTo>
                  <a:pt x="92261" y="198228"/>
                </a:lnTo>
                <a:lnTo>
                  <a:pt x="91806" y="198355"/>
                </a:lnTo>
                <a:cubicBezTo>
                  <a:pt x="89527" y="196081"/>
                  <a:pt x="84968" y="193807"/>
                  <a:pt x="84968" y="193807"/>
                </a:cubicBezTo>
                <a:cubicBezTo>
                  <a:pt x="69013" y="173338"/>
                  <a:pt x="75851" y="166516"/>
                  <a:pt x="94086" y="155145"/>
                </a:cubicBezTo>
                <a:cubicBezTo>
                  <a:pt x="107762" y="123305"/>
                  <a:pt x="98644" y="111934"/>
                  <a:pt x="135114" y="127854"/>
                </a:cubicBezTo>
                <a:cubicBezTo>
                  <a:pt x="139672" y="132402"/>
                  <a:pt x="153348" y="139225"/>
                  <a:pt x="160186" y="134677"/>
                </a:cubicBezTo>
                <a:cubicBezTo>
                  <a:pt x="164745" y="132402"/>
                  <a:pt x="157907" y="116483"/>
                  <a:pt x="160186" y="109660"/>
                </a:cubicBezTo>
                <a:cubicBezTo>
                  <a:pt x="162466" y="102837"/>
                  <a:pt x="203494" y="98289"/>
                  <a:pt x="187538" y="82369"/>
                </a:cubicBezTo>
                <a:cubicBezTo>
                  <a:pt x="169304" y="66450"/>
                  <a:pt x="176142" y="64175"/>
                  <a:pt x="187538" y="48256"/>
                </a:cubicBezTo>
                <a:cubicBezTo>
                  <a:pt x="196086" y="32905"/>
                  <a:pt x="181555" y="3482"/>
                  <a:pt x="190103" y="284"/>
                </a:cubicBezTo>
                <a:close/>
              </a:path>
            </a:pathLst>
          </a:custGeom>
          <a:solidFill>
            <a:srgbClr val="D0D0CE"/>
          </a:solidFill>
          <a:ln w="3175" algn="ctr">
            <a:solidFill>
              <a:schemeClr val="bg1"/>
            </a:solidFill>
            <a:miter lim="800000"/>
            <a:headEnd/>
            <a:tailEnd/>
          </a:ln>
        </p:spPr>
        <p:txBody>
          <a:bodyPr wrap="square" lIns="84685" tIns="84685" rIns="84685" bIns="8468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524" b="1" i="0" u="none" strike="noStrike" kern="1200" cap="none" spc="0" normalizeH="0" baseline="0" noProof="0">
              <a:ln>
                <a:noFill/>
              </a:ln>
              <a:solidFill>
                <a:prstClr val="white"/>
              </a:solidFill>
              <a:effectLst/>
              <a:uLnTx/>
              <a:uFillTx/>
              <a:latin typeface="Verdana"/>
              <a:ea typeface="+mn-ea"/>
              <a:cs typeface="+mn-cs"/>
            </a:endParaRPr>
          </a:p>
        </p:txBody>
      </p:sp>
      <p:sp>
        <p:nvSpPr>
          <p:cNvPr id="240" name="Rectangle 239">
            <a:extLst>
              <a:ext uri="{FF2B5EF4-FFF2-40B4-BE49-F238E27FC236}">
                <a16:creationId xmlns:a16="http://schemas.microsoft.com/office/drawing/2014/main" id="{D82A5A41-AED7-4FCF-B361-D27274B55AF8}"/>
              </a:ext>
            </a:extLst>
          </p:cNvPr>
          <p:cNvSpPr/>
          <p:nvPr/>
        </p:nvSpPr>
        <p:spPr>
          <a:xfrm>
            <a:off x="705628" y="4230988"/>
            <a:ext cx="1480898"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Solar park </a:t>
            </a:r>
            <a:r>
              <a:rPr lang="en-GB" sz="1000" kern="1600">
                <a:solidFill>
                  <a:prstClr val="black"/>
                </a:solidFill>
                <a:latin typeface="Verdana"/>
              </a:rPr>
              <a:t>investment appraisal, Rooftop Solar, PM KUSUM</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sp>
        <p:nvSpPr>
          <p:cNvPr id="241" name="Rectangle 240">
            <a:extLst>
              <a:ext uri="{FF2B5EF4-FFF2-40B4-BE49-F238E27FC236}">
                <a16:creationId xmlns:a16="http://schemas.microsoft.com/office/drawing/2014/main" id="{EB6BAB15-892C-4F43-AA3C-56636DC2BF1E}"/>
              </a:ext>
            </a:extLst>
          </p:cNvPr>
          <p:cNvSpPr/>
          <p:nvPr/>
        </p:nvSpPr>
        <p:spPr>
          <a:xfrm>
            <a:off x="2771443" y="5559704"/>
            <a:ext cx="1644532" cy="86177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600">
                <a:solidFill>
                  <a:prstClr val="black"/>
                </a:solidFill>
                <a:latin typeface="Verdana"/>
              </a:rPr>
              <a:t>Evaluate feasibility on ‘Solarization of Agriculture Feeders under component C of PM-KUSUM scheme </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sp>
        <p:nvSpPr>
          <p:cNvPr id="243" name="Rectangle 242">
            <a:extLst>
              <a:ext uri="{FF2B5EF4-FFF2-40B4-BE49-F238E27FC236}">
                <a16:creationId xmlns:a16="http://schemas.microsoft.com/office/drawing/2014/main" id="{BA34551B-5C61-4FCA-A467-D559F14D3BC6}"/>
              </a:ext>
            </a:extLst>
          </p:cNvPr>
          <p:cNvSpPr/>
          <p:nvPr/>
        </p:nvSpPr>
        <p:spPr>
          <a:xfrm>
            <a:off x="3364774" y="2223820"/>
            <a:ext cx="1643439" cy="86177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600">
                <a:solidFill>
                  <a:prstClr val="black"/>
                </a:solidFill>
                <a:latin typeface="Verdana"/>
              </a:rPr>
              <a:t>Transaction and bid process support under KUSUM C for Rajasthan DISCOM, Rooftop Solar </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sp>
        <p:nvSpPr>
          <p:cNvPr id="273" name="Rectangle 272">
            <a:extLst>
              <a:ext uri="{FF2B5EF4-FFF2-40B4-BE49-F238E27FC236}">
                <a16:creationId xmlns:a16="http://schemas.microsoft.com/office/drawing/2014/main" id="{F42CD189-1BE3-4E3E-A5B6-810AAEA2236E}"/>
              </a:ext>
            </a:extLst>
          </p:cNvPr>
          <p:cNvSpPr/>
          <p:nvPr/>
        </p:nvSpPr>
        <p:spPr>
          <a:xfrm>
            <a:off x="516419" y="3279169"/>
            <a:ext cx="1366424" cy="86177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First 5 MW solar rooftop project under PPP mode under Gross metering </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274" name="Straight Arrow Connector 273">
            <a:extLst>
              <a:ext uri="{FF2B5EF4-FFF2-40B4-BE49-F238E27FC236}">
                <a16:creationId xmlns:a16="http://schemas.microsoft.com/office/drawing/2014/main" id="{184BAFC5-F138-4C79-B8A8-DF64F3B38D8A}"/>
              </a:ext>
            </a:extLst>
          </p:cNvPr>
          <p:cNvCxnSpPr>
            <a:cxnSpLocks/>
            <a:stCxn id="243" idx="1"/>
          </p:cNvCxnSpPr>
          <p:nvPr/>
        </p:nvCxnSpPr>
        <p:spPr>
          <a:xfrm flipH="1">
            <a:off x="2435468" y="2654707"/>
            <a:ext cx="929306" cy="57679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3C12339B-C1FE-47E2-A649-8059FD368822}"/>
              </a:ext>
            </a:extLst>
          </p:cNvPr>
          <p:cNvCxnSpPr>
            <a:cxnSpLocks/>
            <a:endCxn id="109" idx="21"/>
          </p:cNvCxnSpPr>
          <p:nvPr/>
        </p:nvCxnSpPr>
        <p:spPr>
          <a:xfrm>
            <a:off x="1628975" y="3656895"/>
            <a:ext cx="418798" cy="11983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2F9E4CA2-F524-42A7-B2D8-20EE89CE5271}"/>
              </a:ext>
            </a:extLst>
          </p:cNvPr>
          <p:cNvCxnSpPr>
            <a:cxnSpLocks/>
          </p:cNvCxnSpPr>
          <p:nvPr/>
        </p:nvCxnSpPr>
        <p:spPr>
          <a:xfrm flipV="1">
            <a:off x="1851736" y="4229414"/>
            <a:ext cx="616807" cy="13943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FBFE0C28-8C60-49CB-858B-8EFFFDFDE6DC}"/>
              </a:ext>
            </a:extLst>
          </p:cNvPr>
          <p:cNvCxnSpPr>
            <a:cxnSpLocks/>
            <a:stCxn id="241" idx="0"/>
          </p:cNvCxnSpPr>
          <p:nvPr/>
        </p:nvCxnSpPr>
        <p:spPr>
          <a:xfrm flipH="1" flipV="1">
            <a:off x="2793921" y="5224358"/>
            <a:ext cx="799788" cy="33534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1079ACCF-9FDD-4EF3-BD1F-B445F57FD6FF}"/>
              </a:ext>
            </a:extLst>
          </p:cNvPr>
          <p:cNvSpPr txBox="1"/>
          <p:nvPr/>
        </p:nvSpPr>
        <p:spPr>
          <a:xfrm>
            <a:off x="6479521" y="1751568"/>
            <a:ext cx="894476"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200" b="1" i="0" u="none" strike="noStrike" kern="1200" cap="none" spc="0" normalizeH="0" baseline="0" noProof="0">
                <a:ln>
                  <a:noFill/>
                </a:ln>
                <a:solidFill>
                  <a:srgbClr val="012169"/>
                </a:solidFill>
                <a:effectLst/>
                <a:uLnTx/>
                <a:uFillTx/>
                <a:latin typeface="Verdana"/>
                <a:ea typeface="+mn-ea"/>
                <a:cs typeface="+mn-cs"/>
              </a:rPr>
              <a:t>Solar Park</a:t>
            </a:r>
          </a:p>
        </p:txBody>
      </p:sp>
      <p:sp>
        <p:nvSpPr>
          <p:cNvPr id="283" name="TextBox 282">
            <a:extLst>
              <a:ext uri="{FF2B5EF4-FFF2-40B4-BE49-F238E27FC236}">
                <a16:creationId xmlns:a16="http://schemas.microsoft.com/office/drawing/2014/main" id="{A7656ED2-07D3-4309-A195-29D79918523A}"/>
              </a:ext>
            </a:extLst>
          </p:cNvPr>
          <p:cNvSpPr txBox="1"/>
          <p:nvPr/>
        </p:nvSpPr>
        <p:spPr>
          <a:xfrm>
            <a:off x="7949948" y="1726929"/>
            <a:ext cx="2505494"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lang="en-US" sz="1200" b="1">
                <a:solidFill>
                  <a:srgbClr val="012169"/>
                </a:solidFill>
                <a:latin typeface="Verdana"/>
              </a:rPr>
              <a:t>Distributed</a:t>
            </a:r>
            <a:r>
              <a:rPr kumimoji="0" lang="en-IN" sz="1200" b="1" i="0" u="none" strike="noStrike" kern="1200" cap="none" spc="0" normalizeH="0" baseline="0" noProof="0">
                <a:ln>
                  <a:noFill/>
                </a:ln>
                <a:solidFill>
                  <a:srgbClr val="012169"/>
                </a:solidFill>
                <a:effectLst/>
                <a:uLnTx/>
                <a:uFillTx/>
                <a:latin typeface="Verdana"/>
                <a:ea typeface="+mn-ea"/>
                <a:cs typeface="+mn-cs"/>
              </a:rPr>
              <a:t> Solar/New Areas</a:t>
            </a:r>
          </a:p>
        </p:txBody>
      </p:sp>
      <p:sp>
        <p:nvSpPr>
          <p:cNvPr id="285" name="Text Placeholder 12">
            <a:extLst>
              <a:ext uri="{FF2B5EF4-FFF2-40B4-BE49-F238E27FC236}">
                <a16:creationId xmlns:a16="http://schemas.microsoft.com/office/drawing/2014/main" id="{2A39E7DD-752B-421E-BA70-D46A47916BAE}"/>
              </a:ext>
            </a:extLst>
          </p:cNvPr>
          <p:cNvSpPr>
            <a:spLocks/>
          </p:cNvSpPr>
          <p:nvPr/>
        </p:nvSpPr>
        <p:spPr bwMode="auto">
          <a:xfrm>
            <a:off x="6441432" y="2011183"/>
            <a:ext cx="1662334" cy="1077218"/>
          </a:xfrm>
          <a:prstGeom prst="rect">
            <a:avLst/>
          </a:prstGeom>
          <a:noFill/>
          <a:ln w="9525">
            <a:noFill/>
            <a:miter lim="800000"/>
            <a:headEnd/>
            <a:tailEnd/>
          </a:ln>
        </p:spPr>
        <p:txBody>
          <a:bodyPr wrap="square" lIns="0" tIns="0" rIns="0" bIns="0" anchor="t" anchorCtr="0">
            <a:spAutoFit/>
          </a:bodyPr>
          <a:lstStyle/>
          <a:p>
            <a:pPr marL="171450" marR="0" lvl="0" indent="-171450" algn="l" defTabSz="1019175"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Karnataka</a:t>
            </a:r>
          </a:p>
          <a:p>
            <a:pPr marL="171450" marR="0" lvl="0" indent="-171450" algn="l" defTabSz="1019175"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Odisha</a:t>
            </a:r>
          </a:p>
          <a:p>
            <a:pPr marL="171450" marR="0" lvl="0" indent="-171450" algn="l" defTabSz="1019175"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a:solidFill>
                  <a:prstClr val="black"/>
                </a:solidFill>
                <a:latin typeface="Verdana"/>
              </a:rPr>
              <a:t>Madhya Pradesh</a:t>
            </a:r>
            <a:endParaRPr kumimoji="0" lang="en-US" sz="1200" b="0" i="0" u="none" strike="noStrike" kern="1200" cap="none" spc="0" normalizeH="0" baseline="0" noProof="0">
              <a:ln>
                <a:noFill/>
              </a:ln>
              <a:solidFill>
                <a:prstClr val="black"/>
              </a:solidFill>
              <a:effectLst/>
              <a:uLnTx/>
              <a:uFillTx/>
              <a:latin typeface="Verdana"/>
              <a:ea typeface="+mn-ea"/>
              <a:cs typeface="+mn-cs"/>
            </a:endParaRPr>
          </a:p>
          <a:p>
            <a:pPr marL="171450" marR="0" lvl="0" indent="-171450" algn="l" defTabSz="1019175"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Maharashtra</a:t>
            </a:r>
          </a:p>
          <a:p>
            <a:pPr marL="171450" marR="0" lvl="0" indent="-171450" algn="l" defTabSz="1019175"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Rajasthan</a:t>
            </a:r>
          </a:p>
        </p:txBody>
      </p:sp>
      <p:sp>
        <p:nvSpPr>
          <p:cNvPr id="287" name="Text Placeholder 12">
            <a:extLst>
              <a:ext uri="{FF2B5EF4-FFF2-40B4-BE49-F238E27FC236}">
                <a16:creationId xmlns:a16="http://schemas.microsoft.com/office/drawing/2014/main" id="{BCFF0364-6CDD-4AAA-A51F-229FDE0AB332}"/>
              </a:ext>
            </a:extLst>
          </p:cNvPr>
          <p:cNvSpPr>
            <a:spLocks/>
          </p:cNvSpPr>
          <p:nvPr/>
        </p:nvSpPr>
        <p:spPr bwMode="auto">
          <a:xfrm>
            <a:off x="7970241" y="1932616"/>
            <a:ext cx="1471518" cy="1523494"/>
          </a:xfrm>
          <a:prstGeom prst="rect">
            <a:avLst/>
          </a:prstGeom>
          <a:noFill/>
          <a:ln w="9525">
            <a:noFill/>
            <a:miter lim="800000"/>
            <a:headEnd/>
            <a:tailEnd/>
          </a:ln>
        </p:spPr>
        <p:txBody>
          <a:bodyPr wrap="square" lIns="0" tIns="0" rIns="0" bIns="0" anchor="t" anchorCtr="0">
            <a:spAutoFit/>
          </a:bodyPr>
          <a:lstStyle/>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Uttar Pradesh</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Bihar</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Gujarat</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Maharashtra</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Odisha</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Andhra Pradesh</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Rajasthan</a:t>
            </a:r>
          </a:p>
        </p:txBody>
      </p:sp>
      <p:sp>
        <p:nvSpPr>
          <p:cNvPr id="289" name="Rectangle 288">
            <a:extLst>
              <a:ext uri="{FF2B5EF4-FFF2-40B4-BE49-F238E27FC236}">
                <a16:creationId xmlns:a16="http://schemas.microsoft.com/office/drawing/2014/main" id="{73DEB627-07ED-4756-A20A-D67F6BA9D425}"/>
              </a:ext>
            </a:extLst>
          </p:cNvPr>
          <p:cNvSpPr/>
          <p:nvPr/>
        </p:nvSpPr>
        <p:spPr bwMode="gray">
          <a:xfrm>
            <a:off x="469035" y="1641661"/>
            <a:ext cx="5502278" cy="4965246"/>
          </a:xfrm>
          <a:prstGeom prst="rect">
            <a:avLst/>
          </a:prstGeom>
          <a:noFill/>
          <a:ln w="19050" algn="ctr">
            <a:solidFill>
              <a:schemeClr val="bg1">
                <a:lumMod val="8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a:ln>
                <a:noFill/>
              </a:ln>
              <a:solidFill>
                <a:prstClr val="white"/>
              </a:solidFill>
              <a:effectLst/>
              <a:uLnTx/>
              <a:uFillTx/>
              <a:latin typeface="Verdana"/>
              <a:ea typeface="+mn-ea"/>
              <a:cs typeface="+mn-cs"/>
            </a:endParaRPr>
          </a:p>
        </p:txBody>
      </p:sp>
      <p:sp>
        <p:nvSpPr>
          <p:cNvPr id="292" name="Rectangle 291">
            <a:extLst>
              <a:ext uri="{FF2B5EF4-FFF2-40B4-BE49-F238E27FC236}">
                <a16:creationId xmlns:a16="http://schemas.microsoft.com/office/drawing/2014/main" id="{533DDFF5-83A6-48F6-8743-756BF812B2D5}"/>
              </a:ext>
            </a:extLst>
          </p:cNvPr>
          <p:cNvSpPr/>
          <p:nvPr/>
        </p:nvSpPr>
        <p:spPr>
          <a:xfrm>
            <a:off x="3607529" y="4606178"/>
            <a:ext cx="213703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5 MW solar rooftop project under net metering</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293" name="Straight Arrow Connector 292">
            <a:extLst>
              <a:ext uri="{FF2B5EF4-FFF2-40B4-BE49-F238E27FC236}">
                <a16:creationId xmlns:a16="http://schemas.microsoft.com/office/drawing/2014/main" id="{6E7E4EF0-4681-48A6-8486-F554B8A430DC}"/>
              </a:ext>
            </a:extLst>
          </p:cNvPr>
          <p:cNvCxnSpPr>
            <a:cxnSpLocks/>
            <a:endCxn id="219" idx="60"/>
          </p:cNvCxnSpPr>
          <p:nvPr/>
        </p:nvCxnSpPr>
        <p:spPr>
          <a:xfrm flipH="1" flipV="1">
            <a:off x="3520328" y="4253078"/>
            <a:ext cx="545097" cy="37970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5" name="Freeform 440">
            <a:extLst>
              <a:ext uri="{FF2B5EF4-FFF2-40B4-BE49-F238E27FC236}">
                <a16:creationId xmlns:a16="http://schemas.microsoft.com/office/drawing/2014/main" id="{197BBBD6-3487-4D68-BFA5-84A5589B1C11}"/>
              </a:ext>
            </a:extLst>
          </p:cNvPr>
          <p:cNvSpPr>
            <a:spLocks/>
          </p:cNvSpPr>
          <p:nvPr/>
        </p:nvSpPr>
        <p:spPr bwMode="auto">
          <a:xfrm>
            <a:off x="4233118" y="3649505"/>
            <a:ext cx="120344" cy="159635"/>
          </a:xfrm>
          <a:custGeom>
            <a:avLst/>
            <a:gdLst>
              <a:gd name="T0" fmla="*/ 51 w 53"/>
              <a:gd name="T1" fmla="*/ 19 h 73"/>
              <a:gd name="T2" fmla="*/ 52 w 53"/>
              <a:gd name="T3" fmla="*/ 15 h 73"/>
              <a:gd name="T4" fmla="*/ 50 w 53"/>
              <a:gd name="T5" fmla="*/ 12 h 73"/>
              <a:gd name="T6" fmla="*/ 50 w 53"/>
              <a:gd name="T7" fmla="*/ 7 h 73"/>
              <a:gd name="T8" fmla="*/ 45 w 53"/>
              <a:gd name="T9" fmla="*/ 7 h 73"/>
              <a:gd name="T10" fmla="*/ 45 w 53"/>
              <a:gd name="T11" fmla="*/ 1 h 73"/>
              <a:gd name="T12" fmla="*/ 44 w 53"/>
              <a:gd name="T13" fmla="*/ 0 h 73"/>
              <a:gd name="T14" fmla="*/ 41 w 53"/>
              <a:gd name="T15" fmla="*/ 3 h 73"/>
              <a:gd name="T16" fmla="*/ 41 w 53"/>
              <a:gd name="T17" fmla="*/ 3 h 73"/>
              <a:gd name="T18" fmla="*/ 40 w 53"/>
              <a:gd name="T19" fmla="*/ 6 h 73"/>
              <a:gd name="T20" fmla="*/ 36 w 53"/>
              <a:gd name="T21" fmla="*/ 4 h 73"/>
              <a:gd name="T22" fmla="*/ 35 w 53"/>
              <a:gd name="T23" fmla="*/ 7 h 73"/>
              <a:gd name="T24" fmla="*/ 35 w 53"/>
              <a:gd name="T25" fmla="*/ 9 h 73"/>
              <a:gd name="T26" fmla="*/ 33 w 53"/>
              <a:gd name="T27" fmla="*/ 10 h 73"/>
              <a:gd name="T28" fmla="*/ 32 w 53"/>
              <a:gd name="T29" fmla="*/ 16 h 73"/>
              <a:gd name="T30" fmla="*/ 28 w 53"/>
              <a:gd name="T31" fmla="*/ 13 h 73"/>
              <a:gd name="T32" fmla="*/ 25 w 53"/>
              <a:gd name="T33" fmla="*/ 16 h 73"/>
              <a:gd name="T34" fmla="*/ 22 w 53"/>
              <a:gd name="T35" fmla="*/ 14 h 73"/>
              <a:gd name="T36" fmla="*/ 21 w 53"/>
              <a:gd name="T37" fmla="*/ 17 h 73"/>
              <a:gd name="T38" fmla="*/ 18 w 53"/>
              <a:gd name="T39" fmla="*/ 20 h 73"/>
              <a:gd name="T40" fmla="*/ 14 w 53"/>
              <a:gd name="T41" fmla="*/ 20 h 73"/>
              <a:gd name="T42" fmla="*/ 10 w 53"/>
              <a:gd name="T43" fmla="*/ 19 h 73"/>
              <a:gd name="T44" fmla="*/ 10 w 53"/>
              <a:gd name="T45" fmla="*/ 22 h 73"/>
              <a:gd name="T46" fmla="*/ 5 w 53"/>
              <a:gd name="T47" fmla="*/ 24 h 73"/>
              <a:gd name="T48" fmla="*/ 4 w 53"/>
              <a:gd name="T49" fmla="*/ 30 h 73"/>
              <a:gd name="T50" fmla="*/ 1 w 53"/>
              <a:gd name="T51" fmla="*/ 35 h 73"/>
              <a:gd name="T52" fmla="*/ 4 w 53"/>
              <a:gd name="T53" fmla="*/ 41 h 73"/>
              <a:gd name="T54" fmla="*/ 4 w 53"/>
              <a:gd name="T55" fmla="*/ 43 h 73"/>
              <a:gd name="T56" fmla="*/ 5 w 53"/>
              <a:gd name="T57" fmla="*/ 47 h 73"/>
              <a:gd name="T58" fmla="*/ 7 w 53"/>
              <a:gd name="T59" fmla="*/ 50 h 73"/>
              <a:gd name="T60" fmla="*/ 7 w 53"/>
              <a:gd name="T61" fmla="*/ 54 h 73"/>
              <a:gd name="T62" fmla="*/ 9 w 53"/>
              <a:gd name="T63" fmla="*/ 58 h 73"/>
              <a:gd name="T64" fmla="*/ 8 w 53"/>
              <a:gd name="T65" fmla="*/ 62 h 73"/>
              <a:gd name="T66" fmla="*/ 9 w 53"/>
              <a:gd name="T67" fmla="*/ 66 h 73"/>
              <a:gd name="T68" fmla="*/ 12 w 53"/>
              <a:gd name="T69" fmla="*/ 67 h 73"/>
              <a:gd name="T70" fmla="*/ 15 w 53"/>
              <a:gd name="T71" fmla="*/ 57 h 73"/>
              <a:gd name="T72" fmla="*/ 19 w 53"/>
              <a:gd name="T73" fmla="*/ 70 h 73"/>
              <a:gd name="T74" fmla="*/ 30 w 53"/>
              <a:gd name="T75" fmla="*/ 65 h 73"/>
              <a:gd name="T76" fmla="*/ 29 w 53"/>
              <a:gd name="T77" fmla="*/ 61 h 73"/>
              <a:gd name="T78" fmla="*/ 28 w 53"/>
              <a:gd name="T79" fmla="*/ 56 h 73"/>
              <a:gd name="T80" fmla="*/ 31 w 53"/>
              <a:gd name="T81" fmla="*/ 51 h 73"/>
              <a:gd name="T82" fmla="*/ 36 w 53"/>
              <a:gd name="T83" fmla="*/ 48 h 73"/>
              <a:gd name="T84" fmla="*/ 34 w 53"/>
              <a:gd name="T85" fmla="*/ 42 h 73"/>
              <a:gd name="T86" fmla="*/ 34 w 53"/>
              <a:gd name="T87" fmla="*/ 35 h 73"/>
              <a:gd name="T88" fmla="*/ 37 w 53"/>
              <a:gd name="T89" fmla="*/ 39 h 73"/>
              <a:gd name="T90" fmla="*/ 44 w 53"/>
              <a:gd name="T91" fmla="*/ 35 h 73"/>
              <a:gd name="T92" fmla="*/ 46 w 53"/>
              <a:gd name="T93" fmla="*/ 38 h 73"/>
              <a:gd name="T94" fmla="*/ 48 w 53"/>
              <a:gd name="T95" fmla="*/ 36 h 73"/>
              <a:gd name="T96" fmla="*/ 50 w 53"/>
              <a:gd name="T97" fmla="*/ 33 h 73"/>
              <a:gd name="T98" fmla="*/ 51 w 53"/>
              <a:gd name="T99" fmla="*/ 33 h 73"/>
              <a:gd name="T100" fmla="*/ 53 w 53"/>
              <a:gd name="T101" fmla="*/ 23 h 73"/>
              <a:gd name="T102" fmla="*/ 51 w 53"/>
              <a:gd name="T103" fmla="*/ 1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3" h="73">
                <a:moveTo>
                  <a:pt x="51" y="19"/>
                </a:moveTo>
                <a:cubicBezTo>
                  <a:pt x="51" y="17"/>
                  <a:pt x="52" y="16"/>
                  <a:pt x="52" y="15"/>
                </a:cubicBezTo>
                <a:cubicBezTo>
                  <a:pt x="52" y="13"/>
                  <a:pt x="50" y="13"/>
                  <a:pt x="50" y="12"/>
                </a:cubicBezTo>
                <a:cubicBezTo>
                  <a:pt x="49" y="10"/>
                  <a:pt x="49" y="9"/>
                  <a:pt x="50" y="7"/>
                </a:cubicBezTo>
                <a:cubicBezTo>
                  <a:pt x="48" y="7"/>
                  <a:pt x="45" y="7"/>
                  <a:pt x="45" y="7"/>
                </a:cubicBezTo>
                <a:cubicBezTo>
                  <a:pt x="46" y="5"/>
                  <a:pt x="46" y="3"/>
                  <a:pt x="45" y="1"/>
                </a:cubicBezTo>
                <a:cubicBezTo>
                  <a:pt x="44" y="0"/>
                  <a:pt x="44" y="0"/>
                  <a:pt x="44" y="0"/>
                </a:cubicBezTo>
                <a:cubicBezTo>
                  <a:pt x="42" y="1"/>
                  <a:pt x="42" y="2"/>
                  <a:pt x="41" y="3"/>
                </a:cubicBezTo>
                <a:cubicBezTo>
                  <a:pt x="41" y="3"/>
                  <a:pt x="41" y="3"/>
                  <a:pt x="41" y="3"/>
                </a:cubicBezTo>
                <a:cubicBezTo>
                  <a:pt x="41" y="4"/>
                  <a:pt x="41" y="6"/>
                  <a:pt x="40" y="6"/>
                </a:cubicBezTo>
                <a:cubicBezTo>
                  <a:pt x="38" y="7"/>
                  <a:pt x="37" y="5"/>
                  <a:pt x="36" y="4"/>
                </a:cubicBezTo>
                <a:cubicBezTo>
                  <a:pt x="36" y="5"/>
                  <a:pt x="35" y="5"/>
                  <a:pt x="35" y="7"/>
                </a:cubicBezTo>
                <a:cubicBezTo>
                  <a:pt x="35" y="7"/>
                  <a:pt x="35" y="8"/>
                  <a:pt x="35" y="9"/>
                </a:cubicBezTo>
                <a:cubicBezTo>
                  <a:pt x="34" y="9"/>
                  <a:pt x="34" y="9"/>
                  <a:pt x="33" y="10"/>
                </a:cubicBezTo>
                <a:cubicBezTo>
                  <a:pt x="32" y="12"/>
                  <a:pt x="34" y="14"/>
                  <a:pt x="32" y="16"/>
                </a:cubicBezTo>
                <a:cubicBezTo>
                  <a:pt x="31" y="15"/>
                  <a:pt x="30" y="13"/>
                  <a:pt x="28" y="13"/>
                </a:cubicBezTo>
                <a:cubicBezTo>
                  <a:pt x="26" y="13"/>
                  <a:pt x="25" y="14"/>
                  <a:pt x="25" y="16"/>
                </a:cubicBezTo>
                <a:cubicBezTo>
                  <a:pt x="24" y="16"/>
                  <a:pt x="23" y="15"/>
                  <a:pt x="22" y="14"/>
                </a:cubicBezTo>
                <a:cubicBezTo>
                  <a:pt x="21" y="15"/>
                  <a:pt x="22" y="16"/>
                  <a:pt x="21" y="17"/>
                </a:cubicBezTo>
                <a:cubicBezTo>
                  <a:pt x="20" y="18"/>
                  <a:pt x="19" y="19"/>
                  <a:pt x="18" y="20"/>
                </a:cubicBezTo>
                <a:cubicBezTo>
                  <a:pt x="17" y="21"/>
                  <a:pt x="16" y="20"/>
                  <a:pt x="14" y="20"/>
                </a:cubicBezTo>
                <a:cubicBezTo>
                  <a:pt x="13" y="19"/>
                  <a:pt x="12" y="19"/>
                  <a:pt x="10" y="19"/>
                </a:cubicBezTo>
                <a:cubicBezTo>
                  <a:pt x="10" y="20"/>
                  <a:pt x="10" y="21"/>
                  <a:pt x="10" y="22"/>
                </a:cubicBezTo>
                <a:cubicBezTo>
                  <a:pt x="8" y="22"/>
                  <a:pt x="7" y="24"/>
                  <a:pt x="5" y="24"/>
                </a:cubicBezTo>
                <a:cubicBezTo>
                  <a:pt x="4" y="26"/>
                  <a:pt x="5" y="28"/>
                  <a:pt x="4" y="30"/>
                </a:cubicBezTo>
                <a:cubicBezTo>
                  <a:pt x="4" y="32"/>
                  <a:pt x="2" y="33"/>
                  <a:pt x="1" y="35"/>
                </a:cubicBezTo>
                <a:cubicBezTo>
                  <a:pt x="0" y="38"/>
                  <a:pt x="3" y="38"/>
                  <a:pt x="4" y="41"/>
                </a:cubicBezTo>
                <a:cubicBezTo>
                  <a:pt x="4" y="42"/>
                  <a:pt x="3" y="42"/>
                  <a:pt x="4" y="43"/>
                </a:cubicBezTo>
                <a:cubicBezTo>
                  <a:pt x="4" y="44"/>
                  <a:pt x="5" y="46"/>
                  <a:pt x="5" y="47"/>
                </a:cubicBezTo>
                <a:cubicBezTo>
                  <a:pt x="6" y="48"/>
                  <a:pt x="6" y="49"/>
                  <a:pt x="7" y="50"/>
                </a:cubicBezTo>
                <a:cubicBezTo>
                  <a:pt x="7" y="51"/>
                  <a:pt x="7" y="52"/>
                  <a:pt x="7" y="54"/>
                </a:cubicBezTo>
                <a:cubicBezTo>
                  <a:pt x="7" y="55"/>
                  <a:pt x="9" y="56"/>
                  <a:pt x="9" y="58"/>
                </a:cubicBezTo>
                <a:cubicBezTo>
                  <a:pt x="9" y="59"/>
                  <a:pt x="8" y="61"/>
                  <a:pt x="8" y="62"/>
                </a:cubicBezTo>
                <a:cubicBezTo>
                  <a:pt x="8" y="63"/>
                  <a:pt x="8" y="65"/>
                  <a:pt x="9" y="66"/>
                </a:cubicBezTo>
                <a:cubicBezTo>
                  <a:pt x="9" y="66"/>
                  <a:pt x="12" y="68"/>
                  <a:pt x="12" y="67"/>
                </a:cubicBezTo>
                <a:cubicBezTo>
                  <a:pt x="12" y="65"/>
                  <a:pt x="11" y="54"/>
                  <a:pt x="15" y="57"/>
                </a:cubicBezTo>
                <a:cubicBezTo>
                  <a:pt x="19" y="60"/>
                  <a:pt x="16" y="67"/>
                  <a:pt x="19" y="70"/>
                </a:cubicBezTo>
                <a:cubicBezTo>
                  <a:pt x="22" y="73"/>
                  <a:pt x="30" y="69"/>
                  <a:pt x="30" y="65"/>
                </a:cubicBezTo>
                <a:cubicBezTo>
                  <a:pt x="30" y="64"/>
                  <a:pt x="29" y="62"/>
                  <a:pt x="29" y="61"/>
                </a:cubicBezTo>
                <a:cubicBezTo>
                  <a:pt x="28" y="60"/>
                  <a:pt x="27" y="57"/>
                  <a:pt x="28" y="56"/>
                </a:cubicBezTo>
                <a:cubicBezTo>
                  <a:pt x="29" y="54"/>
                  <a:pt x="31" y="53"/>
                  <a:pt x="31" y="51"/>
                </a:cubicBezTo>
                <a:cubicBezTo>
                  <a:pt x="32" y="49"/>
                  <a:pt x="33" y="48"/>
                  <a:pt x="36" y="48"/>
                </a:cubicBezTo>
                <a:cubicBezTo>
                  <a:pt x="36" y="45"/>
                  <a:pt x="34" y="44"/>
                  <a:pt x="34" y="42"/>
                </a:cubicBezTo>
                <a:cubicBezTo>
                  <a:pt x="34" y="40"/>
                  <a:pt x="33" y="37"/>
                  <a:pt x="34" y="35"/>
                </a:cubicBezTo>
                <a:cubicBezTo>
                  <a:pt x="37" y="34"/>
                  <a:pt x="35" y="38"/>
                  <a:pt x="37" y="39"/>
                </a:cubicBezTo>
                <a:cubicBezTo>
                  <a:pt x="40" y="41"/>
                  <a:pt x="42" y="36"/>
                  <a:pt x="44" y="35"/>
                </a:cubicBezTo>
                <a:cubicBezTo>
                  <a:pt x="46" y="35"/>
                  <a:pt x="46" y="37"/>
                  <a:pt x="46" y="38"/>
                </a:cubicBezTo>
                <a:cubicBezTo>
                  <a:pt x="46" y="37"/>
                  <a:pt x="48" y="36"/>
                  <a:pt x="48" y="36"/>
                </a:cubicBezTo>
                <a:cubicBezTo>
                  <a:pt x="49" y="35"/>
                  <a:pt x="49" y="33"/>
                  <a:pt x="50" y="33"/>
                </a:cubicBezTo>
                <a:cubicBezTo>
                  <a:pt x="51" y="32"/>
                  <a:pt x="51" y="32"/>
                  <a:pt x="51" y="33"/>
                </a:cubicBezTo>
                <a:cubicBezTo>
                  <a:pt x="52" y="29"/>
                  <a:pt x="53" y="26"/>
                  <a:pt x="53" y="23"/>
                </a:cubicBezTo>
                <a:cubicBezTo>
                  <a:pt x="53" y="21"/>
                  <a:pt x="52" y="20"/>
                  <a:pt x="51" y="19"/>
                </a:cubicBezTo>
                <a:close/>
              </a:path>
            </a:pathLst>
          </a:custGeom>
          <a:solidFill>
            <a:srgbClr val="D0D0CE"/>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sp>
        <p:nvSpPr>
          <p:cNvPr id="236" name="Rectangle 235">
            <a:extLst>
              <a:ext uri="{FF2B5EF4-FFF2-40B4-BE49-F238E27FC236}">
                <a16:creationId xmlns:a16="http://schemas.microsoft.com/office/drawing/2014/main" id="{61661B29-6D2C-48FA-9344-6575AD8915AD}"/>
              </a:ext>
            </a:extLst>
          </p:cNvPr>
          <p:cNvSpPr/>
          <p:nvPr/>
        </p:nvSpPr>
        <p:spPr>
          <a:xfrm>
            <a:off x="719860" y="5130362"/>
            <a:ext cx="1366424" cy="5539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600" cap="none" spc="0" normalizeH="0" baseline="0" noProof="0">
                <a:ln>
                  <a:noFill/>
                </a:ln>
                <a:solidFill>
                  <a:prstClr val="black"/>
                </a:solidFill>
                <a:effectLst/>
                <a:uLnTx/>
                <a:uFillTx/>
                <a:latin typeface="Verdana"/>
                <a:ea typeface="+mn-ea"/>
                <a:cs typeface="+mn-cs"/>
              </a:rPr>
              <a:t>First Pre feasibility study for 500 MW solar park </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239" name="Straight Arrow Connector 238">
            <a:extLst>
              <a:ext uri="{FF2B5EF4-FFF2-40B4-BE49-F238E27FC236}">
                <a16:creationId xmlns:a16="http://schemas.microsoft.com/office/drawing/2014/main" id="{8A4C2E0D-AE61-4C42-BB60-00FB7B554B12}"/>
              </a:ext>
            </a:extLst>
          </p:cNvPr>
          <p:cNvCxnSpPr>
            <a:cxnSpLocks/>
            <a:stCxn id="236" idx="3"/>
            <a:endCxn id="131" idx="40"/>
          </p:cNvCxnSpPr>
          <p:nvPr/>
        </p:nvCxnSpPr>
        <p:spPr>
          <a:xfrm flipV="1">
            <a:off x="2086284" y="4749202"/>
            <a:ext cx="318109" cy="65815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5" name="Rectangle 244">
            <a:extLst>
              <a:ext uri="{FF2B5EF4-FFF2-40B4-BE49-F238E27FC236}">
                <a16:creationId xmlns:a16="http://schemas.microsoft.com/office/drawing/2014/main" id="{833E52B8-4E5B-42D9-A48D-2363E0DB0EDB}"/>
              </a:ext>
            </a:extLst>
          </p:cNvPr>
          <p:cNvSpPr/>
          <p:nvPr/>
        </p:nvSpPr>
        <p:spPr>
          <a:xfrm>
            <a:off x="514079" y="2169352"/>
            <a:ext cx="1509810" cy="86177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600">
                <a:solidFill>
                  <a:prstClr val="black"/>
                </a:solidFill>
                <a:latin typeface="Verdana"/>
              </a:rPr>
              <a:t>DPR development &amp; transaction advisory of 600MW floating solar at </a:t>
            </a:r>
            <a:r>
              <a:rPr lang="en-GB" sz="1000" kern="1600" err="1">
                <a:solidFill>
                  <a:prstClr val="black"/>
                </a:solidFill>
                <a:latin typeface="Verdana"/>
              </a:rPr>
              <a:t>Omkareshwar</a:t>
            </a:r>
            <a:r>
              <a:rPr lang="en-GB" sz="1000" kern="1600">
                <a:solidFill>
                  <a:prstClr val="black"/>
                </a:solidFill>
                <a:latin typeface="Verdana"/>
              </a:rPr>
              <a:t> Dam </a:t>
            </a:r>
            <a:endParaRPr kumimoji="0" lang="en-IN" sz="1000" b="0" i="0" u="none" strike="noStrike" kern="1200" cap="none" spc="0" normalizeH="0" baseline="0" noProof="0">
              <a:ln>
                <a:noFill/>
              </a:ln>
              <a:solidFill>
                <a:prstClr val="black"/>
              </a:solidFill>
              <a:effectLst/>
              <a:uLnTx/>
              <a:uFillTx/>
              <a:latin typeface="Verdana"/>
              <a:ea typeface="+mn-ea"/>
              <a:cs typeface="+mn-cs"/>
            </a:endParaRPr>
          </a:p>
        </p:txBody>
      </p:sp>
      <p:cxnSp>
        <p:nvCxnSpPr>
          <p:cNvPr id="246" name="Straight Arrow Connector 245">
            <a:extLst>
              <a:ext uri="{FF2B5EF4-FFF2-40B4-BE49-F238E27FC236}">
                <a16:creationId xmlns:a16="http://schemas.microsoft.com/office/drawing/2014/main" id="{315D4D9E-E8EE-482E-81FC-11CA6BB1B9AA}"/>
              </a:ext>
            </a:extLst>
          </p:cNvPr>
          <p:cNvCxnSpPr>
            <a:cxnSpLocks/>
          </p:cNvCxnSpPr>
          <p:nvPr/>
        </p:nvCxnSpPr>
        <p:spPr>
          <a:xfrm>
            <a:off x="1851736" y="2907498"/>
            <a:ext cx="972950" cy="82077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1" name="Rectangle 250">
            <a:extLst>
              <a:ext uri="{FF2B5EF4-FFF2-40B4-BE49-F238E27FC236}">
                <a16:creationId xmlns:a16="http://schemas.microsoft.com/office/drawing/2014/main" id="{68AB9333-339F-4E92-A4C4-EAA849A0BE3B}"/>
              </a:ext>
            </a:extLst>
          </p:cNvPr>
          <p:cNvSpPr>
            <a:spLocks/>
          </p:cNvSpPr>
          <p:nvPr/>
        </p:nvSpPr>
        <p:spPr bwMode="gray">
          <a:xfrm>
            <a:off x="9139852" y="3664767"/>
            <a:ext cx="2846501" cy="2882843"/>
          </a:xfrm>
          <a:prstGeom prst="rect">
            <a:avLst/>
          </a:prstGeom>
          <a:solidFill>
            <a:schemeClr val="accent3">
              <a:alpha val="26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1" i="0" u="none" strike="noStrike" kern="1200" cap="none" spc="0" normalizeH="0" baseline="0" noProof="0">
              <a:ln>
                <a:noFill/>
              </a:ln>
              <a:solidFill>
                <a:prstClr val="white"/>
              </a:solidFill>
              <a:effectLst/>
              <a:uLnTx/>
              <a:uFillTx/>
              <a:latin typeface="Verdana"/>
              <a:ea typeface="+mn-ea"/>
              <a:cs typeface="+mn-cs"/>
            </a:endParaRPr>
          </a:p>
        </p:txBody>
      </p:sp>
      <p:sp>
        <p:nvSpPr>
          <p:cNvPr id="252" name="Rectangle 251">
            <a:extLst>
              <a:ext uri="{FF2B5EF4-FFF2-40B4-BE49-F238E27FC236}">
                <a16:creationId xmlns:a16="http://schemas.microsoft.com/office/drawing/2014/main" id="{1496B103-4471-416D-BC9A-C6DBBDF2055F}"/>
              </a:ext>
            </a:extLst>
          </p:cNvPr>
          <p:cNvSpPr/>
          <p:nvPr/>
        </p:nvSpPr>
        <p:spPr bwMode="gray">
          <a:xfrm>
            <a:off x="6101396" y="3645447"/>
            <a:ext cx="2846500" cy="2924883"/>
          </a:xfrm>
          <a:prstGeom prst="rect">
            <a:avLst/>
          </a:prstGeom>
          <a:solidFill>
            <a:schemeClr val="accent1">
              <a:lumMod val="20000"/>
              <a:lumOff val="80000"/>
              <a:alpha val="47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900" b="1" i="0" u="none" strike="noStrike" kern="1200" cap="none" spc="0" normalizeH="0" baseline="0" noProof="0">
              <a:ln>
                <a:noFill/>
              </a:ln>
              <a:solidFill>
                <a:prstClr val="white"/>
              </a:solidFill>
              <a:effectLst/>
              <a:uLnTx/>
              <a:uFillTx/>
              <a:latin typeface="Verdana"/>
              <a:ea typeface="+mn-ea"/>
              <a:cs typeface="+mn-cs"/>
            </a:endParaRPr>
          </a:p>
        </p:txBody>
      </p:sp>
      <p:sp>
        <p:nvSpPr>
          <p:cNvPr id="253" name="Text Placeholder 8">
            <a:extLst>
              <a:ext uri="{FF2B5EF4-FFF2-40B4-BE49-F238E27FC236}">
                <a16:creationId xmlns:a16="http://schemas.microsoft.com/office/drawing/2014/main" id="{27064F39-9783-4B92-9061-57E783D30569}"/>
              </a:ext>
            </a:extLst>
          </p:cNvPr>
          <p:cNvSpPr txBox="1">
            <a:spLocks/>
          </p:cNvSpPr>
          <p:nvPr/>
        </p:nvSpPr>
        <p:spPr>
          <a:xfrm>
            <a:off x="6221986" y="3564599"/>
            <a:ext cx="2703661" cy="2813912"/>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200" b="1" kern="1200">
                <a:solidFill>
                  <a:schemeClr val="accent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a:solidFill>
                  <a:schemeClr val="tx1"/>
                </a:solidFill>
                <a:latin typeface="+mn-lt"/>
                <a:ea typeface="+mn-ea"/>
                <a:cs typeface="+mn-cs"/>
              </a:defRPr>
            </a:lvl2pPr>
            <a:lvl3pPr marL="0" indent="0" algn="l" defTabSz="914400" rtl="0" eaLnBrk="1" latinLnBrk="0" hangingPunct="1">
              <a:spcBef>
                <a:spcPts val="0"/>
              </a:spcBef>
              <a:spcAft>
                <a:spcPts val="1000"/>
              </a:spcAft>
              <a:buClrTx/>
              <a:buSzPct val="100000"/>
              <a:buFont typeface="Arial" panose="020B0604020202020204" pitchFamily="34" charset="0"/>
              <a:buNone/>
              <a:defRPr lang="en-US" sz="1200" kern="1200">
                <a:solidFill>
                  <a:schemeClr val="tx1"/>
                </a:solidFill>
                <a:latin typeface="+mn-lt"/>
                <a:ea typeface="+mn-ea"/>
                <a:cs typeface="+mn-cs"/>
              </a:defRPr>
            </a:lvl3pPr>
            <a:lvl4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a:solidFill>
                  <a:schemeClr val="tx1"/>
                </a:solidFill>
                <a:latin typeface="+mn-lt"/>
                <a:ea typeface="+mn-ea"/>
                <a:cs typeface="+mn-cs"/>
              </a:defRPr>
            </a:lvl4pPr>
            <a:lvl5pPr marL="356400" indent="-1764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a:solidFill>
                  <a:schemeClr val="tx1"/>
                </a:solidFill>
                <a:latin typeface="+mn-lt"/>
                <a:ea typeface="+mn-ea"/>
                <a:cs typeface="+mn-cs"/>
              </a:defRPr>
            </a:lvl5pPr>
            <a:lvl6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3564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Pct val="100000"/>
              <a:buFontTx/>
              <a:buNone/>
              <a:tabLst/>
              <a:defRPr/>
            </a:pPr>
            <a:r>
              <a:rPr lang="en-US" u="sng" dirty="0">
                <a:solidFill>
                  <a:srgbClr val="62B5E5"/>
                </a:solidFill>
                <a:latin typeface="Verdana"/>
              </a:rPr>
              <a:t>Emerging</a:t>
            </a:r>
            <a:r>
              <a:rPr kumimoji="0" lang="en-US" b="1" i="0" u="sng" strike="noStrike" kern="1200" cap="none" spc="0" normalizeH="0" baseline="0" noProof="0" dirty="0">
                <a:ln>
                  <a:noFill/>
                </a:ln>
                <a:solidFill>
                  <a:srgbClr val="62B5E5"/>
                </a:solidFill>
                <a:effectLst/>
                <a:uLnTx/>
                <a:uFillTx/>
                <a:latin typeface="Verdana"/>
                <a:ea typeface="+mn-ea"/>
                <a:cs typeface="+mn-cs"/>
              </a:rPr>
              <a:t> Areas</a:t>
            </a:r>
          </a:p>
          <a:p>
            <a:pPr marL="171450" marR="0" lvl="0" indent="-171450" algn="l" defTabSz="914400" rtl="0" eaLnBrk="1" fontAlgn="auto" latinLnBrk="0" hangingPunct="1">
              <a:lnSpc>
                <a:spcPct val="100000"/>
              </a:lnSpc>
              <a:spcBef>
                <a:spcPts val="600"/>
              </a:spcBef>
              <a:spcAft>
                <a:spcPts val="500"/>
              </a:spcAft>
              <a:buClrTx/>
              <a:buSzPct val="100000"/>
              <a:buFont typeface="Arial" panose="020B0604020202020204" pitchFamily="34" charset="0"/>
              <a:buChar char="•"/>
              <a:tabLst/>
              <a:defRPr/>
            </a:pPr>
            <a:r>
              <a:rPr lang="en-US" b="0" dirty="0">
                <a:solidFill>
                  <a:prstClr val="black"/>
                </a:solidFill>
                <a:latin typeface="Verdana"/>
              </a:rPr>
              <a:t>Strategy and Blueprint for ‘</a:t>
            </a:r>
            <a:r>
              <a:rPr lang="en-US" i="1" dirty="0">
                <a:solidFill>
                  <a:prstClr val="black"/>
                </a:solidFill>
                <a:latin typeface="Verdana"/>
              </a:rPr>
              <a:t>Green Hydrogen</a:t>
            </a:r>
            <a:r>
              <a:rPr lang="en-US" b="0" dirty="0">
                <a:solidFill>
                  <a:prstClr val="black"/>
                </a:solidFill>
                <a:latin typeface="Verdana"/>
              </a:rPr>
              <a:t>’ for India’s largest power production PSU</a:t>
            </a:r>
            <a:endParaRPr kumimoji="0" lang="en-US" b="0" i="0" u="none" strike="noStrike" kern="1200" cap="none" spc="0" normalizeH="0" baseline="0" noProof="0" dirty="0">
              <a:ln>
                <a:noFill/>
              </a:ln>
              <a:solidFill>
                <a:prstClr val="black"/>
              </a:solidFill>
              <a:effectLst/>
              <a:uLnTx/>
              <a:uFillTx/>
              <a:latin typeface="Verdana"/>
              <a:ea typeface="+mn-ea"/>
              <a:cs typeface="+mn-cs"/>
            </a:endParaRPr>
          </a:p>
          <a:p>
            <a:pPr marL="171450" marR="0" lvl="0" indent="-171450" algn="l" defTabSz="914400" rtl="0" eaLnBrk="1" fontAlgn="auto" latinLnBrk="0" hangingPunct="1">
              <a:lnSpc>
                <a:spcPct val="100000"/>
              </a:lnSpc>
              <a:spcBef>
                <a:spcPts val="600"/>
              </a:spcBef>
              <a:spcAft>
                <a:spcPts val="500"/>
              </a:spcAft>
              <a:buClrTx/>
              <a:buSzPct val="100000"/>
              <a:buFont typeface="Arial" panose="020B0604020202020204" pitchFamily="34" charset="0"/>
              <a:buChar char="•"/>
              <a:tabLst/>
              <a:defRPr/>
            </a:pPr>
            <a:r>
              <a:rPr lang="en-US" i="1" dirty="0">
                <a:solidFill>
                  <a:prstClr val="black"/>
                </a:solidFill>
                <a:latin typeface="Verdana"/>
              </a:rPr>
              <a:t>Battery storage integration </a:t>
            </a:r>
            <a:r>
              <a:rPr lang="en-US" b="0" dirty="0">
                <a:solidFill>
                  <a:prstClr val="black"/>
                </a:solidFill>
                <a:latin typeface="Verdana"/>
              </a:rPr>
              <a:t>with wind/solar for A&amp;N Island decarbonization</a:t>
            </a:r>
            <a:endParaRPr kumimoji="0" lang="en-US" b="0" i="0" u="none" strike="noStrike" kern="1200" cap="none" spc="0" normalizeH="0" baseline="0" noProof="0" dirty="0">
              <a:ln>
                <a:noFill/>
              </a:ln>
              <a:solidFill>
                <a:prstClr val="black"/>
              </a:solidFill>
              <a:effectLst/>
              <a:uLnTx/>
              <a:uFillTx/>
              <a:latin typeface="Verdana"/>
              <a:ea typeface="+mn-ea"/>
              <a:cs typeface="+mn-cs"/>
            </a:endParaRPr>
          </a:p>
          <a:p>
            <a:pPr marL="171450" marR="0" lvl="0" indent="-171450" algn="l" defTabSz="914400" rtl="0" eaLnBrk="1" fontAlgn="auto" latinLnBrk="0" hangingPunct="1">
              <a:lnSpc>
                <a:spcPct val="100000"/>
              </a:lnSpc>
              <a:spcBef>
                <a:spcPts val="600"/>
              </a:spcBef>
              <a:spcAft>
                <a:spcPts val="500"/>
              </a:spcAft>
              <a:buClrTx/>
              <a:buSzPct val="100000"/>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Design of </a:t>
            </a:r>
            <a:r>
              <a:rPr lang="en-US" i="1" dirty="0">
                <a:solidFill>
                  <a:prstClr val="black"/>
                </a:solidFill>
                <a:latin typeface="Verdana"/>
              </a:rPr>
              <a:t>first battery storage applications</a:t>
            </a:r>
            <a:r>
              <a:rPr lang="en-US" b="0" dirty="0">
                <a:solidFill>
                  <a:prstClr val="black"/>
                </a:solidFill>
                <a:latin typeface="Verdana"/>
              </a:rPr>
              <a:t> to operate at distribution end (BRPL/DERC)</a:t>
            </a:r>
          </a:p>
          <a:p>
            <a:pPr marL="171450" marR="0" lvl="0" indent="-171450" algn="l" defTabSz="914400" rtl="0" eaLnBrk="1" fontAlgn="auto" latinLnBrk="0" hangingPunct="1">
              <a:lnSpc>
                <a:spcPct val="100000"/>
              </a:lnSpc>
              <a:spcBef>
                <a:spcPts val="600"/>
              </a:spcBef>
              <a:spcAft>
                <a:spcPts val="500"/>
              </a:spcAft>
              <a:buClrTx/>
              <a:buSzPct val="100000"/>
              <a:buFont typeface="Arial" panose="020B0604020202020204" pitchFamily="34" charset="0"/>
              <a:buChar char="•"/>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Formulation of Green Day Ahead Market (</a:t>
            </a:r>
            <a:r>
              <a:rPr kumimoji="0" lang="en-US" i="1" u="none" strike="noStrike" kern="1200" cap="none" spc="0" normalizeH="0" baseline="0" noProof="0" dirty="0">
                <a:ln>
                  <a:noFill/>
                </a:ln>
                <a:solidFill>
                  <a:prstClr val="black"/>
                </a:solidFill>
                <a:effectLst/>
                <a:uLnTx/>
                <a:uFillTx/>
                <a:latin typeface="Verdana"/>
                <a:ea typeface="+mn-ea"/>
                <a:cs typeface="+mn-cs"/>
              </a:rPr>
              <a:t>G-DAM) &amp; G-TAM </a:t>
            </a:r>
            <a:r>
              <a:rPr kumimoji="0" lang="en-US" b="0" i="0" u="none" strike="noStrike" kern="1200" cap="none" spc="0" normalizeH="0" baseline="0" noProof="0" dirty="0">
                <a:ln>
                  <a:noFill/>
                </a:ln>
                <a:solidFill>
                  <a:prstClr val="black"/>
                </a:solidFill>
                <a:effectLst/>
                <a:uLnTx/>
                <a:uFillTx/>
                <a:latin typeface="Verdana"/>
                <a:ea typeface="+mn-ea"/>
                <a:cs typeface="+mn-cs"/>
              </a:rPr>
              <a:t>regulations</a:t>
            </a:r>
          </a:p>
          <a:p>
            <a:pPr marL="171450" marR="0" lvl="0" indent="-171450" algn="l" defTabSz="914400" rtl="0" eaLnBrk="1" fontAlgn="auto" latinLnBrk="0" hangingPunct="1">
              <a:lnSpc>
                <a:spcPct val="100000"/>
              </a:lnSpc>
              <a:spcBef>
                <a:spcPts val="0"/>
              </a:spcBef>
              <a:spcAft>
                <a:spcPts val="500"/>
              </a:spcAft>
              <a:buClrTx/>
              <a:buSzPct val="100000"/>
              <a:buFont typeface="Arial" panose="020B0604020202020204" pitchFamily="34" charset="0"/>
              <a:buChar char="•"/>
              <a:tabLst/>
              <a:defRPr/>
            </a:pPr>
            <a:endParaRPr kumimoji="0" lang="en-US" b="0" i="0" u="none" strike="noStrike" kern="1200" cap="none" spc="0" normalizeH="0" baseline="0" noProof="0" dirty="0">
              <a:ln>
                <a:noFill/>
              </a:ln>
              <a:solidFill>
                <a:prstClr val="black"/>
              </a:solidFill>
              <a:effectLst/>
              <a:uLnTx/>
              <a:uFillTx/>
              <a:latin typeface="Verdana"/>
              <a:ea typeface="+mn-ea"/>
              <a:cs typeface="+mn-cs"/>
            </a:endParaRPr>
          </a:p>
        </p:txBody>
      </p:sp>
      <p:sp>
        <p:nvSpPr>
          <p:cNvPr id="254" name="Text Placeholder 8">
            <a:extLst>
              <a:ext uri="{FF2B5EF4-FFF2-40B4-BE49-F238E27FC236}">
                <a16:creationId xmlns:a16="http://schemas.microsoft.com/office/drawing/2014/main" id="{4E6D9470-FEF1-4253-A7BD-6A377BC3F92D}"/>
              </a:ext>
            </a:extLst>
          </p:cNvPr>
          <p:cNvSpPr txBox="1">
            <a:spLocks/>
          </p:cNvSpPr>
          <p:nvPr/>
        </p:nvSpPr>
        <p:spPr>
          <a:xfrm>
            <a:off x="9239239" y="3704075"/>
            <a:ext cx="2524477" cy="2882843"/>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200" b="1" kern="1200">
                <a:solidFill>
                  <a:schemeClr val="accent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a:solidFill>
                  <a:schemeClr val="tx1"/>
                </a:solidFill>
                <a:latin typeface="+mn-lt"/>
                <a:ea typeface="+mn-ea"/>
                <a:cs typeface="+mn-cs"/>
              </a:defRPr>
            </a:lvl2pPr>
            <a:lvl3pPr marL="0" indent="0" algn="l" defTabSz="914400" rtl="0" eaLnBrk="1" latinLnBrk="0" hangingPunct="1">
              <a:spcBef>
                <a:spcPts val="0"/>
              </a:spcBef>
              <a:spcAft>
                <a:spcPts val="1000"/>
              </a:spcAft>
              <a:buClrTx/>
              <a:buSzPct val="100000"/>
              <a:buFont typeface="Arial" panose="020B0604020202020204" pitchFamily="34" charset="0"/>
              <a:buNone/>
              <a:defRPr lang="en-US" sz="1200" kern="1200">
                <a:solidFill>
                  <a:schemeClr val="tx1"/>
                </a:solidFill>
                <a:latin typeface="+mn-lt"/>
                <a:ea typeface="+mn-ea"/>
                <a:cs typeface="+mn-cs"/>
              </a:defRPr>
            </a:lvl3pPr>
            <a:lvl4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a:solidFill>
                  <a:schemeClr val="tx1"/>
                </a:solidFill>
                <a:latin typeface="+mn-lt"/>
                <a:ea typeface="+mn-ea"/>
                <a:cs typeface="+mn-cs"/>
              </a:defRPr>
            </a:lvl4pPr>
            <a:lvl5pPr marL="356400" indent="-1764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a:solidFill>
                  <a:schemeClr val="tx1"/>
                </a:solidFill>
                <a:latin typeface="+mn-lt"/>
                <a:ea typeface="+mn-ea"/>
                <a:cs typeface="+mn-cs"/>
              </a:defRPr>
            </a:lvl5pPr>
            <a:lvl6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3564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3564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500"/>
              </a:spcAft>
              <a:buClrTx/>
              <a:buSzPct val="100000"/>
              <a:buFontTx/>
              <a:buNone/>
              <a:tabLst/>
              <a:defRPr/>
            </a:pPr>
            <a:r>
              <a:rPr kumimoji="0" lang="en-US" b="1" i="0" u="sng" strike="noStrike" kern="1200" cap="none" spc="0" normalizeH="0" baseline="0" noProof="0" dirty="0">
                <a:ln>
                  <a:noFill/>
                </a:ln>
                <a:solidFill>
                  <a:srgbClr val="62B5E5"/>
                </a:solidFill>
                <a:effectLst/>
                <a:uLnTx/>
                <a:uFillTx/>
                <a:latin typeface="Verdana"/>
                <a:ea typeface="+mn-ea"/>
                <a:cs typeface="+mn-cs"/>
              </a:rPr>
              <a:t>Experience with Solar parks</a:t>
            </a:r>
          </a:p>
          <a:p>
            <a:pPr marL="171450" marR="0" lvl="0" indent="-171450" algn="l" defTabSz="914400" rtl="0" eaLnBrk="1" fontAlgn="auto" latinLnBrk="0" hangingPunct="1">
              <a:lnSpc>
                <a:spcPct val="100000"/>
              </a:lnSpc>
              <a:spcBef>
                <a:spcPts val="600"/>
              </a:spcBef>
              <a:spcAft>
                <a:spcPts val="500"/>
              </a:spcAft>
              <a:buClrTx/>
              <a:buSzPct val="100000"/>
              <a:buFont typeface="Arial" charset="0"/>
              <a:buChar char="•"/>
              <a:tabLst/>
              <a:defRPr/>
            </a:pPr>
            <a:r>
              <a:rPr kumimoji="0" lang="en-US" i="1" u="none" strike="noStrike" kern="1200" cap="none" spc="0" normalizeH="0" baseline="0" noProof="0" dirty="0">
                <a:ln>
                  <a:noFill/>
                </a:ln>
                <a:solidFill>
                  <a:prstClr val="black"/>
                </a:solidFill>
                <a:effectLst/>
                <a:uLnTx/>
                <a:uFillTx/>
                <a:latin typeface="Verdana"/>
                <a:ea typeface="+mn-ea"/>
                <a:cs typeface="+mn-cs"/>
              </a:rPr>
              <a:t>Project monitoring </a:t>
            </a:r>
            <a:r>
              <a:rPr kumimoji="0" lang="en-US" b="0" i="0" u="none" strike="noStrike" kern="1200" cap="none" spc="0" normalizeH="0" baseline="0" noProof="0" dirty="0">
                <a:ln>
                  <a:noFill/>
                </a:ln>
                <a:solidFill>
                  <a:prstClr val="black"/>
                </a:solidFill>
                <a:effectLst/>
                <a:uLnTx/>
                <a:uFillTx/>
                <a:latin typeface="Verdana"/>
                <a:ea typeface="+mn-ea"/>
                <a:cs typeface="+mn-cs"/>
              </a:rPr>
              <a:t>&amp; vendor management through IT intervention</a:t>
            </a:r>
          </a:p>
          <a:p>
            <a:pPr marL="171450" marR="0" lvl="0" indent="-171450" algn="l" defTabSz="914400" rtl="0" eaLnBrk="1" fontAlgn="auto" latinLnBrk="0" hangingPunct="1">
              <a:lnSpc>
                <a:spcPct val="100000"/>
              </a:lnSpc>
              <a:spcBef>
                <a:spcPts val="600"/>
              </a:spcBef>
              <a:spcAft>
                <a:spcPts val="500"/>
              </a:spcAft>
              <a:buClrTx/>
              <a:buSzPct val="100000"/>
              <a:buFont typeface="Arial" charset="0"/>
              <a:buChar char="•"/>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Commercial &amp; Regulatory due-diligence of solar parks</a:t>
            </a:r>
          </a:p>
          <a:p>
            <a:pPr marL="171450" marR="0" lvl="0" indent="-171450" algn="l" defTabSz="914400" rtl="0" eaLnBrk="1" fontAlgn="auto" latinLnBrk="0" hangingPunct="1">
              <a:lnSpc>
                <a:spcPct val="100000"/>
              </a:lnSpc>
              <a:spcBef>
                <a:spcPts val="600"/>
              </a:spcBef>
              <a:spcAft>
                <a:spcPts val="500"/>
              </a:spcAft>
              <a:buClrTx/>
              <a:buSzPct val="100000"/>
              <a:buFont typeface="Arial" charset="0"/>
              <a:buChar char="•"/>
              <a:tabLst/>
              <a:defRPr/>
            </a:pPr>
            <a:r>
              <a:rPr kumimoji="0" lang="en-US" i="1" u="none" strike="noStrike" kern="1200" cap="none" spc="0" normalizeH="0" baseline="0" noProof="0" dirty="0">
                <a:ln>
                  <a:noFill/>
                </a:ln>
                <a:solidFill>
                  <a:prstClr val="black"/>
                </a:solidFill>
                <a:effectLst/>
                <a:uLnTx/>
                <a:uFillTx/>
                <a:latin typeface="Verdana"/>
                <a:ea typeface="+mn-ea"/>
                <a:cs typeface="+mn-cs"/>
              </a:rPr>
              <a:t>Investment review </a:t>
            </a:r>
            <a:r>
              <a:rPr kumimoji="0" lang="en-US" b="0" i="0" u="none" strike="noStrike" kern="1200" cap="none" spc="0" normalizeH="0" baseline="0" noProof="0" dirty="0">
                <a:ln>
                  <a:noFill/>
                </a:ln>
                <a:solidFill>
                  <a:prstClr val="black"/>
                </a:solidFill>
                <a:effectLst/>
                <a:uLnTx/>
                <a:uFillTx/>
                <a:latin typeface="Verdana"/>
                <a:ea typeface="+mn-ea"/>
                <a:cs typeface="+mn-cs"/>
              </a:rPr>
              <a:t>and evacuation infrastructure planning</a:t>
            </a:r>
          </a:p>
          <a:p>
            <a:pPr marL="171450" marR="0" lvl="0" indent="-171450" algn="l" defTabSz="914400" rtl="0" eaLnBrk="1" fontAlgn="auto" latinLnBrk="0" hangingPunct="1">
              <a:lnSpc>
                <a:spcPct val="100000"/>
              </a:lnSpc>
              <a:spcBef>
                <a:spcPts val="600"/>
              </a:spcBef>
              <a:spcAft>
                <a:spcPts val="500"/>
              </a:spcAft>
              <a:buClrTx/>
              <a:buSzPct val="100000"/>
              <a:buFont typeface="Arial" charset="0"/>
              <a:buChar char="•"/>
              <a:tabLst/>
              <a:defRPr/>
            </a:pPr>
            <a:r>
              <a:rPr kumimoji="0" lang="en-US" b="0" i="0" u="none" strike="noStrike" kern="1200" cap="none" spc="0" normalizeH="0" baseline="0" noProof="0" dirty="0">
                <a:ln>
                  <a:noFill/>
                </a:ln>
                <a:solidFill>
                  <a:prstClr val="black"/>
                </a:solidFill>
                <a:effectLst/>
                <a:uLnTx/>
                <a:uFillTx/>
                <a:latin typeface="Verdana"/>
                <a:ea typeface="+mn-ea"/>
                <a:cs typeface="+mn-cs"/>
              </a:rPr>
              <a:t>Transaction advisory for </a:t>
            </a:r>
            <a:r>
              <a:rPr lang="en-US" i="1" dirty="0">
                <a:solidFill>
                  <a:prstClr val="black"/>
                </a:solidFill>
                <a:latin typeface="Verdana"/>
              </a:rPr>
              <a:t>hybrid and floating solar</a:t>
            </a:r>
            <a:r>
              <a:rPr lang="en-US" b="0" dirty="0">
                <a:solidFill>
                  <a:prstClr val="black"/>
                </a:solidFill>
                <a:latin typeface="Verdana"/>
              </a:rPr>
              <a:t> technologies</a:t>
            </a:r>
            <a:endParaRPr kumimoji="0" lang="en-US" b="0" i="0" u="none" strike="noStrike" kern="1200" cap="none" spc="0" normalizeH="0" baseline="0" noProof="0" dirty="0">
              <a:ln>
                <a:noFill/>
              </a:ln>
              <a:solidFill>
                <a:prstClr val="black"/>
              </a:solidFill>
              <a:effectLst/>
              <a:uLnTx/>
              <a:uFillTx/>
              <a:latin typeface="Verdana"/>
              <a:ea typeface="+mn-ea"/>
              <a:cs typeface="+mn-cs"/>
            </a:endParaRPr>
          </a:p>
          <a:p>
            <a:pPr marL="171450" marR="0" lvl="0" indent="-171450" algn="l" defTabSz="914400" rtl="0" eaLnBrk="1" fontAlgn="auto" latinLnBrk="0" hangingPunct="1">
              <a:lnSpc>
                <a:spcPct val="100000"/>
              </a:lnSpc>
              <a:spcBef>
                <a:spcPts val="0"/>
              </a:spcBef>
              <a:spcAft>
                <a:spcPts val="500"/>
              </a:spcAft>
              <a:buClrTx/>
              <a:buSzPct val="100000"/>
              <a:buFont typeface="Arial" panose="020B0604020202020204" pitchFamily="34" charset="0"/>
              <a:buChar char="•"/>
              <a:tabLst/>
              <a:defRPr/>
            </a:pPr>
            <a:endParaRPr kumimoji="0" lang="en-US" b="0" i="0" u="none" strike="noStrike" kern="1200" cap="none" spc="0" normalizeH="0" baseline="0" noProof="0" dirty="0">
              <a:ln>
                <a:noFill/>
              </a:ln>
              <a:solidFill>
                <a:prstClr val="black"/>
              </a:solidFill>
              <a:effectLst/>
              <a:uLnTx/>
              <a:uFillTx/>
              <a:latin typeface="Verdana"/>
              <a:ea typeface="+mn-ea"/>
              <a:cs typeface="+mn-cs"/>
            </a:endParaRPr>
          </a:p>
          <a:p>
            <a:pPr marL="171450" marR="0" lvl="0" indent="-171450" algn="l" defTabSz="914400" rtl="0" eaLnBrk="1" fontAlgn="auto" latinLnBrk="0" hangingPunct="1">
              <a:lnSpc>
                <a:spcPct val="100000"/>
              </a:lnSpc>
              <a:spcBef>
                <a:spcPts val="0"/>
              </a:spcBef>
              <a:spcAft>
                <a:spcPts val="500"/>
              </a:spcAft>
              <a:buClrTx/>
              <a:buSzPct val="100000"/>
              <a:buFont typeface="Arial" panose="020B0604020202020204" pitchFamily="34" charset="0"/>
              <a:buChar char="•"/>
              <a:tabLst/>
              <a:defRPr/>
            </a:pPr>
            <a:endParaRPr kumimoji="0" lang="en-US" b="0" i="0" u="none" strike="noStrike" kern="1200" cap="none" spc="0" normalizeH="0" baseline="0" noProof="0" dirty="0">
              <a:ln>
                <a:noFill/>
              </a:ln>
              <a:solidFill>
                <a:prstClr val="black"/>
              </a:solidFill>
              <a:effectLst/>
              <a:uLnTx/>
              <a:uFillTx/>
              <a:latin typeface="Verdana"/>
              <a:ea typeface="+mn-ea"/>
              <a:cs typeface="+mn-cs"/>
            </a:endParaRPr>
          </a:p>
        </p:txBody>
      </p:sp>
      <p:pic>
        <p:nvPicPr>
          <p:cNvPr id="23" name="Graphic 22" descr="Bullseye with solid fill">
            <a:extLst>
              <a:ext uri="{FF2B5EF4-FFF2-40B4-BE49-F238E27FC236}">
                <a16:creationId xmlns:a16="http://schemas.microsoft.com/office/drawing/2014/main" id="{ECA5FED1-B93F-478B-823B-66CB51D219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390" y="3472309"/>
            <a:ext cx="504000" cy="504000"/>
          </a:xfrm>
          <a:prstGeom prst="rect">
            <a:avLst/>
          </a:prstGeom>
        </p:spPr>
      </p:pic>
      <p:pic>
        <p:nvPicPr>
          <p:cNvPr id="25" name="Graphic 24" descr="Clipboard Checked with solid fill">
            <a:extLst>
              <a:ext uri="{FF2B5EF4-FFF2-40B4-BE49-F238E27FC236}">
                <a16:creationId xmlns:a16="http://schemas.microsoft.com/office/drawing/2014/main" id="{AB43CBA9-D4EA-4B10-9421-B65BFCA18DA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03198" y="3536950"/>
            <a:ext cx="468000" cy="468000"/>
          </a:xfrm>
          <a:prstGeom prst="rect">
            <a:avLst/>
          </a:prstGeom>
        </p:spPr>
      </p:pic>
      <p:sp>
        <p:nvSpPr>
          <p:cNvPr id="255" name="Text Placeholder 7">
            <a:extLst>
              <a:ext uri="{FF2B5EF4-FFF2-40B4-BE49-F238E27FC236}">
                <a16:creationId xmlns:a16="http://schemas.microsoft.com/office/drawing/2014/main" id="{2626A2BE-DDAA-44A1-B5CB-D89518F15DBE}"/>
              </a:ext>
            </a:extLst>
          </p:cNvPr>
          <p:cNvSpPr>
            <a:spLocks noGrp="1"/>
          </p:cNvSpPr>
          <p:nvPr>
            <p:ph type="body" sz="quarter" idx="13"/>
          </p:nvPr>
        </p:nvSpPr>
        <p:spPr>
          <a:xfrm>
            <a:off x="469900" y="775547"/>
            <a:ext cx="11252200" cy="757255"/>
          </a:xfrm>
        </p:spPr>
        <p:txBody>
          <a:bodyPr/>
          <a:lstStyle/>
          <a:p>
            <a:r>
              <a:rPr lang="en-IN" sz="1800" i="1">
                <a:solidFill>
                  <a:srgbClr val="313131"/>
                </a:solidFill>
              </a:rPr>
              <a:t>Rich experience of working closely with SNAs &amp; experience in solar park, DRE and other emerging technologies</a:t>
            </a:r>
            <a:endParaRPr lang="en-US" sz="1800">
              <a:solidFill>
                <a:prstClr val="black"/>
              </a:solidFill>
            </a:endParaRPr>
          </a:p>
        </p:txBody>
      </p:sp>
      <p:sp>
        <p:nvSpPr>
          <p:cNvPr id="256" name="TextBox 255">
            <a:extLst>
              <a:ext uri="{FF2B5EF4-FFF2-40B4-BE49-F238E27FC236}">
                <a16:creationId xmlns:a16="http://schemas.microsoft.com/office/drawing/2014/main" id="{429D605D-F49F-4908-B709-2664D9A5B9F4}"/>
              </a:ext>
            </a:extLst>
          </p:cNvPr>
          <p:cNvSpPr txBox="1"/>
          <p:nvPr/>
        </p:nvSpPr>
        <p:spPr>
          <a:xfrm>
            <a:off x="659709" y="1659202"/>
            <a:ext cx="4680137"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IN" sz="1400" b="0" i="0" u="none" strike="noStrike" kern="1200" cap="none" spc="0" normalizeH="0" baseline="0" noProof="0">
                <a:ln>
                  <a:noFill/>
                </a:ln>
                <a:solidFill>
                  <a:srgbClr val="313131"/>
                </a:solidFill>
                <a:effectLst/>
                <a:uLnTx/>
                <a:uFillTx/>
                <a:latin typeface="Verdana"/>
                <a:ea typeface="+mn-ea"/>
                <a:cs typeface="+mn-cs"/>
              </a:rPr>
              <a:t>We have been pioneers in executing some first of its kind projects in India</a:t>
            </a:r>
            <a:endParaRPr kumimoji="0" lang="en-IN" sz="1400" b="0" i="1" u="none" strike="noStrike" kern="1200" cap="none" spc="0" normalizeH="0" baseline="0" noProof="0">
              <a:ln>
                <a:noFill/>
              </a:ln>
              <a:solidFill>
                <a:srgbClr val="313131"/>
              </a:solidFill>
              <a:effectLst/>
              <a:uLnTx/>
              <a:uFillTx/>
              <a:latin typeface="Verdana"/>
              <a:ea typeface="+mn-ea"/>
              <a:cs typeface="+mn-cs"/>
            </a:endParaRPr>
          </a:p>
        </p:txBody>
      </p:sp>
      <p:cxnSp>
        <p:nvCxnSpPr>
          <p:cNvPr id="233" name="Straight Arrow Connector 232">
            <a:extLst>
              <a:ext uri="{FF2B5EF4-FFF2-40B4-BE49-F238E27FC236}">
                <a16:creationId xmlns:a16="http://schemas.microsoft.com/office/drawing/2014/main" id="{E009A517-C2E1-4A69-9C46-937472FD29B9}"/>
              </a:ext>
            </a:extLst>
          </p:cNvPr>
          <p:cNvCxnSpPr>
            <a:cxnSpLocks/>
          </p:cNvCxnSpPr>
          <p:nvPr/>
        </p:nvCxnSpPr>
        <p:spPr>
          <a:xfrm flipV="1">
            <a:off x="3233202" y="4082097"/>
            <a:ext cx="196264" cy="93218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4" name="Rectangle 233">
            <a:extLst>
              <a:ext uri="{FF2B5EF4-FFF2-40B4-BE49-F238E27FC236}">
                <a16:creationId xmlns:a16="http://schemas.microsoft.com/office/drawing/2014/main" id="{E857E4BD-67B1-4B77-B2D6-AF85984A504F}"/>
              </a:ext>
            </a:extLst>
          </p:cNvPr>
          <p:cNvSpPr/>
          <p:nvPr/>
        </p:nvSpPr>
        <p:spPr>
          <a:xfrm>
            <a:off x="3203268" y="5054638"/>
            <a:ext cx="206265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600">
                <a:solidFill>
                  <a:prstClr val="black"/>
                </a:solidFill>
                <a:latin typeface="Verdana"/>
              </a:rPr>
              <a:t>1000 MW Solar Park</a:t>
            </a:r>
            <a:endParaRPr lang="en-GB" sz="1000" b="1" kern="1600">
              <a:solidFill>
                <a:srgbClr val="3C8A2E"/>
              </a:solidFill>
              <a:latin typeface="Verdan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1" kern="1600">
              <a:solidFill>
                <a:srgbClr val="3C8A2E"/>
              </a:solidFill>
              <a:latin typeface="Verdana"/>
            </a:endParaRPr>
          </a:p>
        </p:txBody>
      </p:sp>
      <p:sp>
        <p:nvSpPr>
          <p:cNvPr id="237" name="Text Placeholder 12">
            <a:extLst>
              <a:ext uri="{FF2B5EF4-FFF2-40B4-BE49-F238E27FC236}">
                <a16:creationId xmlns:a16="http://schemas.microsoft.com/office/drawing/2014/main" id="{7ECC350C-0872-45B7-9A56-C848C17ECDD6}"/>
              </a:ext>
            </a:extLst>
          </p:cNvPr>
          <p:cNvSpPr>
            <a:spLocks/>
          </p:cNvSpPr>
          <p:nvPr/>
        </p:nvSpPr>
        <p:spPr bwMode="auto">
          <a:xfrm>
            <a:off x="9441759" y="1932616"/>
            <a:ext cx="1471518" cy="1038746"/>
          </a:xfrm>
          <a:prstGeom prst="rect">
            <a:avLst/>
          </a:prstGeom>
          <a:noFill/>
          <a:ln w="9525">
            <a:noFill/>
            <a:miter lim="800000"/>
            <a:headEnd/>
            <a:tailEnd/>
          </a:ln>
        </p:spPr>
        <p:txBody>
          <a:bodyPr wrap="square" lIns="0" tIns="0" rIns="0" bIns="0" anchor="t" anchorCtr="0">
            <a:spAutoFit/>
          </a:bodyPr>
          <a:lstStyle/>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200">
                <a:solidFill>
                  <a:prstClr val="black"/>
                </a:solidFill>
                <a:latin typeface="Verdana"/>
              </a:rPr>
              <a:t>Himachal</a:t>
            </a:r>
            <a:r>
              <a:rPr kumimoji="0" lang="en-US" sz="1200" b="0" i="0" u="none" strike="noStrike" kern="1200" cap="none" spc="0" normalizeH="0" baseline="0" noProof="0">
                <a:ln>
                  <a:noFill/>
                </a:ln>
                <a:solidFill>
                  <a:prstClr val="black"/>
                </a:solidFill>
                <a:effectLst/>
                <a:uLnTx/>
                <a:uFillTx/>
                <a:latin typeface="Verdana"/>
                <a:ea typeface="+mn-ea"/>
                <a:cs typeface="+mn-cs"/>
              </a:rPr>
              <a:t> Pradesh</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200">
                <a:solidFill>
                  <a:prstClr val="black"/>
                </a:solidFill>
                <a:latin typeface="Verdana"/>
              </a:rPr>
              <a:t>Punjab</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Verdana"/>
                <a:ea typeface="+mn-ea"/>
                <a:cs typeface="+mn-cs"/>
              </a:rPr>
              <a:t>Jharkhand</a:t>
            </a:r>
          </a:p>
          <a:p>
            <a:pPr marL="171450" marR="0" lvl="0" indent="-171450" algn="l" defTabSz="1019175"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lang="en-US" sz="1200">
                <a:solidFill>
                  <a:prstClr val="black"/>
                </a:solidFill>
                <a:latin typeface="Verdana"/>
              </a:rPr>
              <a:t>Kerala</a:t>
            </a:r>
            <a:endParaRPr kumimoji="0" lang="en-US" sz="1200" b="0" i="0" u="none" strike="noStrike" kern="1200" cap="none" spc="0" normalizeH="0" baseline="0" noProof="0">
              <a:ln>
                <a:noFill/>
              </a:ln>
              <a:solidFill>
                <a:prstClr val="black"/>
              </a:solidFill>
              <a:effectLst/>
              <a:uLnTx/>
              <a:uFillTx/>
              <a:latin typeface="Verdana"/>
              <a:ea typeface="+mn-ea"/>
              <a:cs typeface="+mn-cs"/>
            </a:endParaRPr>
          </a:p>
        </p:txBody>
      </p:sp>
      <p:sp>
        <p:nvSpPr>
          <p:cNvPr id="238" name="TextBox 237">
            <a:extLst>
              <a:ext uri="{FF2B5EF4-FFF2-40B4-BE49-F238E27FC236}">
                <a16:creationId xmlns:a16="http://schemas.microsoft.com/office/drawing/2014/main" id="{D543FA84-C87A-4141-AB2A-7E5D396459B2}"/>
              </a:ext>
            </a:extLst>
          </p:cNvPr>
          <p:cNvSpPr txBox="1"/>
          <p:nvPr/>
        </p:nvSpPr>
        <p:spPr>
          <a:xfrm>
            <a:off x="4180778" y="3793761"/>
            <a:ext cx="1766994"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600" dirty="0">
                <a:solidFill>
                  <a:srgbClr val="3C8A2E"/>
                </a:solidFill>
                <a:latin typeface="Verdana"/>
              </a:rPr>
              <a:t>‘Solarization of Agriculture Feeders under component C of PM-KUSUM scheme – IFC/SECI</a:t>
            </a:r>
            <a:endParaRPr kumimoji="0" lang="en-IN" sz="1000" b="1" i="0" u="none" strike="noStrike" kern="1200" cap="none" spc="0" normalizeH="0" baseline="0" noProof="0" dirty="0">
              <a:ln>
                <a:noFill/>
              </a:ln>
              <a:solidFill>
                <a:srgbClr val="3C8A2E"/>
              </a:solidFill>
              <a:effectLst/>
              <a:uLnTx/>
              <a:uFillTx/>
              <a:latin typeface="Verdana"/>
              <a:ea typeface="+mn-ea"/>
              <a:cs typeface="+mn-cs"/>
            </a:endParaRPr>
          </a:p>
        </p:txBody>
      </p:sp>
      <p:cxnSp>
        <p:nvCxnSpPr>
          <p:cNvPr id="242" name="Straight Arrow Connector 241">
            <a:extLst>
              <a:ext uri="{FF2B5EF4-FFF2-40B4-BE49-F238E27FC236}">
                <a16:creationId xmlns:a16="http://schemas.microsoft.com/office/drawing/2014/main" id="{A78AA2F3-B7C1-471F-8DEC-37B906978B73}"/>
              </a:ext>
            </a:extLst>
          </p:cNvPr>
          <p:cNvCxnSpPr>
            <a:cxnSpLocks/>
          </p:cNvCxnSpPr>
          <p:nvPr/>
        </p:nvCxnSpPr>
        <p:spPr>
          <a:xfrm flipH="1" flipV="1">
            <a:off x="3164463" y="3455704"/>
            <a:ext cx="1095234" cy="80036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44862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392FC52-DEFA-41C3-9138-F2EE569F5ADB}"/>
              </a:ext>
            </a:extLst>
          </p:cNvPr>
          <p:cNvSpPr>
            <a:spLocks noGrp="1"/>
          </p:cNvSpPr>
          <p:nvPr>
            <p:ph type="body" sz="quarter" idx="13"/>
          </p:nvPr>
        </p:nvSpPr>
        <p:spPr>
          <a:xfrm>
            <a:off x="469900" y="751836"/>
            <a:ext cx="11252200" cy="349251"/>
          </a:xfrm>
        </p:spPr>
        <p:txBody>
          <a:bodyPr/>
          <a:lstStyle/>
          <a:p>
            <a:r>
              <a:rPr lang="en-US" sz="1600" dirty="0"/>
              <a:t>Deloitte is a leader in providing consultancy and transaction services for Renewable Energy projects in India. </a:t>
            </a:r>
          </a:p>
        </p:txBody>
      </p:sp>
      <p:sp>
        <p:nvSpPr>
          <p:cNvPr id="4" name="Title 3">
            <a:extLst>
              <a:ext uri="{FF2B5EF4-FFF2-40B4-BE49-F238E27FC236}">
                <a16:creationId xmlns:a16="http://schemas.microsoft.com/office/drawing/2014/main" id="{ED8995E4-D54B-4D60-85BD-864B38E1E0B3}"/>
              </a:ext>
            </a:extLst>
          </p:cNvPr>
          <p:cNvSpPr>
            <a:spLocks noGrp="1"/>
          </p:cNvSpPr>
          <p:nvPr>
            <p:ph type="title"/>
          </p:nvPr>
        </p:nvSpPr>
        <p:spPr/>
        <p:txBody>
          <a:bodyPr/>
          <a:lstStyle/>
          <a:p>
            <a:r>
              <a:rPr lang="en-US" dirty="0"/>
              <a:t>Key assignments in Renewable Energy</a:t>
            </a:r>
          </a:p>
        </p:txBody>
      </p:sp>
      <p:grpSp>
        <p:nvGrpSpPr>
          <p:cNvPr id="53" name="Group 52">
            <a:extLst>
              <a:ext uri="{FF2B5EF4-FFF2-40B4-BE49-F238E27FC236}">
                <a16:creationId xmlns:a16="http://schemas.microsoft.com/office/drawing/2014/main" id="{B8BC38BC-0EDA-34A2-98B1-96685C4A4676}"/>
              </a:ext>
            </a:extLst>
          </p:cNvPr>
          <p:cNvGrpSpPr/>
          <p:nvPr/>
        </p:nvGrpSpPr>
        <p:grpSpPr>
          <a:xfrm>
            <a:off x="456796" y="1101087"/>
            <a:ext cx="11338964" cy="2396678"/>
            <a:chOff x="456796" y="1101087"/>
            <a:chExt cx="11338964" cy="2396678"/>
          </a:xfrm>
        </p:grpSpPr>
        <p:sp>
          <p:nvSpPr>
            <p:cNvPr id="16" name="Rectangle: Rounded Corners 15">
              <a:extLst>
                <a:ext uri="{FF2B5EF4-FFF2-40B4-BE49-F238E27FC236}">
                  <a16:creationId xmlns:a16="http://schemas.microsoft.com/office/drawing/2014/main" id="{515EB5A3-6F0E-1642-0C4B-95771838F9D7}"/>
                </a:ext>
              </a:extLst>
            </p:cNvPr>
            <p:cNvSpPr/>
            <p:nvPr/>
          </p:nvSpPr>
          <p:spPr>
            <a:xfrm>
              <a:off x="469900" y="1198765"/>
              <a:ext cx="3338171" cy="1035149"/>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17" name="Rectangle: Rounded Corners 16">
              <a:extLst>
                <a:ext uri="{FF2B5EF4-FFF2-40B4-BE49-F238E27FC236}">
                  <a16:creationId xmlns:a16="http://schemas.microsoft.com/office/drawing/2014/main" id="{2689D7AD-D149-A1FE-6637-3E77F15594BA}"/>
                </a:ext>
              </a:extLst>
            </p:cNvPr>
            <p:cNvSpPr/>
            <p:nvPr/>
          </p:nvSpPr>
          <p:spPr>
            <a:xfrm>
              <a:off x="4320814" y="1198765"/>
              <a:ext cx="3442343" cy="1035150"/>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18" name="Rectangle: Rounded Corners 17">
              <a:extLst>
                <a:ext uri="{FF2B5EF4-FFF2-40B4-BE49-F238E27FC236}">
                  <a16:creationId xmlns:a16="http://schemas.microsoft.com/office/drawing/2014/main" id="{9CF4D2EC-0196-6F9D-45B9-47B465E4758D}"/>
                </a:ext>
              </a:extLst>
            </p:cNvPr>
            <p:cNvSpPr/>
            <p:nvPr/>
          </p:nvSpPr>
          <p:spPr>
            <a:xfrm>
              <a:off x="8275900" y="1198764"/>
              <a:ext cx="3446200" cy="1049049"/>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19" name="Rectangle: Rounded Corners 18">
              <a:extLst>
                <a:ext uri="{FF2B5EF4-FFF2-40B4-BE49-F238E27FC236}">
                  <a16:creationId xmlns:a16="http://schemas.microsoft.com/office/drawing/2014/main" id="{EEC79F2E-B07D-C3A9-75E8-F5A90175EAA6}"/>
                </a:ext>
              </a:extLst>
            </p:cNvPr>
            <p:cNvSpPr/>
            <p:nvPr/>
          </p:nvSpPr>
          <p:spPr>
            <a:xfrm>
              <a:off x="469899" y="2452890"/>
              <a:ext cx="3338171" cy="1035150"/>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24" name="Rectangle: Rounded Corners 23">
              <a:extLst>
                <a:ext uri="{FF2B5EF4-FFF2-40B4-BE49-F238E27FC236}">
                  <a16:creationId xmlns:a16="http://schemas.microsoft.com/office/drawing/2014/main" id="{B7985B4C-73C6-7873-507E-9ADD937680AC}"/>
                </a:ext>
              </a:extLst>
            </p:cNvPr>
            <p:cNvSpPr/>
            <p:nvPr/>
          </p:nvSpPr>
          <p:spPr>
            <a:xfrm>
              <a:off x="4320814" y="2448714"/>
              <a:ext cx="3442343" cy="1035151"/>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sp>
          <p:nvSpPr>
            <p:cNvPr id="34" name="Rectangle: Rounded Corners 33">
              <a:extLst>
                <a:ext uri="{FF2B5EF4-FFF2-40B4-BE49-F238E27FC236}">
                  <a16:creationId xmlns:a16="http://schemas.microsoft.com/office/drawing/2014/main" id="{2453BDB5-8E46-078E-033E-2A1D4F689D18}"/>
                </a:ext>
              </a:extLst>
            </p:cNvPr>
            <p:cNvSpPr/>
            <p:nvPr/>
          </p:nvSpPr>
          <p:spPr>
            <a:xfrm>
              <a:off x="8271237" y="2448715"/>
              <a:ext cx="3442343" cy="1049050"/>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Verdana"/>
                <a:ea typeface="+mn-ea"/>
                <a:cs typeface="+mn-cs"/>
              </a:endParaRPr>
            </a:p>
          </p:txBody>
        </p:sp>
        <p:pic>
          <p:nvPicPr>
            <p:cNvPr id="35" name="Picture 2" descr="Floating, panel, plant, power, solar icon - Download on Iconfinder">
              <a:extLst>
                <a:ext uri="{FF2B5EF4-FFF2-40B4-BE49-F238E27FC236}">
                  <a16:creationId xmlns:a16="http://schemas.microsoft.com/office/drawing/2014/main" id="{B719A02F-33C1-2AD0-65F7-802B42BCB0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442" y="1308246"/>
              <a:ext cx="808988" cy="80898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0" descr="Rooftop Solar Icons - Free SVG &amp; PNG Rooftop Solar Images - Noun Project">
              <a:extLst>
                <a:ext uri="{FF2B5EF4-FFF2-40B4-BE49-F238E27FC236}">
                  <a16:creationId xmlns:a16="http://schemas.microsoft.com/office/drawing/2014/main" id="{0354C1B2-0BE3-F9A4-3C2B-46D82C053D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0814" y="1101087"/>
              <a:ext cx="911634" cy="91163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2" descr="Premium Vector | Green cities help the world with eco-friendly concept ideas">
              <a:extLst>
                <a:ext uri="{FF2B5EF4-FFF2-40B4-BE49-F238E27FC236}">
                  <a16:creationId xmlns:a16="http://schemas.microsoft.com/office/drawing/2014/main" id="{F318160C-9C76-A226-321D-4EDADF1AFB1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271237" y="1101087"/>
              <a:ext cx="812126" cy="826778"/>
            </a:xfrm>
            <a:prstGeom prst="rect">
              <a:avLst/>
            </a:prstGeom>
            <a:noFill/>
            <a:extLst>
              <a:ext uri="{909E8E84-426E-40DD-AFC4-6F175D3DCCD1}">
                <a14:hiddenFill xmlns:a14="http://schemas.microsoft.com/office/drawing/2010/main">
                  <a:solidFill>
                    <a:srgbClr val="FFFFFF"/>
                  </a:solidFill>
                </a14:hiddenFill>
              </a:ext>
            </a:extLst>
          </p:spPr>
        </p:pic>
        <p:sp>
          <p:nvSpPr>
            <p:cNvPr id="43" name="Title 15">
              <a:extLst>
                <a:ext uri="{FF2B5EF4-FFF2-40B4-BE49-F238E27FC236}">
                  <a16:creationId xmlns:a16="http://schemas.microsoft.com/office/drawing/2014/main" id="{022C60CC-44EE-C5EF-264C-F77C5F79C3BF}"/>
                </a:ext>
              </a:extLst>
            </p:cNvPr>
            <p:cNvSpPr txBox="1">
              <a:spLocks/>
            </p:cNvSpPr>
            <p:nvPr/>
          </p:nvSpPr>
          <p:spPr>
            <a:xfrm>
              <a:off x="1391405" y="1216308"/>
              <a:ext cx="2529183"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sng" strike="noStrike" kern="1200" cap="none" spc="0" normalizeH="0" baseline="0" noProof="0" dirty="0">
                  <a:ln>
                    <a:noFill/>
                  </a:ln>
                  <a:solidFill>
                    <a:prstClr val="black"/>
                  </a:solidFill>
                  <a:effectLst/>
                  <a:uLnTx/>
                  <a:uFillTx/>
                  <a:latin typeface="Verdana"/>
                  <a:ea typeface="Tahoma" panose="020B0604030504040204" pitchFamily="34" charset="0"/>
                </a:rPr>
                <a:t>World’s largest </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floating solar park of  600 MW</a:t>
              </a:r>
              <a:r>
                <a:rPr kumimoji="0" lang="en-US" sz="1000" b="1" i="0" u="none" strike="noStrike" kern="1200" cap="none" spc="0" normalizeH="0" baseline="0" noProof="0" dirty="0">
                  <a:ln>
                    <a:noFill/>
                  </a:ln>
                  <a:solidFill>
                    <a:srgbClr val="E97F00"/>
                  </a:solidFill>
                  <a:effectLst/>
                  <a:uLnTx/>
                  <a:uFillTx/>
                  <a:latin typeface="Verdana"/>
                  <a:ea typeface="Tahoma" panose="020B0604030504040204" pitchFamily="34" charset="0"/>
                </a:rPr>
                <a:t> </a:t>
              </a: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in Omkareshwar, Madhya Pradesh</a:t>
              </a:r>
            </a:p>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lang="en-US" sz="1000" b="0" i="1" dirty="0">
                  <a:solidFill>
                    <a:prstClr val="black"/>
                  </a:solidFill>
                  <a:latin typeface="Verdana"/>
                </a:rPr>
                <a:t>S</a:t>
              </a:r>
              <a:r>
                <a:rPr kumimoji="0" lang="en-US" sz="1000" b="0" i="1" u="none" strike="noStrike" kern="1200" cap="none" spc="0" normalizeH="0" baseline="0" noProof="0" dirty="0" err="1">
                  <a:ln>
                    <a:noFill/>
                  </a:ln>
                  <a:solidFill>
                    <a:prstClr val="black"/>
                  </a:solidFill>
                  <a:effectLst/>
                  <a:uLnTx/>
                  <a:uFillTx/>
                  <a:latin typeface="Verdana"/>
                  <a:ea typeface="Tahoma" panose="020B0604030504040204" pitchFamily="34" charset="0"/>
                </a:rPr>
                <a:t>upported</a:t>
              </a:r>
              <a:r>
                <a:rPr kumimoji="0" lang="en-US" sz="1000" b="0" i="1" u="none" strike="noStrike" kern="1200" cap="none" spc="0" normalizeH="0" baseline="0" noProof="0" dirty="0">
                  <a:ln>
                    <a:noFill/>
                  </a:ln>
                  <a:solidFill>
                    <a:prstClr val="black"/>
                  </a:solidFill>
                  <a:effectLst/>
                  <a:uLnTx/>
                  <a:uFillTx/>
                  <a:latin typeface="Verdana"/>
                  <a:ea typeface="Tahoma" panose="020B0604030504040204" pitchFamily="34" charset="0"/>
                </a:rPr>
                <a:t> in </a:t>
              </a:r>
              <a:r>
                <a:rPr lang="en-US" sz="1000" b="0" i="1" dirty="0">
                  <a:solidFill>
                    <a:prstClr val="black"/>
                  </a:solidFill>
                  <a:latin typeface="Verdana"/>
                </a:rPr>
                <a:t>Technical &amp; Financial Assistance, Bid Advisory, DPR preparation</a:t>
              </a:r>
              <a:endParaRPr kumimoji="0" lang="en-US" sz="1000" b="0" i="1" u="none" strike="noStrike" kern="1200" cap="none" spc="0" normalizeH="0" baseline="0" noProof="0" dirty="0">
                <a:ln>
                  <a:noFill/>
                </a:ln>
                <a:solidFill>
                  <a:prstClr val="black"/>
                </a:solidFill>
                <a:effectLst/>
                <a:uLnTx/>
                <a:uFillTx/>
                <a:latin typeface="Verdana"/>
                <a:ea typeface="Tahoma" panose="020B0604030504040204" pitchFamily="34" charset="0"/>
              </a:endParaRPr>
            </a:p>
          </p:txBody>
        </p:sp>
        <p:sp>
          <p:nvSpPr>
            <p:cNvPr id="44" name="Title 15">
              <a:extLst>
                <a:ext uri="{FF2B5EF4-FFF2-40B4-BE49-F238E27FC236}">
                  <a16:creationId xmlns:a16="http://schemas.microsoft.com/office/drawing/2014/main" id="{60CDEE80-1B28-8F93-0E4E-4E703718EB57}"/>
                </a:ext>
              </a:extLst>
            </p:cNvPr>
            <p:cNvSpPr txBox="1">
              <a:spLocks/>
            </p:cNvSpPr>
            <p:nvPr/>
          </p:nvSpPr>
          <p:spPr>
            <a:xfrm>
              <a:off x="5187511" y="1216308"/>
              <a:ext cx="2575646"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sng" strike="noStrike" kern="1200" cap="none" spc="0" normalizeH="0" baseline="0" noProof="0" dirty="0">
                  <a:ln>
                    <a:noFill/>
                  </a:ln>
                  <a:solidFill>
                    <a:prstClr val="black"/>
                  </a:solidFill>
                  <a:effectLst/>
                  <a:uLnTx/>
                  <a:uFillTx/>
                  <a:latin typeface="Verdana"/>
                  <a:ea typeface="Tahoma" panose="020B0604030504040204" pitchFamily="34" charset="0"/>
                </a:rPr>
                <a:t>India’s first </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PPP Rooftop Solar Project </a:t>
              </a: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in Gandhinagar – replicated to 19 cities in Odisha</a:t>
              </a:r>
            </a:p>
            <a:p>
              <a:pPr>
                <a:defRPr/>
              </a:pPr>
              <a:r>
                <a:rPr kumimoji="0" lang="en-US" sz="1000" b="0" i="1" u="none" strike="noStrike" kern="1200" cap="none" spc="0" normalizeH="0" baseline="0" noProof="0" dirty="0">
                  <a:ln>
                    <a:noFill/>
                  </a:ln>
                  <a:solidFill>
                    <a:prstClr val="black"/>
                  </a:solidFill>
                  <a:effectLst/>
                  <a:uLnTx/>
                  <a:uFillTx/>
                  <a:latin typeface="Verdana"/>
                  <a:ea typeface="Tahoma" panose="020B0604030504040204" pitchFamily="34" charset="0"/>
                </a:rPr>
                <a:t>Supported in Technical assessment, policy, regulatory &amp; commercial due diligence, Bid Process Management</a:t>
              </a:r>
            </a:p>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endPar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endParaRPr>
            </a:p>
          </p:txBody>
        </p:sp>
        <p:sp>
          <p:nvSpPr>
            <p:cNvPr id="45" name="Title 15">
              <a:extLst>
                <a:ext uri="{FF2B5EF4-FFF2-40B4-BE49-F238E27FC236}">
                  <a16:creationId xmlns:a16="http://schemas.microsoft.com/office/drawing/2014/main" id="{EC9A6838-5F9B-9CFF-0146-13B12452467F}"/>
                </a:ext>
              </a:extLst>
            </p:cNvPr>
            <p:cNvSpPr txBox="1">
              <a:spLocks/>
            </p:cNvSpPr>
            <p:nvPr/>
          </p:nvSpPr>
          <p:spPr>
            <a:xfrm>
              <a:off x="8979408" y="1216308"/>
              <a:ext cx="2816352"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Transforming selected Indian cities to 100% RE cities </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Amritsar, Gandhinagar, Ayodhya &amp; Thiruvananthapuram</a:t>
              </a:r>
            </a:p>
            <a:p>
              <a:pPr>
                <a:defRPr/>
              </a:pPr>
              <a:r>
                <a:rPr kumimoji="0" lang="en-US" sz="1000" b="0" i="0" u="none" strike="noStrike" kern="1200" cap="none" spc="0" normalizeH="0" baseline="0" noProof="0" dirty="0">
                  <a:ln>
                    <a:noFill/>
                  </a:ln>
                  <a:solidFill>
                    <a:prstClr val="black"/>
                  </a:solidFill>
                  <a:effectLst/>
                  <a:uLnTx/>
                  <a:uFillTx/>
                  <a:latin typeface="Verdana"/>
                  <a:ea typeface="Tahoma" panose="020B0604030504040204" pitchFamily="34" charset="0"/>
                </a:rPr>
                <a:t>Assisted in </a:t>
              </a:r>
              <a:r>
                <a:rPr lang="en-US" sz="1000" b="0" dirty="0">
                  <a:solidFill>
                    <a:prstClr val="black"/>
                  </a:solidFill>
                  <a:latin typeface="Verdana"/>
                </a:rPr>
                <a:t>S</a:t>
              </a:r>
              <a:r>
                <a:rPr kumimoji="0" lang="en-US" sz="1000" b="0" i="0" u="none" strike="noStrike" kern="1200" cap="none" spc="0" normalizeH="0" baseline="0" noProof="0" dirty="0">
                  <a:ln>
                    <a:noFill/>
                  </a:ln>
                  <a:solidFill>
                    <a:prstClr val="black"/>
                  </a:solidFill>
                  <a:effectLst/>
                  <a:uLnTx/>
                  <a:uFillTx/>
                  <a:latin typeface="Verdana"/>
                  <a:ea typeface="Tahoma" panose="020B0604030504040204" pitchFamily="34" charset="0"/>
                </a:rPr>
                <a:t>trategy ,Technical potential assessment, Bid Process Management</a:t>
              </a:r>
            </a:p>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endPar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endParaRPr>
            </a:p>
          </p:txBody>
        </p:sp>
        <p:pic>
          <p:nvPicPr>
            <p:cNvPr id="46" name="Picture 6" descr="solar farm Icon - Free PNG &amp; SVG 3143779 - Noun Project">
              <a:extLst>
                <a:ext uri="{FF2B5EF4-FFF2-40B4-BE49-F238E27FC236}">
                  <a16:creationId xmlns:a16="http://schemas.microsoft.com/office/drawing/2014/main" id="{9770D1E0-7471-86FD-78BD-94B6DC61B8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796" y="2517365"/>
              <a:ext cx="911634" cy="698501"/>
            </a:xfrm>
            <a:prstGeom prst="rect">
              <a:avLst/>
            </a:prstGeom>
            <a:noFill/>
            <a:extLst>
              <a:ext uri="{909E8E84-426E-40DD-AFC4-6F175D3DCCD1}">
                <a14:hiddenFill xmlns:a14="http://schemas.microsoft.com/office/drawing/2010/main">
                  <a:solidFill>
                    <a:srgbClr val="FFFFFF"/>
                  </a:solidFill>
                </a14:hiddenFill>
              </a:ext>
            </a:extLst>
          </p:spPr>
        </p:pic>
        <p:sp>
          <p:nvSpPr>
            <p:cNvPr id="47" name="Title 15">
              <a:extLst>
                <a:ext uri="{FF2B5EF4-FFF2-40B4-BE49-F238E27FC236}">
                  <a16:creationId xmlns:a16="http://schemas.microsoft.com/office/drawing/2014/main" id="{E9338D2B-A62B-59F4-E3E2-3EDBE07CD4CC}"/>
                </a:ext>
              </a:extLst>
            </p:cNvPr>
            <p:cNvSpPr txBox="1">
              <a:spLocks/>
            </p:cNvSpPr>
            <p:nvPr/>
          </p:nvSpPr>
          <p:spPr>
            <a:xfrm>
              <a:off x="1368430" y="2483720"/>
              <a:ext cx="2316602" cy="73214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India’s </a:t>
              </a:r>
              <a:r>
                <a:rPr kumimoji="0" lang="en-US" sz="1000" b="1" i="0" u="sng" strike="noStrike" kern="1200" cap="none" spc="0" normalizeH="0" baseline="0" noProof="0" dirty="0">
                  <a:ln>
                    <a:noFill/>
                  </a:ln>
                  <a:solidFill>
                    <a:prstClr val="black"/>
                  </a:solidFill>
                  <a:effectLst/>
                  <a:uLnTx/>
                  <a:uFillTx/>
                  <a:latin typeface="Verdana"/>
                  <a:ea typeface="Tahoma" panose="020B0604030504040204" pitchFamily="34" charset="0"/>
                </a:rPr>
                <a:t>first interstate RE PPA </a:t>
              </a:r>
              <a:r>
                <a:rPr lang="en-US" sz="1000" dirty="0">
                  <a:solidFill>
                    <a:srgbClr val="00B0F0"/>
                  </a:solidFill>
                  <a:latin typeface="Verdana"/>
                </a:rPr>
                <a:t>-</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procurement of 750 MW </a:t>
              </a:r>
              <a:r>
                <a:rPr kumimoji="0" lang="en-US" sz="1000" b="1" i="0" u="none" strike="noStrike" kern="1200" cap="none" spc="0" normalizeH="0" baseline="0" noProof="0" dirty="0">
                  <a:ln>
                    <a:noFill/>
                  </a:ln>
                  <a:solidFill>
                    <a:schemeClr val="tx1"/>
                  </a:solidFill>
                  <a:effectLst/>
                  <a:uLnTx/>
                  <a:uFillTx/>
                  <a:latin typeface="Verdana"/>
                  <a:ea typeface="Tahoma" panose="020B0604030504040204" pitchFamily="34" charset="0"/>
                </a:rPr>
                <a:t>for Industrial Consumers</a:t>
              </a:r>
            </a:p>
          </p:txBody>
        </p:sp>
        <p:pic>
          <p:nvPicPr>
            <p:cNvPr id="48" name="Graphic 47" descr="Speedometer Low with solid fill">
              <a:extLst>
                <a:ext uri="{FF2B5EF4-FFF2-40B4-BE49-F238E27FC236}">
                  <a16:creationId xmlns:a16="http://schemas.microsoft.com/office/drawing/2014/main" id="{5645D983-5E6C-000E-2230-CCE8CA48F82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63873" y="2448714"/>
              <a:ext cx="723638" cy="647417"/>
            </a:xfrm>
            <a:prstGeom prst="rect">
              <a:avLst/>
            </a:prstGeom>
          </p:spPr>
        </p:pic>
        <p:sp>
          <p:nvSpPr>
            <p:cNvPr id="49" name="Title 15">
              <a:extLst>
                <a:ext uri="{FF2B5EF4-FFF2-40B4-BE49-F238E27FC236}">
                  <a16:creationId xmlns:a16="http://schemas.microsoft.com/office/drawing/2014/main" id="{559EAF59-DC8E-0FF0-DCDC-3E0F95254F5B}"/>
                </a:ext>
              </a:extLst>
            </p:cNvPr>
            <p:cNvSpPr txBox="1">
              <a:spLocks/>
            </p:cNvSpPr>
            <p:nvPr/>
          </p:nvSpPr>
          <p:spPr>
            <a:xfrm>
              <a:off x="5187511" y="2483719"/>
              <a:ext cx="2420297"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sng" strike="noStrike" kern="1200" cap="none" spc="0" normalizeH="0" baseline="0" noProof="0" dirty="0">
                  <a:ln>
                    <a:noFill/>
                  </a:ln>
                  <a:solidFill>
                    <a:prstClr val="black"/>
                  </a:solidFill>
                  <a:effectLst/>
                  <a:uLnTx/>
                  <a:uFillTx/>
                  <a:latin typeface="Verdana"/>
                  <a:ea typeface="Tahoma" panose="020B0604030504040204" pitchFamily="34" charset="0"/>
                </a:rPr>
                <a:t>India’s first net metering </a:t>
              </a: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regulations- </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CERC Regulations</a:t>
              </a:r>
            </a:p>
            <a:p>
              <a:pPr>
                <a:defRPr/>
              </a:pPr>
              <a:r>
                <a:rPr kumimoji="0" lang="en-US" sz="1000" b="0" i="1" u="none" strike="noStrike" kern="1200" cap="none" spc="0" normalizeH="0" baseline="0" noProof="0" dirty="0">
                  <a:ln>
                    <a:noFill/>
                  </a:ln>
                  <a:solidFill>
                    <a:prstClr val="black"/>
                  </a:solidFill>
                  <a:effectLst/>
                  <a:uLnTx/>
                  <a:uFillTx/>
                  <a:latin typeface="Verdana"/>
                  <a:ea typeface="Tahoma" panose="020B0604030504040204" pitchFamily="34" charset="0"/>
                </a:rPr>
                <a:t>Supported in measures for effective implementation of pre-paid metering in India</a:t>
              </a:r>
              <a:endParaRPr kumimoji="0" lang="en-US" sz="1000" b="0" i="1" u="none" strike="noStrike" kern="1200" cap="none" spc="0" normalizeH="0" baseline="0" noProof="0" dirty="0">
                <a:ln>
                  <a:noFill/>
                </a:ln>
                <a:solidFill>
                  <a:srgbClr val="00B050"/>
                </a:solidFill>
                <a:effectLst/>
                <a:uLnTx/>
                <a:uFillTx/>
                <a:latin typeface="Verdana"/>
                <a:ea typeface="Tahoma" panose="020B0604030504040204" pitchFamily="34" charset="0"/>
              </a:endParaRPr>
            </a:p>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endPar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endParaRPr>
            </a:p>
          </p:txBody>
        </p:sp>
        <p:pic>
          <p:nvPicPr>
            <p:cNvPr id="50" name="Picture 2" descr="Policy icon PNG and SVG Vector Free Download">
              <a:extLst>
                <a:ext uri="{FF2B5EF4-FFF2-40B4-BE49-F238E27FC236}">
                  <a16:creationId xmlns:a16="http://schemas.microsoft.com/office/drawing/2014/main" id="{EA8AF25C-378B-3018-3CD7-D4C98C4A270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4833" y="2534862"/>
              <a:ext cx="601736" cy="631960"/>
            </a:xfrm>
            <a:prstGeom prst="rect">
              <a:avLst/>
            </a:prstGeom>
            <a:noFill/>
            <a:extLst>
              <a:ext uri="{909E8E84-426E-40DD-AFC4-6F175D3DCCD1}">
                <a14:hiddenFill xmlns:a14="http://schemas.microsoft.com/office/drawing/2010/main">
                  <a:solidFill>
                    <a:srgbClr val="FFFFFF"/>
                  </a:solidFill>
                </a14:hiddenFill>
              </a:ext>
            </a:extLst>
          </p:spPr>
        </p:pic>
        <p:sp>
          <p:nvSpPr>
            <p:cNvPr id="51" name="Title 15">
              <a:extLst>
                <a:ext uri="{FF2B5EF4-FFF2-40B4-BE49-F238E27FC236}">
                  <a16:creationId xmlns:a16="http://schemas.microsoft.com/office/drawing/2014/main" id="{5890534A-C4E1-EA66-7BED-8819BD75458A}"/>
                </a:ext>
              </a:extLst>
            </p:cNvPr>
            <p:cNvSpPr txBox="1">
              <a:spLocks/>
            </p:cNvSpPr>
            <p:nvPr/>
          </p:nvSpPr>
          <p:spPr>
            <a:xfrm>
              <a:off x="8986569" y="2412884"/>
              <a:ext cx="2727011"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rPr>
                <a:t>Support UPNEDA in Policy Formulation- </a:t>
              </a:r>
              <a:r>
                <a:rPr kumimoji="0" lang="en-US" sz="1000" b="1" i="0" u="none" strike="noStrike" kern="1200" cap="none" spc="0" normalizeH="0" baseline="0" noProof="0" dirty="0">
                  <a:ln>
                    <a:noFill/>
                  </a:ln>
                  <a:solidFill>
                    <a:srgbClr val="00B0F0"/>
                  </a:solidFill>
                  <a:effectLst/>
                  <a:uLnTx/>
                  <a:uFillTx/>
                  <a:latin typeface="Verdana"/>
                  <a:ea typeface="Tahoma" panose="020B0604030504040204" pitchFamily="34" charset="0"/>
                </a:rPr>
                <a:t>Solar Energy, Bioenergy, Green Hydrogen</a:t>
              </a:r>
              <a:endParaRPr kumimoji="0" lang="en-US" sz="1000" b="1" i="0" u="none" strike="noStrike" kern="1200" cap="none" spc="0" normalizeH="0" baseline="0" noProof="0" dirty="0">
                <a:ln>
                  <a:noFill/>
                </a:ln>
                <a:solidFill>
                  <a:prstClr val="black"/>
                </a:solidFill>
                <a:effectLst/>
                <a:uLnTx/>
                <a:uFillTx/>
                <a:latin typeface="Verdana"/>
                <a:ea typeface="Tahoma" panose="020B0604030504040204" pitchFamily="34" charset="0"/>
              </a:endParaRPr>
            </a:p>
          </p:txBody>
        </p:sp>
        <p:sp>
          <p:nvSpPr>
            <p:cNvPr id="52" name="Title 15">
              <a:extLst>
                <a:ext uri="{FF2B5EF4-FFF2-40B4-BE49-F238E27FC236}">
                  <a16:creationId xmlns:a16="http://schemas.microsoft.com/office/drawing/2014/main" id="{D0811ADF-598E-8BAF-382F-ED6917437DD3}"/>
                </a:ext>
              </a:extLst>
            </p:cNvPr>
            <p:cNvSpPr txBox="1">
              <a:spLocks/>
            </p:cNvSpPr>
            <p:nvPr/>
          </p:nvSpPr>
          <p:spPr>
            <a:xfrm>
              <a:off x="8986569" y="2893367"/>
              <a:ext cx="2575646" cy="4743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marL="0" marR="0" lvl="0" indent="0" algn="l" defTabSz="1219017" rtl="0" eaLnBrk="1" fontAlgn="auto" latinLnBrk="0" hangingPunct="1">
                <a:lnSpc>
                  <a:spcPct val="100000"/>
                </a:lnSpc>
                <a:spcBef>
                  <a:spcPct val="0"/>
                </a:spcBef>
                <a:spcAft>
                  <a:spcPts val="0"/>
                </a:spcAft>
                <a:buClrTx/>
                <a:buSzTx/>
                <a:buFontTx/>
                <a:buNone/>
                <a:tabLst>
                  <a:tab pos="1820498" algn="l"/>
                </a:tabLst>
                <a:defRPr/>
              </a:pPr>
              <a:r>
                <a:rPr lang="en-US" sz="1000" b="0" i="1" dirty="0">
                  <a:solidFill>
                    <a:prstClr val="black"/>
                  </a:solidFill>
                  <a:latin typeface="Verdana"/>
                </a:rPr>
                <a:t>S</a:t>
              </a:r>
              <a:r>
                <a:rPr kumimoji="0" lang="en-US" sz="1000" b="0" i="1" u="none" strike="noStrike" kern="1200" cap="none" spc="0" normalizeH="0" baseline="0" noProof="0" dirty="0" err="1">
                  <a:ln>
                    <a:noFill/>
                  </a:ln>
                  <a:solidFill>
                    <a:prstClr val="black"/>
                  </a:solidFill>
                  <a:effectLst/>
                  <a:uLnTx/>
                  <a:uFillTx/>
                  <a:latin typeface="Verdana"/>
                  <a:ea typeface="Tahoma" panose="020B0604030504040204" pitchFamily="34" charset="0"/>
                </a:rPr>
                <a:t>upported</a:t>
              </a:r>
              <a:r>
                <a:rPr kumimoji="0" lang="en-US" sz="1000" b="0" i="1" u="none" strike="noStrike" kern="1200" cap="none" spc="0" normalizeH="0" baseline="0" noProof="0" dirty="0">
                  <a:ln>
                    <a:noFill/>
                  </a:ln>
                  <a:solidFill>
                    <a:prstClr val="black"/>
                  </a:solidFill>
                  <a:effectLst/>
                  <a:uLnTx/>
                  <a:uFillTx/>
                  <a:latin typeface="Verdana"/>
                  <a:ea typeface="Tahoma" panose="020B0604030504040204" pitchFamily="34" charset="0"/>
                </a:rPr>
                <a:t> in drafting Renewable Energy Policy of Uttar Pradesh.</a:t>
              </a:r>
              <a:endParaRPr kumimoji="0" lang="en-US" sz="1000" b="0" i="1" u="none" strike="noStrike" kern="1200" cap="none" spc="0" normalizeH="0" baseline="0" noProof="0" dirty="0">
                <a:ln>
                  <a:noFill/>
                </a:ln>
                <a:solidFill>
                  <a:srgbClr val="00B050"/>
                </a:solidFill>
                <a:effectLst/>
                <a:uLnTx/>
                <a:uFillTx/>
                <a:latin typeface="Verdana"/>
                <a:ea typeface="Tahoma" panose="020B0604030504040204" pitchFamily="34" charset="0"/>
              </a:endParaRPr>
            </a:p>
          </p:txBody>
        </p:sp>
      </p:grpSp>
      <p:sp>
        <p:nvSpPr>
          <p:cNvPr id="54" name="Text Placeholder 5">
            <a:extLst>
              <a:ext uri="{FF2B5EF4-FFF2-40B4-BE49-F238E27FC236}">
                <a16:creationId xmlns:a16="http://schemas.microsoft.com/office/drawing/2014/main" id="{568B06FF-E61A-859C-7043-6E067E276B60}"/>
              </a:ext>
            </a:extLst>
          </p:cNvPr>
          <p:cNvSpPr txBox="1">
            <a:spLocks/>
          </p:cNvSpPr>
          <p:nvPr/>
        </p:nvSpPr>
        <p:spPr>
          <a:xfrm>
            <a:off x="456796" y="3927223"/>
            <a:ext cx="11481204" cy="675367"/>
          </a:xfrm>
          <a:prstGeom prst="rect">
            <a:avLst/>
          </a:prstGeom>
        </p:spPr>
        <p:txBody>
          <a:bodyPr vert="horz" lIns="0" tIns="0" rIns="0" bIns="0" rtlCol="0">
            <a:noAutofit/>
          </a:bodyPr>
          <a:lstStyle>
            <a:lvl1pPr marL="0" indent="0" algn="l" defTabSz="1219170" rtl="0" eaLnBrk="1" latinLnBrk="0" hangingPunct="1">
              <a:spcBef>
                <a:spcPts val="0"/>
              </a:spcBef>
              <a:spcAft>
                <a:spcPts val="6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600"/>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6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400" dirty="0"/>
              <a:t>Deloitte will use its expertise, rich experience across the entire Jharkhand Energy Landscape &amp; understanding of the Jharkhand Energy Sector to provide Strategy Support to JREDA to meet the States Policy Objectives &amp; also make Jharkhand a Renewable Energy hub conducive for private investments. </a:t>
            </a:r>
            <a:endParaRPr lang="en-US" dirty="0"/>
          </a:p>
        </p:txBody>
      </p:sp>
      <p:sp>
        <p:nvSpPr>
          <p:cNvPr id="55" name="Title 3">
            <a:extLst>
              <a:ext uri="{FF2B5EF4-FFF2-40B4-BE49-F238E27FC236}">
                <a16:creationId xmlns:a16="http://schemas.microsoft.com/office/drawing/2014/main" id="{C4B9D353-9F46-2A68-1028-F1CBD73E7E21}"/>
              </a:ext>
            </a:extLst>
          </p:cNvPr>
          <p:cNvSpPr txBox="1">
            <a:spLocks/>
          </p:cNvSpPr>
          <p:nvPr/>
        </p:nvSpPr>
        <p:spPr bwMode="gray">
          <a:xfrm>
            <a:off x="456796" y="3645324"/>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r>
              <a:rPr lang="en-US" sz="1600" i="1" dirty="0"/>
              <a:t>Our Footprints across Jharkhand Energy Sector</a:t>
            </a:r>
          </a:p>
        </p:txBody>
      </p:sp>
      <p:graphicFrame>
        <p:nvGraphicFramePr>
          <p:cNvPr id="56" name="Group 3">
            <a:extLst>
              <a:ext uri="{FF2B5EF4-FFF2-40B4-BE49-F238E27FC236}">
                <a16:creationId xmlns:a16="http://schemas.microsoft.com/office/drawing/2014/main" id="{DC1483AF-E26C-8017-C56E-A82F7472FD5D}"/>
              </a:ext>
            </a:extLst>
          </p:cNvPr>
          <p:cNvGraphicFramePr>
            <a:graphicFrameLocks/>
          </p:cNvGraphicFramePr>
          <p:nvPr>
            <p:custDataLst>
              <p:tags r:id="rId1"/>
            </p:custDataLst>
            <p:extLst>
              <p:ext uri="{D42A27DB-BD31-4B8C-83A1-F6EECF244321}">
                <p14:modId xmlns:p14="http://schemas.microsoft.com/office/powerpoint/2010/main" val="3582996628"/>
              </p:ext>
            </p:extLst>
          </p:nvPr>
        </p:nvGraphicFramePr>
        <p:xfrm>
          <a:off x="445007" y="4661203"/>
          <a:ext cx="11277093" cy="1820134"/>
        </p:xfrm>
        <a:graphic>
          <a:graphicData uri="http://schemas.openxmlformats.org/drawingml/2006/table">
            <a:tbl>
              <a:tblPr/>
              <a:tblGrid>
                <a:gridCol w="4648980">
                  <a:extLst>
                    <a:ext uri="{9D8B030D-6E8A-4147-A177-3AD203B41FA5}">
                      <a16:colId xmlns:a16="http://schemas.microsoft.com/office/drawing/2014/main" val="20000"/>
                    </a:ext>
                  </a:extLst>
                </a:gridCol>
                <a:gridCol w="1637969">
                  <a:extLst>
                    <a:ext uri="{9D8B030D-6E8A-4147-A177-3AD203B41FA5}">
                      <a16:colId xmlns:a16="http://schemas.microsoft.com/office/drawing/2014/main" val="20001"/>
                    </a:ext>
                  </a:extLst>
                </a:gridCol>
                <a:gridCol w="1247536">
                  <a:extLst>
                    <a:ext uri="{9D8B030D-6E8A-4147-A177-3AD203B41FA5}">
                      <a16:colId xmlns:a16="http://schemas.microsoft.com/office/drawing/2014/main" val="2626665941"/>
                    </a:ext>
                  </a:extLst>
                </a:gridCol>
                <a:gridCol w="1247536">
                  <a:extLst>
                    <a:ext uri="{9D8B030D-6E8A-4147-A177-3AD203B41FA5}">
                      <a16:colId xmlns:a16="http://schemas.microsoft.com/office/drawing/2014/main" val="998252710"/>
                    </a:ext>
                  </a:extLst>
                </a:gridCol>
                <a:gridCol w="1247536">
                  <a:extLst>
                    <a:ext uri="{9D8B030D-6E8A-4147-A177-3AD203B41FA5}">
                      <a16:colId xmlns:a16="http://schemas.microsoft.com/office/drawing/2014/main" val="864453894"/>
                    </a:ext>
                  </a:extLst>
                </a:gridCol>
                <a:gridCol w="1247536">
                  <a:extLst>
                    <a:ext uri="{9D8B030D-6E8A-4147-A177-3AD203B41FA5}">
                      <a16:colId xmlns:a16="http://schemas.microsoft.com/office/drawing/2014/main" val="415949256"/>
                    </a:ext>
                  </a:extLst>
                </a:gridCol>
              </a:tblGrid>
              <a:tr h="278292">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rgbClr val="009A44"/>
                          </a:solidFill>
                          <a:effectLst/>
                          <a:latin typeface="Verdana" panose="020B0604030504040204" pitchFamily="34" charset="0"/>
                          <a:ea typeface="Verdana" panose="020B0604030504040204" pitchFamily="34" charset="0"/>
                          <a:cs typeface="+mn-cs"/>
                        </a:rPr>
                        <a:t>Particulars</a:t>
                      </a:r>
                    </a:p>
                  </a:txBody>
                  <a:tcPr marT="0" marB="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u="none" strike="noStrike" cap="none" normalizeH="0" baseline="0" dirty="0">
                          <a:ln>
                            <a:noFill/>
                          </a:ln>
                          <a:solidFill>
                            <a:srgbClr val="009A44"/>
                          </a:solidFill>
                          <a:effectLst/>
                          <a:latin typeface="Verdana" panose="020B0604030504040204" pitchFamily="34" charset="0"/>
                          <a:ea typeface="Verdana" panose="020B0604030504040204" pitchFamily="34" charset="0"/>
                        </a:rPr>
                        <a:t>GOJ Energy Dept</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IN"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rPr>
                        <a:t>JREDA</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IN"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rPr>
                        <a:t>JBVNL</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IN"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rPr>
                        <a:t>JUUNL</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IN"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rPr>
                        <a:t>TVNL</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3994">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Bid Process Management</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Wingdings" panose="05000000000000000000" pitchFamily="2" charset="2"/>
                        <a:buNone/>
                        <a:tabLst/>
                        <a:defRPr/>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17217">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Program Management</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9385">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Monitoring, Implementing State &amp; Central Govt. Schemes</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17217">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Regulatory Support</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1218509"/>
                  </a:ext>
                </a:extLst>
              </a:tr>
              <a:tr h="217217">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Techno Commercial Assistance</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19993">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Policy, Manuals, SOP’s, Org Restructuring</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0786708"/>
                  </a:ext>
                </a:extLst>
              </a:tr>
              <a:tr h="206819">
                <a:tc>
                  <a:txBody>
                    <a:bodyPr/>
                    <a:lstStyle/>
                    <a:p>
                      <a:pPr marL="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200" b="0" i="1" u="none" strike="noStrike" kern="1200" baseline="0" dirty="0">
                          <a:solidFill>
                            <a:schemeClr val="tx1"/>
                          </a:solidFill>
                          <a:latin typeface="Verdana" panose="020B0604030504040204" pitchFamily="34" charset="0"/>
                          <a:ea typeface="Verdana" panose="020B0604030504040204" pitchFamily="34" charset="0"/>
                          <a:cs typeface="+mn-cs"/>
                        </a:rPr>
                        <a:t>Stakeholder Management, Financial Assistance Support</a:t>
                      </a:r>
                      <a:endParaRPr lang="en-US" sz="1200" b="0" i="1"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Y</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1"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IN" sz="1000" b="1" i="0" u="none" strike="noStrike" kern="1200" baseline="0" dirty="0">
                          <a:solidFill>
                            <a:schemeClr val="tx1"/>
                          </a:solidFill>
                          <a:latin typeface="Verdana" panose="020B0604030504040204" pitchFamily="34" charset="0"/>
                          <a:ea typeface="Verdana" panose="020B0604030504040204" pitchFamily="34" charset="0"/>
                          <a:cs typeface="+mn-cs"/>
                        </a:rPr>
                        <a:t>-</a:t>
                      </a:r>
                      <a:endParaRPr lang="en-US" sz="1000" b="1" i="0" u="none" strike="noStrike" kern="1200" baseline="0" dirty="0">
                        <a:solidFill>
                          <a:schemeClr val="tx1"/>
                        </a:solidFill>
                        <a:latin typeface="Verdana" panose="020B0604030504040204" pitchFamily="34" charset="0"/>
                        <a:ea typeface="Verdana" panose="020B0604030504040204" pitchFamily="34" charset="0"/>
                        <a:cs typeface="+mn-cs"/>
                      </a:endParaRPr>
                    </a:p>
                  </a:txBody>
                  <a:tcPr marT="0" marB="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9808032"/>
                  </a:ext>
                </a:extLst>
              </a:tr>
            </a:tbl>
          </a:graphicData>
        </a:graphic>
      </p:graphicFrame>
    </p:spTree>
    <p:extLst>
      <p:ext uri="{BB962C8B-B14F-4D97-AF65-F5344CB8AC3E}">
        <p14:creationId xmlns:p14="http://schemas.microsoft.com/office/powerpoint/2010/main" val="5559675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3200"/>
              <a:t>Approach and Work Plan</a:t>
            </a:r>
            <a:endParaRPr lang="en-US" sz="3200" noProof="0"/>
          </a:p>
        </p:txBody>
      </p:sp>
      <p:sp>
        <p:nvSpPr>
          <p:cNvPr id="2" name="Text Placeholder 1"/>
          <p:cNvSpPr>
            <a:spLocks noGrp="1"/>
          </p:cNvSpPr>
          <p:nvPr>
            <p:ph type="body" idx="1"/>
          </p:nvPr>
        </p:nvSpPr>
        <p:spPr>
          <a:xfrm>
            <a:off x="469900" y="3585800"/>
            <a:ext cx="10418233" cy="1566532"/>
          </a:xfrm>
        </p:spPr>
        <p:txBody>
          <a:bodyPr/>
          <a:lstStyle/>
          <a:p>
            <a:r>
              <a:rPr lang="en-US" sz="2800" noProof="0"/>
              <a:t>Key Deliverables with Project Monitoring Methodology </a:t>
            </a:r>
          </a:p>
        </p:txBody>
      </p:sp>
      <p:grpSp>
        <p:nvGrpSpPr>
          <p:cNvPr id="3" name="Group 2">
            <a:extLst>
              <a:ext uri="{FF2B5EF4-FFF2-40B4-BE49-F238E27FC236}">
                <a16:creationId xmlns:a16="http://schemas.microsoft.com/office/drawing/2014/main" id="{FE3288FA-6647-DF8B-4FED-E1312A74616B}"/>
              </a:ext>
            </a:extLst>
          </p:cNvPr>
          <p:cNvGrpSpPr/>
          <p:nvPr/>
        </p:nvGrpSpPr>
        <p:grpSpPr>
          <a:xfrm>
            <a:off x="10404488" y="431939"/>
            <a:ext cx="1443600" cy="1422000"/>
            <a:chOff x="10404488" y="431939"/>
            <a:chExt cx="1443600" cy="1422000"/>
          </a:xfrm>
        </p:grpSpPr>
        <p:sp>
          <p:nvSpPr>
            <p:cNvPr id="4" name="Freeform 331">
              <a:extLst>
                <a:ext uri="{FF2B5EF4-FFF2-40B4-BE49-F238E27FC236}">
                  <a16:creationId xmlns:a16="http://schemas.microsoft.com/office/drawing/2014/main" id="{FF607F46-2342-3ADD-C6A2-09CD1D5FC971}"/>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5" name="Graphic 4" descr="Renewable Energy with solid fill">
              <a:extLst>
                <a:ext uri="{FF2B5EF4-FFF2-40B4-BE49-F238E27FC236}">
                  <a16:creationId xmlns:a16="http://schemas.microsoft.com/office/drawing/2014/main" id="{10D4B74F-6371-072D-8DCC-894C4D7252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Tree>
    <p:extLst>
      <p:ext uri="{BB962C8B-B14F-4D97-AF65-F5344CB8AC3E}">
        <p14:creationId xmlns:p14="http://schemas.microsoft.com/office/powerpoint/2010/main" val="225537406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501651" y="317501"/>
            <a:ext cx="11188700" cy="425688"/>
          </a:xfrm>
          <a:prstGeom prst="rect">
            <a:avLst/>
          </a:prstGeom>
        </p:spPr>
        <p:txBody>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lang="en-US" b="1">
                <a:solidFill>
                  <a:prstClr val="black"/>
                </a:solidFill>
                <a:latin typeface="Verdana"/>
              </a:rPr>
              <a:t>Our Approach</a:t>
            </a:r>
            <a:endParaRPr kumimoji="0" lang="en-US" sz="1600" b="0" i="0" u="none" strike="noStrike" kern="1200" cap="none" spc="0" normalizeH="0" baseline="0" noProof="0">
              <a:ln>
                <a:noFill/>
              </a:ln>
              <a:solidFill>
                <a:prstClr val="black"/>
              </a:solidFill>
              <a:effectLst/>
              <a:uLnTx/>
              <a:uFillTx/>
              <a:latin typeface="Verdana"/>
              <a:ea typeface="+mj-ea"/>
              <a:cs typeface="+mj-cs"/>
            </a:endParaRPr>
          </a:p>
        </p:txBody>
      </p:sp>
      <p:sp>
        <p:nvSpPr>
          <p:cNvPr id="133" name="Rectangle 132">
            <a:extLst>
              <a:ext uri="{FF2B5EF4-FFF2-40B4-BE49-F238E27FC236}">
                <a16:creationId xmlns:a16="http://schemas.microsoft.com/office/drawing/2014/main" id="{737B8571-C808-45D1-BA46-9C30FD5E6D46}"/>
              </a:ext>
            </a:extLst>
          </p:cNvPr>
          <p:cNvSpPr/>
          <p:nvPr/>
        </p:nvSpPr>
        <p:spPr bwMode="gray">
          <a:xfrm>
            <a:off x="463729" y="1211370"/>
            <a:ext cx="2422778" cy="5154706"/>
          </a:xfrm>
          <a:prstGeom prst="rect">
            <a:avLst/>
          </a:prstGeom>
          <a:noFill/>
          <a:ln w="12700" algn="ctr">
            <a:solidFill>
              <a:srgbClr val="53565A"/>
            </a:solidFill>
            <a:prstDash val="dash"/>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Light"/>
            </a:endParaRPr>
          </a:p>
        </p:txBody>
      </p:sp>
      <p:sp>
        <p:nvSpPr>
          <p:cNvPr id="134" name="Rectangle 133">
            <a:extLst>
              <a:ext uri="{FF2B5EF4-FFF2-40B4-BE49-F238E27FC236}">
                <a16:creationId xmlns:a16="http://schemas.microsoft.com/office/drawing/2014/main" id="{D117668C-64F4-4BEB-B75F-4ABB9FFB01FE}"/>
              </a:ext>
            </a:extLst>
          </p:cNvPr>
          <p:cNvSpPr/>
          <p:nvPr/>
        </p:nvSpPr>
        <p:spPr>
          <a:xfrm>
            <a:off x="515586" y="3071891"/>
            <a:ext cx="2287488" cy="3183628"/>
          </a:xfrm>
          <a:prstGeom prst="rect">
            <a:avLst/>
          </a:prstGeom>
        </p:spPr>
        <p:txBody>
          <a:bodyPr wrap="square" lIns="0" tIns="0" rIns="0" bIns="0">
            <a:spAutoFit/>
          </a:bodyPr>
          <a:lstStyle/>
          <a:p>
            <a:pPr>
              <a:lnSpc>
                <a:spcPct val="106000"/>
              </a:lnSpc>
              <a:defRPr/>
            </a:pPr>
            <a:r>
              <a:rPr lang="en-US" sz="1000" b="1" kern="0" dirty="0">
                <a:solidFill>
                  <a:prstClr val="black"/>
                </a:solidFill>
              </a:rPr>
              <a:t>Support JREDA in implementation of various RE Projects in line with Jharkhand Solar Policy 2022 Objectives</a:t>
            </a:r>
          </a:p>
          <a:p>
            <a:pPr>
              <a:lnSpc>
                <a:spcPct val="106000"/>
              </a:lnSpc>
              <a:defRPr/>
            </a:pPr>
            <a:endParaRPr lang="en-US" sz="1000" b="1" kern="0" dirty="0">
              <a:solidFill>
                <a:prstClr val="black"/>
              </a:solidFill>
            </a:endParaRPr>
          </a:p>
          <a:p>
            <a:pPr>
              <a:lnSpc>
                <a:spcPct val="106000"/>
              </a:lnSpc>
              <a:defRPr/>
            </a:pPr>
            <a:endParaRPr lang="en-US" sz="1000" b="1" kern="0" dirty="0">
              <a:solidFill>
                <a:prstClr val="black"/>
              </a:solidFill>
            </a:endParaRPr>
          </a:p>
          <a:p>
            <a:pPr>
              <a:lnSpc>
                <a:spcPct val="106000"/>
              </a:lnSpc>
              <a:defRPr/>
            </a:pPr>
            <a:r>
              <a:rPr lang="en-US" sz="1000" b="1" kern="0" dirty="0">
                <a:solidFill>
                  <a:prstClr val="black"/>
                </a:solidFill>
              </a:rPr>
              <a:t>PMU support on key sectoral activities carried by JREDA</a:t>
            </a:r>
          </a:p>
          <a:p>
            <a:pPr marL="512286" lvl="1" indent="-285750">
              <a:buFont typeface="+mj-lt"/>
              <a:buAutoNum type="arabicPeriod"/>
            </a:pPr>
            <a:r>
              <a:rPr lang="en-US" sz="1000" dirty="0">
                <a:solidFill>
                  <a:prstClr val="black"/>
                </a:solidFill>
                <a:cs typeface="Calibri Light" panose="020F0302020204030204" pitchFamily="34" charset="0"/>
              </a:rPr>
              <a:t>Policy and Regulatory Support</a:t>
            </a:r>
          </a:p>
          <a:p>
            <a:pPr marL="512286" lvl="1" indent="-285750">
              <a:buFont typeface="+mj-lt"/>
              <a:buAutoNum type="arabicPeriod"/>
            </a:pPr>
            <a:r>
              <a:rPr lang="en-US" sz="1000" dirty="0">
                <a:solidFill>
                  <a:prstClr val="black"/>
                </a:solidFill>
                <a:cs typeface="Calibri Light" panose="020F0302020204030204" pitchFamily="34" charset="0"/>
              </a:rPr>
              <a:t>Techno-Commercial Support </a:t>
            </a:r>
          </a:p>
          <a:p>
            <a:pPr marL="512286" lvl="1" indent="-285750">
              <a:buFont typeface="+mj-lt"/>
              <a:buAutoNum type="arabicPeriod"/>
            </a:pPr>
            <a:r>
              <a:rPr lang="en-US" sz="1000" dirty="0">
                <a:solidFill>
                  <a:prstClr val="black"/>
                </a:solidFill>
                <a:cs typeface="Calibri Light" panose="020F0302020204030204" pitchFamily="34" charset="0"/>
              </a:rPr>
              <a:t>Program Management</a:t>
            </a:r>
          </a:p>
          <a:p>
            <a:pPr marL="512286" lvl="1" indent="-285750">
              <a:buFont typeface="+mj-lt"/>
              <a:buAutoNum type="arabicPeriod"/>
            </a:pPr>
            <a:r>
              <a:rPr lang="en-US" sz="1000" kern="0" dirty="0">
                <a:solidFill>
                  <a:prstClr val="black"/>
                </a:solidFill>
                <a:cs typeface="Calibri Light" panose="020F0302020204030204" pitchFamily="34" charset="0"/>
              </a:rPr>
              <a:t>Project Monitoring</a:t>
            </a:r>
          </a:p>
          <a:p>
            <a:pPr marL="512286" lvl="1" indent="-285750">
              <a:buFont typeface="+mj-lt"/>
              <a:buAutoNum type="arabicPeriod"/>
            </a:pPr>
            <a:r>
              <a:rPr lang="en-US" sz="1000" kern="0" dirty="0">
                <a:solidFill>
                  <a:prstClr val="black"/>
                </a:solidFill>
                <a:cs typeface="Calibri Light" panose="020F0302020204030204" pitchFamily="34" charset="0"/>
              </a:rPr>
              <a:t>Stakeholder Management</a:t>
            </a:r>
            <a:endParaRPr lang="en-US" sz="1000" kern="0" dirty="0">
              <a:solidFill>
                <a:prstClr val="black"/>
              </a:solidFill>
            </a:endParaRPr>
          </a:p>
          <a:p>
            <a:pPr>
              <a:lnSpc>
                <a:spcPct val="106000"/>
              </a:lnSpc>
              <a:defRPr/>
            </a:pPr>
            <a:endParaRPr lang="en-US" sz="1000" b="1" kern="0" dirty="0">
              <a:solidFill>
                <a:prstClr val="black"/>
              </a:solidFill>
            </a:endParaRPr>
          </a:p>
          <a:p>
            <a:pPr>
              <a:lnSpc>
                <a:spcPct val="106000"/>
              </a:lnSpc>
              <a:defRPr/>
            </a:pPr>
            <a:r>
              <a:rPr lang="en-US" sz="1000" b="1" kern="0" dirty="0">
                <a:solidFill>
                  <a:prstClr val="black"/>
                </a:solidFill>
              </a:rPr>
              <a:t>Assist in tapping opportunities in emerging areas like Green Hydrogen, Energy Storage etc.</a:t>
            </a:r>
          </a:p>
          <a:p>
            <a:pPr marL="228600" indent="-228600">
              <a:lnSpc>
                <a:spcPct val="106000"/>
              </a:lnSpc>
              <a:buFont typeface="+mj-lt"/>
              <a:buAutoNum type="arabicPeriod"/>
              <a:defRPr/>
            </a:pPr>
            <a:endParaRPr lang="en-US" sz="1000" b="1" kern="0" dirty="0">
              <a:solidFill>
                <a:prstClr val="black"/>
              </a:solidFill>
            </a:endParaRPr>
          </a:p>
        </p:txBody>
      </p:sp>
      <p:sp>
        <p:nvSpPr>
          <p:cNvPr id="135" name="Rectangle 134">
            <a:extLst>
              <a:ext uri="{FF2B5EF4-FFF2-40B4-BE49-F238E27FC236}">
                <a16:creationId xmlns:a16="http://schemas.microsoft.com/office/drawing/2014/main" id="{C6BFAFB0-A97A-477E-AF51-8C56DB6C4BAC}"/>
              </a:ext>
            </a:extLst>
          </p:cNvPr>
          <p:cNvSpPr/>
          <p:nvPr/>
        </p:nvSpPr>
        <p:spPr>
          <a:xfrm>
            <a:off x="405778" y="2557147"/>
            <a:ext cx="2422777" cy="288964"/>
          </a:xfrm>
          <a:prstGeom prst="rect">
            <a:avLst/>
          </a:prstGeom>
        </p:spPr>
        <p:txBody>
          <a:bodyPr wrap="square">
            <a:noAutofit/>
          </a:bodyPr>
          <a:lstStyle/>
          <a:p>
            <a:pPr algn="ctr">
              <a:lnSpc>
                <a:spcPct val="106000"/>
              </a:lnSpc>
              <a:defRPr/>
            </a:pPr>
            <a:r>
              <a:rPr lang="en-GB" sz="1400" b="1" kern="0" dirty="0">
                <a:solidFill>
                  <a:srgbClr val="00ABAB"/>
                </a:solidFill>
                <a:latin typeface="Calibri" panose="020F0502020204030204"/>
              </a:rPr>
              <a:t>Engagement Objective </a:t>
            </a:r>
            <a:endParaRPr lang="en-GB" sz="1400" b="1" kern="0" dirty="0">
              <a:solidFill>
                <a:prstClr val="black"/>
              </a:solidFill>
              <a:latin typeface="Calibri" panose="020F0502020204030204"/>
            </a:endParaRPr>
          </a:p>
          <a:p>
            <a:pPr algn="ctr">
              <a:lnSpc>
                <a:spcPct val="106000"/>
              </a:lnSpc>
              <a:defRPr/>
            </a:pPr>
            <a:endParaRPr lang="en-GB" sz="1600" b="1" kern="0" dirty="0">
              <a:solidFill>
                <a:prstClr val="black"/>
              </a:solidFill>
              <a:latin typeface="Calibri" panose="020F0502020204030204"/>
            </a:endParaRPr>
          </a:p>
        </p:txBody>
      </p:sp>
      <p:sp>
        <p:nvSpPr>
          <p:cNvPr id="136" name="Isosceles Triangle 135">
            <a:extLst>
              <a:ext uri="{FF2B5EF4-FFF2-40B4-BE49-F238E27FC236}">
                <a16:creationId xmlns:a16="http://schemas.microsoft.com/office/drawing/2014/main" id="{62E26877-651F-401A-8CFB-9F6C4DD0053D}"/>
              </a:ext>
            </a:extLst>
          </p:cNvPr>
          <p:cNvSpPr/>
          <p:nvPr/>
        </p:nvSpPr>
        <p:spPr bwMode="gray">
          <a:xfrm rot="5400000">
            <a:off x="2233427" y="2429108"/>
            <a:ext cx="1712130" cy="303411"/>
          </a:xfrm>
          <a:prstGeom prst="triangle">
            <a:avLst>
              <a:gd name="adj" fmla="val 51098"/>
            </a:avLst>
          </a:prstGeom>
          <a:solidFill>
            <a:srgbClr val="4472C4">
              <a:lumMod val="20000"/>
              <a:lumOff val="80000"/>
            </a:srgbClr>
          </a:solidFill>
          <a:ln w="9525"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Calibri"/>
            </a:endParaRPr>
          </a:p>
        </p:txBody>
      </p:sp>
      <p:sp>
        <p:nvSpPr>
          <p:cNvPr id="137" name="Isosceles Triangle 136">
            <a:extLst>
              <a:ext uri="{FF2B5EF4-FFF2-40B4-BE49-F238E27FC236}">
                <a16:creationId xmlns:a16="http://schemas.microsoft.com/office/drawing/2014/main" id="{91D8B61F-C4C0-405A-9259-0ADED15BE2AA}"/>
              </a:ext>
            </a:extLst>
          </p:cNvPr>
          <p:cNvSpPr/>
          <p:nvPr/>
        </p:nvSpPr>
        <p:spPr bwMode="gray">
          <a:xfrm rot="5400000">
            <a:off x="2823975" y="5439368"/>
            <a:ext cx="536995" cy="303411"/>
          </a:xfrm>
          <a:prstGeom prst="triangle">
            <a:avLst>
              <a:gd name="adj" fmla="val 51098"/>
            </a:avLst>
          </a:prstGeom>
          <a:solidFill>
            <a:srgbClr val="4472C4">
              <a:lumMod val="20000"/>
              <a:lumOff val="80000"/>
            </a:srgbClr>
          </a:solidFill>
          <a:ln w="9525"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Calibri"/>
            </a:endParaRPr>
          </a:p>
        </p:txBody>
      </p:sp>
      <p:sp>
        <p:nvSpPr>
          <p:cNvPr id="138" name="Rectangle 137">
            <a:extLst>
              <a:ext uri="{FF2B5EF4-FFF2-40B4-BE49-F238E27FC236}">
                <a16:creationId xmlns:a16="http://schemas.microsoft.com/office/drawing/2014/main" id="{E882B978-92CB-4F18-9775-BA35A8A5355C}"/>
              </a:ext>
            </a:extLst>
          </p:cNvPr>
          <p:cNvSpPr>
            <a:spLocks/>
          </p:cNvSpPr>
          <p:nvPr/>
        </p:nvSpPr>
        <p:spPr>
          <a:xfrm>
            <a:off x="3298438" y="5388939"/>
            <a:ext cx="8442891" cy="931488"/>
          </a:xfrm>
          <a:prstGeom prst="rect">
            <a:avLst/>
          </a:prstGeom>
          <a:solidFill>
            <a:srgbClr val="0D8390"/>
          </a:solidFill>
          <a:ln w="12700" cap="flat" cmpd="sng" algn="ctr">
            <a:noFill/>
            <a:prstDash val="solid"/>
          </a:ln>
          <a:effectLst/>
        </p:spPr>
        <p:txBody>
          <a:bodyPr rtlCol="0" anchor="ctr"/>
          <a:lstStyle/>
          <a:p>
            <a:pPr>
              <a:defRPr/>
            </a:pPr>
            <a:endParaRPr lang="en-US" sz="1000" kern="0" dirty="0">
              <a:solidFill>
                <a:prstClr val="white"/>
              </a:solidFill>
            </a:endParaRPr>
          </a:p>
          <a:p>
            <a:pPr>
              <a:defRPr/>
            </a:pPr>
            <a:r>
              <a:rPr lang="en-US" sz="1000" kern="0" dirty="0">
                <a:solidFill>
                  <a:prstClr val="white"/>
                </a:solidFill>
              </a:rPr>
              <a:t>Key Deliverables</a:t>
            </a:r>
          </a:p>
          <a:p>
            <a:pPr marL="285750" indent="-285750">
              <a:buFont typeface="Arial" panose="020B0604020202020204" pitchFamily="34" charset="0"/>
              <a:buChar char="•"/>
              <a:defRPr/>
            </a:pPr>
            <a:r>
              <a:rPr lang="en-US" sz="1000" kern="0" dirty="0">
                <a:solidFill>
                  <a:prstClr val="white"/>
                </a:solidFill>
              </a:rPr>
              <a:t>Monthly progress reports</a:t>
            </a:r>
          </a:p>
          <a:p>
            <a:pPr marL="285750" indent="-285750">
              <a:buFont typeface="Arial" panose="020B0604020202020204" pitchFamily="34" charset="0"/>
              <a:buChar char="•"/>
              <a:defRPr/>
            </a:pPr>
            <a:r>
              <a:rPr lang="en-US" sz="1000" kern="0" dirty="0">
                <a:solidFill>
                  <a:prstClr val="white"/>
                </a:solidFill>
              </a:rPr>
              <a:t>Regular updates with analytical outputs to JREDA management</a:t>
            </a:r>
          </a:p>
          <a:p>
            <a:pPr marL="285750" indent="-285750">
              <a:buFont typeface="Arial" panose="020B0604020202020204" pitchFamily="34" charset="0"/>
              <a:buChar char="•"/>
              <a:defRPr/>
            </a:pPr>
            <a:r>
              <a:rPr lang="en-US" sz="1000" kern="0" dirty="0">
                <a:solidFill>
                  <a:prstClr val="white"/>
                </a:solidFill>
              </a:rPr>
              <a:t>Replying to other requests from JREDA</a:t>
            </a:r>
          </a:p>
          <a:p>
            <a:pPr marL="285750" indent="-285750">
              <a:buFont typeface="Arial" panose="020B0604020202020204" pitchFamily="34" charset="0"/>
              <a:buChar char="•"/>
              <a:defRPr/>
            </a:pPr>
            <a:r>
              <a:rPr lang="en-US" sz="1000" kern="0" dirty="0">
                <a:solidFill>
                  <a:prstClr val="white"/>
                </a:solidFill>
              </a:rPr>
              <a:t>Draft &amp; Final yearly report</a:t>
            </a:r>
          </a:p>
          <a:p>
            <a:pPr marL="285750" indent="-285750">
              <a:buFont typeface="Arial" panose="020B0604020202020204" pitchFamily="34" charset="0"/>
              <a:buChar char="•"/>
              <a:defRPr/>
            </a:pPr>
            <a:endParaRPr lang="en-US" sz="1000" kern="0" dirty="0">
              <a:solidFill>
                <a:prstClr val="white"/>
              </a:solidFill>
            </a:endParaRPr>
          </a:p>
        </p:txBody>
      </p:sp>
      <p:sp>
        <p:nvSpPr>
          <p:cNvPr id="139" name="Rectangle 138">
            <a:extLst>
              <a:ext uri="{FF2B5EF4-FFF2-40B4-BE49-F238E27FC236}">
                <a16:creationId xmlns:a16="http://schemas.microsoft.com/office/drawing/2014/main" id="{65FFC9F5-6EDF-490F-8006-2CF48F790A55}"/>
              </a:ext>
            </a:extLst>
          </p:cNvPr>
          <p:cNvSpPr/>
          <p:nvPr/>
        </p:nvSpPr>
        <p:spPr bwMode="gray">
          <a:xfrm>
            <a:off x="3292475" y="1211370"/>
            <a:ext cx="8442891" cy="4108309"/>
          </a:xfrm>
          <a:prstGeom prst="rect">
            <a:avLst/>
          </a:prstGeom>
          <a:noFill/>
          <a:ln w="12700" algn="ctr">
            <a:solidFill>
              <a:srgbClr val="53565A"/>
            </a:solidFill>
            <a:prstDash val="dash"/>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panose="020F0502020204030204"/>
            </a:endParaRPr>
          </a:p>
        </p:txBody>
      </p:sp>
      <p:sp>
        <p:nvSpPr>
          <p:cNvPr id="143" name="Rectangle 142">
            <a:extLst>
              <a:ext uri="{FF2B5EF4-FFF2-40B4-BE49-F238E27FC236}">
                <a16:creationId xmlns:a16="http://schemas.microsoft.com/office/drawing/2014/main" id="{ACCBF2DD-DBE8-4E45-B022-E33A95F5C6E6}"/>
              </a:ext>
            </a:extLst>
          </p:cNvPr>
          <p:cNvSpPr>
            <a:spLocks/>
          </p:cNvSpPr>
          <p:nvPr/>
        </p:nvSpPr>
        <p:spPr>
          <a:xfrm>
            <a:off x="3393843" y="1896773"/>
            <a:ext cx="2231136" cy="1327139"/>
          </a:xfrm>
          <a:prstGeom prst="rect">
            <a:avLst/>
          </a:prstGeom>
          <a:solidFill>
            <a:srgbClr val="26890D"/>
          </a:solidFill>
          <a:ln w="12700" cap="flat" cmpd="sng" algn="ctr">
            <a:noFill/>
            <a:prstDash val="solid"/>
          </a:ln>
          <a:effectLst/>
        </p:spPr>
        <p:txBody>
          <a:bodyPr rtlCol="0" anchor="t"/>
          <a:lstStyle/>
          <a:p>
            <a:pPr>
              <a:spcAft>
                <a:spcPts val="600"/>
              </a:spcAft>
              <a:defRPr/>
            </a:pPr>
            <a:r>
              <a:rPr lang="en-US" sz="1000" b="1" kern="0" dirty="0">
                <a:solidFill>
                  <a:prstClr val="white"/>
                </a:solidFill>
              </a:rPr>
              <a:t>Discussion with JREDA</a:t>
            </a:r>
            <a:endParaRPr lang="en-US" sz="1000" kern="0" dirty="0">
              <a:solidFill>
                <a:prstClr val="white"/>
              </a:solidFill>
            </a:endParaRPr>
          </a:p>
          <a:p>
            <a:pPr marL="171450" indent="-171450">
              <a:buFont typeface="Arial" panose="020B0604020202020204" pitchFamily="34" charset="0"/>
              <a:buChar char="•"/>
              <a:defRPr/>
            </a:pPr>
            <a:r>
              <a:rPr lang="en-US" sz="1000" kern="0" dirty="0">
                <a:solidFill>
                  <a:prstClr val="white"/>
                </a:solidFill>
              </a:rPr>
              <a:t>Technical Capabilities assessment</a:t>
            </a:r>
          </a:p>
          <a:p>
            <a:pPr marL="171450" indent="-171450">
              <a:buFont typeface="Arial" panose="020B0604020202020204" pitchFamily="34" charset="0"/>
              <a:buChar char="•"/>
              <a:defRPr/>
            </a:pPr>
            <a:r>
              <a:rPr lang="en-US" sz="1000" kern="0" dirty="0">
                <a:solidFill>
                  <a:prstClr val="white"/>
                </a:solidFill>
              </a:rPr>
              <a:t>Program management practices</a:t>
            </a:r>
          </a:p>
        </p:txBody>
      </p:sp>
      <p:sp>
        <p:nvSpPr>
          <p:cNvPr id="145" name="Rectangle 144">
            <a:extLst>
              <a:ext uri="{FF2B5EF4-FFF2-40B4-BE49-F238E27FC236}">
                <a16:creationId xmlns:a16="http://schemas.microsoft.com/office/drawing/2014/main" id="{0CBF1125-06E3-4A79-9086-CF557E88FD70}"/>
              </a:ext>
            </a:extLst>
          </p:cNvPr>
          <p:cNvSpPr>
            <a:spLocks/>
          </p:cNvSpPr>
          <p:nvPr/>
        </p:nvSpPr>
        <p:spPr>
          <a:xfrm>
            <a:off x="6124060" y="1896773"/>
            <a:ext cx="2317202" cy="2479558"/>
          </a:xfrm>
          <a:prstGeom prst="rect">
            <a:avLst/>
          </a:prstGeom>
          <a:solidFill>
            <a:srgbClr val="43B02A">
              <a:alpha val="50000"/>
            </a:srgbClr>
          </a:solidFill>
          <a:ln w="12700" cap="flat" cmpd="sng" algn="ctr">
            <a:noFill/>
            <a:prstDash val="solid"/>
          </a:ln>
          <a:effectLst/>
        </p:spPr>
        <p:txBody>
          <a:bodyPr rtlCol="0" anchor="t"/>
          <a:lstStyle/>
          <a:p>
            <a:pPr>
              <a:spcAft>
                <a:spcPts val="600"/>
              </a:spcAft>
              <a:defRPr/>
            </a:pPr>
            <a:r>
              <a:rPr lang="en-US" sz="1000" kern="0" dirty="0">
                <a:solidFill>
                  <a:prstClr val="black"/>
                </a:solidFill>
              </a:rPr>
              <a:t>Our team will design the implementation of the identified recommendations:</a:t>
            </a:r>
          </a:p>
          <a:p>
            <a:pPr marL="171450" indent="-171450">
              <a:spcAft>
                <a:spcPts val="600"/>
              </a:spcAft>
              <a:buFont typeface="Arial" panose="020B0604020202020204" pitchFamily="34" charset="0"/>
              <a:buChar char="•"/>
              <a:defRPr/>
            </a:pPr>
            <a:endParaRPr lang="en-US" sz="1000" kern="0" dirty="0">
              <a:solidFill>
                <a:prstClr val="black"/>
              </a:solidFill>
            </a:endParaRPr>
          </a:p>
          <a:p>
            <a:pPr marL="171450" indent="-171450">
              <a:spcAft>
                <a:spcPts val="600"/>
              </a:spcAft>
              <a:buFont typeface="Arial" panose="020B0604020202020204" pitchFamily="34" charset="0"/>
              <a:buChar char="•"/>
              <a:defRPr/>
            </a:pPr>
            <a:r>
              <a:rPr lang="en-US" sz="1000" kern="0" dirty="0">
                <a:solidFill>
                  <a:prstClr val="black"/>
                </a:solidFill>
              </a:rPr>
              <a:t>Need for Policy &amp; Regulatory Changes</a:t>
            </a:r>
          </a:p>
          <a:p>
            <a:pPr marL="171450" indent="-171450">
              <a:spcAft>
                <a:spcPts val="600"/>
              </a:spcAft>
              <a:buFont typeface="Arial" panose="020B0604020202020204" pitchFamily="34" charset="0"/>
              <a:buChar char="•"/>
              <a:defRPr/>
            </a:pPr>
            <a:r>
              <a:rPr lang="en-US" sz="1000" kern="0" dirty="0">
                <a:solidFill>
                  <a:prstClr val="black"/>
                </a:solidFill>
              </a:rPr>
              <a:t>Best practices for planning, execution, and monitoring</a:t>
            </a:r>
          </a:p>
          <a:p>
            <a:pPr marL="171450" indent="-171450">
              <a:spcAft>
                <a:spcPts val="600"/>
              </a:spcAft>
              <a:buFont typeface="Arial" panose="020B0604020202020204" pitchFamily="34" charset="0"/>
              <a:buChar char="•"/>
              <a:defRPr/>
            </a:pPr>
            <a:r>
              <a:rPr lang="en-US" sz="1000" kern="0" dirty="0">
                <a:solidFill>
                  <a:prstClr val="black"/>
                </a:solidFill>
              </a:rPr>
              <a:t>Need for program management support, including coordination with available resources</a:t>
            </a:r>
          </a:p>
        </p:txBody>
      </p:sp>
      <p:sp>
        <p:nvSpPr>
          <p:cNvPr id="147" name="Rectangle 146">
            <a:extLst>
              <a:ext uri="{FF2B5EF4-FFF2-40B4-BE49-F238E27FC236}">
                <a16:creationId xmlns:a16="http://schemas.microsoft.com/office/drawing/2014/main" id="{A6D5636B-E097-4725-A577-EB585B72FF3F}"/>
              </a:ext>
            </a:extLst>
          </p:cNvPr>
          <p:cNvSpPr>
            <a:spLocks/>
          </p:cNvSpPr>
          <p:nvPr/>
        </p:nvSpPr>
        <p:spPr bwMode="gray">
          <a:xfrm>
            <a:off x="6580989" y="1381099"/>
            <a:ext cx="1743494"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a:solidFill>
                  <a:srgbClr val="046A38"/>
                </a:solidFill>
              </a:rPr>
              <a:t>Design</a:t>
            </a:r>
          </a:p>
        </p:txBody>
      </p:sp>
      <p:sp>
        <p:nvSpPr>
          <p:cNvPr id="148" name="Rectangle 147">
            <a:extLst>
              <a:ext uri="{FF2B5EF4-FFF2-40B4-BE49-F238E27FC236}">
                <a16:creationId xmlns:a16="http://schemas.microsoft.com/office/drawing/2014/main" id="{4EC839B6-7F46-47A3-B714-BC465BED5B9C}"/>
              </a:ext>
            </a:extLst>
          </p:cNvPr>
          <p:cNvSpPr>
            <a:spLocks/>
          </p:cNvSpPr>
          <p:nvPr/>
        </p:nvSpPr>
        <p:spPr bwMode="gray">
          <a:xfrm>
            <a:off x="3892755" y="1399645"/>
            <a:ext cx="1740324"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dirty="0">
                <a:solidFill>
                  <a:schemeClr val="accent1">
                    <a:lumMod val="50000"/>
                  </a:schemeClr>
                </a:solidFill>
              </a:rPr>
              <a:t>Assess</a:t>
            </a:r>
          </a:p>
        </p:txBody>
      </p:sp>
      <p:sp>
        <p:nvSpPr>
          <p:cNvPr id="149" name="Rectangle 148">
            <a:extLst>
              <a:ext uri="{FF2B5EF4-FFF2-40B4-BE49-F238E27FC236}">
                <a16:creationId xmlns:a16="http://schemas.microsoft.com/office/drawing/2014/main" id="{4F6580C3-54C0-4BF4-A2C1-25059642E1B5}"/>
              </a:ext>
            </a:extLst>
          </p:cNvPr>
          <p:cNvSpPr>
            <a:spLocks/>
          </p:cNvSpPr>
          <p:nvPr/>
        </p:nvSpPr>
        <p:spPr bwMode="gray">
          <a:xfrm>
            <a:off x="9453170" y="1387794"/>
            <a:ext cx="1743495"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dirty="0">
                <a:solidFill>
                  <a:srgbClr val="007CB0"/>
                </a:solidFill>
              </a:rPr>
              <a:t>Implement &amp; Monitor</a:t>
            </a:r>
          </a:p>
        </p:txBody>
      </p:sp>
      <p:cxnSp>
        <p:nvCxnSpPr>
          <p:cNvPr id="153" name="Straight Connector 152">
            <a:extLst>
              <a:ext uri="{FF2B5EF4-FFF2-40B4-BE49-F238E27FC236}">
                <a16:creationId xmlns:a16="http://schemas.microsoft.com/office/drawing/2014/main" id="{22048804-6D21-4B05-9704-BB155A5E9A69}"/>
              </a:ext>
            </a:extLst>
          </p:cNvPr>
          <p:cNvCxnSpPr/>
          <p:nvPr/>
        </p:nvCxnSpPr>
        <p:spPr>
          <a:xfrm>
            <a:off x="3393843" y="1732756"/>
            <a:ext cx="2235200" cy="0"/>
          </a:xfrm>
          <a:prstGeom prst="line">
            <a:avLst/>
          </a:prstGeom>
          <a:noFill/>
          <a:ln w="28575" cap="flat" cmpd="sng" algn="ctr">
            <a:solidFill>
              <a:srgbClr val="86BC25"/>
            </a:solidFill>
            <a:prstDash val="solid"/>
          </a:ln>
          <a:effectLst/>
        </p:spPr>
      </p:cxnSp>
      <p:cxnSp>
        <p:nvCxnSpPr>
          <p:cNvPr id="154" name="Straight Connector 153">
            <a:extLst>
              <a:ext uri="{FF2B5EF4-FFF2-40B4-BE49-F238E27FC236}">
                <a16:creationId xmlns:a16="http://schemas.microsoft.com/office/drawing/2014/main" id="{B8056AE0-5323-4311-A758-5410B776F4D5}"/>
              </a:ext>
            </a:extLst>
          </p:cNvPr>
          <p:cNvCxnSpPr>
            <a:cxnSpLocks/>
          </p:cNvCxnSpPr>
          <p:nvPr/>
        </p:nvCxnSpPr>
        <p:spPr>
          <a:xfrm>
            <a:off x="6124060" y="1732756"/>
            <a:ext cx="2136526" cy="0"/>
          </a:xfrm>
          <a:prstGeom prst="line">
            <a:avLst/>
          </a:prstGeom>
          <a:noFill/>
          <a:ln w="28575" cap="flat" cmpd="sng" algn="ctr">
            <a:solidFill>
              <a:srgbClr val="046A38"/>
            </a:solidFill>
            <a:prstDash val="solid"/>
          </a:ln>
          <a:effectLst/>
        </p:spPr>
      </p:cxnSp>
      <p:sp>
        <p:nvSpPr>
          <p:cNvPr id="156" name="Oval 155">
            <a:extLst>
              <a:ext uri="{FF2B5EF4-FFF2-40B4-BE49-F238E27FC236}">
                <a16:creationId xmlns:a16="http://schemas.microsoft.com/office/drawing/2014/main" id="{6AC68F16-7C33-49C3-8E60-C6A1B7981E18}"/>
              </a:ext>
            </a:extLst>
          </p:cNvPr>
          <p:cNvSpPr/>
          <p:nvPr/>
        </p:nvSpPr>
        <p:spPr bwMode="gray">
          <a:xfrm>
            <a:off x="3391151" y="1245718"/>
            <a:ext cx="457200" cy="457200"/>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panose="020F0502020204030204"/>
            </a:endParaRPr>
          </a:p>
        </p:txBody>
      </p:sp>
      <p:sp>
        <p:nvSpPr>
          <p:cNvPr id="157" name="Oval 156">
            <a:extLst>
              <a:ext uri="{FF2B5EF4-FFF2-40B4-BE49-F238E27FC236}">
                <a16:creationId xmlns:a16="http://schemas.microsoft.com/office/drawing/2014/main" id="{EF15C2ED-39A1-4DA9-B839-B70943879274}"/>
              </a:ext>
            </a:extLst>
          </p:cNvPr>
          <p:cNvSpPr/>
          <p:nvPr/>
        </p:nvSpPr>
        <p:spPr bwMode="gray">
          <a:xfrm>
            <a:off x="6068206" y="1249515"/>
            <a:ext cx="457200" cy="457200"/>
          </a:xfrm>
          <a:prstGeom prst="ellipse">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panose="020F0502020204030204"/>
            </a:endParaRPr>
          </a:p>
        </p:txBody>
      </p:sp>
      <p:sp>
        <p:nvSpPr>
          <p:cNvPr id="158" name="Oval 157">
            <a:extLst>
              <a:ext uri="{FF2B5EF4-FFF2-40B4-BE49-F238E27FC236}">
                <a16:creationId xmlns:a16="http://schemas.microsoft.com/office/drawing/2014/main" id="{F290C332-F3EB-44C8-A02E-F104BE01A801}"/>
              </a:ext>
            </a:extLst>
          </p:cNvPr>
          <p:cNvSpPr/>
          <p:nvPr/>
        </p:nvSpPr>
        <p:spPr bwMode="gray">
          <a:xfrm>
            <a:off x="8905009" y="1261257"/>
            <a:ext cx="457200" cy="457200"/>
          </a:xfrm>
          <a:prstGeom prst="ellipse">
            <a:avLst/>
          </a:prstGeom>
          <a:solidFill>
            <a:srgbClr val="007CB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panose="020F0502020204030204"/>
            </a:endParaRPr>
          </a:p>
        </p:txBody>
      </p:sp>
      <p:sp>
        <p:nvSpPr>
          <p:cNvPr id="159" name="Oval 158">
            <a:extLst>
              <a:ext uri="{FF2B5EF4-FFF2-40B4-BE49-F238E27FC236}">
                <a16:creationId xmlns:a16="http://schemas.microsoft.com/office/drawing/2014/main" id="{23AF3AC6-1BC7-40E0-8E8E-F87B35AEDC9A}"/>
              </a:ext>
            </a:extLst>
          </p:cNvPr>
          <p:cNvSpPr/>
          <p:nvPr/>
        </p:nvSpPr>
        <p:spPr bwMode="gray">
          <a:xfrm>
            <a:off x="987130" y="1255877"/>
            <a:ext cx="1266532" cy="1266532"/>
          </a:xfrm>
          <a:prstGeom prst="ellipse">
            <a:avLst/>
          </a:prstGeom>
          <a:solidFill>
            <a:srgbClr val="00ABAB"/>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defRPr/>
            </a:pPr>
            <a:endParaRPr lang="en-US" sz="1600" b="1" kern="0">
              <a:solidFill>
                <a:prstClr val="white"/>
              </a:solidFill>
              <a:latin typeface="Calibri" panose="020F0502020204030204"/>
            </a:endParaRPr>
          </a:p>
        </p:txBody>
      </p:sp>
      <p:grpSp>
        <p:nvGrpSpPr>
          <p:cNvPr id="160" name="Graphic 4">
            <a:extLst>
              <a:ext uri="{FF2B5EF4-FFF2-40B4-BE49-F238E27FC236}">
                <a16:creationId xmlns:a16="http://schemas.microsoft.com/office/drawing/2014/main" id="{D5957F93-25EA-469E-9F6B-DB2BFD49EA69}"/>
              </a:ext>
            </a:extLst>
          </p:cNvPr>
          <p:cNvGrpSpPr>
            <a:grpSpLocks noChangeAspect="1"/>
          </p:cNvGrpSpPr>
          <p:nvPr/>
        </p:nvGrpSpPr>
        <p:grpSpPr>
          <a:xfrm>
            <a:off x="1092014" y="1361260"/>
            <a:ext cx="1056764" cy="1055766"/>
            <a:chOff x="5708130" y="2371173"/>
            <a:chExt cx="362313" cy="361971"/>
          </a:xfrm>
          <a:solidFill>
            <a:sysClr val="window" lastClr="FFFFFF"/>
          </a:solidFill>
        </p:grpSpPr>
        <p:sp>
          <p:nvSpPr>
            <p:cNvPr id="161" name="Graphic 4">
              <a:extLst>
                <a:ext uri="{FF2B5EF4-FFF2-40B4-BE49-F238E27FC236}">
                  <a16:creationId xmlns:a16="http://schemas.microsoft.com/office/drawing/2014/main" id="{4A9BE1B1-81BB-4934-8D83-60C0063247DA}"/>
                </a:ext>
              </a:extLst>
            </p:cNvPr>
            <p:cNvSpPr/>
            <p:nvPr/>
          </p:nvSpPr>
          <p:spPr>
            <a:xfrm>
              <a:off x="5708130" y="237117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349204 h 361971"/>
                <a:gd name="connsiteX7" fmla="*/ 12780 w 362313"/>
                <a:gd name="connsiteY7" fmla="*/ 181305 h 361971"/>
                <a:gd name="connsiteX8" fmla="*/ 180835 w 362313"/>
                <a:gd name="connsiteY8" fmla="*/ 12768 h 361971"/>
                <a:gd name="connsiteX9" fmla="*/ 349530 w 362313"/>
                <a:gd name="connsiteY9" fmla="*/ 180667 h 361971"/>
                <a:gd name="connsiteX10" fmla="*/ 349530 w 362313"/>
                <a:gd name="connsiteY10" fmla="*/ 180667 h 361971"/>
                <a:gd name="connsiteX11" fmla="*/ 181474 w 362313"/>
                <a:gd name="connsiteY11"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13" h="361971">
                  <a:moveTo>
                    <a:pt x="181474" y="0"/>
                  </a:moveTo>
                  <a:cubicBezTo>
                    <a:pt x="81152" y="0"/>
                    <a:pt x="0" y="81077"/>
                    <a:pt x="0" y="180667"/>
                  </a:cubicBezTo>
                  <a:cubicBezTo>
                    <a:pt x="0" y="280257"/>
                    <a:pt x="81152" y="361972"/>
                    <a:pt x="180835" y="361972"/>
                  </a:cubicBezTo>
                  <a:cubicBezTo>
                    <a:pt x="281157" y="361972"/>
                    <a:pt x="362310" y="280895"/>
                    <a:pt x="362310" y="181305"/>
                  </a:cubicBezTo>
                  <a:cubicBezTo>
                    <a:pt x="362310" y="181305"/>
                    <a:pt x="362310" y="181305"/>
                    <a:pt x="362310" y="181305"/>
                  </a:cubicBezTo>
                  <a:cubicBezTo>
                    <a:pt x="362948" y="81077"/>
                    <a:pt x="281796" y="0"/>
                    <a:pt x="181474" y="0"/>
                  </a:cubicBezTo>
                  <a:close/>
                  <a:moveTo>
                    <a:pt x="181474" y="349204"/>
                  </a:moveTo>
                  <a:cubicBezTo>
                    <a:pt x="88181" y="349204"/>
                    <a:pt x="12780" y="273873"/>
                    <a:pt x="12780" y="181305"/>
                  </a:cubicBezTo>
                  <a:cubicBezTo>
                    <a:pt x="12780" y="88738"/>
                    <a:pt x="88181" y="12768"/>
                    <a:pt x="180835" y="12768"/>
                  </a:cubicBezTo>
                  <a:cubicBezTo>
                    <a:pt x="274128" y="12768"/>
                    <a:pt x="349530" y="88099"/>
                    <a:pt x="349530" y="180667"/>
                  </a:cubicBezTo>
                  <a:cubicBezTo>
                    <a:pt x="349530" y="180667"/>
                    <a:pt x="349530" y="180667"/>
                    <a:pt x="349530" y="180667"/>
                  </a:cubicBezTo>
                  <a:cubicBezTo>
                    <a:pt x="349530" y="273873"/>
                    <a:pt x="274767" y="349204"/>
                    <a:pt x="181474" y="349204"/>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62" name="Graphic 4">
              <a:extLst>
                <a:ext uri="{FF2B5EF4-FFF2-40B4-BE49-F238E27FC236}">
                  <a16:creationId xmlns:a16="http://schemas.microsoft.com/office/drawing/2014/main" id="{0B6A622A-4F56-4DE0-925F-BF4306B408B7}"/>
                </a:ext>
              </a:extLst>
            </p:cNvPr>
            <p:cNvSpPr/>
            <p:nvPr/>
          </p:nvSpPr>
          <p:spPr>
            <a:xfrm>
              <a:off x="5770901" y="2477626"/>
              <a:ext cx="157124" cy="149395"/>
            </a:xfrm>
            <a:custGeom>
              <a:avLst/>
              <a:gdLst>
                <a:gd name="connsiteX0" fmla="*/ 153848 w 157124"/>
                <a:gd name="connsiteY0" fmla="*/ 136777 h 149395"/>
                <a:gd name="connsiteX1" fmla="*/ 127010 w 157124"/>
                <a:gd name="connsiteY1" fmla="*/ 131031 h 149395"/>
                <a:gd name="connsiteX2" fmla="*/ 112953 w 157124"/>
                <a:gd name="connsiteY2" fmla="*/ 128478 h 149395"/>
                <a:gd name="connsiteX3" fmla="*/ 104007 w 157124"/>
                <a:gd name="connsiteY3" fmla="*/ 104218 h 149395"/>
                <a:gd name="connsiteX4" fmla="*/ 120621 w 157124"/>
                <a:gd name="connsiteY4" fmla="*/ 67830 h 149395"/>
                <a:gd name="connsiteX5" fmla="*/ 114231 w 157124"/>
                <a:gd name="connsiteY5" fmla="*/ 14843 h 149395"/>
                <a:gd name="connsiteX6" fmla="*/ 43302 w 157124"/>
                <a:gd name="connsiteY6" fmla="*/ 14843 h 149395"/>
                <a:gd name="connsiteX7" fmla="*/ 43302 w 157124"/>
                <a:gd name="connsiteY7" fmla="*/ 14843 h 149395"/>
                <a:gd name="connsiteX8" fmla="*/ 36912 w 157124"/>
                <a:gd name="connsiteY8" fmla="*/ 67830 h 149395"/>
                <a:gd name="connsiteX9" fmla="*/ 52887 w 157124"/>
                <a:gd name="connsiteY9" fmla="*/ 104857 h 149395"/>
                <a:gd name="connsiteX10" fmla="*/ 43941 w 157124"/>
                <a:gd name="connsiteY10" fmla="*/ 129116 h 149395"/>
                <a:gd name="connsiteX11" fmla="*/ 29883 w 157124"/>
                <a:gd name="connsiteY11" fmla="*/ 131670 h 149395"/>
                <a:gd name="connsiteX12" fmla="*/ 3685 w 157124"/>
                <a:gd name="connsiteY12" fmla="*/ 137415 h 149395"/>
                <a:gd name="connsiteX13" fmla="*/ 490 w 157124"/>
                <a:gd name="connsiteY13" fmla="*/ 145714 h 149395"/>
                <a:gd name="connsiteX14" fmla="*/ 8797 w 157124"/>
                <a:gd name="connsiteY14" fmla="*/ 148906 h 149395"/>
                <a:gd name="connsiteX15" fmla="*/ 9435 w 157124"/>
                <a:gd name="connsiteY15" fmla="*/ 148268 h 149395"/>
                <a:gd name="connsiteX16" fmla="*/ 31161 w 157124"/>
                <a:gd name="connsiteY16" fmla="*/ 143799 h 149395"/>
                <a:gd name="connsiteX17" fmla="*/ 49692 w 157124"/>
                <a:gd name="connsiteY17" fmla="*/ 140607 h 149395"/>
                <a:gd name="connsiteX18" fmla="*/ 64389 w 157124"/>
                <a:gd name="connsiteY18" fmla="*/ 117625 h 149395"/>
                <a:gd name="connsiteX19" fmla="*/ 63111 w 157124"/>
                <a:gd name="connsiteY19" fmla="*/ 97834 h 149395"/>
                <a:gd name="connsiteX20" fmla="*/ 48414 w 157124"/>
                <a:gd name="connsiteY20" fmla="*/ 64638 h 149395"/>
                <a:gd name="connsiteX21" fmla="*/ 52248 w 157124"/>
                <a:gd name="connsiteY21" fmla="*/ 22503 h 149395"/>
                <a:gd name="connsiteX22" fmla="*/ 77808 w 157124"/>
                <a:gd name="connsiteY22" fmla="*/ 12289 h 149395"/>
                <a:gd name="connsiteX23" fmla="*/ 78447 w 157124"/>
                <a:gd name="connsiteY23" fmla="*/ 12289 h 149395"/>
                <a:gd name="connsiteX24" fmla="*/ 104007 w 157124"/>
                <a:gd name="connsiteY24" fmla="*/ 22503 h 149395"/>
                <a:gd name="connsiteX25" fmla="*/ 107841 w 157124"/>
                <a:gd name="connsiteY25" fmla="*/ 64638 h 149395"/>
                <a:gd name="connsiteX26" fmla="*/ 93144 w 157124"/>
                <a:gd name="connsiteY26" fmla="*/ 96558 h 149395"/>
                <a:gd name="connsiteX27" fmla="*/ 91866 w 157124"/>
                <a:gd name="connsiteY27" fmla="*/ 116348 h 149395"/>
                <a:gd name="connsiteX28" fmla="*/ 106563 w 157124"/>
                <a:gd name="connsiteY28" fmla="*/ 139969 h 149395"/>
                <a:gd name="connsiteX29" fmla="*/ 125094 w 157124"/>
                <a:gd name="connsiteY29" fmla="*/ 143161 h 149395"/>
                <a:gd name="connsiteX30" fmla="*/ 146819 w 157124"/>
                <a:gd name="connsiteY30" fmla="*/ 147630 h 149395"/>
                <a:gd name="connsiteX31" fmla="*/ 155765 w 157124"/>
                <a:gd name="connsiteY31" fmla="*/ 145076 h 149395"/>
                <a:gd name="connsiteX32" fmla="*/ 153848 w 157124"/>
                <a:gd name="connsiteY32" fmla="*/ 136777 h 149395"/>
                <a:gd name="connsiteX33" fmla="*/ 153848 w 157124"/>
                <a:gd name="connsiteY33" fmla="*/ 136777 h 14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7124" h="149395">
                  <a:moveTo>
                    <a:pt x="153848" y="136777"/>
                  </a:moveTo>
                  <a:cubicBezTo>
                    <a:pt x="145541" y="132946"/>
                    <a:pt x="136595" y="131031"/>
                    <a:pt x="127010" y="131031"/>
                  </a:cubicBezTo>
                  <a:cubicBezTo>
                    <a:pt x="122537" y="131031"/>
                    <a:pt x="117426" y="130393"/>
                    <a:pt x="112953" y="128478"/>
                  </a:cubicBezTo>
                  <a:cubicBezTo>
                    <a:pt x="107202" y="125286"/>
                    <a:pt x="102729" y="107410"/>
                    <a:pt x="104007" y="104218"/>
                  </a:cubicBezTo>
                  <a:cubicBezTo>
                    <a:pt x="111674" y="93366"/>
                    <a:pt x="117426" y="80598"/>
                    <a:pt x="120621" y="67830"/>
                  </a:cubicBezTo>
                  <a:cubicBezTo>
                    <a:pt x="126372" y="44847"/>
                    <a:pt x="123815" y="26334"/>
                    <a:pt x="114231" y="14843"/>
                  </a:cubicBezTo>
                  <a:cubicBezTo>
                    <a:pt x="94422" y="-4948"/>
                    <a:pt x="62472" y="-4948"/>
                    <a:pt x="43302" y="14843"/>
                  </a:cubicBezTo>
                  <a:cubicBezTo>
                    <a:pt x="43302" y="14843"/>
                    <a:pt x="43302" y="14843"/>
                    <a:pt x="43302" y="14843"/>
                  </a:cubicBezTo>
                  <a:cubicBezTo>
                    <a:pt x="33078" y="26972"/>
                    <a:pt x="31161" y="44847"/>
                    <a:pt x="36912" y="67830"/>
                  </a:cubicBezTo>
                  <a:cubicBezTo>
                    <a:pt x="40107" y="81236"/>
                    <a:pt x="45858" y="93366"/>
                    <a:pt x="52887" y="104857"/>
                  </a:cubicBezTo>
                  <a:cubicBezTo>
                    <a:pt x="54165" y="108687"/>
                    <a:pt x="49692" y="125924"/>
                    <a:pt x="43941" y="129116"/>
                  </a:cubicBezTo>
                  <a:cubicBezTo>
                    <a:pt x="39468" y="130393"/>
                    <a:pt x="34995" y="131031"/>
                    <a:pt x="29883" y="131670"/>
                  </a:cubicBezTo>
                  <a:cubicBezTo>
                    <a:pt x="20938" y="131670"/>
                    <a:pt x="11992" y="133585"/>
                    <a:pt x="3685" y="137415"/>
                  </a:cubicBezTo>
                  <a:cubicBezTo>
                    <a:pt x="490" y="138692"/>
                    <a:pt x="-788" y="142522"/>
                    <a:pt x="490" y="145714"/>
                  </a:cubicBezTo>
                  <a:cubicBezTo>
                    <a:pt x="1768" y="148906"/>
                    <a:pt x="5602" y="150183"/>
                    <a:pt x="8797" y="148906"/>
                  </a:cubicBezTo>
                  <a:cubicBezTo>
                    <a:pt x="8797" y="148906"/>
                    <a:pt x="9435" y="148906"/>
                    <a:pt x="9435" y="148268"/>
                  </a:cubicBezTo>
                  <a:cubicBezTo>
                    <a:pt x="16465" y="145714"/>
                    <a:pt x="23493" y="144438"/>
                    <a:pt x="31161" y="143799"/>
                  </a:cubicBezTo>
                  <a:cubicBezTo>
                    <a:pt x="37551" y="143799"/>
                    <a:pt x="43941" y="142522"/>
                    <a:pt x="49692" y="140607"/>
                  </a:cubicBezTo>
                  <a:cubicBezTo>
                    <a:pt x="59277" y="135500"/>
                    <a:pt x="63750" y="121455"/>
                    <a:pt x="64389" y="117625"/>
                  </a:cubicBezTo>
                  <a:cubicBezTo>
                    <a:pt x="65028" y="113794"/>
                    <a:pt x="66945" y="103580"/>
                    <a:pt x="63111" y="97834"/>
                  </a:cubicBezTo>
                  <a:cubicBezTo>
                    <a:pt x="56721" y="87620"/>
                    <a:pt x="51609" y="76767"/>
                    <a:pt x="48414" y="64638"/>
                  </a:cubicBezTo>
                  <a:cubicBezTo>
                    <a:pt x="43941" y="45486"/>
                    <a:pt x="45219" y="31441"/>
                    <a:pt x="52248" y="22503"/>
                  </a:cubicBezTo>
                  <a:cubicBezTo>
                    <a:pt x="58638" y="15481"/>
                    <a:pt x="68223" y="11651"/>
                    <a:pt x="77808" y="12289"/>
                  </a:cubicBezTo>
                  <a:lnTo>
                    <a:pt x="78447" y="12289"/>
                  </a:lnTo>
                  <a:cubicBezTo>
                    <a:pt x="88032" y="12289"/>
                    <a:pt x="97617" y="15481"/>
                    <a:pt x="104007" y="22503"/>
                  </a:cubicBezTo>
                  <a:cubicBezTo>
                    <a:pt x="111036" y="31441"/>
                    <a:pt x="112314" y="45486"/>
                    <a:pt x="107841" y="64638"/>
                  </a:cubicBezTo>
                  <a:cubicBezTo>
                    <a:pt x="104646" y="76129"/>
                    <a:pt x="100173" y="86982"/>
                    <a:pt x="93144" y="96558"/>
                  </a:cubicBezTo>
                  <a:cubicBezTo>
                    <a:pt x="89310" y="101665"/>
                    <a:pt x="90588" y="111241"/>
                    <a:pt x="91866" y="116348"/>
                  </a:cubicBezTo>
                  <a:cubicBezTo>
                    <a:pt x="93144" y="121455"/>
                    <a:pt x="96978" y="134862"/>
                    <a:pt x="106563" y="139969"/>
                  </a:cubicBezTo>
                  <a:cubicBezTo>
                    <a:pt x="112314" y="141884"/>
                    <a:pt x="118704" y="143161"/>
                    <a:pt x="125094" y="143161"/>
                  </a:cubicBezTo>
                  <a:cubicBezTo>
                    <a:pt x="132762" y="143161"/>
                    <a:pt x="139790" y="145076"/>
                    <a:pt x="146819" y="147630"/>
                  </a:cubicBezTo>
                  <a:cubicBezTo>
                    <a:pt x="150014" y="149545"/>
                    <a:pt x="153848" y="148268"/>
                    <a:pt x="155765" y="145076"/>
                  </a:cubicBezTo>
                  <a:cubicBezTo>
                    <a:pt x="158321" y="141884"/>
                    <a:pt x="157043" y="138054"/>
                    <a:pt x="153848" y="136777"/>
                  </a:cubicBezTo>
                  <a:lnTo>
                    <a:pt x="153848" y="136777"/>
                  </a:ln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63" name="Graphic 4">
              <a:extLst>
                <a:ext uri="{FF2B5EF4-FFF2-40B4-BE49-F238E27FC236}">
                  <a16:creationId xmlns:a16="http://schemas.microsoft.com/office/drawing/2014/main" id="{F5D3CB8D-7943-41DB-9768-0039DCDA9BCA}"/>
                </a:ext>
              </a:extLst>
            </p:cNvPr>
            <p:cNvSpPr/>
            <p:nvPr/>
          </p:nvSpPr>
          <p:spPr>
            <a:xfrm>
              <a:off x="5915164" y="2493746"/>
              <a:ext cx="93292" cy="12767"/>
            </a:xfrm>
            <a:custGeom>
              <a:avLst/>
              <a:gdLst>
                <a:gd name="connsiteX0" fmla="*/ 86903 w 93292"/>
                <a:gd name="connsiteY0" fmla="*/ 0 h 12767"/>
                <a:gd name="connsiteX1" fmla="*/ 6390 w 93292"/>
                <a:gd name="connsiteY1" fmla="*/ 0 h 12767"/>
                <a:gd name="connsiteX2" fmla="*/ 0 w 93292"/>
                <a:gd name="connsiteY2" fmla="*/ 6384 h 12767"/>
                <a:gd name="connsiteX3" fmla="*/ 6390 w 93292"/>
                <a:gd name="connsiteY3" fmla="*/ 12768 h 12767"/>
                <a:gd name="connsiteX4" fmla="*/ 86903 w 93292"/>
                <a:gd name="connsiteY4" fmla="*/ 12768 h 12767"/>
                <a:gd name="connsiteX5" fmla="*/ 93293 w 93292"/>
                <a:gd name="connsiteY5" fmla="*/ 6384 h 12767"/>
                <a:gd name="connsiteX6" fmla="*/ 86903 w 9329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292" h="12767">
                  <a:moveTo>
                    <a:pt x="86903" y="0"/>
                  </a:moveTo>
                  <a:lnTo>
                    <a:pt x="6390" y="0"/>
                  </a:lnTo>
                  <a:cubicBezTo>
                    <a:pt x="2556" y="0"/>
                    <a:pt x="0" y="2554"/>
                    <a:pt x="0" y="6384"/>
                  </a:cubicBezTo>
                  <a:cubicBezTo>
                    <a:pt x="0" y="10214"/>
                    <a:pt x="2556" y="12768"/>
                    <a:pt x="6390" y="12768"/>
                  </a:cubicBezTo>
                  <a:lnTo>
                    <a:pt x="86903" y="12768"/>
                  </a:lnTo>
                  <a:cubicBezTo>
                    <a:pt x="90737" y="12768"/>
                    <a:pt x="93293" y="10214"/>
                    <a:pt x="93293" y="6384"/>
                  </a:cubicBezTo>
                  <a:cubicBezTo>
                    <a:pt x="93293" y="2554"/>
                    <a:pt x="90737" y="0"/>
                    <a:pt x="86903" y="0"/>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64" name="Graphic 4">
              <a:extLst>
                <a:ext uri="{FF2B5EF4-FFF2-40B4-BE49-F238E27FC236}">
                  <a16:creationId xmlns:a16="http://schemas.microsoft.com/office/drawing/2014/main" id="{08F22271-7571-42D3-A884-7B85BCFD9682}"/>
                </a:ext>
              </a:extLst>
            </p:cNvPr>
            <p:cNvSpPr/>
            <p:nvPr/>
          </p:nvSpPr>
          <p:spPr>
            <a:xfrm>
              <a:off x="5915164" y="2525666"/>
              <a:ext cx="93292" cy="12767"/>
            </a:xfrm>
            <a:custGeom>
              <a:avLst/>
              <a:gdLst>
                <a:gd name="connsiteX0" fmla="*/ 86903 w 93292"/>
                <a:gd name="connsiteY0" fmla="*/ 0 h 12767"/>
                <a:gd name="connsiteX1" fmla="*/ 6390 w 93292"/>
                <a:gd name="connsiteY1" fmla="*/ 0 h 12767"/>
                <a:gd name="connsiteX2" fmla="*/ 0 w 93292"/>
                <a:gd name="connsiteY2" fmla="*/ 6384 h 12767"/>
                <a:gd name="connsiteX3" fmla="*/ 6390 w 93292"/>
                <a:gd name="connsiteY3" fmla="*/ 12768 h 12767"/>
                <a:gd name="connsiteX4" fmla="*/ 86903 w 93292"/>
                <a:gd name="connsiteY4" fmla="*/ 12768 h 12767"/>
                <a:gd name="connsiteX5" fmla="*/ 93293 w 93292"/>
                <a:gd name="connsiteY5" fmla="*/ 6384 h 12767"/>
                <a:gd name="connsiteX6" fmla="*/ 86903 w 9329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292" h="12767">
                  <a:moveTo>
                    <a:pt x="86903" y="0"/>
                  </a:moveTo>
                  <a:lnTo>
                    <a:pt x="6390" y="0"/>
                  </a:lnTo>
                  <a:cubicBezTo>
                    <a:pt x="2556" y="0"/>
                    <a:pt x="0" y="2554"/>
                    <a:pt x="0" y="6384"/>
                  </a:cubicBezTo>
                  <a:cubicBezTo>
                    <a:pt x="0" y="10214"/>
                    <a:pt x="2556" y="12768"/>
                    <a:pt x="6390" y="12768"/>
                  </a:cubicBezTo>
                  <a:lnTo>
                    <a:pt x="86903" y="12768"/>
                  </a:lnTo>
                  <a:cubicBezTo>
                    <a:pt x="90737" y="12768"/>
                    <a:pt x="93293" y="10214"/>
                    <a:pt x="93293" y="6384"/>
                  </a:cubicBezTo>
                  <a:cubicBezTo>
                    <a:pt x="93293" y="2554"/>
                    <a:pt x="90737" y="0"/>
                    <a:pt x="86903" y="0"/>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65" name="Graphic 4">
              <a:extLst>
                <a:ext uri="{FF2B5EF4-FFF2-40B4-BE49-F238E27FC236}">
                  <a16:creationId xmlns:a16="http://schemas.microsoft.com/office/drawing/2014/main" id="{C9B61859-7A4A-4DC0-A380-63FB8AD0F9FC}"/>
                </a:ext>
              </a:extLst>
            </p:cNvPr>
            <p:cNvSpPr/>
            <p:nvPr/>
          </p:nvSpPr>
          <p:spPr>
            <a:xfrm>
              <a:off x="5915164" y="2557585"/>
              <a:ext cx="93292" cy="12767"/>
            </a:xfrm>
            <a:custGeom>
              <a:avLst/>
              <a:gdLst>
                <a:gd name="connsiteX0" fmla="*/ 86903 w 93292"/>
                <a:gd name="connsiteY0" fmla="*/ 0 h 12767"/>
                <a:gd name="connsiteX1" fmla="*/ 6390 w 93292"/>
                <a:gd name="connsiteY1" fmla="*/ 0 h 12767"/>
                <a:gd name="connsiteX2" fmla="*/ 0 w 93292"/>
                <a:gd name="connsiteY2" fmla="*/ 6384 h 12767"/>
                <a:gd name="connsiteX3" fmla="*/ 6390 w 93292"/>
                <a:gd name="connsiteY3" fmla="*/ 12768 h 12767"/>
                <a:gd name="connsiteX4" fmla="*/ 86903 w 93292"/>
                <a:gd name="connsiteY4" fmla="*/ 12768 h 12767"/>
                <a:gd name="connsiteX5" fmla="*/ 93293 w 93292"/>
                <a:gd name="connsiteY5" fmla="*/ 6384 h 12767"/>
                <a:gd name="connsiteX6" fmla="*/ 86903 w 93292"/>
                <a:gd name="connsiteY6" fmla="*/ 0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292" h="12767">
                  <a:moveTo>
                    <a:pt x="86903" y="0"/>
                  </a:moveTo>
                  <a:lnTo>
                    <a:pt x="6390" y="0"/>
                  </a:lnTo>
                  <a:cubicBezTo>
                    <a:pt x="2556" y="0"/>
                    <a:pt x="0" y="2554"/>
                    <a:pt x="0" y="6384"/>
                  </a:cubicBezTo>
                  <a:cubicBezTo>
                    <a:pt x="0" y="10214"/>
                    <a:pt x="2556" y="12768"/>
                    <a:pt x="6390" y="12768"/>
                  </a:cubicBezTo>
                  <a:lnTo>
                    <a:pt x="86903" y="12768"/>
                  </a:lnTo>
                  <a:cubicBezTo>
                    <a:pt x="90737" y="12768"/>
                    <a:pt x="93293" y="10214"/>
                    <a:pt x="93293" y="6384"/>
                  </a:cubicBezTo>
                  <a:cubicBezTo>
                    <a:pt x="93293" y="2554"/>
                    <a:pt x="90737" y="0"/>
                    <a:pt x="86903" y="0"/>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grpSp>
      <p:grpSp>
        <p:nvGrpSpPr>
          <p:cNvPr id="166" name="Graphic 4">
            <a:extLst>
              <a:ext uri="{FF2B5EF4-FFF2-40B4-BE49-F238E27FC236}">
                <a16:creationId xmlns:a16="http://schemas.microsoft.com/office/drawing/2014/main" id="{603A23FD-B78F-4E56-BF79-14FECE208B4C}"/>
              </a:ext>
            </a:extLst>
          </p:cNvPr>
          <p:cNvGrpSpPr>
            <a:grpSpLocks noChangeAspect="1"/>
          </p:cNvGrpSpPr>
          <p:nvPr/>
        </p:nvGrpSpPr>
        <p:grpSpPr>
          <a:xfrm>
            <a:off x="3437023" y="1291438"/>
            <a:ext cx="365456" cy="365760"/>
            <a:chOff x="467743" y="1402723"/>
            <a:chExt cx="361670" cy="361971"/>
          </a:xfrm>
          <a:solidFill>
            <a:sysClr val="window" lastClr="FFFFFF"/>
          </a:solidFill>
        </p:grpSpPr>
        <p:sp>
          <p:nvSpPr>
            <p:cNvPr id="167" name="Graphic 4">
              <a:extLst>
                <a:ext uri="{FF2B5EF4-FFF2-40B4-BE49-F238E27FC236}">
                  <a16:creationId xmlns:a16="http://schemas.microsoft.com/office/drawing/2014/main" id="{257F1663-0F34-421B-8A40-B45416C9D699}"/>
                </a:ext>
              </a:extLst>
            </p:cNvPr>
            <p:cNvSpPr/>
            <p:nvPr/>
          </p:nvSpPr>
          <p:spPr>
            <a:xfrm>
              <a:off x="467743" y="1402723"/>
              <a:ext cx="361670" cy="361971"/>
            </a:xfrm>
            <a:custGeom>
              <a:avLst/>
              <a:gdLst>
                <a:gd name="connsiteX0" fmla="*/ 180835 w 361670"/>
                <a:gd name="connsiteY0" fmla="*/ 0 h 361971"/>
                <a:gd name="connsiteX1" fmla="*/ 0 w 361670"/>
                <a:gd name="connsiteY1" fmla="*/ 181305 h 361971"/>
                <a:gd name="connsiteX2" fmla="*/ 180835 w 361670"/>
                <a:gd name="connsiteY2" fmla="*/ 361972 h 361971"/>
                <a:gd name="connsiteX3" fmla="*/ 361670 w 361670"/>
                <a:gd name="connsiteY3" fmla="*/ 181305 h 361971"/>
                <a:gd name="connsiteX4" fmla="*/ 361670 w 361670"/>
                <a:gd name="connsiteY4" fmla="*/ 181305 h 361971"/>
                <a:gd name="connsiteX5" fmla="*/ 180835 w 361670"/>
                <a:gd name="connsiteY5" fmla="*/ 0 h 361971"/>
                <a:gd name="connsiteX6" fmla="*/ 180835 w 361670"/>
                <a:gd name="connsiteY6" fmla="*/ 0 h 361971"/>
                <a:gd name="connsiteX7" fmla="*/ 180835 w 361670"/>
                <a:gd name="connsiteY7" fmla="*/ 348565 h 361971"/>
                <a:gd name="connsiteX8" fmla="*/ 12780 w 361670"/>
                <a:gd name="connsiteY8" fmla="*/ 180028 h 361971"/>
                <a:gd name="connsiteX9" fmla="*/ 180835 w 361670"/>
                <a:gd name="connsiteY9" fmla="*/ 12130 h 361971"/>
                <a:gd name="connsiteX10" fmla="*/ 348891 w 361670"/>
                <a:gd name="connsiteY10" fmla="*/ 180028 h 361971"/>
                <a:gd name="connsiteX11" fmla="*/ 180835 w 361670"/>
                <a:gd name="connsiteY11"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1971">
                  <a:moveTo>
                    <a:pt x="180835" y="0"/>
                  </a:moveTo>
                  <a:cubicBezTo>
                    <a:pt x="80513" y="0"/>
                    <a:pt x="0" y="81077"/>
                    <a:pt x="0" y="181305"/>
                  </a:cubicBezTo>
                  <a:cubicBezTo>
                    <a:pt x="0" y="281534"/>
                    <a:pt x="81152" y="361972"/>
                    <a:pt x="180835" y="361972"/>
                  </a:cubicBezTo>
                  <a:cubicBezTo>
                    <a:pt x="280518" y="361972"/>
                    <a:pt x="361670" y="280895"/>
                    <a:pt x="361670" y="181305"/>
                  </a:cubicBezTo>
                  <a:cubicBezTo>
                    <a:pt x="361670" y="181305"/>
                    <a:pt x="361670" y="181305"/>
                    <a:pt x="361670" y="181305"/>
                  </a:cubicBezTo>
                  <a:cubicBezTo>
                    <a:pt x="361670" y="80438"/>
                    <a:pt x="281157" y="0"/>
                    <a:pt x="180835" y="0"/>
                  </a:cubicBezTo>
                  <a:cubicBezTo>
                    <a:pt x="180835" y="0"/>
                    <a:pt x="180835" y="0"/>
                    <a:pt x="180835" y="0"/>
                  </a:cubicBezTo>
                  <a:close/>
                  <a:moveTo>
                    <a:pt x="180835" y="348565"/>
                  </a:moveTo>
                  <a:cubicBezTo>
                    <a:pt x="87542" y="348565"/>
                    <a:pt x="12780" y="273234"/>
                    <a:pt x="12780" y="180028"/>
                  </a:cubicBezTo>
                  <a:cubicBezTo>
                    <a:pt x="12780" y="86822"/>
                    <a:pt x="87542" y="12130"/>
                    <a:pt x="180835" y="12130"/>
                  </a:cubicBezTo>
                  <a:cubicBezTo>
                    <a:pt x="274128" y="12130"/>
                    <a:pt x="348891" y="87461"/>
                    <a:pt x="348891" y="180028"/>
                  </a:cubicBezTo>
                  <a:cubicBezTo>
                    <a:pt x="348891" y="273234"/>
                    <a:pt x="273489" y="348565"/>
                    <a:pt x="180835" y="348565"/>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68" name="Graphic 4">
              <a:extLst>
                <a:ext uri="{FF2B5EF4-FFF2-40B4-BE49-F238E27FC236}">
                  <a16:creationId xmlns:a16="http://schemas.microsoft.com/office/drawing/2014/main" id="{3D7F0E91-525F-4DA6-8C50-C578E3337B76}"/>
                </a:ext>
              </a:extLst>
            </p:cNvPr>
            <p:cNvSpPr/>
            <p:nvPr/>
          </p:nvSpPr>
          <p:spPr>
            <a:xfrm>
              <a:off x="554007" y="1467201"/>
              <a:ext cx="189142" cy="231738"/>
            </a:xfrm>
            <a:custGeom>
              <a:avLst/>
              <a:gdLst>
                <a:gd name="connsiteX0" fmla="*/ 187225 w 189142"/>
                <a:gd name="connsiteY0" fmla="*/ 43411 h 231738"/>
                <a:gd name="connsiteX1" fmla="*/ 146330 w 189142"/>
                <a:gd name="connsiteY1" fmla="*/ 1915 h 231738"/>
                <a:gd name="connsiteX2" fmla="*/ 141857 w 189142"/>
                <a:gd name="connsiteY2" fmla="*/ 0 h 231738"/>
                <a:gd name="connsiteX3" fmla="*/ 65177 w 189142"/>
                <a:gd name="connsiteY3" fmla="*/ 0 h 231738"/>
                <a:gd name="connsiteX4" fmla="*/ 58787 w 189142"/>
                <a:gd name="connsiteY4" fmla="*/ 6384 h 231738"/>
                <a:gd name="connsiteX5" fmla="*/ 58787 w 189142"/>
                <a:gd name="connsiteY5" fmla="*/ 50434 h 231738"/>
                <a:gd name="connsiteX6" fmla="*/ 6390 w 189142"/>
                <a:gd name="connsiteY6" fmla="*/ 50434 h 231738"/>
                <a:gd name="connsiteX7" fmla="*/ 0 w 189142"/>
                <a:gd name="connsiteY7" fmla="*/ 56818 h 231738"/>
                <a:gd name="connsiteX8" fmla="*/ 0 w 189142"/>
                <a:gd name="connsiteY8" fmla="*/ 225355 h 231738"/>
                <a:gd name="connsiteX9" fmla="*/ 6390 w 189142"/>
                <a:gd name="connsiteY9" fmla="*/ 231739 h 231738"/>
                <a:gd name="connsiteX10" fmla="*/ 123965 w 189142"/>
                <a:gd name="connsiteY10" fmla="*/ 231739 h 231738"/>
                <a:gd name="connsiteX11" fmla="*/ 130355 w 189142"/>
                <a:gd name="connsiteY11" fmla="*/ 225355 h 231738"/>
                <a:gd name="connsiteX12" fmla="*/ 130355 w 189142"/>
                <a:gd name="connsiteY12" fmla="*/ 181305 h 231738"/>
                <a:gd name="connsiteX13" fmla="*/ 182752 w 189142"/>
                <a:gd name="connsiteY13" fmla="*/ 181305 h 231738"/>
                <a:gd name="connsiteX14" fmla="*/ 189142 w 189142"/>
                <a:gd name="connsiteY14" fmla="*/ 174921 h 231738"/>
                <a:gd name="connsiteX15" fmla="*/ 189142 w 189142"/>
                <a:gd name="connsiteY15" fmla="*/ 49157 h 231738"/>
                <a:gd name="connsiteX16" fmla="*/ 188503 w 189142"/>
                <a:gd name="connsiteY16" fmla="*/ 45965 h 231738"/>
                <a:gd name="connsiteX17" fmla="*/ 187225 w 189142"/>
                <a:gd name="connsiteY17" fmla="*/ 43411 h 231738"/>
                <a:gd name="connsiteX18" fmla="*/ 147608 w 189142"/>
                <a:gd name="connsiteY18" fmla="*/ 21706 h 231738"/>
                <a:gd name="connsiteX19" fmla="*/ 168055 w 189142"/>
                <a:gd name="connsiteY19" fmla="*/ 42773 h 231738"/>
                <a:gd name="connsiteX20" fmla="*/ 147608 w 189142"/>
                <a:gd name="connsiteY20" fmla="*/ 42773 h 231738"/>
                <a:gd name="connsiteX21" fmla="*/ 147608 w 189142"/>
                <a:gd name="connsiteY21" fmla="*/ 21706 h 231738"/>
                <a:gd name="connsiteX22" fmla="*/ 117575 w 189142"/>
                <a:gd name="connsiteY22" fmla="*/ 218971 h 231738"/>
                <a:gd name="connsiteX23" fmla="*/ 12780 w 189142"/>
                <a:gd name="connsiteY23" fmla="*/ 218971 h 231738"/>
                <a:gd name="connsiteX24" fmla="*/ 12780 w 189142"/>
                <a:gd name="connsiteY24" fmla="*/ 63840 h 231738"/>
                <a:gd name="connsiteX25" fmla="*/ 76040 w 189142"/>
                <a:gd name="connsiteY25" fmla="*/ 63840 h 231738"/>
                <a:gd name="connsiteX26" fmla="*/ 76040 w 189142"/>
                <a:gd name="connsiteY26" fmla="*/ 99590 h 231738"/>
                <a:gd name="connsiteX27" fmla="*/ 82430 w 189142"/>
                <a:gd name="connsiteY27" fmla="*/ 105974 h 231738"/>
                <a:gd name="connsiteX28" fmla="*/ 118214 w 189142"/>
                <a:gd name="connsiteY28" fmla="*/ 105974 h 231738"/>
                <a:gd name="connsiteX29" fmla="*/ 117575 w 189142"/>
                <a:gd name="connsiteY29" fmla="*/ 218971 h 231738"/>
                <a:gd name="connsiteX30" fmla="*/ 88181 w 189142"/>
                <a:gd name="connsiteY30" fmla="*/ 92568 h 231738"/>
                <a:gd name="connsiteX31" fmla="*/ 88181 w 189142"/>
                <a:gd name="connsiteY31" fmla="*/ 71501 h 231738"/>
                <a:gd name="connsiteX32" fmla="*/ 108629 w 189142"/>
                <a:gd name="connsiteY32" fmla="*/ 92568 h 231738"/>
                <a:gd name="connsiteX33" fmla="*/ 88181 w 189142"/>
                <a:gd name="connsiteY33" fmla="*/ 92568 h 231738"/>
                <a:gd name="connsiteX34" fmla="*/ 176362 w 189142"/>
                <a:gd name="connsiteY34" fmla="*/ 168537 h 231738"/>
                <a:gd name="connsiteX35" fmla="*/ 130355 w 189142"/>
                <a:gd name="connsiteY35" fmla="*/ 168537 h 231738"/>
                <a:gd name="connsiteX36" fmla="*/ 130355 w 189142"/>
                <a:gd name="connsiteY36" fmla="*/ 99590 h 231738"/>
                <a:gd name="connsiteX37" fmla="*/ 129716 w 189142"/>
                <a:gd name="connsiteY37" fmla="*/ 96398 h 231738"/>
                <a:gd name="connsiteX38" fmla="*/ 128438 w 189142"/>
                <a:gd name="connsiteY38" fmla="*/ 94483 h 231738"/>
                <a:gd name="connsiteX39" fmla="*/ 87542 w 189142"/>
                <a:gd name="connsiteY39" fmla="*/ 53626 h 231738"/>
                <a:gd name="connsiteX40" fmla="*/ 83069 w 189142"/>
                <a:gd name="connsiteY40" fmla="*/ 51710 h 231738"/>
                <a:gd name="connsiteX41" fmla="*/ 71567 w 189142"/>
                <a:gd name="connsiteY41" fmla="*/ 51710 h 231738"/>
                <a:gd name="connsiteX42" fmla="*/ 71567 w 189142"/>
                <a:gd name="connsiteY42" fmla="*/ 14045 h 231738"/>
                <a:gd name="connsiteX43" fmla="*/ 134828 w 189142"/>
                <a:gd name="connsiteY43" fmla="*/ 14045 h 231738"/>
                <a:gd name="connsiteX44" fmla="*/ 134828 w 189142"/>
                <a:gd name="connsiteY44" fmla="*/ 49795 h 231738"/>
                <a:gd name="connsiteX45" fmla="*/ 141218 w 189142"/>
                <a:gd name="connsiteY45" fmla="*/ 56179 h 231738"/>
                <a:gd name="connsiteX46" fmla="*/ 177001 w 189142"/>
                <a:gd name="connsiteY46" fmla="*/ 56179 h 231738"/>
                <a:gd name="connsiteX47" fmla="*/ 176362 w 189142"/>
                <a:gd name="connsiteY47" fmla="*/ 168537 h 23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89142" h="231738">
                  <a:moveTo>
                    <a:pt x="187225" y="43411"/>
                  </a:moveTo>
                  <a:lnTo>
                    <a:pt x="146330" y="1915"/>
                  </a:lnTo>
                  <a:cubicBezTo>
                    <a:pt x="145052" y="638"/>
                    <a:pt x="143774" y="0"/>
                    <a:pt x="141857" y="0"/>
                  </a:cubicBezTo>
                  <a:lnTo>
                    <a:pt x="65177" y="0"/>
                  </a:lnTo>
                  <a:cubicBezTo>
                    <a:pt x="61343" y="0"/>
                    <a:pt x="58787" y="2554"/>
                    <a:pt x="58787" y="6384"/>
                  </a:cubicBezTo>
                  <a:lnTo>
                    <a:pt x="58787" y="50434"/>
                  </a:lnTo>
                  <a:lnTo>
                    <a:pt x="6390" y="50434"/>
                  </a:lnTo>
                  <a:cubicBezTo>
                    <a:pt x="2556" y="50434"/>
                    <a:pt x="0" y="52987"/>
                    <a:pt x="0" y="56818"/>
                  </a:cubicBezTo>
                  <a:lnTo>
                    <a:pt x="0" y="225355"/>
                  </a:lnTo>
                  <a:cubicBezTo>
                    <a:pt x="0" y="229185"/>
                    <a:pt x="2556" y="231739"/>
                    <a:pt x="6390" y="231739"/>
                  </a:cubicBezTo>
                  <a:lnTo>
                    <a:pt x="123965" y="231739"/>
                  </a:lnTo>
                  <a:cubicBezTo>
                    <a:pt x="127799" y="231739"/>
                    <a:pt x="130355" y="229185"/>
                    <a:pt x="130355" y="225355"/>
                  </a:cubicBezTo>
                  <a:lnTo>
                    <a:pt x="130355" y="181305"/>
                  </a:lnTo>
                  <a:lnTo>
                    <a:pt x="182752" y="181305"/>
                  </a:lnTo>
                  <a:cubicBezTo>
                    <a:pt x="186586" y="181305"/>
                    <a:pt x="189142" y="178752"/>
                    <a:pt x="189142" y="174921"/>
                  </a:cubicBezTo>
                  <a:lnTo>
                    <a:pt x="189142" y="49157"/>
                  </a:lnTo>
                  <a:cubicBezTo>
                    <a:pt x="189142" y="47880"/>
                    <a:pt x="189142" y="47242"/>
                    <a:pt x="188503" y="45965"/>
                  </a:cubicBezTo>
                  <a:cubicBezTo>
                    <a:pt x="188503" y="44688"/>
                    <a:pt x="187864" y="44050"/>
                    <a:pt x="187225" y="43411"/>
                  </a:cubicBezTo>
                  <a:close/>
                  <a:moveTo>
                    <a:pt x="147608" y="21706"/>
                  </a:moveTo>
                  <a:lnTo>
                    <a:pt x="168055" y="42773"/>
                  </a:lnTo>
                  <a:lnTo>
                    <a:pt x="147608" y="42773"/>
                  </a:lnTo>
                  <a:lnTo>
                    <a:pt x="147608" y="21706"/>
                  </a:lnTo>
                  <a:close/>
                  <a:moveTo>
                    <a:pt x="117575" y="218971"/>
                  </a:moveTo>
                  <a:lnTo>
                    <a:pt x="12780" y="218971"/>
                  </a:lnTo>
                  <a:lnTo>
                    <a:pt x="12780" y="63840"/>
                  </a:lnTo>
                  <a:lnTo>
                    <a:pt x="76040" y="63840"/>
                  </a:lnTo>
                  <a:lnTo>
                    <a:pt x="76040" y="99590"/>
                  </a:lnTo>
                  <a:cubicBezTo>
                    <a:pt x="76040" y="103420"/>
                    <a:pt x="78596" y="105974"/>
                    <a:pt x="82430" y="105974"/>
                  </a:cubicBezTo>
                  <a:lnTo>
                    <a:pt x="118214" y="105974"/>
                  </a:lnTo>
                  <a:lnTo>
                    <a:pt x="117575" y="218971"/>
                  </a:lnTo>
                  <a:close/>
                  <a:moveTo>
                    <a:pt x="88181" y="92568"/>
                  </a:moveTo>
                  <a:lnTo>
                    <a:pt x="88181" y="71501"/>
                  </a:lnTo>
                  <a:lnTo>
                    <a:pt x="108629" y="92568"/>
                  </a:lnTo>
                  <a:lnTo>
                    <a:pt x="88181" y="92568"/>
                  </a:lnTo>
                  <a:close/>
                  <a:moveTo>
                    <a:pt x="176362" y="168537"/>
                  </a:moveTo>
                  <a:lnTo>
                    <a:pt x="130355" y="168537"/>
                  </a:lnTo>
                  <a:lnTo>
                    <a:pt x="130355" y="99590"/>
                  </a:lnTo>
                  <a:cubicBezTo>
                    <a:pt x="130355" y="98313"/>
                    <a:pt x="130355" y="97037"/>
                    <a:pt x="129716" y="96398"/>
                  </a:cubicBezTo>
                  <a:cubicBezTo>
                    <a:pt x="129077" y="95760"/>
                    <a:pt x="129077" y="95121"/>
                    <a:pt x="128438" y="94483"/>
                  </a:cubicBezTo>
                  <a:lnTo>
                    <a:pt x="87542" y="53626"/>
                  </a:lnTo>
                  <a:cubicBezTo>
                    <a:pt x="86264" y="52349"/>
                    <a:pt x="84986" y="51710"/>
                    <a:pt x="83069" y="51710"/>
                  </a:cubicBezTo>
                  <a:lnTo>
                    <a:pt x="71567" y="51710"/>
                  </a:lnTo>
                  <a:lnTo>
                    <a:pt x="71567" y="14045"/>
                  </a:lnTo>
                  <a:lnTo>
                    <a:pt x="134828" y="14045"/>
                  </a:lnTo>
                  <a:lnTo>
                    <a:pt x="134828" y="49795"/>
                  </a:lnTo>
                  <a:cubicBezTo>
                    <a:pt x="134828" y="53626"/>
                    <a:pt x="137384" y="56179"/>
                    <a:pt x="141218" y="56179"/>
                  </a:cubicBezTo>
                  <a:lnTo>
                    <a:pt x="177001" y="56179"/>
                  </a:lnTo>
                  <a:lnTo>
                    <a:pt x="176362" y="168537"/>
                  </a:ln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grpSp>
      <p:grpSp>
        <p:nvGrpSpPr>
          <p:cNvPr id="169" name="Graphic 4">
            <a:extLst>
              <a:ext uri="{FF2B5EF4-FFF2-40B4-BE49-F238E27FC236}">
                <a16:creationId xmlns:a16="http://schemas.microsoft.com/office/drawing/2014/main" id="{41AB56F9-34FA-4ED5-89F2-E8545E63CA8F}"/>
              </a:ext>
            </a:extLst>
          </p:cNvPr>
          <p:cNvGrpSpPr>
            <a:grpSpLocks noChangeAspect="1"/>
          </p:cNvGrpSpPr>
          <p:nvPr/>
        </p:nvGrpSpPr>
        <p:grpSpPr>
          <a:xfrm>
            <a:off x="6115971" y="1291397"/>
            <a:ext cx="361670" cy="361333"/>
            <a:chOff x="467743" y="4308712"/>
            <a:chExt cx="361670" cy="361333"/>
          </a:xfrm>
          <a:solidFill>
            <a:sysClr val="window" lastClr="FFFFFF"/>
          </a:solidFill>
        </p:grpSpPr>
        <p:sp>
          <p:nvSpPr>
            <p:cNvPr id="170" name="Graphic 4">
              <a:extLst>
                <a:ext uri="{FF2B5EF4-FFF2-40B4-BE49-F238E27FC236}">
                  <a16:creationId xmlns:a16="http://schemas.microsoft.com/office/drawing/2014/main" id="{392E57BC-7324-47D4-8D73-7F4B7F29CE9E}"/>
                </a:ext>
              </a:extLst>
            </p:cNvPr>
            <p:cNvSpPr/>
            <p:nvPr/>
          </p:nvSpPr>
          <p:spPr>
            <a:xfrm>
              <a:off x="467743" y="4308712"/>
              <a:ext cx="361670" cy="361333"/>
            </a:xfrm>
            <a:custGeom>
              <a:avLst/>
              <a:gdLst>
                <a:gd name="connsiteX0" fmla="*/ 180835 w 361670"/>
                <a:gd name="connsiteY0" fmla="*/ 0 h 361333"/>
                <a:gd name="connsiteX1" fmla="*/ 0 w 361670"/>
                <a:gd name="connsiteY1" fmla="*/ 180667 h 361333"/>
                <a:gd name="connsiteX2" fmla="*/ 180835 w 361670"/>
                <a:gd name="connsiteY2" fmla="*/ 361334 h 361333"/>
                <a:gd name="connsiteX3" fmla="*/ 361670 w 361670"/>
                <a:gd name="connsiteY3" fmla="*/ 180667 h 361333"/>
                <a:gd name="connsiteX4" fmla="*/ 180835 w 361670"/>
                <a:gd name="connsiteY4" fmla="*/ 0 h 361333"/>
                <a:gd name="connsiteX5" fmla="*/ 180835 w 361670"/>
                <a:gd name="connsiteY5" fmla="*/ 349204 h 361333"/>
                <a:gd name="connsiteX6" fmla="*/ 12780 w 361670"/>
                <a:gd name="connsiteY6" fmla="*/ 181305 h 361333"/>
                <a:gd name="connsiteX7" fmla="*/ 180835 w 361670"/>
                <a:gd name="connsiteY7" fmla="*/ 13407 h 361333"/>
                <a:gd name="connsiteX8" fmla="*/ 348891 w 361670"/>
                <a:gd name="connsiteY8" fmla="*/ 181305 h 361333"/>
                <a:gd name="connsiteX9" fmla="*/ 180835 w 361670"/>
                <a:gd name="connsiteY9" fmla="*/ 349204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0" h="361333">
                  <a:moveTo>
                    <a:pt x="180835" y="0"/>
                  </a:moveTo>
                  <a:cubicBezTo>
                    <a:pt x="80513" y="0"/>
                    <a:pt x="0" y="81077"/>
                    <a:pt x="0" y="180667"/>
                  </a:cubicBezTo>
                  <a:cubicBezTo>
                    <a:pt x="0" y="280895"/>
                    <a:pt x="81152" y="361334"/>
                    <a:pt x="180835" y="361334"/>
                  </a:cubicBezTo>
                  <a:cubicBezTo>
                    <a:pt x="280518" y="361334"/>
                    <a:pt x="361670" y="280257"/>
                    <a:pt x="361670" y="180667"/>
                  </a:cubicBezTo>
                  <a:cubicBezTo>
                    <a:pt x="361670" y="81077"/>
                    <a:pt x="280518" y="0"/>
                    <a:pt x="180835" y="0"/>
                  </a:cubicBezTo>
                  <a:close/>
                  <a:moveTo>
                    <a:pt x="180835" y="349204"/>
                  </a:moveTo>
                  <a:cubicBezTo>
                    <a:pt x="88181" y="349204"/>
                    <a:pt x="12780" y="273873"/>
                    <a:pt x="12780" y="181305"/>
                  </a:cubicBezTo>
                  <a:cubicBezTo>
                    <a:pt x="12780" y="88738"/>
                    <a:pt x="88181" y="13407"/>
                    <a:pt x="180835" y="13407"/>
                  </a:cubicBezTo>
                  <a:cubicBezTo>
                    <a:pt x="273489" y="13407"/>
                    <a:pt x="348891" y="88738"/>
                    <a:pt x="348891" y="181305"/>
                  </a:cubicBezTo>
                  <a:cubicBezTo>
                    <a:pt x="348891" y="273873"/>
                    <a:pt x="273489" y="349204"/>
                    <a:pt x="180835" y="349204"/>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71" name="Graphic 4">
              <a:extLst>
                <a:ext uri="{FF2B5EF4-FFF2-40B4-BE49-F238E27FC236}">
                  <a16:creationId xmlns:a16="http://schemas.microsoft.com/office/drawing/2014/main" id="{BA78CDD7-D9A3-44E5-88D2-E206A4B95ECD}"/>
                </a:ext>
              </a:extLst>
            </p:cNvPr>
            <p:cNvSpPr/>
            <p:nvPr/>
          </p:nvSpPr>
          <p:spPr>
            <a:xfrm>
              <a:off x="534198" y="4421070"/>
              <a:ext cx="228120" cy="137255"/>
            </a:xfrm>
            <a:custGeom>
              <a:avLst/>
              <a:gdLst>
                <a:gd name="connsiteX0" fmla="*/ 227482 w 228120"/>
                <a:gd name="connsiteY0" fmla="*/ 65116 h 137255"/>
                <a:gd name="connsiteX1" fmla="*/ 114380 w 228120"/>
                <a:gd name="connsiteY1" fmla="*/ 0 h 137255"/>
                <a:gd name="connsiteX2" fmla="*/ 1278 w 228120"/>
                <a:gd name="connsiteY2" fmla="*/ 64478 h 137255"/>
                <a:gd name="connsiteX3" fmla="*/ 0 w 228120"/>
                <a:gd name="connsiteY3" fmla="*/ 68947 h 137255"/>
                <a:gd name="connsiteX4" fmla="*/ 639 w 228120"/>
                <a:gd name="connsiteY4" fmla="*/ 72139 h 137255"/>
                <a:gd name="connsiteX5" fmla="*/ 113741 w 228120"/>
                <a:gd name="connsiteY5" fmla="*/ 137256 h 137255"/>
                <a:gd name="connsiteX6" fmla="*/ 226843 w 228120"/>
                <a:gd name="connsiteY6" fmla="*/ 72777 h 137255"/>
                <a:gd name="connsiteX7" fmla="*/ 228121 w 228120"/>
                <a:gd name="connsiteY7" fmla="*/ 68308 h 137255"/>
                <a:gd name="connsiteX8" fmla="*/ 227482 w 228120"/>
                <a:gd name="connsiteY8" fmla="*/ 65116 h 137255"/>
                <a:gd name="connsiteX9" fmla="*/ 114380 w 228120"/>
                <a:gd name="connsiteY9" fmla="*/ 123849 h 137255"/>
                <a:gd name="connsiteX10" fmla="*/ 14058 w 228120"/>
                <a:gd name="connsiteY10" fmla="*/ 68308 h 137255"/>
                <a:gd name="connsiteX11" fmla="*/ 114380 w 228120"/>
                <a:gd name="connsiteY11" fmla="*/ 12768 h 137255"/>
                <a:gd name="connsiteX12" fmla="*/ 214702 w 228120"/>
                <a:gd name="connsiteY12" fmla="*/ 68308 h 137255"/>
                <a:gd name="connsiteX13" fmla="*/ 114380 w 228120"/>
                <a:gd name="connsiteY13" fmla="*/ 123849 h 137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120" h="137255">
                  <a:moveTo>
                    <a:pt x="227482" y="65116"/>
                  </a:moveTo>
                  <a:cubicBezTo>
                    <a:pt x="211507" y="40857"/>
                    <a:pt x="169972" y="0"/>
                    <a:pt x="114380" y="0"/>
                  </a:cubicBezTo>
                  <a:cubicBezTo>
                    <a:pt x="63260" y="0"/>
                    <a:pt x="22365" y="33196"/>
                    <a:pt x="1278" y="64478"/>
                  </a:cubicBezTo>
                  <a:cubicBezTo>
                    <a:pt x="639" y="65755"/>
                    <a:pt x="0" y="67032"/>
                    <a:pt x="0" y="68947"/>
                  </a:cubicBezTo>
                  <a:cubicBezTo>
                    <a:pt x="0" y="70224"/>
                    <a:pt x="0" y="71500"/>
                    <a:pt x="639" y="72139"/>
                  </a:cubicBezTo>
                  <a:cubicBezTo>
                    <a:pt x="16614" y="96398"/>
                    <a:pt x="58148" y="137256"/>
                    <a:pt x="113741" y="137256"/>
                  </a:cubicBezTo>
                  <a:cubicBezTo>
                    <a:pt x="164860" y="137256"/>
                    <a:pt x="205756" y="104059"/>
                    <a:pt x="226843" y="72777"/>
                  </a:cubicBezTo>
                  <a:cubicBezTo>
                    <a:pt x="227482" y="71500"/>
                    <a:pt x="228121" y="70224"/>
                    <a:pt x="228121" y="68308"/>
                  </a:cubicBezTo>
                  <a:cubicBezTo>
                    <a:pt x="228121" y="67032"/>
                    <a:pt x="228121" y="65755"/>
                    <a:pt x="227482" y="65116"/>
                  </a:cubicBezTo>
                  <a:close/>
                  <a:moveTo>
                    <a:pt x="114380" y="123849"/>
                  </a:moveTo>
                  <a:cubicBezTo>
                    <a:pt x="66455" y="123849"/>
                    <a:pt x="30033" y="90014"/>
                    <a:pt x="14058" y="68308"/>
                  </a:cubicBezTo>
                  <a:cubicBezTo>
                    <a:pt x="33867" y="40857"/>
                    <a:pt x="70289" y="12768"/>
                    <a:pt x="114380" y="12768"/>
                  </a:cubicBezTo>
                  <a:cubicBezTo>
                    <a:pt x="162304" y="12768"/>
                    <a:pt x="198727" y="46603"/>
                    <a:pt x="214702" y="68308"/>
                  </a:cubicBezTo>
                  <a:cubicBezTo>
                    <a:pt x="194254" y="95760"/>
                    <a:pt x="158470" y="123849"/>
                    <a:pt x="114380" y="123849"/>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72" name="Graphic 4">
              <a:extLst>
                <a:ext uri="{FF2B5EF4-FFF2-40B4-BE49-F238E27FC236}">
                  <a16:creationId xmlns:a16="http://schemas.microsoft.com/office/drawing/2014/main" id="{8E19905D-8559-4920-82FA-77B5F7C72510}"/>
                </a:ext>
              </a:extLst>
            </p:cNvPr>
            <p:cNvSpPr/>
            <p:nvPr/>
          </p:nvSpPr>
          <p:spPr>
            <a:xfrm>
              <a:off x="610238" y="4452351"/>
              <a:ext cx="75401" cy="75330"/>
            </a:xfrm>
            <a:custGeom>
              <a:avLst/>
              <a:gdLst>
                <a:gd name="connsiteX0" fmla="*/ 37701 w 75401"/>
                <a:gd name="connsiteY0" fmla="*/ 0 h 75330"/>
                <a:gd name="connsiteX1" fmla="*/ 0 w 75401"/>
                <a:gd name="connsiteY1" fmla="*/ 37666 h 75330"/>
                <a:gd name="connsiteX2" fmla="*/ 37701 w 75401"/>
                <a:gd name="connsiteY2" fmla="*/ 75331 h 75330"/>
                <a:gd name="connsiteX3" fmla="*/ 75401 w 75401"/>
                <a:gd name="connsiteY3" fmla="*/ 37666 h 75330"/>
                <a:gd name="connsiteX4" fmla="*/ 37701 w 75401"/>
                <a:gd name="connsiteY4" fmla="*/ 0 h 75330"/>
                <a:gd name="connsiteX5" fmla="*/ 37701 w 75401"/>
                <a:gd name="connsiteY5" fmla="*/ 61925 h 75330"/>
                <a:gd name="connsiteX6" fmla="*/ 12780 w 75401"/>
                <a:gd name="connsiteY6" fmla="*/ 37027 h 75330"/>
                <a:gd name="connsiteX7" fmla="*/ 37701 w 75401"/>
                <a:gd name="connsiteY7" fmla="*/ 12130 h 75330"/>
                <a:gd name="connsiteX8" fmla="*/ 62621 w 75401"/>
                <a:gd name="connsiteY8" fmla="*/ 37027 h 75330"/>
                <a:gd name="connsiteX9" fmla="*/ 37701 w 75401"/>
                <a:gd name="connsiteY9" fmla="*/ 61925 h 7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401" h="75330">
                  <a:moveTo>
                    <a:pt x="37701" y="0"/>
                  </a:moveTo>
                  <a:cubicBezTo>
                    <a:pt x="17253" y="0"/>
                    <a:pt x="0" y="16599"/>
                    <a:pt x="0" y="37666"/>
                  </a:cubicBezTo>
                  <a:cubicBezTo>
                    <a:pt x="0" y="58733"/>
                    <a:pt x="16614" y="75331"/>
                    <a:pt x="37701" y="75331"/>
                  </a:cubicBezTo>
                  <a:cubicBezTo>
                    <a:pt x="58787" y="75331"/>
                    <a:pt x="75401" y="58733"/>
                    <a:pt x="75401" y="37666"/>
                  </a:cubicBezTo>
                  <a:cubicBezTo>
                    <a:pt x="75401" y="16599"/>
                    <a:pt x="58148" y="0"/>
                    <a:pt x="37701" y="0"/>
                  </a:cubicBezTo>
                  <a:close/>
                  <a:moveTo>
                    <a:pt x="37701" y="61925"/>
                  </a:moveTo>
                  <a:cubicBezTo>
                    <a:pt x="24282" y="61925"/>
                    <a:pt x="12780" y="51072"/>
                    <a:pt x="12780" y="37027"/>
                  </a:cubicBezTo>
                  <a:cubicBezTo>
                    <a:pt x="12780" y="23621"/>
                    <a:pt x="23643" y="12130"/>
                    <a:pt x="37701" y="12130"/>
                  </a:cubicBezTo>
                  <a:cubicBezTo>
                    <a:pt x="51758" y="12130"/>
                    <a:pt x="62621" y="22983"/>
                    <a:pt x="62621" y="37027"/>
                  </a:cubicBezTo>
                  <a:cubicBezTo>
                    <a:pt x="61982" y="50434"/>
                    <a:pt x="51119" y="61925"/>
                    <a:pt x="37701" y="61925"/>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grpSp>
      <p:grpSp>
        <p:nvGrpSpPr>
          <p:cNvPr id="173" name="Graphic 4">
            <a:extLst>
              <a:ext uri="{FF2B5EF4-FFF2-40B4-BE49-F238E27FC236}">
                <a16:creationId xmlns:a16="http://schemas.microsoft.com/office/drawing/2014/main" id="{06D1F20D-79BC-4964-BEBB-50DA3164171D}"/>
              </a:ext>
            </a:extLst>
          </p:cNvPr>
          <p:cNvGrpSpPr/>
          <p:nvPr/>
        </p:nvGrpSpPr>
        <p:grpSpPr>
          <a:xfrm>
            <a:off x="8954181" y="1302589"/>
            <a:ext cx="362309" cy="361971"/>
            <a:chOff x="1515054" y="4308712"/>
            <a:chExt cx="362309" cy="361971"/>
          </a:xfrm>
          <a:solidFill>
            <a:sysClr val="window" lastClr="FFFFFF"/>
          </a:solidFill>
        </p:grpSpPr>
        <p:sp>
          <p:nvSpPr>
            <p:cNvPr id="174" name="Freeform 41">
              <a:extLst>
                <a:ext uri="{FF2B5EF4-FFF2-40B4-BE49-F238E27FC236}">
                  <a16:creationId xmlns:a16="http://schemas.microsoft.com/office/drawing/2014/main" id="{FEB7A525-34C1-4A65-8965-2F82E0DB3A74}"/>
                </a:ext>
              </a:extLst>
            </p:cNvPr>
            <p:cNvSpPr/>
            <p:nvPr/>
          </p:nvSpPr>
          <p:spPr>
            <a:xfrm>
              <a:off x="1515054" y="4308712"/>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180835 w 362309"/>
                <a:gd name="connsiteY6" fmla="*/ 0 h 361971"/>
                <a:gd name="connsiteX7" fmla="*/ 180835 w 362309"/>
                <a:gd name="connsiteY7" fmla="*/ 349204 h 361971"/>
                <a:gd name="connsiteX8" fmla="*/ 12780 w 362309"/>
                <a:gd name="connsiteY8" fmla="*/ 180667 h 361971"/>
                <a:gd name="connsiteX9" fmla="*/ 180835 w 362309"/>
                <a:gd name="connsiteY9" fmla="*/ 12768 h 361971"/>
                <a:gd name="connsiteX10" fmla="*/ 349529 w 362309"/>
                <a:gd name="connsiteY10" fmla="*/ 181305 h 361971"/>
                <a:gd name="connsiteX11" fmla="*/ 349529 w 362309"/>
                <a:gd name="connsiteY11" fmla="*/ 181305 h 361971"/>
                <a:gd name="connsiteX12" fmla="*/ 180835 w 362309"/>
                <a:gd name="connsiteY12" fmla="*/ 349204 h 361971"/>
                <a:gd name="connsiteX13" fmla="*/ 180835 w 362309"/>
                <a:gd name="connsiteY13" fmla="*/ 349204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lnTo>
                    <a:pt x="362309" y="180667"/>
                  </a:lnTo>
                  <a:cubicBezTo>
                    <a:pt x="361670" y="81077"/>
                    <a:pt x="281157" y="0"/>
                    <a:pt x="180835" y="0"/>
                  </a:cubicBezTo>
                  <a:lnTo>
                    <a:pt x="180835" y="0"/>
                  </a:lnTo>
                  <a:close/>
                  <a:moveTo>
                    <a:pt x="180835" y="349204"/>
                  </a:moveTo>
                  <a:cubicBezTo>
                    <a:pt x="87542" y="349204"/>
                    <a:pt x="12780" y="273873"/>
                    <a:pt x="12780" y="180667"/>
                  </a:cubicBezTo>
                  <a:cubicBezTo>
                    <a:pt x="12780" y="87461"/>
                    <a:pt x="88181" y="12768"/>
                    <a:pt x="180835" y="12768"/>
                  </a:cubicBezTo>
                  <a:cubicBezTo>
                    <a:pt x="274128" y="12768"/>
                    <a:pt x="349529" y="88099"/>
                    <a:pt x="349529" y="181305"/>
                  </a:cubicBezTo>
                  <a:lnTo>
                    <a:pt x="349529" y="181305"/>
                  </a:lnTo>
                  <a:cubicBezTo>
                    <a:pt x="348891" y="273873"/>
                    <a:pt x="273489" y="349204"/>
                    <a:pt x="180835" y="349204"/>
                  </a:cubicBezTo>
                  <a:lnTo>
                    <a:pt x="180835" y="349204"/>
                  </a:ln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sp>
          <p:nvSpPr>
            <p:cNvPr id="175" name="Freeform 42">
              <a:extLst>
                <a:ext uri="{FF2B5EF4-FFF2-40B4-BE49-F238E27FC236}">
                  <a16:creationId xmlns:a16="http://schemas.microsoft.com/office/drawing/2014/main" id="{77368167-D9CC-483D-86C8-C4C1B619A872}"/>
                </a:ext>
              </a:extLst>
            </p:cNvPr>
            <p:cNvSpPr/>
            <p:nvPr/>
          </p:nvSpPr>
          <p:spPr>
            <a:xfrm>
              <a:off x="1606015" y="4394895"/>
              <a:ext cx="179971" cy="188741"/>
            </a:xfrm>
            <a:custGeom>
              <a:avLst/>
              <a:gdLst>
                <a:gd name="connsiteX0" fmla="*/ 173582 w 179971"/>
                <a:gd name="connsiteY0" fmla="*/ 93206 h 188741"/>
                <a:gd name="connsiteX1" fmla="*/ 167192 w 179971"/>
                <a:gd name="connsiteY1" fmla="*/ 99590 h 188741"/>
                <a:gd name="connsiteX2" fmla="*/ 89874 w 179971"/>
                <a:gd name="connsiteY2" fmla="*/ 176836 h 188741"/>
                <a:gd name="connsiteX3" fmla="*/ 12556 w 179971"/>
                <a:gd name="connsiteY3" fmla="*/ 99590 h 188741"/>
                <a:gd name="connsiteX4" fmla="*/ 89874 w 179971"/>
                <a:gd name="connsiteY4" fmla="*/ 22344 h 188741"/>
                <a:gd name="connsiteX5" fmla="*/ 136520 w 179971"/>
                <a:gd name="connsiteY5" fmla="*/ 37666 h 188741"/>
                <a:gd name="connsiteX6" fmla="*/ 109044 w 179971"/>
                <a:gd name="connsiteY6" fmla="*/ 37666 h 188741"/>
                <a:gd name="connsiteX7" fmla="*/ 102654 w 179971"/>
                <a:gd name="connsiteY7" fmla="*/ 44050 h 188741"/>
                <a:gd name="connsiteX8" fmla="*/ 109044 w 179971"/>
                <a:gd name="connsiteY8" fmla="*/ 50434 h 188741"/>
                <a:gd name="connsiteX9" fmla="*/ 148022 w 179971"/>
                <a:gd name="connsiteY9" fmla="*/ 50434 h 188741"/>
                <a:gd name="connsiteX10" fmla="*/ 154412 w 179971"/>
                <a:gd name="connsiteY10" fmla="*/ 44050 h 188741"/>
                <a:gd name="connsiteX11" fmla="*/ 154412 w 179971"/>
                <a:gd name="connsiteY11" fmla="*/ 6384 h 188741"/>
                <a:gd name="connsiteX12" fmla="*/ 148022 w 179971"/>
                <a:gd name="connsiteY12" fmla="*/ 0 h 188741"/>
                <a:gd name="connsiteX13" fmla="*/ 141632 w 179971"/>
                <a:gd name="connsiteY13" fmla="*/ 6384 h 188741"/>
                <a:gd name="connsiteX14" fmla="*/ 141632 w 179971"/>
                <a:gd name="connsiteY14" fmla="*/ 25536 h 188741"/>
                <a:gd name="connsiteX15" fmla="*/ 16389 w 179971"/>
                <a:gd name="connsiteY15" fmla="*/ 47242 h 188741"/>
                <a:gd name="connsiteX16" fmla="*/ 38115 w 179971"/>
                <a:gd name="connsiteY16" fmla="*/ 172368 h 188741"/>
                <a:gd name="connsiteX17" fmla="*/ 163358 w 179971"/>
                <a:gd name="connsiteY17" fmla="*/ 150662 h 188741"/>
                <a:gd name="connsiteX18" fmla="*/ 179972 w 179971"/>
                <a:gd name="connsiteY18" fmla="*/ 98952 h 188741"/>
                <a:gd name="connsiteX19" fmla="*/ 173582 w 179971"/>
                <a:gd name="connsiteY19" fmla="*/ 93206 h 18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971" h="188741">
                  <a:moveTo>
                    <a:pt x="173582" y="93206"/>
                  </a:moveTo>
                  <a:cubicBezTo>
                    <a:pt x="169748" y="93206"/>
                    <a:pt x="167192" y="95760"/>
                    <a:pt x="167192" y="99590"/>
                  </a:cubicBezTo>
                  <a:cubicBezTo>
                    <a:pt x="167192" y="142363"/>
                    <a:pt x="132686" y="176836"/>
                    <a:pt x="89874" y="176836"/>
                  </a:cubicBezTo>
                  <a:cubicBezTo>
                    <a:pt x="47061" y="176836"/>
                    <a:pt x="12556" y="142363"/>
                    <a:pt x="12556" y="99590"/>
                  </a:cubicBezTo>
                  <a:cubicBezTo>
                    <a:pt x="12556" y="56818"/>
                    <a:pt x="47061" y="22344"/>
                    <a:pt x="89874" y="22344"/>
                  </a:cubicBezTo>
                  <a:cubicBezTo>
                    <a:pt x="106488" y="22344"/>
                    <a:pt x="123102" y="27451"/>
                    <a:pt x="136520" y="37666"/>
                  </a:cubicBezTo>
                  <a:lnTo>
                    <a:pt x="109044" y="37666"/>
                  </a:lnTo>
                  <a:cubicBezTo>
                    <a:pt x="105210" y="37666"/>
                    <a:pt x="102654" y="40219"/>
                    <a:pt x="102654" y="44050"/>
                  </a:cubicBezTo>
                  <a:cubicBezTo>
                    <a:pt x="102654" y="47880"/>
                    <a:pt x="105210" y="50434"/>
                    <a:pt x="109044" y="50434"/>
                  </a:cubicBezTo>
                  <a:lnTo>
                    <a:pt x="148022" y="50434"/>
                  </a:lnTo>
                  <a:cubicBezTo>
                    <a:pt x="151856" y="50434"/>
                    <a:pt x="154412" y="47880"/>
                    <a:pt x="154412" y="44050"/>
                  </a:cubicBezTo>
                  <a:lnTo>
                    <a:pt x="154412" y="6384"/>
                  </a:lnTo>
                  <a:cubicBezTo>
                    <a:pt x="154412" y="2554"/>
                    <a:pt x="151856" y="0"/>
                    <a:pt x="148022" y="0"/>
                  </a:cubicBezTo>
                  <a:cubicBezTo>
                    <a:pt x="144188" y="0"/>
                    <a:pt x="141632" y="2554"/>
                    <a:pt x="141632" y="6384"/>
                  </a:cubicBezTo>
                  <a:lnTo>
                    <a:pt x="141632" y="25536"/>
                  </a:lnTo>
                  <a:cubicBezTo>
                    <a:pt x="100737" y="-3192"/>
                    <a:pt x="44505" y="7023"/>
                    <a:pt x="16389" y="47242"/>
                  </a:cubicBezTo>
                  <a:cubicBezTo>
                    <a:pt x="-12365" y="88099"/>
                    <a:pt x="-2141" y="144278"/>
                    <a:pt x="38115" y="172368"/>
                  </a:cubicBezTo>
                  <a:cubicBezTo>
                    <a:pt x="79011" y="201095"/>
                    <a:pt x="135242" y="190881"/>
                    <a:pt x="163358" y="150662"/>
                  </a:cubicBezTo>
                  <a:cubicBezTo>
                    <a:pt x="174221" y="135341"/>
                    <a:pt x="179972" y="117465"/>
                    <a:pt x="179972" y="98952"/>
                  </a:cubicBezTo>
                  <a:cubicBezTo>
                    <a:pt x="179333" y="95760"/>
                    <a:pt x="176777" y="93206"/>
                    <a:pt x="173582" y="93206"/>
                  </a:cubicBezTo>
                  <a:close/>
                </a:path>
              </a:pathLst>
            </a:custGeom>
            <a:grpFill/>
            <a:ln w="6390" cap="flat">
              <a:noFill/>
              <a:prstDash val="solid"/>
              <a:miter/>
            </a:ln>
          </p:spPr>
          <p:txBody>
            <a:bodyPr rtlCol="0" anchor="ctr"/>
            <a:lstStyle/>
            <a:p>
              <a:pPr>
                <a:defRPr/>
              </a:pPr>
              <a:endParaRPr lang="en-US" kern="0">
                <a:solidFill>
                  <a:prstClr val="black"/>
                </a:solidFill>
                <a:latin typeface="Calibri" panose="020F0502020204030204"/>
              </a:endParaRPr>
            </a:p>
          </p:txBody>
        </p:sp>
      </p:grpSp>
      <p:sp>
        <p:nvSpPr>
          <p:cNvPr id="176" name="Rectangle 175">
            <a:extLst>
              <a:ext uri="{FF2B5EF4-FFF2-40B4-BE49-F238E27FC236}">
                <a16:creationId xmlns:a16="http://schemas.microsoft.com/office/drawing/2014/main" id="{C9CB44F0-5711-45A8-A801-B844A8A9C5E1}"/>
              </a:ext>
            </a:extLst>
          </p:cNvPr>
          <p:cNvSpPr>
            <a:spLocks/>
          </p:cNvSpPr>
          <p:nvPr/>
        </p:nvSpPr>
        <p:spPr>
          <a:xfrm>
            <a:off x="3389779" y="3328659"/>
            <a:ext cx="2235200" cy="1048603"/>
          </a:xfrm>
          <a:prstGeom prst="rect">
            <a:avLst/>
          </a:prstGeom>
          <a:solidFill>
            <a:srgbClr val="53565A"/>
          </a:solidFill>
          <a:ln w="12700" cap="flat" cmpd="sng" algn="ctr">
            <a:noFill/>
            <a:prstDash val="solid"/>
          </a:ln>
          <a:effectLst/>
        </p:spPr>
        <p:txBody>
          <a:bodyPr rtlCol="0" anchor="t"/>
          <a:lstStyle/>
          <a:p>
            <a:pPr>
              <a:defRPr/>
            </a:pPr>
            <a:r>
              <a:rPr lang="en-US" sz="1000" b="1" kern="0" dirty="0">
                <a:solidFill>
                  <a:prstClr val="white"/>
                </a:solidFill>
              </a:rPr>
              <a:t>Research/study  </a:t>
            </a:r>
          </a:p>
          <a:p>
            <a:pPr marL="171450" indent="-171450">
              <a:buFont typeface="Arial" panose="020B0604020202020204" pitchFamily="34" charset="0"/>
              <a:buChar char="•"/>
              <a:defRPr/>
            </a:pPr>
            <a:r>
              <a:rPr lang="en-US" sz="1000" kern="0" dirty="0">
                <a:solidFill>
                  <a:prstClr val="white"/>
                </a:solidFill>
              </a:rPr>
              <a:t>Review of existing policies and regulations</a:t>
            </a:r>
          </a:p>
          <a:p>
            <a:pPr marL="171450" indent="-171450">
              <a:buFont typeface="Arial" panose="020B0604020202020204" pitchFamily="34" charset="0"/>
              <a:buChar char="•"/>
              <a:defRPr/>
            </a:pPr>
            <a:endParaRPr lang="en-US" sz="1000" kern="0" dirty="0">
              <a:solidFill>
                <a:prstClr val="white"/>
              </a:solidFill>
            </a:endParaRPr>
          </a:p>
          <a:p>
            <a:pPr marL="171450" indent="-171450">
              <a:buFont typeface="Arial" panose="020B0604020202020204" pitchFamily="34" charset="0"/>
              <a:buChar char="•"/>
              <a:defRPr/>
            </a:pPr>
            <a:r>
              <a:rPr lang="en-US" sz="1000" kern="0" dirty="0">
                <a:solidFill>
                  <a:prstClr val="white"/>
                </a:solidFill>
              </a:rPr>
              <a:t>Understand their scope, effectiveness, and impact</a:t>
            </a:r>
          </a:p>
        </p:txBody>
      </p:sp>
      <p:sp>
        <p:nvSpPr>
          <p:cNvPr id="177" name="Isosceles Triangle 176">
            <a:extLst>
              <a:ext uri="{FF2B5EF4-FFF2-40B4-BE49-F238E27FC236}">
                <a16:creationId xmlns:a16="http://schemas.microsoft.com/office/drawing/2014/main" id="{28B86B97-E0DC-4BDD-BF78-288542D25A7A}"/>
              </a:ext>
            </a:extLst>
          </p:cNvPr>
          <p:cNvSpPr/>
          <p:nvPr/>
        </p:nvSpPr>
        <p:spPr bwMode="gray">
          <a:xfrm rot="5400000">
            <a:off x="7047975" y="3433333"/>
            <a:ext cx="3318192" cy="195061"/>
          </a:xfrm>
          <a:prstGeom prst="triangle">
            <a:avLst>
              <a:gd name="adj" fmla="val 51098"/>
            </a:avLst>
          </a:prstGeom>
          <a:solidFill>
            <a:srgbClr val="4472C4">
              <a:lumMod val="20000"/>
              <a:lumOff val="80000"/>
            </a:srgbClr>
          </a:solidFill>
          <a:ln w="9525"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Calibri"/>
            </a:endParaRPr>
          </a:p>
        </p:txBody>
      </p:sp>
      <p:sp>
        <p:nvSpPr>
          <p:cNvPr id="49" name="Rectangle 48">
            <a:extLst>
              <a:ext uri="{FF2B5EF4-FFF2-40B4-BE49-F238E27FC236}">
                <a16:creationId xmlns:a16="http://schemas.microsoft.com/office/drawing/2014/main" id="{3E3CE383-1EA3-4291-ADA0-EDDBC1DE8ACF}"/>
              </a:ext>
            </a:extLst>
          </p:cNvPr>
          <p:cNvSpPr>
            <a:spLocks/>
          </p:cNvSpPr>
          <p:nvPr/>
        </p:nvSpPr>
        <p:spPr>
          <a:xfrm>
            <a:off x="3375356" y="4622802"/>
            <a:ext cx="2235200" cy="643784"/>
          </a:xfrm>
          <a:prstGeom prst="rect">
            <a:avLst/>
          </a:prstGeom>
          <a:noFill/>
          <a:ln w="12700" cap="flat" cmpd="sng" algn="ctr">
            <a:solidFill>
              <a:srgbClr val="3C8A2E"/>
            </a:solidFill>
            <a:prstDash val="solid"/>
          </a:ln>
          <a:effectLst/>
        </p:spPr>
        <p:txBody>
          <a:bodyPr rtlCol="0" anchor="t"/>
          <a:lstStyle/>
          <a:p>
            <a:pPr>
              <a:defRPr/>
            </a:pPr>
            <a:r>
              <a:rPr lang="en-US" sz="1000" kern="0" dirty="0">
                <a:solidFill>
                  <a:sysClr val="windowText" lastClr="000000"/>
                </a:solidFill>
              </a:rPr>
              <a:t>Gap Analysis of JREDA's current RE policies, regulations, &amp; initiatives</a:t>
            </a:r>
          </a:p>
        </p:txBody>
      </p:sp>
      <p:sp>
        <p:nvSpPr>
          <p:cNvPr id="50" name="Rectangle 49">
            <a:extLst>
              <a:ext uri="{FF2B5EF4-FFF2-40B4-BE49-F238E27FC236}">
                <a16:creationId xmlns:a16="http://schemas.microsoft.com/office/drawing/2014/main" id="{5ABB2566-76D5-40E8-B16B-619A3240B06C}"/>
              </a:ext>
            </a:extLst>
          </p:cNvPr>
          <p:cNvSpPr>
            <a:spLocks/>
          </p:cNvSpPr>
          <p:nvPr/>
        </p:nvSpPr>
        <p:spPr bwMode="gray">
          <a:xfrm>
            <a:off x="3399191" y="4446522"/>
            <a:ext cx="1740324"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a:t>Outcome</a:t>
            </a:r>
          </a:p>
        </p:txBody>
      </p:sp>
      <p:sp>
        <p:nvSpPr>
          <p:cNvPr id="52" name="Rectangle 51">
            <a:extLst>
              <a:ext uri="{FF2B5EF4-FFF2-40B4-BE49-F238E27FC236}">
                <a16:creationId xmlns:a16="http://schemas.microsoft.com/office/drawing/2014/main" id="{4DA6C195-277B-4447-BAE2-DCADA520CCAB}"/>
              </a:ext>
            </a:extLst>
          </p:cNvPr>
          <p:cNvSpPr>
            <a:spLocks/>
          </p:cNvSpPr>
          <p:nvPr/>
        </p:nvSpPr>
        <p:spPr>
          <a:xfrm>
            <a:off x="6105920" y="4621872"/>
            <a:ext cx="2345057" cy="643784"/>
          </a:xfrm>
          <a:prstGeom prst="rect">
            <a:avLst/>
          </a:prstGeom>
          <a:noFill/>
          <a:ln w="12700" cap="flat" cmpd="sng" algn="ctr">
            <a:solidFill>
              <a:srgbClr val="3C8A2E"/>
            </a:solidFill>
            <a:prstDash val="solid"/>
          </a:ln>
          <a:effectLst/>
        </p:spPr>
        <p:txBody>
          <a:bodyPr rtlCol="0" anchor="t"/>
          <a:lstStyle/>
          <a:p>
            <a:pPr>
              <a:defRPr/>
            </a:pPr>
            <a:r>
              <a:rPr lang="en-US" sz="1000" kern="0" dirty="0">
                <a:solidFill>
                  <a:sysClr val="windowText" lastClr="000000"/>
                </a:solidFill>
              </a:rPr>
              <a:t>Roadmap for implementation support, resource requirements, &amp;  M&amp;E mechanism</a:t>
            </a:r>
          </a:p>
        </p:txBody>
      </p:sp>
      <p:sp>
        <p:nvSpPr>
          <p:cNvPr id="53" name="Rectangle 52">
            <a:extLst>
              <a:ext uri="{FF2B5EF4-FFF2-40B4-BE49-F238E27FC236}">
                <a16:creationId xmlns:a16="http://schemas.microsoft.com/office/drawing/2014/main" id="{0537A54D-1473-4EA5-8F01-7B4C1104D81B}"/>
              </a:ext>
            </a:extLst>
          </p:cNvPr>
          <p:cNvSpPr>
            <a:spLocks/>
          </p:cNvSpPr>
          <p:nvPr/>
        </p:nvSpPr>
        <p:spPr bwMode="gray">
          <a:xfrm>
            <a:off x="6129756" y="4445592"/>
            <a:ext cx="1740324"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a:t>Outcome</a:t>
            </a:r>
          </a:p>
        </p:txBody>
      </p:sp>
      <p:sp>
        <p:nvSpPr>
          <p:cNvPr id="66" name="Isosceles Triangle 65">
            <a:extLst>
              <a:ext uri="{FF2B5EF4-FFF2-40B4-BE49-F238E27FC236}">
                <a16:creationId xmlns:a16="http://schemas.microsoft.com/office/drawing/2014/main" id="{6901EEAD-D5D8-453F-8FD4-B0D75C84DDD4}"/>
              </a:ext>
            </a:extLst>
          </p:cNvPr>
          <p:cNvSpPr/>
          <p:nvPr/>
        </p:nvSpPr>
        <p:spPr bwMode="gray">
          <a:xfrm rot="5400000">
            <a:off x="4261980" y="3466537"/>
            <a:ext cx="3318192" cy="195061"/>
          </a:xfrm>
          <a:prstGeom prst="triangle">
            <a:avLst>
              <a:gd name="adj" fmla="val 51098"/>
            </a:avLst>
          </a:prstGeom>
          <a:solidFill>
            <a:srgbClr val="4472C4">
              <a:lumMod val="20000"/>
              <a:lumOff val="80000"/>
            </a:srgbClr>
          </a:solidFill>
          <a:ln w="9525" cap="flat" cmpd="sng" algn="ctr">
            <a:no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prstClr val="white"/>
              </a:solidFill>
              <a:effectLst/>
              <a:uLnTx/>
              <a:uFillTx/>
              <a:latin typeface="Calibri"/>
            </a:endParaRPr>
          </a:p>
        </p:txBody>
      </p:sp>
      <p:cxnSp>
        <p:nvCxnSpPr>
          <p:cNvPr id="67" name="Straight Connector 66">
            <a:extLst>
              <a:ext uri="{FF2B5EF4-FFF2-40B4-BE49-F238E27FC236}">
                <a16:creationId xmlns:a16="http://schemas.microsoft.com/office/drawing/2014/main" id="{7D96BF2F-A2C5-4C65-A3F2-7354A0160556}"/>
              </a:ext>
            </a:extLst>
          </p:cNvPr>
          <p:cNvCxnSpPr>
            <a:cxnSpLocks/>
          </p:cNvCxnSpPr>
          <p:nvPr/>
        </p:nvCxnSpPr>
        <p:spPr>
          <a:xfrm>
            <a:off x="8954181" y="1756008"/>
            <a:ext cx="2136526" cy="0"/>
          </a:xfrm>
          <a:prstGeom prst="line">
            <a:avLst/>
          </a:prstGeom>
          <a:noFill/>
          <a:ln w="28575" cap="flat" cmpd="sng" algn="ctr">
            <a:solidFill>
              <a:srgbClr val="046A38"/>
            </a:solidFill>
            <a:prstDash val="solid"/>
          </a:ln>
          <a:effectLst/>
        </p:spPr>
      </p:cxnSp>
      <p:sp>
        <p:nvSpPr>
          <p:cNvPr id="68" name="Rectangle 67">
            <a:extLst>
              <a:ext uri="{FF2B5EF4-FFF2-40B4-BE49-F238E27FC236}">
                <a16:creationId xmlns:a16="http://schemas.microsoft.com/office/drawing/2014/main" id="{4B4A15F8-5297-4F76-A5D4-C351879E8324}"/>
              </a:ext>
            </a:extLst>
          </p:cNvPr>
          <p:cNvSpPr>
            <a:spLocks/>
          </p:cNvSpPr>
          <p:nvPr/>
        </p:nvSpPr>
        <p:spPr>
          <a:xfrm>
            <a:off x="8923149" y="1885923"/>
            <a:ext cx="2317202" cy="2479558"/>
          </a:xfrm>
          <a:prstGeom prst="rect">
            <a:avLst/>
          </a:prstGeom>
          <a:solidFill>
            <a:srgbClr val="43B02A">
              <a:alpha val="50000"/>
            </a:srgbClr>
          </a:solidFill>
          <a:ln w="12700" cap="flat" cmpd="sng" algn="ctr">
            <a:noFill/>
            <a:prstDash val="solid"/>
          </a:ln>
          <a:effectLst/>
        </p:spPr>
        <p:txBody>
          <a:bodyPr rtlCol="0" anchor="t"/>
          <a:lstStyle/>
          <a:p>
            <a:pPr marL="171450" indent="-171450">
              <a:spcAft>
                <a:spcPts val="600"/>
              </a:spcAft>
              <a:buFont typeface="Arial" panose="020B0604020202020204" pitchFamily="34" charset="0"/>
              <a:buChar char="•"/>
              <a:defRPr/>
            </a:pPr>
            <a:r>
              <a:rPr lang="en-US" sz="1000" kern="0" dirty="0">
                <a:solidFill>
                  <a:prstClr val="black"/>
                </a:solidFill>
              </a:rPr>
              <a:t>Handholding Support in driving policy and regulatory changes</a:t>
            </a:r>
          </a:p>
          <a:p>
            <a:pPr marL="171450" indent="-171450">
              <a:spcAft>
                <a:spcPts val="600"/>
              </a:spcAft>
              <a:buFont typeface="Arial" panose="020B0604020202020204" pitchFamily="34" charset="0"/>
              <a:buChar char="•"/>
              <a:defRPr/>
            </a:pPr>
            <a:r>
              <a:rPr lang="en-US" sz="1000" kern="0" dirty="0">
                <a:solidFill>
                  <a:prstClr val="black"/>
                </a:solidFill>
              </a:rPr>
              <a:t>Support in survey/studies for feasibility of proposed RE Projects</a:t>
            </a:r>
          </a:p>
          <a:p>
            <a:pPr marL="171450" indent="-171450">
              <a:spcAft>
                <a:spcPts val="600"/>
              </a:spcAft>
              <a:buFont typeface="Arial" panose="020B0604020202020204" pitchFamily="34" charset="0"/>
              <a:buChar char="•"/>
              <a:defRPr/>
            </a:pPr>
            <a:r>
              <a:rPr lang="en-US" sz="1000" kern="0" dirty="0">
                <a:solidFill>
                  <a:prstClr val="black"/>
                </a:solidFill>
              </a:rPr>
              <a:t>Bid Advisory Support</a:t>
            </a:r>
          </a:p>
          <a:p>
            <a:pPr marL="171450" indent="-171450">
              <a:spcAft>
                <a:spcPts val="600"/>
              </a:spcAft>
              <a:buFont typeface="Arial" panose="020B0604020202020204" pitchFamily="34" charset="0"/>
              <a:buChar char="•"/>
              <a:defRPr/>
            </a:pPr>
            <a:r>
              <a:rPr lang="en-US" sz="1000" kern="0" dirty="0">
                <a:solidFill>
                  <a:prstClr val="black"/>
                </a:solidFill>
              </a:rPr>
              <a:t>Project monitoring support</a:t>
            </a:r>
          </a:p>
          <a:p>
            <a:pPr marL="171450" indent="-171450">
              <a:spcAft>
                <a:spcPts val="600"/>
              </a:spcAft>
              <a:buFont typeface="Arial" panose="020B0604020202020204" pitchFamily="34" charset="0"/>
              <a:buChar char="•"/>
              <a:defRPr/>
            </a:pPr>
            <a:r>
              <a:rPr lang="en-US" sz="1000" kern="0" dirty="0">
                <a:solidFill>
                  <a:prstClr val="black"/>
                </a:solidFill>
              </a:rPr>
              <a:t>Stakeholder Management</a:t>
            </a:r>
          </a:p>
          <a:p>
            <a:pPr marL="171450" indent="-171450">
              <a:spcAft>
                <a:spcPts val="600"/>
              </a:spcAft>
              <a:buFont typeface="Arial" panose="020B0604020202020204" pitchFamily="34" charset="0"/>
              <a:buChar char="•"/>
              <a:defRPr/>
            </a:pPr>
            <a:r>
              <a:rPr lang="en-US" sz="1000" kern="0" dirty="0">
                <a:solidFill>
                  <a:prstClr val="black"/>
                </a:solidFill>
              </a:rPr>
              <a:t>Offtake-Support</a:t>
            </a:r>
          </a:p>
        </p:txBody>
      </p:sp>
      <p:sp>
        <p:nvSpPr>
          <p:cNvPr id="69" name="Rectangle 68">
            <a:extLst>
              <a:ext uri="{FF2B5EF4-FFF2-40B4-BE49-F238E27FC236}">
                <a16:creationId xmlns:a16="http://schemas.microsoft.com/office/drawing/2014/main" id="{44D0559F-D462-46AE-B5B0-E5A2949F8CAE}"/>
              </a:ext>
            </a:extLst>
          </p:cNvPr>
          <p:cNvSpPr>
            <a:spLocks/>
          </p:cNvSpPr>
          <p:nvPr/>
        </p:nvSpPr>
        <p:spPr>
          <a:xfrm>
            <a:off x="8905009" y="4611022"/>
            <a:ext cx="2345057" cy="643784"/>
          </a:xfrm>
          <a:prstGeom prst="rect">
            <a:avLst/>
          </a:prstGeom>
          <a:noFill/>
          <a:ln w="12700" cap="flat" cmpd="sng" algn="ctr">
            <a:solidFill>
              <a:srgbClr val="3C8A2E"/>
            </a:solidFill>
            <a:prstDash val="solid"/>
          </a:ln>
          <a:effectLst/>
        </p:spPr>
        <p:txBody>
          <a:bodyPr rtlCol="0" anchor="t"/>
          <a:lstStyle/>
          <a:p>
            <a:pPr>
              <a:defRPr/>
            </a:pPr>
            <a:r>
              <a:rPr lang="en-US" sz="1000" kern="0" dirty="0">
                <a:solidFill>
                  <a:sysClr val="windowText" lastClr="000000"/>
                </a:solidFill>
              </a:rPr>
              <a:t>Periodic Progress Reports on tracking milestones agreed with JREDA.</a:t>
            </a:r>
          </a:p>
        </p:txBody>
      </p:sp>
      <p:sp>
        <p:nvSpPr>
          <p:cNvPr id="70" name="Rectangle 69">
            <a:extLst>
              <a:ext uri="{FF2B5EF4-FFF2-40B4-BE49-F238E27FC236}">
                <a16:creationId xmlns:a16="http://schemas.microsoft.com/office/drawing/2014/main" id="{9749C7AC-3CC5-4FB2-B661-94FEEB6CB7BC}"/>
              </a:ext>
            </a:extLst>
          </p:cNvPr>
          <p:cNvSpPr>
            <a:spLocks/>
          </p:cNvSpPr>
          <p:nvPr/>
        </p:nvSpPr>
        <p:spPr bwMode="gray">
          <a:xfrm>
            <a:off x="8928845" y="4434742"/>
            <a:ext cx="1740324" cy="160417"/>
          </a:xfrm>
          <a:prstGeom prst="rect">
            <a:avLst/>
          </a:prstGeom>
          <a:noFill/>
          <a:ln w="12700" algn="ctr">
            <a:noFill/>
            <a:miter lim="800000"/>
            <a:headEnd/>
            <a:tailEnd/>
          </a:ln>
        </p:spPr>
        <p:txBody>
          <a:bodyPr wrap="square" lIns="0" tIns="0" rIns="0" bIns="0" rtlCol="0" anchor="t"/>
          <a:lstStyle/>
          <a:p>
            <a:pPr>
              <a:lnSpc>
                <a:spcPct val="106000"/>
              </a:lnSpc>
              <a:buFont typeface="Wingdings 2" pitchFamily="18" charset="2"/>
              <a:buNone/>
              <a:defRPr/>
            </a:pPr>
            <a:r>
              <a:rPr lang="en-US" sz="1000" b="1" kern="0"/>
              <a:t>Outcome</a:t>
            </a:r>
          </a:p>
        </p:txBody>
      </p:sp>
    </p:spTree>
    <p:extLst>
      <p:ext uri="{BB962C8B-B14F-4D97-AF65-F5344CB8AC3E}">
        <p14:creationId xmlns:p14="http://schemas.microsoft.com/office/powerpoint/2010/main" val="265929502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468F7FF3-2B89-4011-A7F8-639656DF1696}"/>
              </a:ext>
            </a:extLst>
          </p:cNvPr>
          <p:cNvSpPr>
            <a:spLocks noGrp="1"/>
          </p:cNvSpPr>
          <p:nvPr>
            <p:ph type="title" idx="4294967295"/>
          </p:nvPr>
        </p:nvSpPr>
        <p:spPr>
          <a:xfrm>
            <a:off x="416692" y="368300"/>
            <a:ext cx="11252200" cy="698500"/>
          </a:xfrm>
        </p:spPr>
        <p:txBody>
          <a:bodyPr/>
          <a:lstStyle/>
          <a:p>
            <a:r>
              <a:rPr lang="en-US" dirty="0"/>
              <a:t>Our Workplan to Support JREDA – Key Activities</a:t>
            </a:r>
          </a:p>
        </p:txBody>
      </p:sp>
      <p:sp>
        <p:nvSpPr>
          <p:cNvPr id="9" name="Text Placeholder 1">
            <a:extLst>
              <a:ext uri="{FF2B5EF4-FFF2-40B4-BE49-F238E27FC236}">
                <a16:creationId xmlns:a16="http://schemas.microsoft.com/office/drawing/2014/main" id="{C4F278E7-59E9-4694-8885-359B5358E570}"/>
              </a:ext>
            </a:extLst>
          </p:cNvPr>
          <p:cNvSpPr txBox="1">
            <a:spLocks/>
          </p:cNvSpPr>
          <p:nvPr/>
        </p:nvSpPr>
        <p:spPr>
          <a:xfrm>
            <a:off x="360350" y="732699"/>
            <a:ext cx="11202670" cy="333662"/>
          </a:xfrm>
          <a:prstGeom prst="rect">
            <a:avLst/>
          </a:prstGeom>
        </p:spPr>
        <p:txBody>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defTabSz="1219170">
              <a:spcAft>
                <a:spcPts val="1333"/>
              </a:spcAft>
            </a:pPr>
            <a:r>
              <a:rPr lang="en-US" sz="1400" dirty="0">
                <a:solidFill>
                  <a:srgbClr val="575757"/>
                </a:solidFill>
              </a:rPr>
              <a:t>Indicative workplan which shall be finalized in discussion with JREDA</a:t>
            </a:r>
          </a:p>
        </p:txBody>
      </p:sp>
      <p:graphicFrame>
        <p:nvGraphicFramePr>
          <p:cNvPr id="2" name="Table 1">
            <a:extLst>
              <a:ext uri="{FF2B5EF4-FFF2-40B4-BE49-F238E27FC236}">
                <a16:creationId xmlns:a16="http://schemas.microsoft.com/office/drawing/2014/main" id="{4D7C9542-6283-4086-9219-FD09235C00FB}"/>
              </a:ext>
            </a:extLst>
          </p:cNvPr>
          <p:cNvGraphicFramePr>
            <a:graphicFrameLocks noGrp="1"/>
          </p:cNvGraphicFramePr>
          <p:nvPr>
            <p:extLst>
              <p:ext uri="{D42A27DB-BD31-4B8C-83A1-F6EECF244321}">
                <p14:modId xmlns:p14="http://schemas.microsoft.com/office/powerpoint/2010/main" val="3941315509"/>
              </p:ext>
            </p:extLst>
          </p:nvPr>
        </p:nvGraphicFramePr>
        <p:xfrm>
          <a:off x="469900" y="1066363"/>
          <a:ext cx="11252207" cy="5504557"/>
        </p:xfrm>
        <a:graphic>
          <a:graphicData uri="http://schemas.openxmlformats.org/drawingml/2006/table">
            <a:tbl>
              <a:tblPr/>
              <a:tblGrid>
                <a:gridCol w="859170">
                  <a:extLst>
                    <a:ext uri="{9D8B030D-6E8A-4147-A177-3AD203B41FA5}">
                      <a16:colId xmlns:a16="http://schemas.microsoft.com/office/drawing/2014/main" val="210183225"/>
                    </a:ext>
                  </a:extLst>
                </a:gridCol>
                <a:gridCol w="3821645">
                  <a:extLst>
                    <a:ext uri="{9D8B030D-6E8A-4147-A177-3AD203B41FA5}">
                      <a16:colId xmlns:a16="http://schemas.microsoft.com/office/drawing/2014/main" val="1758223801"/>
                    </a:ext>
                  </a:extLst>
                </a:gridCol>
                <a:gridCol w="273808">
                  <a:extLst>
                    <a:ext uri="{9D8B030D-6E8A-4147-A177-3AD203B41FA5}">
                      <a16:colId xmlns:a16="http://schemas.microsoft.com/office/drawing/2014/main" val="2543011281"/>
                    </a:ext>
                  </a:extLst>
                </a:gridCol>
                <a:gridCol w="273808">
                  <a:extLst>
                    <a:ext uri="{9D8B030D-6E8A-4147-A177-3AD203B41FA5}">
                      <a16:colId xmlns:a16="http://schemas.microsoft.com/office/drawing/2014/main" val="1866574891"/>
                    </a:ext>
                  </a:extLst>
                </a:gridCol>
                <a:gridCol w="273808">
                  <a:extLst>
                    <a:ext uri="{9D8B030D-6E8A-4147-A177-3AD203B41FA5}">
                      <a16:colId xmlns:a16="http://schemas.microsoft.com/office/drawing/2014/main" val="3732051119"/>
                    </a:ext>
                  </a:extLst>
                </a:gridCol>
                <a:gridCol w="273808">
                  <a:extLst>
                    <a:ext uri="{9D8B030D-6E8A-4147-A177-3AD203B41FA5}">
                      <a16:colId xmlns:a16="http://schemas.microsoft.com/office/drawing/2014/main" val="3456172763"/>
                    </a:ext>
                  </a:extLst>
                </a:gridCol>
                <a:gridCol w="273808">
                  <a:extLst>
                    <a:ext uri="{9D8B030D-6E8A-4147-A177-3AD203B41FA5}">
                      <a16:colId xmlns:a16="http://schemas.microsoft.com/office/drawing/2014/main" val="2342721828"/>
                    </a:ext>
                  </a:extLst>
                </a:gridCol>
                <a:gridCol w="273808">
                  <a:extLst>
                    <a:ext uri="{9D8B030D-6E8A-4147-A177-3AD203B41FA5}">
                      <a16:colId xmlns:a16="http://schemas.microsoft.com/office/drawing/2014/main" val="3599441819"/>
                    </a:ext>
                  </a:extLst>
                </a:gridCol>
                <a:gridCol w="273808">
                  <a:extLst>
                    <a:ext uri="{9D8B030D-6E8A-4147-A177-3AD203B41FA5}">
                      <a16:colId xmlns:a16="http://schemas.microsoft.com/office/drawing/2014/main" val="1436506767"/>
                    </a:ext>
                  </a:extLst>
                </a:gridCol>
                <a:gridCol w="273808">
                  <a:extLst>
                    <a:ext uri="{9D8B030D-6E8A-4147-A177-3AD203B41FA5}">
                      <a16:colId xmlns:a16="http://schemas.microsoft.com/office/drawing/2014/main" val="3971440183"/>
                    </a:ext>
                  </a:extLst>
                </a:gridCol>
                <a:gridCol w="273808">
                  <a:extLst>
                    <a:ext uri="{9D8B030D-6E8A-4147-A177-3AD203B41FA5}">
                      <a16:colId xmlns:a16="http://schemas.microsoft.com/office/drawing/2014/main" val="1722681146"/>
                    </a:ext>
                  </a:extLst>
                </a:gridCol>
                <a:gridCol w="273808">
                  <a:extLst>
                    <a:ext uri="{9D8B030D-6E8A-4147-A177-3AD203B41FA5}">
                      <a16:colId xmlns:a16="http://schemas.microsoft.com/office/drawing/2014/main" val="2573364894"/>
                    </a:ext>
                  </a:extLst>
                </a:gridCol>
                <a:gridCol w="273808">
                  <a:extLst>
                    <a:ext uri="{9D8B030D-6E8A-4147-A177-3AD203B41FA5}">
                      <a16:colId xmlns:a16="http://schemas.microsoft.com/office/drawing/2014/main" val="2881646800"/>
                    </a:ext>
                  </a:extLst>
                </a:gridCol>
                <a:gridCol w="273808">
                  <a:extLst>
                    <a:ext uri="{9D8B030D-6E8A-4147-A177-3AD203B41FA5}">
                      <a16:colId xmlns:a16="http://schemas.microsoft.com/office/drawing/2014/main" val="60728908"/>
                    </a:ext>
                  </a:extLst>
                </a:gridCol>
                <a:gridCol w="273808">
                  <a:extLst>
                    <a:ext uri="{9D8B030D-6E8A-4147-A177-3AD203B41FA5}">
                      <a16:colId xmlns:a16="http://schemas.microsoft.com/office/drawing/2014/main" val="3399151594"/>
                    </a:ext>
                  </a:extLst>
                </a:gridCol>
                <a:gridCol w="273808">
                  <a:extLst>
                    <a:ext uri="{9D8B030D-6E8A-4147-A177-3AD203B41FA5}">
                      <a16:colId xmlns:a16="http://schemas.microsoft.com/office/drawing/2014/main" val="596195757"/>
                    </a:ext>
                  </a:extLst>
                </a:gridCol>
                <a:gridCol w="273808">
                  <a:extLst>
                    <a:ext uri="{9D8B030D-6E8A-4147-A177-3AD203B41FA5}">
                      <a16:colId xmlns:a16="http://schemas.microsoft.com/office/drawing/2014/main" val="590614422"/>
                    </a:ext>
                  </a:extLst>
                </a:gridCol>
                <a:gridCol w="273808">
                  <a:extLst>
                    <a:ext uri="{9D8B030D-6E8A-4147-A177-3AD203B41FA5}">
                      <a16:colId xmlns:a16="http://schemas.microsoft.com/office/drawing/2014/main" val="3605077892"/>
                    </a:ext>
                  </a:extLst>
                </a:gridCol>
                <a:gridCol w="273808">
                  <a:extLst>
                    <a:ext uri="{9D8B030D-6E8A-4147-A177-3AD203B41FA5}">
                      <a16:colId xmlns:a16="http://schemas.microsoft.com/office/drawing/2014/main" val="924854983"/>
                    </a:ext>
                  </a:extLst>
                </a:gridCol>
                <a:gridCol w="273808">
                  <a:extLst>
                    <a:ext uri="{9D8B030D-6E8A-4147-A177-3AD203B41FA5}">
                      <a16:colId xmlns:a16="http://schemas.microsoft.com/office/drawing/2014/main" val="2327437226"/>
                    </a:ext>
                  </a:extLst>
                </a:gridCol>
                <a:gridCol w="273808">
                  <a:extLst>
                    <a:ext uri="{9D8B030D-6E8A-4147-A177-3AD203B41FA5}">
                      <a16:colId xmlns:a16="http://schemas.microsoft.com/office/drawing/2014/main" val="2648200237"/>
                    </a:ext>
                  </a:extLst>
                </a:gridCol>
                <a:gridCol w="273808">
                  <a:extLst>
                    <a:ext uri="{9D8B030D-6E8A-4147-A177-3AD203B41FA5}">
                      <a16:colId xmlns:a16="http://schemas.microsoft.com/office/drawing/2014/main" val="2262602724"/>
                    </a:ext>
                  </a:extLst>
                </a:gridCol>
                <a:gridCol w="273808">
                  <a:extLst>
                    <a:ext uri="{9D8B030D-6E8A-4147-A177-3AD203B41FA5}">
                      <a16:colId xmlns:a16="http://schemas.microsoft.com/office/drawing/2014/main" val="2992571009"/>
                    </a:ext>
                  </a:extLst>
                </a:gridCol>
                <a:gridCol w="273808">
                  <a:extLst>
                    <a:ext uri="{9D8B030D-6E8A-4147-A177-3AD203B41FA5}">
                      <a16:colId xmlns:a16="http://schemas.microsoft.com/office/drawing/2014/main" val="2933572866"/>
                    </a:ext>
                  </a:extLst>
                </a:gridCol>
                <a:gridCol w="273808">
                  <a:extLst>
                    <a:ext uri="{9D8B030D-6E8A-4147-A177-3AD203B41FA5}">
                      <a16:colId xmlns:a16="http://schemas.microsoft.com/office/drawing/2014/main" val="3294024774"/>
                    </a:ext>
                  </a:extLst>
                </a:gridCol>
                <a:gridCol w="273808">
                  <a:extLst>
                    <a:ext uri="{9D8B030D-6E8A-4147-A177-3AD203B41FA5}">
                      <a16:colId xmlns:a16="http://schemas.microsoft.com/office/drawing/2014/main" val="983471990"/>
                    </a:ext>
                  </a:extLst>
                </a:gridCol>
              </a:tblGrid>
              <a:tr h="234678">
                <a:tc>
                  <a:txBody>
                    <a:bodyPr/>
                    <a:lstStyle/>
                    <a:p>
                      <a:pPr algn="l" fontAlgn="ctr"/>
                      <a:r>
                        <a:rPr lang="en-US" sz="800" b="1" i="0" u="none" strike="noStrike" dirty="0">
                          <a:solidFill>
                            <a:srgbClr val="FFFFFF"/>
                          </a:solidFill>
                          <a:effectLst/>
                          <a:latin typeface="+mj-lt"/>
                        </a:rPr>
                        <a:t>Activity</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l" fontAlgn="ctr"/>
                      <a:r>
                        <a:rPr lang="en-US" sz="800" b="1" i="0" u="none" strike="noStrike">
                          <a:solidFill>
                            <a:srgbClr val="FFFFFF"/>
                          </a:solidFill>
                          <a:effectLst/>
                          <a:latin typeface="+mj-lt"/>
                        </a:rPr>
                        <a:t>Deliverable / milestone</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dirty="0">
                          <a:solidFill>
                            <a:srgbClr val="FFFFFF"/>
                          </a:solidFill>
                          <a:effectLst/>
                          <a:latin typeface="+mj-lt"/>
                        </a:rPr>
                        <a:t>M 1</a:t>
                      </a:r>
                    </a:p>
                  </a:txBody>
                  <a:tcPr marL="3945" marR="3945" marT="3945" marB="0" vert="vert27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3</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4</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5</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6</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7</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8</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9</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10</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11</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12</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13</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14</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15</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16</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17</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18</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19</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20</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21</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22</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23</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n-US" sz="800" b="0" i="0" u="none" strike="noStrike">
                          <a:solidFill>
                            <a:srgbClr val="FFFFFF"/>
                          </a:solidFill>
                          <a:effectLst/>
                          <a:latin typeface="+mj-lt"/>
                        </a:rPr>
                        <a:t>M 24</a:t>
                      </a:r>
                    </a:p>
                  </a:txBody>
                  <a:tcPr marL="3945" marR="3945" marT="3945" marB="0" vert="vert270" anchor="ctr">
                    <a:lnL>
                      <a:noFill/>
                    </a:lnL>
                    <a:lnR>
                      <a:noFill/>
                    </a:lnR>
                    <a:lnT>
                      <a:noFill/>
                    </a:lnT>
                    <a:lnB w="635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721905859"/>
                  </a:ext>
                </a:extLst>
              </a:tr>
              <a:tr h="170003">
                <a:tc>
                  <a:txBody>
                    <a:bodyPr/>
                    <a:lstStyle/>
                    <a:p>
                      <a:pPr algn="l" fontAlgn="ctr"/>
                      <a:r>
                        <a:rPr lang="en-US" sz="800" b="1" i="0" u="none" strike="noStrike" dirty="0">
                          <a:solidFill>
                            <a:srgbClr val="000000"/>
                          </a:solidFill>
                          <a:effectLst/>
                          <a:latin typeface="+mj-lt"/>
                        </a:rPr>
                        <a:t>Component 1</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800" b="1" i="0" u="none" strike="noStrike" dirty="0">
                          <a:solidFill>
                            <a:srgbClr val="000000"/>
                          </a:solidFill>
                          <a:effectLst/>
                          <a:latin typeface="+mj-lt"/>
                        </a:rPr>
                        <a:t>Policy &amp; Regulatory Support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mj-lt"/>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719552818"/>
                  </a:ext>
                </a:extLst>
              </a:tr>
              <a:tr h="167315">
                <a:tc>
                  <a:txBody>
                    <a:bodyPr/>
                    <a:lstStyle/>
                    <a:p>
                      <a:pPr algn="l" fontAlgn="ctr"/>
                      <a:r>
                        <a:rPr lang="en-US" sz="800" b="0" i="0" u="none" strike="noStrike" dirty="0">
                          <a:solidFill>
                            <a:srgbClr val="000000"/>
                          </a:solidFill>
                          <a:effectLst/>
                          <a:latin typeface="+mj-lt"/>
                        </a:rPr>
                        <a:t>Task 1</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Project Kick-off Meeting </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effectLst/>
                          <a:latin typeface="+mj-lt"/>
                        </a:rPr>
                        <a:t> </a:t>
                      </a:r>
                    </a:p>
                  </a:txBody>
                  <a:tcPr marL="3945" marR="3945" marT="3945" marB="0" anchor="ctr">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mj-lt"/>
                        </a:rPr>
                        <a:t> </a:t>
                      </a:r>
                    </a:p>
                  </a:txBody>
                  <a:tcPr marL="3945" marR="3945" marT="3945"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1792026"/>
                  </a:ext>
                </a:extLst>
              </a:tr>
              <a:tr h="170003">
                <a:tc>
                  <a:txBody>
                    <a:bodyPr/>
                    <a:lstStyle/>
                    <a:p>
                      <a:pPr algn="l" fontAlgn="ctr"/>
                      <a:r>
                        <a:rPr lang="en-US" sz="800" b="0" i="0" u="none" strike="noStrike">
                          <a:solidFill>
                            <a:srgbClr val="000000"/>
                          </a:solidFill>
                          <a:effectLst/>
                          <a:latin typeface="+mj-lt"/>
                        </a:rPr>
                        <a:t>Task 2</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a:solidFill>
                            <a:srgbClr val="000000"/>
                          </a:solidFill>
                          <a:effectLst/>
                          <a:latin typeface="+mj-lt"/>
                        </a:rPr>
                        <a:t>Inception Report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7680"/>
                          </a:solidFill>
                          <a:effectLst/>
                          <a:latin typeface="Wingdings 2" panose="05020102010507070707" pitchFamily="18" charset="2"/>
                        </a:rPr>
                        <a:t>ê</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9860281"/>
                  </a:ext>
                </a:extLst>
              </a:tr>
              <a:tr h="170003">
                <a:tc>
                  <a:txBody>
                    <a:bodyPr/>
                    <a:lstStyle/>
                    <a:p>
                      <a:pPr algn="l" fontAlgn="ctr"/>
                      <a:r>
                        <a:rPr lang="en-US" sz="800" b="0" i="0" u="none" strike="noStrike">
                          <a:solidFill>
                            <a:srgbClr val="000000"/>
                          </a:solidFill>
                          <a:effectLst/>
                          <a:latin typeface="+mj-lt"/>
                        </a:rPr>
                        <a:t>Task 3</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a:solidFill>
                            <a:srgbClr val="000000"/>
                          </a:solidFill>
                          <a:effectLst/>
                          <a:latin typeface="+mj-lt"/>
                        </a:rPr>
                        <a:t>Review of existing policies and regulations </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768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4132665"/>
                  </a:ext>
                </a:extLst>
              </a:tr>
              <a:tr h="170003">
                <a:tc>
                  <a:txBody>
                    <a:bodyPr/>
                    <a:lstStyle/>
                    <a:p>
                      <a:pPr algn="l" fontAlgn="ctr"/>
                      <a:r>
                        <a:rPr lang="en-US" sz="800" b="0" i="0" u="none" strike="noStrike" dirty="0">
                          <a:solidFill>
                            <a:srgbClr val="000000"/>
                          </a:solidFill>
                          <a:effectLst/>
                          <a:latin typeface="+mj-lt"/>
                        </a:rPr>
                        <a:t>Task 4</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Technical Capabilities Assessment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2710013"/>
                  </a:ext>
                </a:extLst>
              </a:tr>
              <a:tr h="170003">
                <a:tc>
                  <a:txBody>
                    <a:bodyPr/>
                    <a:lstStyle/>
                    <a:p>
                      <a:pPr algn="l" fontAlgn="ctr"/>
                      <a:r>
                        <a:rPr lang="en-US" sz="800" b="0" i="0" u="none" strike="noStrike">
                          <a:solidFill>
                            <a:srgbClr val="000000"/>
                          </a:solidFill>
                          <a:effectLst/>
                          <a:latin typeface="+mj-lt"/>
                        </a:rPr>
                        <a:t>Task 5</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a:solidFill>
                            <a:srgbClr val="000000"/>
                          </a:solidFill>
                          <a:effectLst/>
                          <a:latin typeface="+mj-lt"/>
                        </a:rPr>
                        <a:t>Program Management Practices Assessment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0138327"/>
                  </a:ext>
                </a:extLst>
              </a:tr>
              <a:tr h="170003">
                <a:tc>
                  <a:txBody>
                    <a:bodyPr/>
                    <a:lstStyle/>
                    <a:p>
                      <a:pPr algn="l" fontAlgn="ctr"/>
                      <a:r>
                        <a:rPr lang="en-US" sz="800" b="0" i="0" u="none" strike="noStrike" dirty="0">
                          <a:solidFill>
                            <a:srgbClr val="000000"/>
                          </a:solidFill>
                          <a:effectLst/>
                          <a:latin typeface="+mj-lt"/>
                        </a:rPr>
                        <a:t>Task 6</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Gap Assessment Report with key Recommendations</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8996589"/>
                  </a:ext>
                </a:extLst>
              </a:tr>
              <a:tr h="170003">
                <a:tc>
                  <a:txBody>
                    <a:bodyPr/>
                    <a:lstStyle/>
                    <a:p>
                      <a:pPr algn="l" fontAlgn="ctr"/>
                      <a:r>
                        <a:rPr lang="en-US" sz="800" b="1" i="0" u="none" strike="noStrike">
                          <a:solidFill>
                            <a:srgbClr val="000000"/>
                          </a:solidFill>
                          <a:effectLst/>
                          <a:latin typeface="+mj-lt"/>
                        </a:rPr>
                        <a:t>Component 2</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800" b="1" i="0" u="none" strike="noStrike" dirty="0">
                          <a:solidFill>
                            <a:srgbClr val="000000"/>
                          </a:solidFill>
                          <a:effectLst/>
                          <a:latin typeface="+mj-lt"/>
                        </a:rPr>
                        <a:t>Techno Commercial Support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9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383493156"/>
                  </a:ext>
                </a:extLst>
              </a:tr>
              <a:tr h="170003">
                <a:tc>
                  <a:txBody>
                    <a:bodyPr/>
                    <a:lstStyle/>
                    <a:p>
                      <a:pPr algn="l" fontAlgn="ctr"/>
                      <a:r>
                        <a:rPr lang="en-US" sz="800" b="0" i="0" u="none" strike="noStrike" dirty="0">
                          <a:solidFill>
                            <a:srgbClr val="000000"/>
                          </a:solidFill>
                          <a:effectLst/>
                          <a:latin typeface="+mj-lt"/>
                        </a:rPr>
                        <a:t>Task 7</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a:solidFill>
                            <a:srgbClr val="000000"/>
                          </a:solidFill>
                          <a:effectLst/>
                          <a:latin typeface="+mj-lt"/>
                        </a:rPr>
                        <a:t>Estimate Annual Capacity Addition Milestones</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9173413"/>
                  </a:ext>
                </a:extLst>
              </a:tr>
              <a:tr h="170003">
                <a:tc>
                  <a:txBody>
                    <a:bodyPr/>
                    <a:lstStyle/>
                    <a:p>
                      <a:pPr algn="l" fontAlgn="ctr"/>
                      <a:r>
                        <a:rPr lang="en-US" sz="800" b="0" i="0" u="none" strike="noStrike" dirty="0">
                          <a:solidFill>
                            <a:srgbClr val="000000"/>
                          </a:solidFill>
                          <a:effectLst/>
                          <a:latin typeface="+mj-lt"/>
                        </a:rPr>
                        <a:t>Task 8</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a:solidFill>
                            <a:srgbClr val="000000"/>
                          </a:solidFill>
                          <a:effectLst/>
                          <a:latin typeface="+mj-lt"/>
                        </a:rPr>
                        <a:t>Outlining Need for Policy &amp; Regulatory Changes</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1512915"/>
                  </a:ext>
                </a:extLst>
              </a:tr>
              <a:tr h="170003">
                <a:tc>
                  <a:txBody>
                    <a:bodyPr/>
                    <a:lstStyle/>
                    <a:p>
                      <a:pPr algn="l" fontAlgn="ctr"/>
                      <a:r>
                        <a:rPr lang="en-US" sz="800" b="0" i="0" u="none" strike="noStrike" dirty="0">
                          <a:solidFill>
                            <a:srgbClr val="000000"/>
                          </a:solidFill>
                          <a:effectLst/>
                          <a:latin typeface="+mj-lt"/>
                        </a:rPr>
                        <a:t>Task 9</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Outlining Program Management Support Requirement </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6009594"/>
                  </a:ext>
                </a:extLst>
              </a:tr>
              <a:tr h="170003">
                <a:tc>
                  <a:txBody>
                    <a:bodyPr/>
                    <a:lstStyle/>
                    <a:p>
                      <a:pPr algn="l" fontAlgn="ctr"/>
                      <a:r>
                        <a:rPr lang="en-US" sz="800" b="0" i="0" u="none" strike="noStrike" dirty="0">
                          <a:solidFill>
                            <a:srgbClr val="000000"/>
                          </a:solidFill>
                          <a:effectLst/>
                          <a:latin typeface="+mj-lt"/>
                        </a:rPr>
                        <a:t>Task 10</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kern="1200" dirty="0">
                          <a:solidFill>
                            <a:srgbClr val="000000"/>
                          </a:solidFill>
                          <a:effectLst/>
                          <a:latin typeface="+mn-lt"/>
                          <a:ea typeface="+mn-ea"/>
                          <a:cs typeface="+mn-cs"/>
                        </a:rPr>
                        <a:t>Best practices for planning, execution, and monitoring</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664798"/>
                  </a:ext>
                </a:extLst>
              </a:tr>
              <a:tr h="170003">
                <a:tc>
                  <a:txBody>
                    <a:bodyPr/>
                    <a:lstStyle/>
                    <a:p>
                      <a:pPr algn="l" fontAlgn="ctr"/>
                      <a:r>
                        <a:rPr lang="en-US" sz="800" b="0" i="0" u="none" strike="noStrike" dirty="0">
                          <a:solidFill>
                            <a:srgbClr val="000000"/>
                          </a:solidFill>
                          <a:effectLst/>
                          <a:latin typeface="+mj-lt"/>
                        </a:rPr>
                        <a:t>Task 11</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l" defTabSz="1219170" rtl="0" eaLnBrk="1" fontAlgn="ctr" latinLnBrk="0" hangingPunct="1"/>
                      <a:r>
                        <a:rPr lang="en-US" sz="800" b="0" i="0" u="none" strike="noStrike" kern="1200" dirty="0">
                          <a:solidFill>
                            <a:srgbClr val="000000"/>
                          </a:solidFill>
                          <a:effectLst/>
                          <a:latin typeface="+mn-lt"/>
                          <a:ea typeface="+mn-ea"/>
                          <a:cs typeface="+mn-cs"/>
                        </a:rPr>
                        <a:t>Preparation of project formulation and implementation plan</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4376566"/>
                  </a:ext>
                </a:extLst>
              </a:tr>
              <a:tr h="251725">
                <a:tc>
                  <a:txBody>
                    <a:bodyPr/>
                    <a:lstStyle/>
                    <a:p>
                      <a:pPr algn="l" fontAlgn="ctr"/>
                      <a:r>
                        <a:rPr lang="en-US" sz="800" b="0" i="0" u="none" strike="noStrike" dirty="0">
                          <a:solidFill>
                            <a:srgbClr val="000000"/>
                          </a:solidFill>
                          <a:effectLst/>
                          <a:latin typeface="+mj-lt"/>
                        </a:rPr>
                        <a:t>Task 12</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Implementation Roadmap - Timelines, resource requirements, &amp;  M&amp;E mechanism</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6816163"/>
                  </a:ext>
                </a:extLst>
              </a:tr>
              <a:tr h="251725">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800" b="0" i="0" u="none" strike="noStrike" kern="1200" dirty="0">
                          <a:solidFill>
                            <a:srgbClr val="000000"/>
                          </a:solidFill>
                          <a:effectLst/>
                          <a:latin typeface="+mn-lt"/>
                          <a:ea typeface="+mn-ea"/>
                          <a:cs typeface="+mn-cs"/>
                        </a:rPr>
                        <a:t>Task 13</a:t>
                      </a:r>
                    </a:p>
                    <a:p>
                      <a:pPr algn="l" fontAlgn="ctr"/>
                      <a:endParaRPr lang="en-US" sz="800" b="1" i="0" u="none" strike="noStrike" dirty="0">
                        <a:solidFill>
                          <a:srgbClr val="000000"/>
                        </a:solidFill>
                        <a:effectLst/>
                        <a:latin typeface="+mj-lt"/>
                      </a:endParaRP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800" dirty="0"/>
                        <a:t>Exploring various financing options, interactions with financial institutions to arrange funding</a:t>
                      </a:r>
                      <a:endParaRPr lang="en-US" sz="800" b="1" i="0" u="none" strike="noStrike" dirty="0">
                        <a:solidFill>
                          <a:srgbClr val="000000"/>
                        </a:solidFill>
                        <a:effectLst/>
                        <a:latin typeface="+mj-lt"/>
                      </a:endParaRP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1219170" rtl="0" eaLnBrk="1" fontAlgn="ctr" latinLnBrk="0" hangingPunct="1"/>
                      <a:endParaRPr lang="en-US" sz="800" b="1" i="0" u="none" strike="noStrike" kern="120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800" b="1"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5731491"/>
                  </a:ext>
                </a:extLst>
              </a:tr>
              <a:tr h="170003">
                <a:tc>
                  <a:txBody>
                    <a:bodyPr/>
                    <a:lstStyle/>
                    <a:p>
                      <a:pPr algn="l" fontAlgn="ctr"/>
                      <a:r>
                        <a:rPr lang="en-US" sz="800" b="1" i="0" u="none" strike="noStrike" dirty="0">
                          <a:solidFill>
                            <a:srgbClr val="000000"/>
                          </a:solidFill>
                          <a:effectLst/>
                          <a:latin typeface="+mj-lt"/>
                        </a:rPr>
                        <a:t>Component 3</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l" defTabSz="1219170" rtl="0" eaLnBrk="1" fontAlgn="ctr" latinLnBrk="0" hangingPunct="1"/>
                      <a:r>
                        <a:rPr lang="en-US" sz="800" b="1" i="0" u="none" strike="noStrike" kern="1200" dirty="0">
                          <a:solidFill>
                            <a:srgbClr val="000000"/>
                          </a:solidFill>
                          <a:effectLst/>
                          <a:latin typeface="+mj-lt"/>
                          <a:ea typeface="+mn-ea"/>
                          <a:cs typeface="+mn-cs"/>
                        </a:rPr>
                        <a:t>Transaction advisory </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1219170" rtl="0" eaLnBrk="1" fontAlgn="ctr" latinLnBrk="0" hangingPunct="1"/>
                      <a:r>
                        <a:rPr lang="en-US" sz="800" b="1" i="0" u="none" strike="noStrike" kern="1200" dirty="0">
                          <a:solidFill>
                            <a:srgbClr val="000000"/>
                          </a:solidFill>
                          <a:effectLst/>
                          <a:latin typeface="Wingdings 2" panose="05020102010507070707" pitchFamily="18" charset="2"/>
                          <a:ea typeface="+mn-ea"/>
                          <a:cs typeface="+mn-cs"/>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1219170" rtl="0" eaLnBrk="1" fontAlgn="ctr" latinLnBrk="0" hangingPunct="1"/>
                      <a:r>
                        <a:rPr lang="en-US" sz="800" b="1" i="0" u="none" strike="noStrike" kern="1200">
                          <a:solidFill>
                            <a:srgbClr val="000000"/>
                          </a:solidFill>
                          <a:effectLst/>
                          <a:latin typeface="Wingdings 2" panose="05020102010507070707" pitchFamily="18" charset="2"/>
                          <a:ea typeface="+mn-ea"/>
                          <a:cs typeface="+mn-cs"/>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1219170" rtl="0" eaLnBrk="1" fontAlgn="ctr" latinLnBrk="0" hangingPunct="1"/>
                      <a:r>
                        <a:rPr lang="en-US" sz="800" b="1" i="0" u="none" strike="noStrike" kern="1200">
                          <a:solidFill>
                            <a:srgbClr val="000000"/>
                          </a:solidFill>
                          <a:effectLst/>
                          <a:latin typeface="Wingdings 2" panose="05020102010507070707" pitchFamily="18" charset="2"/>
                          <a:ea typeface="+mn-ea"/>
                          <a:cs typeface="+mn-cs"/>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800" b="1"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991648506"/>
                  </a:ext>
                </a:extLst>
              </a:tr>
              <a:tr h="272697">
                <a:tc>
                  <a:txBody>
                    <a:bodyPr/>
                    <a:lstStyle/>
                    <a:p>
                      <a:pPr algn="l" fontAlgn="ctr"/>
                      <a:r>
                        <a:rPr lang="en-US" sz="800" b="0" i="0" u="none" strike="noStrike" dirty="0">
                          <a:solidFill>
                            <a:srgbClr val="000000"/>
                          </a:solidFill>
                          <a:effectLst/>
                          <a:latin typeface="+mj-lt"/>
                        </a:rPr>
                        <a:t>Task 14</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kern="1200" dirty="0">
                          <a:solidFill>
                            <a:srgbClr val="000000"/>
                          </a:solidFill>
                          <a:effectLst/>
                          <a:latin typeface="+mn-lt"/>
                          <a:ea typeface="+mn-ea"/>
                          <a:cs typeface="+mn-cs"/>
                        </a:rPr>
                        <a:t>Preparing draft RfP, Model Power Purchase Agreement, Model Land Lease Agreement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8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8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7792169"/>
                  </a:ext>
                </a:extLst>
              </a:tr>
              <a:tr h="186230">
                <a:tc>
                  <a:txBody>
                    <a:bodyPr/>
                    <a:lstStyle/>
                    <a:p>
                      <a:pPr algn="l" fontAlgn="ctr"/>
                      <a:r>
                        <a:rPr lang="en-US" sz="800" b="0" i="0" u="none" strike="noStrike" dirty="0">
                          <a:solidFill>
                            <a:srgbClr val="000000"/>
                          </a:solidFill>
                          <a:effectLst/>
                          <a:latin typeface="+mj-lt"/>
                        </a:rPr>
                        <a:t>Task 15</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800" b="0" i="0" u="none" strike="noStrike" kern="1200" dirty="0">
                          <a:solidFill>
                            <a:srgbClr val="000000"/>
                          </a:solidFill>
                          <a:effectLst/>
                          <a:latin typeface="+mn-lt"/>
                          <a:ea typeface="+mn-ea"/>
                          <a:cs typeface="+mn-cs"/>
                        </a:rPr>
                        <a:t>Evaluation of Bids</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680841"/>
                  </a:ext>
                </a:extLst>
              </a:tr>
              <a:tr h="274249">
                <a:tc>
                  <a:txBody>
                    <a:bodyPr/>
                    <a:lstStyle/>
                    <a:p>
                      <a:pPr algn="l" fontAlgn="ctr"/>
                      <a:r>
                        <a:rPr lang="en-US" sz="800" b="0" i="0" u="none" strike="noStrike" dirty="0">
                          <a:solidFill>
                            <a:srgbClr val="000000"/>
                          </a:solidFill>
                          <a:effectLst/>
                          <a:latin typeface="+mj-lt"/>
                        </a:rPr>
                        <a:t>Task 16</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800" b="0" i="0" u="none" strike="noStrike" kern="1200" dirty="0">
                          <a:solidFill>
                            <a:srgbClr val="000000"/>
                          </a:solidFill>
                          <a:effectLst/>
                          <a:latin typeface="+mn-lt"/>
                          <a:ea typeface="+mn-ea"/>
                          <a:cs typeface="+mn-cs"/>
                        </a:rPr>
                        <a:t>Support in pre-bid conference and replying to bidder’s queries and evolving transaction document &amp; </a:t>
                      </a:r>
                      <a:r>
                        <a:rPr lang="en-US" sz="800" dirty="0"/>
                        <a:t>contract management</a:t>
                      </a:r>
                      <a:endParaRPr lang="en-US" sz="800" b="0" i="0" u="none" strike="noStrike" kern="1200" dirty="0">
                        <a:solidFill>
                          <a:srgbClr val="000000"/>
                        </a:solidFill>
                        <a:effectLst/>
                        <a:latin typeface="+mn-lt"/>
                        <a:ea typeface="+mn-ea"/>
                        <a:cs typeface="+mn-cs"/>
                      </a:endParaRP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8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9427130"/>
                  </a:ext>
                </a:extLst>
              </a:tr>
              <a:tr h="192723">
                <a:tc>
                  <a:txBody>
                    <a:bodyPr/>
                    <a:lstStyle/>
                    <a:p>
                      <a:pPr algn="l" fontAlgn="ctr"/>
                      <a:r>
                        <a:rPr lang="en-US" sz="800" b="1" i="0" u="none" strike="noStrike" kern="1200" dirty="0">
                          <a:solidFill>
                            <a:srgbClr val="000000"/>
                          </a:solidFill>
                          <a:effectLst/>
                          <a:latin typeface="+mn-lt"/>
                          <a:ea typeface="+mn-ea"/>
                          <a:cs typeface="+mn-cs"/>
                        </a:rPr>
                        <a:t>Component 4</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800" b="1" i="0" u="none" strike="noStrike" dirty="0">
                          <a:solidFill>
                            <a:srgbClr val="000000"/>
                          </a:solidFill>
                          <a:effectLst/>
                          <a:latin typeface="+mj-lt"/>
                        </a:rPr>
                        <a:t>Program Management Support</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tc>
                  <a:txBody>
                    <a:bodyPr/>
                    <a:lstStyle/>
                    <a:p>
                      <a:pPr marL="0" algn="ctr" defTabSz="1219170" rtl="0" eaLnBrk="1" fontAlgn="ctr" latinLnBrk="0" hangingPunct="1"/>
                      <a:endParaRPr lang="en-US" sz="800" b="1" i="0" u="none" strike="noStrike" kern="1200" dirty="0">
                        <a:solidFill>
                          <a:srgbClr val="000000"/>
                        </a:solidFill>
                        <a:effectLst/>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3911585570"/>
                  </a:ext>
                </a:extLst>
              </a:tr>
              <a:tr h="268911">
                <a:tc>
                  <a:txBody>
                    <a:bodyPr/>
                    <a:lstStyle/>
                    <a:p>
                      <a:pPr algn="l" fontAlgn="ctr"/>
                      <a:r>
                        <a:rPr lang="en-US" sz="800" b="0" i="0" u="none" strike="noStrike" dirty="0">
                          <a:solidFill>
                            <a:srgbClr val="000000"/>
                          </a:solidFill>
                          <a:effectLst/>
                          <a:latin typeface="+mj-lt"/>
                        </a:rPr>
                        <a:t>Task 17</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Assistance in Conducting meetings, discussions with MNRE, Ministry of Power, Discoms to implement State &amp; Central level schemes</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r>
                        <a:rPr lang="en-US" sz="900" b="0" i="0" u="none" strike="noStrike">
                          <a:solidFill>
                            <a:srgbClr val="000000"/>
                          </a:solidFill>
                          <a:effectLst/>
                          <a:latin typeface="Wingdings 2" panose="05020102010507070707" pitchFamily="18" charset="2"/>
                        </a:rPr>
                        <a:t> </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8140983"/>
                  </a:ext>
                </a:extLst>
              </a:tr>
              <a:tr h="271854">
                <a:tc>
                  <a:txBody>
                    <a:bodyPr/>
                    <a:lstStyle/>
                    <a:p>
                      <a:pPr algn="l" fontAlgn="ctr"/>
                      <a:r>
                        <a:rPr lang="en-US" sz="800" b="0" i="0" u="none" strike="noStrike" dirty="0">
                          <a:solidFill>
                            <a:srgbClr val="000000"/>
                          </a:solidFill>
                          <a:effectLst/>
                          <a:latin typeface="+mj-lt"/>
                        </a:rPr>
                        <a:t>Task 18</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Appraisal &amp; evaluation survey/studies for feasibility of proposed RE Projects</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20392080"/>
                  </a:ext>
                </a:extLst>
              </a:tr>
              <a:tr h="251725">
                <a:tc>
                  <a:txBody>
                    <a:bodyPr/>
                    <a:lstStyle/>
                    <a:p>
                      <a:pPr algn="l" fontAlgn="ctr"/>
                      <a:r>
                        <a:rPr lang="en-US" sz="800" b="0" i="0" u="none" strike="noStrike" dirty="0">
                          <a:solidFill>
                            <a:srgbClr val="000000"/>
                          </a:solidFill>
                          <a:effectLst/>
                          <a:latin typeface="+mj-lt"/>
                        </a:rPr>
                        <a:t>Task 19</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Project Management with support for Project Facilitation, Procurement Support, Monitoring etc.</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812087221"/>
                  </a:ext>
                </a:extLst>
              </a:tr>
              <a:tr h="221743">
                <a:tc>
                  <a:txBody>
                    <a:bodyPr/>
                    <a:lstStyle/>
                    <a:p>
                      <a:pPr algn="l" fontAlgn="ctr"/>
                      <a:r>
                        <a:rPr lang="en-US" sz="800" b="0" i="0" u="none" strike="noStrike" dirty="0">
                          <a:solidFill>
                            <a:srgbClr val="000000"/>
                          </a:solidFill>
                          <a:effectLst/>
                          <a:latin typeface="+mj-lt"/>
                        </a:rPr>
                        <a:t>Task 20</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dirty="0">
                          <a:solidFill>
                            <a:srgbClr val="000000"/>
                          </a:solidFill>
                          <a:effectLst/>
                          <a:latin typeface="+mj-lt"/>
                        </a:rPr>
                        <a:t>Planning for consumer awareness and outreach initiatives</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ctr" fontAlgn="ct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610753919"/>
                  </a:ext>
                </a:extLst>
              </a:tr>
              <a:tr h="197218">
                <a:tc>
                  <a:txBody>
                    <a:bodyPr/>
                    <a:lstStyle/>
                    <a:p>
                      <a:pPr algn="l" fontAlgn="ctr"/>
                      <a:r>
                        <a:rPr lang="en-US" sz="800" b="0" i="0" u="none" strike="noStrike" dirty="0">
                          <a:solidFill>
                            <a:srgbClr val="000000"/>
                          </a:solidFill>
                          <a:effectLst/>
                          <a:latin typeface="+mj-lt"/>
                        </a:rPr>
                        <a:t>Task 21</a:t>
                      </a: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800" b="0" i="0" u="none" strike="noStrike" kern="1200" dirty="0">
                          <a:solidFill>
                            <a:srgbClr val="000000"/>
                          </a:solidFill>
                          <a:effectLst/>
                          <a:latin typeface="+mn-lt"/>
                          <a:ea typeface="+mn-ea"/>
                          <a:cs typeface="+mn-cs"/>
                        </a:rPr>
                        <a:t>Monthly Progress Reports</a:t>
                      </a:r>
                    </a:p>
                  </a:txBody>
                  <a:tcPr marL="3945" marR="3945" marT="3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7680"/>
                          </a:solidFill>
                          <a:effectLst/>
                          <a:uLnTx/>
                          <a:uFillTx/>
                          <a:latin typeface="Wingdings 2" panose="05020102010507070707" pitchFamily="18" charset="2"/>
                          <a:ea typeface="+mn-ea"/>
                          <a:cs typeface="+mn-cs"/>
                        </a:rPr>
                        <a:t>ê</a:t>
                      </a:r>
                      <a:endPar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7680"/>
                          </a:solidFill>
                          <a:effectLst/>
                          <a:uLnTx/>
                          <a:uFillTx/>
                          <a:latin typeface="Wingdings 2" panose="05020102010507070707" pitchFamily="18" charset="2"/>
                          <a:ea typeface="+mn-ea"/>
                          <a:cs typeface="+mn-cs"/>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996289935"/>
                  </a:ext>
                </a:extLst>
              </a:tr>
              <a:tr h="251725">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800" b="0" i="0" u="none" strike="noStrike" kern="1200" dirty="0">
                          <a:solidFill>
                            <a:srgbClr val="000000"/>
                          </a:solidFill>
                          <a:effectLst/>
                          <a:latin typeface="+mn-lt"/>
                          <a:ea typeface="+mn-ea"/>
                          <a:cs typeface="+mn-cs"/>
                        </a:rPr>
                        <a:t>Task 22</a:t>
                      </a:r>
                    </a:p>
                    <a:p>
                      <a:pPr algn="l" fontAlgn="ctr"/>
                      <a:endParaRPr lang="en-US" sz="800" b="0" i="0" u="none" strike="noStrike" dirty="0">
                        <a:solidFill>
                          <a:srgbClr val="000000"/>
                        </a:solidFill>
                        <a:effectLst/>
                        <a:latin typeface="+mj-lt"/>
                      </a:endParaRP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kern="1200" dirty="0">
                          <a:solidFill>
                            <a:srgbClr val="000000"/>
                          </a:solidFill>
                          <a:effectLst/>
                          <a:latin typeface="+mn-lt"/>
                          <a:ea typeface="+mn-ea"/>
                          <a:cs typeface="+mn-cs"/>
                        </a:rPr>
                        <a:t>Annual Progress Reports</a:t>
                      </a:r>
                      <a:endParaRPr lang="en-US" sz="800" b="0" i="0" u="none" strike="noStrike" dirty="0">
                        <a:solidFill>
                          <a:srgbClr val="000000"/>
                        </a:solidFill>
                        <a:effectLst/>
                        <a:latin typeface="+mj-lt"/>
                      </a:endParaRPr>
                    </a:p>
                  </a:txBody>
                  <a:tcPr marL="3945" marR="3945" marT="394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endParaRPr lang="en-US" sz="900" b="0" i="0" u="none" strike="noStrike" dirty="0">
                        <a:solidFill>
                          <a:srgbClr val="00768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Wingdings 2" panose="05020102010507070707" pitchFamily="18" charset="2"/>
                      </a:endParaRP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7680"/>
                          </a:solidFill>
                          <a:effectLst/>
                          <a:latin typeface="Wingdings 2" panose="05020102010507070707" pitchFamily="18" charset="2"/>
                        </a:rPr>
                        <a:t>ê</a:t>
                      </a:r>
                    </a:p>
                  </a:txBody>
                  <a:tcPr marL="3945" marR="3945" marT="394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928628841"/>
                  </a:ext>
                </a:extLst>
              </a:tr>
            </a:tbl>
          </a:graphicData>
        </a:graphic>
      </p:graphicFrame>
    </p:spTree>
    <p:extLst>
      <p:ext uri="{BB962C8B-B14F-4D97-AF65-F5344CB8AC3E}">
        <p14:creationId xmlns:p14="http://schemas.microsoft.com/office/powerpoint/2010/main" val="246557776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3200"/>
              <a:t>Methodology</a:t>
            </a:r>
            <a:endParaRPr lang="en-US" sz="3200" noProof="0"/>
          </a:p>
        </p:txBody>
      </p:sp>
      <p:sp>
        <p:nvSpPr>
          <p:cNvPr id="2" name="Text Placeholder 1"/>
          <p:cNvSpPr>
            <a:spLocks noGrp="1"/>
          </p:cNvSpPr>
          <p:nvPr>
            <p:ph type="body" idx="1"/>
          </p:nvPr>
        </p:nvSpPr>
        <p:spPr>
          <a:xfrm>
            <a:off x="469900" y="3585800"/>
            <a:ext cx="10418233" cy="1566532"/>
          </a:xfrm>
        </p:spPr>
        <p:txBody>
          <a:bodyPr/>
          <a:lstStyle/>
          <a:p>
            <a:r>
              <a:rPr lang="en-US" sz="2800" noProof="0"/>
              <a:t>Roadmap to drive the project implementation</a:t>
            </a:r>
          </a:p>
        </p:txBody>
      </p:sp>
      <p:grpSp>
        <p:nvGrpSpPr>
          <p:cNvPr id="3" name="Group 2">
            <a:extLst>
              <a:ext uri="{FF2B5EF4-FFF2-40B4-BE49-F238E27FC236}">
                <a16:creationId xmlns:a16="http://schemas.microsoft.com/office/drawing/2014/main" id="{5084C38E-A520-0F5C-10F7-D004DA1CB555}"/>
              </a:ext>
            </a:extLst>
          </p:cNvPr>
          <p:cNvGrpSpPr/>
          <p:nvPr/>
        </p:nvGrpSpPr>
        <p:grpSpPr>
          <a:xfrm>
            <a:off x="10404488" y="431939"/>
            <a:ext cx="1443600" cy="1422000"/>
            <a:chOff x="10404488" y="431939"/>
            <a:chExt cx="1443600" cy="1422000"/>
          </a:xfrm>
        </p:grpSpPr>
        <p:sp>
          <p:nvSpPr>
            <p:cNvPr id="4" name="Freeform 331">
              <a:extLst>
                <a:ext uri="{FF2B5EF4-FFF2-40B4-BE49-F238E27FC236}">
                  <a16:creationId xmlns:a16="http://schemas.microsoft.com/office/drawing/2014/main" id="{F3482219-2A27-B399-1AEC-4FDFD62DCFFB}"/>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5" name="Graphic 4" descr="Renewable Energy with solid fill">
              <a:extLst>
                <a:ext uri="{FF2B5EF4-FFF2-40B4-BE49-F238E27FC236}">
                  <a16:creationId xmlns:a16="http://schemas.microsoft.com/office/drawing/2014/main" id="{9F48C50C-B6C9-7CBB-73C3-30A778909B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Tree>
    <p:extLst>
      <p:ext uri="{BB962C8B-B14F-4D97-AF65-F5344CB8AC3E}">
        <p14:creationId xmlns:p14="http://schemas.microsoft.com/office/powerpoint/2010/main" val="363742952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2">
            <a:extLst>
              <a:ext uri="{FF2B5EF4-FFF2-40B4-BE49-F238E27FC236}">
                <a16:creationId xmlns:a16="http://schemas.microsoft.com/office/drawing/2014/main" id="{4916F1C9-8806-4868-B1F8-21A45C003B8E}"/>
              </a:ext>
            </a:extLst>
          </p:cNvPr>
          <p:cNvSpPr txBox="1">
            <a:spLocks/>
          </p:cNvSpPr>
          <p:nvPr/>
        </p:nvSpPr>
        <p:spPr>
          <a:xfrm>
            <a:off x="562500" y="321562"/>
            <a:ext cx="11252200" cy="334102"/>
          </a:xfrm>
          <a:prstGeom prst="rect">
            <a:avLst/>
          </a:prstGeom>
        </p:spPr>
        <p:txBody>
          <a:bodyPr/>
          <a:lstStyle>
            <a:lvl1pPr algn="l" defTabSz="1219170" rtl="0" eaLnBrk="1" latinLnBrk="0" hangingPunct="1">
              <a:spcBef>
                <a:spcPct val="0"/>
              </a:spcBef>
              <a:buNone/>
              <a:defRPr sz="2000" b="1" kern="1200">
                <a:solidFill>
                  <a:schemeClr val="tx1"/>
                </a:solidFill>
                <a:latin typeface="+mj-lt"/>
                <a:ea typeface="+mj-ea"/>
                <a:cs typeface="+mj-cs"/>
              </a:defRPr>
            </a:lvl1pPr>
          </a:lstStyle>
          <a:p>
            <a:r>
              <a:rPr lang="en-US"/>
              <a:t>Provide policy and regulatory support</a:t>
            </a:r>
            <a:endParaRPr lang="en-IN"/>
          </a:p>
        </p:txBody>
      </p:sp>
      <p:sp>
        <p:nvSpPr>
          <p:cNvPr id="40" name="Text Placeholder 7">
            <a:extLst>
              <a:ext uri="{FF2B5EF4-FFF2-40B4-BE49-F238E27FC236}">
                <a16:creationId xmlns:a16="http://schemas.microsoft.com/office/drawing/2014/main" id="{A18AC1C1-AA69-4039-9D4E-C6E1AAD784BE}"/>
              </a:ext>
            </a:extLst>
          </p:cNvPr>
          <p:cNvSpPr txBox="1">
            <a:spLocks/>
          </p:cNvSpPr>
          <p:nvPr/>
        </p:nvSpPr>
        <p:spPr>
          <a:xfrm>
            <a:off x="539350" y="717383"/>
            <a:ext cx="11252200" cy="334102"/>
          </a:xfrm>
          <a:prstGeom prst="rect">
            <a:avLst/>
          </a:prstGeom>
        </p:spPr>
        <p:txBody>
          <a:bodyPr/>
          <a:lstStyle>
            <a:lvl1pPr marL="0" indent="0" algn="l" defTabSz="1219170" rtl="0" eaLnBrk="1" latinLnBrk="0" hangingPunct="1">
              <a:spcBef>
                <a:spcPts val="0"/>
              </a:spcBef>
              <a:spcAft>
                <a:spcPts val="6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600"/>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6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US" sz="1400" dirty="0"/>
              <a:t>Assisting JREDA in various policy and regulatory matters of project development</a:t>
            </a:r>
          </a:p>
        </p:txBody>
      </p:sp>
      <p:sp>
        <p:nvSpPr>
          <p:cNvPr id="41" name="Rectangle 4">
            <a:extLst>
              <a:ext uri="{FF2B5EF4-FFF2-40B4-BE49-F238E27FC236}">
                <a16:creationId xmlns:a16="http://schemas.microsoft.com/office/drawing/2014/main" id="{52106F7F-E291-47B1-A80F-E3976A033084}"/>
              </a:ext>
            </a:extLst>
          </p:cNvPr>
          <p:cNvSpPr>
            <a:spLocks noChangeArrowheads="1"/>
          </p:cNvSpPr>
          <p:nvPr/>
        </p:nvSpPr>
        <p:spPr bwMode="auto">
          <a:xfrm>
            <a:off x="-337565" y="955400"/>
            <a:ext cx="18473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1"/>
                </a:solidFill>
                <a:miter lim="800000"/>
                <a:headEnd/>
                <a:tailEnd type="none" w="lg"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91440" bIns="91440" anchor="ctr">
            <a:spAutoFit/>
          </a:bodyPr>
          <a:lstStyle>
            <a:lvl1pPr>
              <a:spcBef>
                <a:spcPct val="50000"/>
              </a:spcBef>
              <a:defRPr sz="1600">
                <a:solidFill>
                  <a:schemeClr val="tx1"/>
                </a:solidFill>
                <a:latin typeface="Futura Bk" pitchFamily="34" charset="0"/>
              </a:defRPr>
            </a:lvl1pPr>
            <a:lvl2pPr marL="742950" indent="-285750">
              <a:spcBef>
                <a:spcPct val="50000"/>
              </a:spcBef>
              <a:defRPr sz="1600">
                <a:solidFill>
                  <a:schemeClr val="tx1"/>
                </a:solidFill>
                <a:latin typeface="Futura Bk" pitchFamily="34" charset="0"/>
              </a:defRPr>
            </a:lvl2pPr>
            <a:lvl3pPr marL="1143000" indent="-228600">
              <a:spcBef>
                <a:spcPct val="50000"/>
              </a:spcBef>
              <a:defRPr sz="1600">
                <a:solidFill>
                  <a:schemeClr val="tx1"/>
                </a:solidFill>
                <a:latin typeface="Futura Bk" pitchFamily="34" charset="0"/>
              </a:defRPr>
            </a:lvl3pPr>
            <a:lvl4pPr marL="1600200" indent="-228600">
              <a:spcBef>
                <a:spcPct val="50000"/>
              </a:spcBef>
              <a:defRPr sz="1600">
                <a:solidFill>
                  <a:schemeClr val="tx1"/>
                </a:solidFill>
                <a:latin typeface="Futura Bk" pitchFamily="34" charset="0"/>
              </a:defRPr>
            </a:lvl4pPr>
            <a:lvl5pPr marL="2057400" indent="-228600">
              <a:spcBef>
                <a:spcPct val="50000"/>
              </a:spcBef>
              <a:defRPr sz="1600">
                <a:solidFill>
                  <a:schemeClr val="tx1"/>
                </a:solidFill>
                <a:latin typeface="Futura Bk" pitchFamily="34" charset="0"/>
              </a:defRPr>
            </a:lvl5pPr>
            <a:lvl6pPr marL="2514600" indent="-228600" eaLnBrk="0" fontAlgn="base" hangingPunct="0">
              <a:spcBef>
                <a:spcPct val="50000"/>
              </a:spcBef>
              <a:spcAft>
                <a:spcPct val="0"/>
              </a:spcAft>
              <a:defRPr sz="1600">
                <a:solidFill>
                  <a:schemeClr val="tx1"/>
                </a:solidFill>
                <a:latin typeface="Futura Bk" pitchFamily="34" charset="0"/>
              </a:defRPr>
            </a:lvl6pPr>
            <a:lvl7pPr marL="2971800" indent="-228600" eaLnBrk="0" fontAlgn="base" hangingPunct="0">
              <a:spcBef>
                <a:spcPct val="50000"/>
              </a:spcBef>
              <a:spcAft>
                <a:spcPct val="0"/>
              </a:spcAft>
              <a:defRPr sz="1600">
                <a:solidFill>
                  <a:schemeClr val="tx1"/>
                </a:solidFill>
                <a:latin typeface="Futura Bk" pitchFamily="34" charset="0"/>
              </a:defRPr>
            </a:lvl7pPr>
            <a:lvl8pPr marL="3429000" indent="-228600" eaLnBrk="0" fontAlgn="base" hangingPunct="0">
              <a:spcBef>
                <a:spcPct val="50000"/>
              </a:spcBef>
              <a:spcAft>
                <a:spcPct val="0"/>
              </a:spcAft>
              <a:defRPr sz="1600">
                <a:solidFill>
                  <a:schemeClr val="tx1"/>
                </a:solidFill>
                <a:latin typeface="Futura Bk" pitchFamily="34" charset="0"/>
              </a:defRPr>
            </a:lvl8pPr>
            <a:lvl9pPr marL="3886200" indent="-228600" eaLnBrk="0" fontAlgn="base" hangingPunct="0">
              <a:spcBef>
                <a:spcPct val="50000"/>
              </a:spcBef>
              <a:spcAft>
                <a:spcPct val="0"/>
              </a:spcAft>
              <a:defRPr sz="1600">
                <a:solidFill>
                  <a:schemeClr val="tx1"/>
                </a:solidFill>
                <a:latin typeface="Futura Bk"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Verdana"/>
              <a:ea typeface="华文细黑"/>
              <a:cs typeface="+mn-cs"/>
            </a:endParaRPr>
          </a:p>
        </p:txBody>
      </p:sp>
      <p:grpSp>
        <p:nvGrpSpPr>
          <p:cNvPr id="42" name="Group 41">
            <a:extLst>
              <a:ext uri="{FF2B5EF4-FFF2-40B4-BE49-F238E27FC236}">
                <a16:creationId xmlns:a16="http://schemas.microsoft.com/office/drawing/2014/main" id="{CA179FB8-5F2B-4DA6-A26F-3D9CF0EB84D1}"/>
              </a:ext>
            </a:extLst>
          </p:cNvPr>
          <p:cNvGrpSpPr/>
          <p:nvPr/>
        </p:nvGrpSpPr>
        <p:grpSpPr>
          <a:xfrm>
            <a:off x="539350" y="1101603"/>
            <a:ext cx="11207422" cy="5404831"/>
            <a:chOff x="539350" y="1445260"/>
            <a:chExt cx="11207422" cy="5404831"/>
          </a:xfrm>
        </p:grpSpPr>
        <p:grpSp>
          <p:nvGrpSpPr>
            <p:cNvPr id="43" name="Group 42">
              <a:extLst>
                <a:ext uri="{FF2B5EF4-FFF2-40B4-BE49-F238E27FC236}">
                  <a16:creationId xmlns:a16="http://schemas.microsoft.com/office/drawing/2014/main" id="{B91274DC-F9E9-4C00-961F-51FA62AE75B5}"/>
                </a:ext>
              </a:extLst>
            </p:cNvPr>
            <p:cNvGrpSpPr/>
            <p:nvPr/>
          </p:nvGrpSpPr>
          <p:grpSpPr>
            <a:xfrm>
              <a:off x="539350" y="1445260"/>
              <a:ext cx="11207422" cy="5404831"/>
              <a:chOff x="492125" y="1714500"/>
              <a:chExt cx="11207422" cy="5404831"/>
            </a:xfrm>
          </p:grpSpPr>
          <p:sp>
            <p:nvSpPr>
              <p:cNvPr id="45" name="Snip Diagonal Corner Rectangle 156">
                <a:extLst>
                  <a:ext uri="{FF2B5EF4-FFF2-40B4-BE49-F238E27FC236}">
                    <a16:creationId xmlns:a16="http://schemas.microsoft.com/office/drawing/2014/main" id="{2515658B-026B-49DE-B47E-355299D347AF}"/>
                  </a:ext>
                </a:extLst>
              </p:cNvPr>
              <p:cNvSpPr/>
              <p:nvPr/>
            </p:nvSpPr>
            <p:spPr bwMode="gray">
              <a:xfrm>
                <a:off x="492125" y="2395969"/>
                <a:ext cx="2373307" cy="648736"/>
              </a:xfrm>
              <a:prstGeom prst="snip2DiagRect">
                <a:avLst>
                  <a:gd name="adj1" fmla="val 0"/>
                  <a:gd name="adj2" fmla="val 40745"/>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prstClr val="white"/>
                    </a:solidFill>
                    <a:effectLst/>
                    <a:uLnTx/>
                    <a:uFillTx/>
                    <a:latin typeface="Verdana"/>
                    <a:ea typeface="+mn-ea"/>
                    <a:cs typeface="+mn-cs"/>
                  </a:rPr>
                  <a:t>Implementation Guidelines</a:t>
                </a:r>
              </a:p>
            </p:txBody>
          </p:sp>
          <p:sp>
            <p:nvSpPr>
              <p:cNvPr id="46" name="Text Placeholder 3">
                <a:extLst>
                  <a:ext uri="{FF2B5EF4-FFF2-40B4-BE49-F238E27FC236}">
                    <a16:creationId xmlns:a16="http://schemas.microsoft.com/office/drawing/2014/main" id="{E2523E15-C55B-478F-8182-FEF34FF8E078}"/>
                  </a:ext>
                </a:extLst>
              </p:cNvPr>
              <p:cNvSpPr txBox="1">
                <a:spLocks/>
              </p:cNvSpPr>
              <p:nvPr/>
            </p:nvSpPr>
            <p:spPr bwMode="gray">
              <a:xfrm>
                <a:off x="661401" y="3044704"/>
                <a:ext cx="2159648" cy="3754874"/>
              </a:xfrm>
              <a:prstGeom prst="rect">
                <a:avLst/>
              </a:prstGeom>
            </p:spPr>
            <p:txBody>
              <a:bodyPr vert="horz" wrap="square" lIns="0" tIns="0" rIns="0" bIns="0" rtlCol="0">
                <a:spAutoFit/>
              </a:bodyPr>
              <a:lstStyle/>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400" dirty="0">
                    <a:solidFill>
                      <a:prstClr val="black"/>
                    </a:solidFill>
                    <a:latin typeface="Verdana"/>
                  </a:rPr>
                  <a:t>A</a:t>
                </a:r>
                <a:r>
                  <a:rPr kumimoji="0" lang="en-US" sz="1400" b="0" i="0" u="none" strike="noStrike" kern="1200" cap="none" spc="0" normalizeH="0" baseline="0" noProof="0" dirty="0" err="1">
                    <a:ln>
                      <a:noFill/>
                    </a:ln>
                    <a:solidFill>
                      <a:prstClr val="black"/>
                    </a:solidFill>
                    <a:effectLst/>
                    <a:uLnTx/>
                    <a:uFillTx/>
                    <a:latin typeface="Verdana"/>
                    <a:ea typeface="+mn-ea"/>
                    <a:cs typeface="+mn-cs"/>
                  </a:rPr>
                  <a:t>nalysis</a:t>
                </a:r>
                <a:r>
                  <a:rPr kumimoji="0" lang="en-US" sz="1400" b="0" i="0" u="none" strike="noStrike" kern="1200" cap="none" spc="0" normalizeH="0" baseline="0" noProof="0" dirty="0">
                    <a:ln>
                      <a:noFill/>
                    </a:ln>
                    <a:solidFill>
                      <a:prstClr val="black"/>
                    </a:solidFill>
                    <a:effectLst/>
                    <a:uLnTx/>
                    <a:uFillTx/>
                    <a:latin typeface="Verdana"/>
                    <a:ea typeface="+mn-ea"/>
                    <a:cs typeface="+mn-cs"/>
                  </a:rPr>
                  <a:t> to identify potential implementation gaps </a:t>
                </a: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400" dirty="0">
                    <a:solidFill>
                      <a:prstClr val="black"/>
                    </a:solidFill>
                    <a:latin typeface="Verdana"/>
                  </a:rPr>
                  <a:t>Preparation of SOP’s, Action Plan, Policy &amp; implementation roadmaps</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400" dirty="0">
                    <a:solidFill>
                      <a:prstClr val="black"/>
                    </a:solidFill>
                    <a:latin typeface="Verdana"/>
                  </a:rPr>
                  <a:t>Regular discussions with potential investors, financial Institutions</a:t>
                </a: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Framework for project development (</a:t>
                </a:r>
                <a:r>
                  <a:rPr lang="en-US" sz="1400" dirty="0">
                    <a:solidFill>
                      <a:prstClr val="black"/>
                    </a:solidFill>
                    <a:latin typeface="Verdana"/>
                  </a:rPr>
                  <a:t>Solar, Bio-energy, Green Hydrogen etc.</a:t>
                </a:r>
                <a:r>
                  <a:rPr kumimoji="0" lang="en-US" sz="1400" b="0" i="0" u="none" strike="noStrike" kern="1200" cap="none" spc="0" normalizeH="0" baseline="0" noProof="0" dirty="0">
                    <a:ln>
                      <a:noFill/>
                    </a:ln>
                    <a:solidFill>
                      <a:prstClr val="black"/>
                    </a:solidFill>
                    <a:effectLst/>
                    <a:uLnTx/>
                    <a:uFillTx/>
                    <a:latin typeface="Verdana"/>
                    <a:ea typeface="+mn-ea"/>
                    <a:cs typeface="+mn-cs"/>
                  </a:rPr>
                  <a:t>)</a:t>
                </a: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47" name="Isosceles Triangle 13">
                <a:extLst>
                  <a:ext uri="{FF2B5EF4-FFF2-40B4-BE49-F238E27FC236}">
                    <a16:creationId xmlns:a16="http://schemas.microsoft.com/office/drawing/2014/main" id="{38D56D1D-0F4D-40C9-8B83-10070E03EBB4}"/>
                  </a:ext>
                </a:extLst>
              </p:cNvPr>
              <p:cNvSpPr/>
              <p:nvPr/>
            </p:nvSpPr>
            <p:spPr bwMode="gray">
              <a:xfrm>
                <a:off x="1219493" y="2067335"/>
                <a:ext cx="747389" cy="289082"/>
              </a:xfrm>
              <a:prstGeom prst="triangle">
                <a:avLst/>
              </a:prstGeom>
              <a:solidFill>
                <a:srgbClr val="A7A8AA"/>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sp>
            <p:nvSpPr>
              <p:cNvPr id="48" name="Oval 47">
                <a:extLst>
                  <a:ext uri="{FF2B5EF4-FFF2-40B4-BE49-F238E27FC236}">
                    <a16:creationId xmlns:a16="http://schemas.microsoft.com/office/drawing/2014/main" id="{0EC84C29-6375-45DA-B565-ADEC9AD6D6A2}"/>
                  </a:ext>
                </a:extLst>
              </p:cNvPr>
              <p:cNvSpPr/>
              <p:nvPr/>
            </p:nvSpPr>
            <p:spPr bwMode="gray">
              <a:xfrm rot="5400000">
                <a:off x="972652" y="1714500"/>
                <a:ext cx="648736" cy="648736"/>
              </a:xfrm>
              <a:prstGeom prst="ellipse">
                <a:avLst/>
              </a:prstGeom>
              <a:solidFill>
                <a:srgbClr val="000000"/>
              </a:solidFill>
              <a:ln w="38100" algn="ctr">
                <a:solidFill>
                  <a:schemeClr val="bg1"/>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cxnSp>
            <p:nvCxnSpPr>
              <p:cNvPr id="49" name="Straight Connector 48">
                <a:extLst>
                  <a:ext uri="{FF2B5EF4-FFF2-40B4-BE49-F238E27FC236}">
                    <a16:creationId xmlns:a16="http://schemas.microsoft.com/office/drawing/2014/main" id="{480D46DB-CE1B-4C51-97F2-0201D817A379}"/>
                  </a:ext>
                </a:extLst>
              </p:cNvPr>
              <p:cNvCxnSpPr/>
              <p:nvPr/>
            </p:nvCxnSpPr>
            <p:spPr>
              <a:xfrm>
                <a:off x="2848959" y="2981919"/>
                <a:ext cx="0" cy="3474720"/>
              </a:xfrm>
              <a:prstGeom prst="line">
                <a:avLst/>
              </a:prstGeom>
              <a:ln>
                <a:solidFill>
                  <a:srgbClr val="000000"/>
                </a:solidFill>
                <a:tailEnd type="oval"/>
              </a:ln>
            </p:spPr>
            <p:style>
              <a:lnRef idx="1">
                <a:schemeClr val="accent1"/>
              </a:lnRef>
              <a:fillRef idx="0">
                <a:schemeClr val="accent1"/>
              </a:fillRef>
              <a:effectRef idx="0">
                <a:schemeClr val="accent1"/>
              </a:effectRef>
              <a:fontRef idx="minor">
                <a:schemeClr val="tx1"/>
              </a:fontRef>
            </p:style>
          </p:cxnSp>
          <p:sp>
            <p:nvSpPr>
              <p:cNvPr id="50" name="Freeform 145">
                <a:extLst>
                  <a:ext uri="{FF2B5EF4-FFF2-40B4-BE49-F238E27FC236}">
                    <a16:creationId xmlns:a16="http://schemas.microsoft.com/office/drawing/2014/main" id="{E6312E91-CC6C-4416-B411-0C09EBC623AD}"/>
                  </a:ext>
                </a:extLst>
              </p:cNvPr>
              <p:cNvSpPr>
                <a:spLocks noEditPoints="1"/>
              </p:cNvSpPr>
              <p:nvPr/>
            </p:nvSpPr>
            <p:spPr bwMode="auto">
              <a:xfrm>
                <a:off x="1054468" y="1788428"/>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sp>
            <p:nvSpPr>
              <p:cNvPr id="51" name="Snip Diagonal Corner Rectangle 162">
                <a:extLst>
                  <a:ext uri="{FF2B5EF4-FFF2-40B4-BE49-F238E27FC236}">
                    <a16:creationId xmlns:a16="http://schemas.microsoft.com/office/drawing/2014/main" id="{1008A0B3-3F49-4960-B4FE-8C815790EB52}"/>
                  </a:ext>
                </a:extLst>
              </p:cNvPr>
              <p:cNvSpPr/>
              <p:nvPr/>
            </p:nvSpPr>
            <p:spPr bwMode="gray">
              <a:xfrm>
                <a:off x="3431821" y="2395969"/>
                <a:ext cx="2373307" cy="648736"/>
              </a:xfrm>
              <a:prstGeom prst="snip2DiagRect">
                <a:avLst>
                  <a:gd name="adj1" fmla="val 0"/>
                  <a:gd name="adj2" fmla="val 3593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50" b="1" dirty="0">
                    <a:solidFill>
                      <a:prstClr val="white"/>
                    </a:solidFill>
                    <a:latin typeface="Verdana"/>
                  </a:rPr>
                  <a:t>Assist in addressing Regulatory Challenges</a:t>
                </a:r>
                <a:endParaRPr kumimoji="0" lang="en-US" sz="1250" b="1" i="0" u="none" strike="noStrike" kern="1200" cap="none" spc="0" normalizeH="0" baseline="0" noProof="0" dirty="0">
                  <a:ln>
                    <a:noFill/>
                  </a:ln>
                  <a:solidFill>
                    <a:prstClr val="white"/>
                  </a:solidFill>
                  <a:effectLst/>
                  <a:uLnTx/>
                  <a:uFillTx/>
                  <a:latin typeface="Verdana"/>
                  <a:ea typeface="+mn-ea"/>
                  <a:cs typeface="+mn-cs"/>
                </a:endParaRPr>
              </a:p>
            </p:txBody>
          </p:sp>
          <p:sp>
            <p:nvSpPr>
              <p:cNvPr id="52" name="Text Placeholder 3">
                <a:extLst>
                  <a:ext uri="{FF2B5EF4-FFF2-40B4-BE49-F238E27FC236}">
                    <a16:creationId xmlns:a16="http://schemas.microsoft.com/office/drawing/2014/main" id="{F117E907-71BA-41AF-B75D-D7834ECF846B}"/>
                  </a:ext>
                </a:extLst>
              </p:cNvPr>
              <p:cNvSpPr txBox="1">
                <a:spLocks/>
              </p:cNvSpPr>
              <p:nvPr/>
            </p:nvSpPr>
            <p:spPr bwMode="gray">
              <a:xfrm>
                <a:off x="3449888" y="3084257"/>
                <a:ext cx="2243971" cy="3616375"/>
              </a:xfrm>
              <a:prstGeom prst="rect">
                <a:avLst/>
              </a:prstGeom>
            </p:spPr>
            <p:txBody>
              <a:bodyPr vert="horz" wrap="square" lIns="0" tIns="0" rIns="0" bIns="0" rtlCol="0">
                <a:spAutoFit/>
              </a:bodyPr>
              <a:lstStyle/>
              <a:p>
                <a:pPr marL="173038" marR="0" lvl="1" indent="-173038" algn="l" defTabSz="91440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Map regulatory issues in RE sector and proposing solutions</a:t>
                </a:r>
              </a:p>
              <a:p>
                <a:pPr marL="173038" marR="0" lvl="1" indent="-173038" algn="l" defTabSz="91440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Prepare Draft responses in seeking clarifications about CERC &amp; </a:t>
                </a:r>
                <a:r>
                  <a:rPr lang="en-US" sz="1400" dirty="0">
                    <a:solidFill>
                      <a:prstClr val="black"/>
                    </a:solidFill>
                    <a:latin typeface="Verdana"/>
                  </a:rPr>
                  <a:t>JS</a:t>
                </a:r>
                <a:r>
                  <a:rPr kumimoji="0" lang="en-US" sz="1400" b="0" i="0" u="none" strike="noStrike" kern="1200" cap="none" spc="0" normalizeH="0" baseline="0" noProof="0" dirty="0">
                    <a:ln>
                      <a:noFill/>
                    </a:ln>
                    <a:solidFill>
                      <a:prstClr val="black"/>
                    </a:solidFill>
                    <a:effectLst/>
                    <a:uLnTx/>
                    <a:uFillTx/>
                    <a:latin typeface="Verdana"/>
                    <a:ea typeface="+mn-ea"/>
                    <a:cs typeface="+mn-cs"/>
                  </a:rPr>
                  <a:t>ERC Orders</a:t>
                </a:r>
              </a:p>
              <a:p>
                <a:pPr marL="173038" marR="0" lvl="1" indent="-173038" algn="l" defTabSz="91440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Determination</a:t>
                </a:r>
                <a:r>
                  <a:rPr lang="en-US" sz="1400" dirty="0">
                    <a:solidFill>
                      <a:prstClr val="black"/>
                    </a:solidFill>
                    <a:latin typeface="Verdana"/>
                  </a:rPr>
                  <a:t>n of levelized tariff/ Feed in tariff &amp; filing respective petition in front of JSERC</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173038" lvl="1" indent="-173038" defTabSz="914400">
                  <a:spcAft>
                    <a:spcPts val="1000"/>
                  </a:spcAft>
                  <a:buSzPct val="100000"/>
                  <a:buFont typeface="Arial" panose="020B0604020202020204" pitchFamily="34" charset="0"/>
                  <a:buChar char="•"/>
                  <a:defRPr/>
                </a:pPr>
                <a:r>
                  <a:rPr lang="en-US" sz="1400" dirty="0">
                    <a:solidFill>
                      <a:prstClr val="black"/>
                    </a:solidFill>
                    <a:latin typeface="Verdana"/>
                  </a:rPr>
                  <a:t>Assist JREDA in coordinating with JSERC</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53" name="Isosceles Triangle 14">
                <a:extLst>
                  <a:ext uri="{FF2B5EF4-FFF2-40B4-BE49-F238E27FC236}">
                    <a16:creationId xmlns:a16="http://schemas.microsoft.com/office/drawing/2014/main" id="{044B6434-3F38-44BD-844D-BF60748D6733}"/>
                  </a:ext>
                </a:extLst>
              </p:cNvPr>
              <p:cNvSpPr/>
              <p:nvPr/>
            </p:nvSpPr>
            <p:spPr bwMode="gray">
              <a:xfrm>
                <a:off x="4246160" y="2067335"/>
                <a:ext cx="747389" cy="289082"/>
              </a:xfrm>
              <a:prstGeom prst="triangle">
                <a:avLst/>
              </a:prstGeom>
              <a:solidFill>
                <a:srgbClr val="D0D0CE"/>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sp>
            <p:nvSpPr>
              <p:cNvPr id="54" name="Oval 53">
                <a:extLst>
                  <a:ext uri="{FF2B5EF4-FFF2-40B4-BE49-F238E27FC236}">
                    <a16:creationId xmlns:a16="http://schemas.microsoft.com/office/drawing/2014/main" id="{CE7FC688-527D-4C40-85BF-02C07E39AC62}"/>
                  </a:ext>
                </a:extLst>
              </p:cNvPr>
              <p:cNvSpPr/>
              <p:nvPr/>
            </p:nvSpPr>
            <p:spPr bwMode="gray">
              <a:xfrm rot="5400000">
                <a:off x="3999319" y="1714500"/>
                <a:ext cx="648736" cy="648736"/>
              </a:xfrm>
              <a:prstGeom prst="ellipse">
                <a:avLst/>
              </a:prstGeom>
              <a:solidFill>
                <a:schemeClr val="accent1"/>
              </a:solidFill>
              <a:ln w="38100" algn="ctr">
                <a:solidFill>
                  <a:schemeClr val="bg1"/>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cxnSp>
            <p:nvCxnSpPr>
              <p:cNvPr id="55" name="Straight Connector 54">
                <a:extLst>
                  <a:ext uri="{FF2B5EF4-FFF2-40B4-BE49-F238E27FC236}">
                    <a16:creationId xmlns:a16="http://schemas.microsoft.com/office/drawing/2014/main" id="{E62E6C81-93D8-4006-8748-524A3EFFE017}"/>
                  </a:ext>
                </a:extLst>
              </p:cNvPr>
              <p:cNvCxnSpPr/>
              <p:nvPr/>
            </p:nvCxnSpPr>
            <p:spPr>
              <a:xfrm>
                <a:off x="5792704" y="2981919"/>
                <a:ext cx="0" cy="3474720"/>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726">
                <a:extLst>
                  <a:ext uri="{FF2B5EF4-FFF2-40B4-BE49-F238E27FC236}">
                    <a16:creationId xmlns:a16="http://schemas.microsoft.com/office/drawing/2014/main" id="{4C269002-2720-4272-9250-9F54296D5C39}"/>
                  </a:ext>
                </a:extLst>
              </p:cNvPr>
              <p:cNvGrpSpPr>
                <a:grpSpLocks noChangeAspect="1"/>
              </p:cNvGrpSpPr>
              <p:nvPr/>
            </p:nvGrpSpPr>
            <p:grpSpPr bwMode="auto">
              <a:xfrm>
                <a:off x="4083257" y="1795249"/>
                <a:ext cx="490985" cy="490985"/>
                <a:chOff x="5022" y="3403"/>
                <a:chExt cx="340" cy="340"/>
              </a:xfrm>
              <a:solidFill>
                <a:schemeClr val="bg1"/>
              </a:solidFill>
            </p:grpSpPr>
            <p:sp>
              <p:nvSpPr>
                <p:cNvPr id="69" name="Freeform 727">
                  <a:extLst>
                    <a:ext uri="{FF2B5EF4-FFF2-40B4-BE49-F238E27FC236}">
                      <a16:creationId xmlns:a16="http://schemas.microsoft.com/office/drawing/2014/main" id="{CCF65433-BD4C-4F1B-9205-1B831417C597}"/>
                    </a:ext>
                  </a:extLst>
                </p:cNvPr>
                <p:cNvSpPr>
                  <a:spLocks noEditPoints="1"/>
                </p:cNvSpPr>
                <p:nvPr/>
              </p:nvSpPr>
              <p:spPr bwMode="auto">
                <a:xfrm>
                  <a:off x="5022" y="340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sp>
              <p:nvSpPr>
                <p:cNvPr id="70" name="Freeform 728">
                  <a:extLst>
                    <a:ext uri="{FF2B5EF4-FFF2-40B4-BE49-F238E27FC236}">
                      <a16:creationId xmlns:a16="http://schemas.microsoft.com/office/drawing/2014/main" id="{CFB08A3F-6888-49B6-8BE0-EC56351E4CE5}"/>
                    </a:ext>
                  </a:extLst>
                </p:cNvPr>
                <p:cNvSpPr>
                  <a:spLocks noEditPoints="1"/>
                </p:cNvSpPr>
                <p:nvPr/>
              </p:nvSpPr>
              <p:spPr bwMode="auto">
                <a:xfrm>
                  <a:off x="5100" y="3473"/>
                  <a:ext cx="191" cy="192"/>
                </a:xfrm>
                <a:custGeom>
                  <a:avLst/>
                  <a:gdLst>
                    <a:gd name="T0" fmla="*/ 256 w 288"/>
                    <a:gd name="T1" fmla="*/ 32 h 288"/>
                    <a:gd name="T2" fmla="*/ 245 w 288"/>
                    <a:gd name="T3" fmla="*/ 0 h 288"/>
                    <a:gd name="T4" fmla="*/ 235 w 288"/>
                    <a:gd name="T5" fmla="*/ 39 h 288"/>
                    <a:gd name="T6" fmla="*/ 139 w 288"/>
                    <a:gd name="T7" fmla="*/ 11 h 288"/>
                    <a:gd name="T8" fmla="*/ 44 w 288"/>
                    <a:gd name="T9" fmla="*/ 251 h 288"/>
                    <a:gd name="T10" fmla="*/ 24 w 288"/>
                    <a:gd name="T11" fmla="*/ 285 h 288"/>
                    <a:gd name="T12" fmla="*/ 40 w 288"/>
                    <a:gd name="T13" fmla="*/ 285 h 288"/>
                    <a:gd name="T14" fmla="*/ 139 w 288"/>
                    <a:gd name="T15" fmla="*/ 288 h 288"/>
                    <a:gd name="T16" fmla="*/ 238 w 288"/>
                    <a:gd name="T17" fmla="*/ 285 h 288"/>
                    <a:gd name="T18" fmla="*/ 253 w 288"/>
                    <a:gd name="T19" fmla="*/ 285 h 288"/>
                    <a:gd name="T20" fmla="*/ 233 w 288"/>
                    <a:gd name="T21" fmla="*/ 251 h 288"/>
                    <a:gd name="T22" fmla="*/ 244 w 288"/>
                    <a:gd name="T23" fmla="*/ 60 h 288"/>
                    <a:gd name="T24" fmla="*/ 277 w 288"/>
                    <a:gd name="T25" fmla="*/ 54 h 288"/>
                    <a:gd name="T26" fmla="*/ 277 w 288"/>
                    <a:gd name="T27" fmla="*/ 32 h 288"/>
                    <a:gd name="T28" fmla="*/ 139 w 288"/>
                    <a:gd name="T29" fmla="*/ 267 h 288"/>
                    <a:gd name="T30" fmla="*/ 139 w 288"/>
                    <a:gd name="T31" fmla="*/ 32 h 288"/>
                    <a:gd name="T32" fmla="*/ 199 w 288"/>
                    <a:gd name="T33" fmla="*/ 75 h 288"/>
                    <a:gd name="T34" fmla="*/ 43 w 288"/>
                    <a:gd name="T35" fmla="*/ 150 h 288"/>
                    <a:gd name="T36" fmla="*/ 235 w 288"/>
                    <a:gd name="T37" fmla="*/ 150 h 288"/>
                    <a:gd name="T38" fmla="*/ 229 w 288"/>
                    <a:gd name="T39" fmla="*/ 75 h 288"/>
                    <a:gd name="T40" fmla="*/ 213 w 288"/>
                    <a:gd name="T41" fmla="*/ 150 h 288"/>
                    <a:gd name="T42" fmla="*/ 64 w 288"/>
                    <a:gd name="T43" fmla="*/ 150 h 288"/>
                    <a:gd name="T44" fmla="*/ 183 w 288"/>
                    <a:gd name="T45" fmla="*/ 90 h 288"/>
                    <a:gd name="T46" fmla="*/ 139 w 288"/>
                    <a:gd name="T47" fmla="*/ 96 h 288"/>
                    <a:gd name="T48" fmla="*/ 139 w 288"/>
                    <a:gd name="T49" fmla="*/ 203 h 288"/>
                    <a:gd name="T50" fmla="*/ 183 w 288"/>
                    <a:gd name="T51" fmla="*/ 120 h 288"/>
                    <a:gd name="T52" fmla="*/ 213 w 288"/>
                    <a:gd name="T53" fmla="*/ 150 h 288"/>
                    <a:gd name="T54" fmla="*/ 139 w 288"/>
                    <a:gd name="T55" fmla="*/ 182 h 288"/>
                    <a:gd name="T56" fmla="*/ 139 w 288"/>
                    <a:gd name="T57" fmla="*/ 118 h 288"/>
                    <a:gd name="T58" fmla="*/ 131 w 288"/>
                    <a:gd name="T59" fmla="*/ 142 h 288"/>
                    <a:gd name="T60" fmla="*/ 139 w 288"/>
                    <a:gd name="T61" fmla="*/ 160 h 288"/>
                    <a:gd name="T62" fmla="*/ 167 w 288"/>
                    <a:gd name="T63" fmla="*/ 13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288">
                      <a:moveTo>
                        <a:pt x="277" y="32"/>
                      </a:moveTo>
                      <a:cubicBezTo>
                        <a:pt x="256" y="32"/>
                        <a:pt x="256" y="32"/>
                        <a:pt x="256" y="32"/>
                      </a:cubicBezTo>
                      <a:cubicBezTo>
                        <a:pt x="256" y="11"/>
                        <a:pt x="256" y="11"/>
                        <a:pt x="256" y="11"/>
                      </a:cubicBezTo>
                      <a:cubicBezTo>
                        <a:pt x="256" y="5"/>
                        <a:pt x="251" y="0"/>
                        <a:pt x="245" y="0"/>
                      </a:cubicBezTo>
                      <a:cubicBezTo>
                        <a:pt x="239" y="0"/>
                        <a:pt x="235" y="5"/>
                        <a:pt x="235" y="11"/>
                      </a:cubicBezTo>
                      <a:cubicBezTo>
                        <a:pt x="235" y="39"/>
                        <a:pt x="235" y="39"/>
                        <a:pt x="235" y="39"/>
                      </a:cubicBezTo>
                      <a:cubicBezTo>
                        <a:pt x="229" y="44"/>
                        <a:pt x="229" y="44"/>
                        <a:pt x="229" y="44"/>
                      </a:cubicBezTo>
                      <a:cubicBezTo>
                        <a:pt x="205" y="24"/>
                        <a:pt x="173" y="11"/>
                        <a:pt x="139" y="11"/>
                      </a:cubicBezTo>
                      <a:cubicBezTo>
                        <a:pt x="62" y="11"/>
                        <a:pt x="0" y="73"/>
                        <a:pt x="0" y="150"/>
                      </a:cubicBezTo>
                      <a:cubicBezTo>
                        <a:pt x="0" y="189"/>
                        <a:pt x="17" y="225"/>
                        <a:pt x="44" y="251"/>
                      </a:cubicBezTo>
                      <a:cubicBezTo>
                        <a:pt x="24" y="270"/>
                        <a:pt x="24" y="270"/>
                        <a:pt x="24" y="270"/>
                      </a:cubicBezTo>
                      <a:cubicBezTo>
                        <a:pt x="20" y="274"/>
                        <a:pt x="20" y="281"/>
                        <a:pt x="24" y="285"/>
                      </a:cubicBezTo>
                      <a:cubicBezTo>
                        <a:pt x="27" y="287"/>
                        <a:pt x="29" y="288"/>
                        <a:pt x="32" y="288"/>
                      </a:cubicBezTo>
                      <a:cubicBezTo>
                        <a:pt x="35" y="288"/>
                        <a:pt x="37" y="287"/>
                        <a:pt x="40" y="285"/>
                      </a:cubicBezTo>
                      <a:cubicBezTo>
                        <a:pt x="61" y="264"/>
                        <a:pt x="61" y="264"/>
                        <a:pt x="61" y="264"/>
                      </a:cubicBezTo>
                      <a:cubicBezTo>
                        <a:pt x="83" y="279"/>
                        <a:pt x="110" y="288"/>
                        <a:pt x="139" y="288"/>
                      </a:cubicBezTo>
                      <a:cubicBezTo>
                        <a:pt x="168" y="288"/>
                        <a:pt x="194" y="279"/>
                        <a:pt x="217" y="264"/>
                      </a:cubicBezTo>
                      <a:cubicBezTo>
                        <a:pt x="238" y="285"/>
                        <a:pt x="238" y="285"/>
                        <a:pt x="238" y="285"/>
                      </a:cubicBezTo>
                      <a:cubicBezTo>
                        <a:pt x="240" y="287"/>
                        <a:pt x="243" y="288"/>
                        <a:pt x="245" y="288"/>
                      </a:cubicBezTo>
                      <a:cubicBezTo>
                        <a:pt x="248" y="288"/>
                        <a:pt x="251" y="287"/>
                        <a:pt x="253" y="285"/>
                      </a:cubicBezTo>
                      <a:cubicBezTo>
                        <a:pt x="257" y="281"/>
                        <a:pt x="257" y="274"/>
                        <a:pt x="253" y="270"/>
                      </a:cubicBezTo>
                      <a:cubicBezTo>
                        <a:pt x="233" y="251"/>
                        <a:pt x="233" y="251"/>
                        <a:pt x="233" y="251"/>
                      </a:cubicBezTo>
                      <a:cubicBezTo>
                        <a:pt x="260" y="225"/>
                        <a:pt x="277" y="189"/>
                        <a:pt x="277" y="150"/>
                      </a:cubicBezTo>
                      <a:cubicBezTo>
                        <a:pt x="277" y="115"/>
                        <a:pt x="265" y="84"/>
                        <a:pt x="244" y="60"/>
                      </a:cubicBezTo>
                      <a:cubicBezTo>
                        <a:pt x="250" y="54"/>
                        <a:pt x="250" y="54"/>
                        <a:pt x="250" y="54"/>
                      </a:cubicBezTo>
                      <a:cubicBezTo>
                        <a:pt x="277" y="54"/>
                        <a:pt x="277" y="54"/>
                        <a:pt x="277" y="54"/>
                      </a:cubicBezTo>
                      <a:cubicBezTo>
                        <a:pt x="283" y="54"/>
                        <a:pt x="288" y="49"/>
                        <a:pt x="288" y="43"/>
                      </a:cubicBezTo>
                      <a:cubicBezTo>
                        <a:pt x="288" y="37"/>
                        <a:pt x="283" y="32"/>
                        <a:pt x="277" y="32"/>
                      </a:cubicBezTo>
                      <a:close/>
                      <a:moveTo>
                        <a:pt x="256" y="150"/>
                      </a:moveTo>
                      <a:cubicBezTo>
                        <a:pt x="256" y="214"/>
                        <a:pt x="203" y="267"/>
                        <a:pt x="139" y="267"/>
                      </a:cubicBezTo>
                      <a:cubicBezTo>
                        <a:pt x="74" y="267"/>
                        <a:pt x="21" y="214"/>
                        <a:pt x="21" y="150"/>
                      </a:cubicBezTo>
                      <a:cubicBezTo>
                        <a:pt x="21" y="85"/>
                        <a:pt x="74" y="32"/>
                        <a:pt x="139" y="32"/>
                      </a:cubicBezTo>
                      <a:cubicBezTo>
                        <a:pt x="167" y="32"/>
                        <a:pt x="193" y="43"/>
                        <a:pt x="214" y="60"/>
                      </a:cubicBezTo>
                      <a:cubicBezTo>
                        <a:pt x="199" y="75"/>
                        <a:pt x="199" y="75"/>
                        <a:pt x="199" y="75"/>
                      </a:cubicBezTo>
                      <a:cubicBezTo>
                        <a:pt x="182" y="62"/>
                        <a:pt x="161" y="54"/>
                        <a:pt x="139" y="54"/>
                      </a:cubicBezTo>
                      <a:cubicBezTo>
                        <a:pt x="86" y="54"/>
                        <a:pt x="43" y="97"/>
                        <a:pt x="43" y="150"/>
                      </a:cubicBezTo>
                      <a:cubicBezTo>
                        <a:pt x="43" y="203"/>
                        <a:pt x="86" y="246"/>
                        <a:pt x="139" y="246"/>
                      </a:cubicBezTo>
                      <a:cubicBezTo>
                        <a:pt x="192" y="246"/>
                        <a:pt x="235" y="203"/>
                        <a:pt x="235" y="150"/>
                      </a:cubicBezTo>
                      <a:cubicBezTo>
                        <a:pt x="235" y="127"/>
                        <a:pt x="227" y="106"/>
                        <a:pt x="214" y="90"/>
                      </a:cubicBezTo>
                      <a:cubicBezTo>
                        <a:pt x="229" y="75"/>
                        <a:pt x="229" y="75"/>
                        <a:pt x="229" y="75"/>
                      </a:cubicBezTo>
                      <a:cubicBezTo>
                        <a:pt x="246" y="95"/>
                        <a:pt x="256" y="121"/>
                        <a:pt x="256" y="150"/>
                      </a:cubicBezTo>
                      <a:close/>
                      <a:moveTo>
                        <a:pt x="213" y="150"/>
                      </a:moveTo>
                      <a:cubicBezTo>
                        <a:pt x="213" y="191"/>
                        <a:pt x="180" y="224"/>
                        <a:pt x="139" y="224"/>
                      </a:cubicBezTo>
                      <a:cubicBezTo>
                        <a:pt x="97" y="224"/>
                        <a:pt x="64" y="191"/>
                        <a:pt x="64" y="150"/>
                      </a:cubicBezTo>
                      <a:cubicBezTo>
                        <a:pt x="64" y="108"/>
                        <a:pt x="97" y="75"/>
                        <a:pt x="139" y="75"/>
                      </a:cubicBezTo>
                      <a:cubicBezTo>
                        <a:pt x="155" y="75"/>
                        <a:pt x="171" y="81"/>
                        <a:pt x="183" y="90"/>
                      </a:cubicBezTo>
                      <a:cubicBezTo>
                        <a:pt x="168" y="105"/>
                        <a:pt x="168" y="105"/>
                        <a:pt x="168" y="105"/>
                      </a:cubicBezTo>
                      <a:cubicBezTo>
                        <a:pt x="160" y="100"/>
                        <a:pt x="150" y="96"/>
                        <a:pt x="139" y="96"/>
                      </a:cubicBezTo>
                      <a:cubicBezTo>
                        <a:pt x="109" y="96"/>
                        <a:pt x="85" y="120"/>
                        <a:pt x="85" y="150"/>
                      </a:cubicBezTo>
                      <a:cubicBezTo>
                        <a:pt x="85" y="179"/>
                        <a:pt x="109" y="203"/>
                        <a:pt x="139" y="203"/>
                      </a:cubicBezTo>
                      <a:cubicBezTo>
                        <a:pt x="168" y="203"/>
                        <a:pt x="192" y="179"/>
                        <a:pt x="192" y="150"/>
                      </a:cubicBezTo>
                      <a:cubicBezTo>
                        <a:pt x="192" y="139"/>
                        <a:pt x="189" y="129"/>
                        <a:pt x="183" y="120"/>
                      </a:cubicBezTo>
                      <a:cubicBezTo>
                        <a:pt x="198" y="105"/>
                        <a:pt x="198" y="105"/>
                        <a:pt x="198" y="105"/>
                      </a:cubicBezTo>
                      <a:cubicBezTo>
                        <a:pt x="208" y="118"/>
                        <a:pt x="213" y="133"/>
                        <a:pt x="213" y="150"/>
                      </a:cubicBezTo>
                      <a:close/>
                      <a:moveTo>
                        <a:pt x="171" y="150"/>
                      </a:moveTo>
                      <a:cubicBezTo>
                        <a:pt x="171" y="167"/>
                        <a:pt x="156" y="182"/>
                        <a:pt x="139" y="182"/>
                      </a:cubicBezTo>
                      <a:cubicBezTo>
                        <a:pt x="121" y="182"/>
                        <a:pt x="107" y="167"/>
                        <a:pt x="107" y="150"/>
                      </a:cubicBezTo>
                      <a:cubicBezTo>
                        <a:pt x="107" y="132"/>
                        <a:pt x="121" y="118"/>
                        <a:pt x="139" y="118"/>
                      </a:cubicBezTo>
                      <a:cubicBezTo>
                        <a:pt x="144" y="118"/>
                        <a:pt x="148" y="119"/>
                        <a:pt x="152" y="121"/>
                      </a:cubicBezTo>
                      <a:cubicBezTo>
                        <a:pt x="131" y="142"/>
                        <a:pt x="131" y="142"/>
                        <a:pt x="131" y="142"/>
                      </a:cubicBezTo>
                      <a:cubicBezTo>
                        <a:pt x="127" y="146"/>
                        <a:pt x="127" y="153"/>
                        <a:pt x="131" y="157"/>
                      </a:cubicBezTo>
                      <a:cubicBezTo>
                        <a:pt x="133" y="159"/>
                        <a:pt x="136" y="160"/>
                        <a:pt x="139" y="160"/>
                      </a:cubicBezTo>
                      <a:cubicBezTo>
                        <a:pt x="141" y="160"/>
                        <a:pt x="144" y="159"/>
                        <a:pt x="146" y="157"/>
                      </a:cubicBezTo>
                      <a:cubicBezTo>
                        <a:pt x="167" y="136"/>
                        <a:pt x="167" y="136"/>
                        <a:pt x="167" y="136"/>
                      </a:cubicBezTo>
                      <a:cubicBezTo>
                        <a:pt x="169" y="140"/>
                        <a:pt x="171" y="145"/>
                        <a:pt x="171" y="1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grpSp>
          <p:sp>
            <p:nvSpPr>
              <p:cNvPr id="57" name="Text Placeholder 3">
                <a:extLst>
                  <a:ext uri="{FF2B5EF4-FFF2-40B4-BE49-F238E27FC236}">
                    <a16:creationId xmlns:a16="http://schemas.microsoft.com/office/drawing/2014/main" id="{1213A823-084A-4CC7-8E23-A2EBD4F246E2}"/>
                  </a:ext>
                </a:extLst>
              </p:cNvPr>
              <p:cNvSpPr txBox="1">
                <a:spLocks/>
              </p:cNvSpPr>
              <p:nvPr/>
            </p:nvSpPr>
            <p:spPr bwMode="gray">
              <a:xfrm>
                <a:off x="6322698" y="3094823"/>
                <a:ext cx="2422123" cy="3616375"/>
              </a:xfrm>
              <a:prstGeom prst="rect">
                <a:avLst/>
              </a:prstGeom>
            </p:spPr>
            <p:txBody>
              <a:bodyPr vert="horz" wrap="square" lIns="0" tIns="0" rIns="0" bIns="0" rtlCol="0">
                <a:spAutoFit/>
              </a:bodyPr>
              <a:lstStyle/>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Benchmarking analysis to map learnings - leading states such as Gujarat, Maharashtra, Telangana</a:t>
                </a:r>
                <a:r>
                  <a:rPr lang="en-US" sz="1400" dirty="0">
                    <a:solidFill>
                      <a:prstClr val="black"/>
                    </a:solidFill>
                    <a:latin typeface="Verdana"/>
                  </a:rPr>
                  <a:t> etc.</a:t>
                </a: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Prepare case studies around new initiatives undertaken by other States.</a:t>
                </a: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lang="en-US" sz="1400" dirty="0">
                  <a:solidFill>
                    <a:prstClr val="black"/>
                  </a:solidFill>
                  <a:latin typeface="Verdana"/>
                </a:endParaRP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400" dirty="0">
                    <a:solidFill>
                      <a:prstClr val="black"/>
                    </a:solidFill>
                    <a:latin typeface="Verdana"/>
                  </a:rPr>
                  <a:t>Map emerging focus areas and potential investors in other States</a:t>
                </a: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173038" marR="0" lvl="1" indent="-173038"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58" name="Snip Diagonal Corner Rectangle 158">
                <a:extLst>
                  <a:ext uri="{FF2B5EF4-FFF2-40B4-BE49-F238E27FC236}">
                    <a16:creationId xmlns:a16="http://schemas.microsoft.com/office/drawing/2014/main" id="{6214BE36-84C7-4D28-8E8D-028462A0907E}"/>
                  </a:ext>
                </a:extLst>
              </p:cNvPr>
              <p:cNvSpPr/>
              <p:nvPr/>
            </p:nvSpPr>
            <p:spPr bwMode="gray">
              <a:xfrm>
                <a:off x="6371517" y="2395969"/>
                <a:ext cx="2373307" cy="648736"/>
              </a:xfrm>
              <a:prstGeom prst="snip2DiagRect">
                <a:avLst>
                  <a:gd name="adj1" fmla="val 0"/>
                  <a:gd name="adj2" fmla="val 3833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a:ea typeface="+mn-ea"/>
                    <a:cs typeface="+mn-cs"/>
                  </a:rPr>
                  <a:t>Regulatory and other RE developments in different states</a:t>
                </a:r>
              </a:p>
            </p:txBody>
          </p:sp>
          <p:sp>
            <p:nvSpPr>
              <p:cNvPr id="59" name="Isosceles Triangle 16">
                <a:extLst>
                  <a:ext uri="{FF2B5EF4-FFF2-40B4-BE49-F238E27FC236}">
                    <a16:creationId xmlns:a16="http://schemas.microsoft.com/office/drawing/2014/main" id="{62567332-2E9A-4E88-8E0E-B7B41855D4E2}"/>
                  </a:ext>
                </a:extLst>
              </p:cNvPr>
              <p:cNvSpPr/>
              <p:nvPr/>
            </p:nvSpPr>
            <p:spPr bwMode="gray">
              <a:xfrm>
                <a:off x="7174066" y="2067335"/>
                <a:ext cx="747389" cy="289082"/>
              </a:xfrm>
              <a:prstGeom prst="triangle">
                <a:avLst/>
              </a:prstGeom>
              <a:solidFill>
                <a:srgbClr val="A7A8AA"/>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sp>
            <p:nvSpPr>
              <p:cNvPr id="60" name="Oval 59">
                <a:extLst>
                  <a:ext uri="{FF2B5EF4-FFF2-40B4-BE49-F238E27FC236}">
                    <a16:creationId xmlns:a16="http://schemas.microsoft.com/office/drawing/2014/main" id="{F3E66D0B-21B5-4858-91A6-2D2BE38133BE}"/>
                  </a:ext>
                </a:extLst>
              </p:cNvPr>
              <p:cNvSpPr/>
              <p:nvPr/>
            </p:nvSpPr>
            <p:spPr bwMode="gray">
              <a:xfrm rot="5400000">
                <a:off x="6927225" y="1714500"/>
                <a:ext cx="648736" cy="648736"/>
              </a:xfrm>
              <a:prstGeom prst="ellipse">
                <a:avLst/>
              </a:prstGeom>
              <a:solidFill>
                <a:schemeClr val="tx2"/>
              </a:solidFill>
              <a:ln w="38100" algn="ctr">
                <a:solidFill>
                  <a:schemeClr val="bg1"/>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cxnSp>
            <p:nvCxnSpPr>
              <p:cNvPr id="61" name="Straight Connector 60">
                <a:extLst>
                  <a:ext uri="{FF2B5EF4-FFF2-40B4-BE49-F238E27FC236}">
                    <a16:creationId xmlns:a16="http://schemas.microsoft.com/office/drawing/2014/main" id="{C9832F8F-4109-41FA-A711-BCEECBD37B92}"/>
                  </a:ext>
                </a:extLst>
              </p:cNvPr>
              <p:cNvCxnSpPr/>
              <p:nvPr/>
            </p:nvCxnSpPr>
            <p:spPr>
              <a:xfrm>
                <a:off x="8735789" y="2981919"/>
                <a:ext cx="0" cy="3474720"/>
              </a:xfrm>
              <a:prstGeom prst="line">
                <a:avLst/>
              </a:prstGeom>
              <a:ln>
                <a:solidFill>
                  <a:schemeClr val="tx2"/>
                </a:solidFill>
                <a:tailEnd type="oval"/>
              </a:ln>
            </p:spPr>
            <p:style>
              <a:lnRef idx="1">
                <a:schemeClr val="accent1"/>
              </a:lnRef>
              <a:fillRef idx="0">
                <a:schemeClr val="accent1"/>
              </a:fillRef>
              <a:effectRef idx="0">
                <a:schemeClr val="accent1"/>
              </a:effectRef>
              <a:fontRef idx="minor">
                <a:schemeClr val="tx1"/>
              </a:fontRef>
            </p:style>
          </p:cxnSp>
          <p:sp>
            <p:nvSpPr>
              <p:cNvPr id="62" name="Freeform 988">
                <a:extLst>
                  <a:ext uri="{FF2B5EF4-FFF2-40B4-BE49-F238E27FC236}">
                    <a16:creationId xmlns:a16="http://schemas.microsoft.com/office/drawing/2014/main" id="{B6C964C1-71AA-4103-B6CD-8B487ED34F12}"/>
                  </a:ext>
                </a:extLst>
              </p:cNvPr>
              <p:cNvSpPr>
                <a:spLocks noEditPoints="1"/>
              </p:cNvSpPr>
              <p:nvPr/>
            </p:nvSpPr>
            <p:spPr bwMode="auto">
              <a:xfrm>
                <a:off x="7012244" y="1795247"/>
                <a:ext cx="490986"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sp>
            <p:nvSpPr>
              <p:cNvPr id="63" name="Text Placeholder 3">
                <a:extLst>
                  <a:ext uri="{FF2B5EF4-FFF2-40B4-BE49-F238E27FC236}">
                    <a16:creationId xmlns:a16="http://schemas.microsoft.com/office/drawing/2014/main" id="{E77A60EF-CF2A-4575-8DF6-39EA98E2E9A9}"/>
                  </a:ext>
                </a:extLst>
              </p:cNvPr>
              <p:cNvSpPr txBox="1">
                <a:spLocks/>
              </p:cNvSpPr>
              <p:nvPr/>
            </p:nvSpPr>
            <p:spPr bwMode="gray">
              <a:xfrm>
                <a:off x="9237575" y="3164402"/>
                <a:ext cx="2461972" cy="3954929"/>
              </a:xfrm>
              <a:prstGeom prst="rect">
                <a:avLst/>
              </a:prstGeom>
            </p:spPr>
            <p:txBody>
              <a:bodyPr vert="horz" wrap="square" lIns="0" tIns="0" rIns="0" bIns="0" rtlCol="0">
                <a:spAutoFit/>
              </a:bodyPr>
              <a:lstStyle/>
              <a:p>
                <a:pPr marL="173038" lvl="1" indent="-173038" defTabSz="914400">
                  <a:buSzPct val="100000"/>
                  <a:buFont typeface="Arial" panose="020B0604020202020204" pitchFamily="34" charset="0"/>
                  <a:buChar char="•"/>
                  <a:defRPr/>
                </a:pPr>
                <a:r>
                  <a:rPr lang="en-US" sz="1400" dirty="0">
                    <a:solidFill>
                      <a:prstClr val="black"/>
                    </a:solidFill>
                    <a:latin typeface="Verdana"/>
                  </a:rPr>
                  <a:t>Undertake cost-benefit analysis &amp; highlight project profitability</a:t>
                </a:r>
              </a:p>
              <a:p>
                <a:pPr marL="173038" lvl="1" indent="-173038" defTabSz="914400">
                  <a:buSzPct val="100000"/>
                  <a:buFont typeface="Arial" panose="020B0604020202020204" pitchFamily="34" charset="0"/>
                  <a:buChar char="•"/>
                  <a:defRPr/>
                </a:pPr>
                <a:endParaRPr lang="en-US" sz="1400" dirty="0">
                  <a:solidFill>
                    <a:prstClr val="black"/>
                  </a:solidFill>
                  <a:latin typeface="Verdana"/>
                </a:endParaRPr>
              </a:p>
              <a:p>
                <a:pPr marL="173038" lvl="1" indent="-173038" defTabSz="914400">
                  <a:buSzPct val="100000"/>
                  <a:buFont typeface="Arial" panose="020B0604020202020204" pitchFamily="34" charset="0"/>
                  <a:buChar char="•"/>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Financial modelling t</a:t>
                </a:r>
                <a:r>
                  <a:rPr lang="en-US" sz="1400" dirty="0">
                    <a:solidFill>
                      <a:prstClr val="black"/>
                    </a:solidFill>
                    <a:latin typeface="Verdana"/>
                  </a:rPr>
                  <a:t>o map potential tariff</a:t>
                </a:r>
              </a:p>
              <a:p>
                <a:pPr marL="0" lvl="1" defTabSz="914400">
                  <a:buSzPct val="100000"/>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a:p>
                <a:pPr marL="173038" lvl="1" indent="-173038" defTabSz="914400">
                  <a:buSzPct val="100000"/>
                  <a:buFont typeface="Arial" panose="020B0604020202020204" pitchFamily="34" charset="0"/>
                  <a:buChar char="•"/>
                  <a:defRPr/>
                </a:pPr>
                <a:r>
                  <a:rPr lang="en-US" sz="1400" dirty="0">
                    <a:solidFill>
                      <a:prstClr val="black"/>
                    </a:solidFill>
                    <a:latin typeface="Verdana"/>
                  </a:rPr>
                  <a:t>Bid process support</a:t>
                </a:r>
              </a:p>
              <a:p>
                <a:pPr marL="512763" lvl="2" indent="-285750" defTabSz="914400">
                  <a:buSzPct val="100000"/>
                  <a:buFont typeface="Verdana" panose="020B0604030504040204" pitchFamily="34" charset="0"/>
                  <a:buChar char="­"/>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Map bidding guidelines</a:t>
                </a:r>
              </a:p>
              <a:p>
                <a:pPr marL="512763" lvl="2" indent="-285750" defTabSz="914400">
                  <a:buSzPct val="100000"/>
                  <a:buFont typeface="Verdana" panose="020B0604030504040204" pitchFamily="34" charset="0"/>
                  <a:buChar char="­"/>
                  <a:defRPr/>
                </a:pPr>
                <a:r>
                  <a:rPr lang="en-US" sz="1400" dirty="0">
                    <a:solidFill>
                      <a:prstClr val="black"/>
                    </a:solidFill>
                    <a:latin typeface="Verdana"/>
                  </a:rPr>
                  <a:t>D</a:t>
                </a:r>
                <a:r>
                  <a:rPr kumimoji="0" lang="en-US" sz="1400" b="0" i="0" u="none" strike="noStrike" kern="1200" cap="none" spc="0" normalizeH="0" baseline="0" noProof="0" dirty="0">
                    <a:ln>
                      <a:noFill/>
                    </a:ln>
                    <a:solidFill>
                      <a:prstClr val="black"/>
                    </a:solidFill>
                    <a:effectLst/>
                    <a:uLnTx/>
                    <a:uFillTx/>
                    <a:latin typeface="Verdana"/>
                    <a:ea typeface="+mn-ea"/>
                    <a:cs typeface="+mn-cs"/>
                  </a:rPr>
                  <a:t>rafting PPAs and contractual documents </a:t>
                </a:r>
              </a:p>
              <a:p>
                <a:pPr marL="512763" lvl="2" indent="-285750" defTabSz="914400">
                  <a:buSzPct val="100000"/>
                  <a:buFont typeface="Verdana" panose="020B0604030504040204" pitchFamily="34" charset="0"/>
                  <a:buChar char="­"/>
                  <a:defRPr/>
                </a:pPr>
                <a:r>
                  <a:rPr kumimoji="0" lang="en-US" sz="1400" b="0" i="0" u="none" strike="noStrike" kern="1200" cap="none" spc="0" normalizeH="0" baseline="0" noProof="0" dirty="0">
                    <a:ln>
                      <a:noFill/>
                    </a:ln>
                    <a:solidFill>
                      <a:prstClr val="black"/>
                    </a:solidFill>
                    <a:effectLst/>
                    <a:uLnTx/>
                    <a:uFillTx/>
                    <a:latin typeface="Verdana"/>
                    <a:ea typeface="+mn-ea"/>
                    <a:cs typeface="+mn-cs"/>
                  </a:rPr>
                  <a:t>Support in seeking regulatory approvals</a:t>
                </a:r>
              </a:p>
              <a:p>
                <a:pPr marL="173038" lvl="1" indent="-173038" defTabSz="914400">
                  <a:buSzPct val="100000"/>
                  <a:buFont typeface="Arial" panose="020B0604020202020204" pitchFamily="34" charset="0"/>
                  <a:buChar char="•"/>
                  <a:defRPr/>
                </a:pPr>
                <a:r>
                  <a:rPr lang="en-US" sz="1400" dirty="0">
                    <a:solidFill>
                      <a:prstClr val="black"/>
                    </a:solidFill>
                    <a:latin typeface="Verdana"/>
                  </a:rPr>
                  <a:t>Consultation with key stakeholders</a:t>
                </a:r>
              </a:p>
              <a:p>
                <a:pPr marL="512763" lvl="2" indent="-285750" defTabSz="914400">
                  <a:buSzPct val="100000"/>
                  <a:buFont typeface="Verdana" panose="020B0604030504040204" pitchFamily="34" charset="0"/>
                  <a:buChar char="­"/>
                  <a:defRPr/>
                </a:pPr>
                <a:endParaRPr kumimoji="0" lang="en-US" sz="1400" b="0" i="0" u="none" strike="noStrike" kern="1200" cap="none" spc="0" normalizeH="0" baseline="0" noProof="0" dirty="0">
                  <a:ln>
                    <a:noFill/>
                  </a:ln>
                  <a:solidFill>
                    <a:prstClr val="black"/>
                  </a:solidFill>
                  <a:effectLst/>
                  <a:uLnTx/>
                  <a:uFillTx/>
                  <a:latin typeface="Verdana"/>
                  <a:ea typeface="+mn-ea"/>
                  <a:cs typeface="+mn-cs"/>
                </a:endParaRPr>
              </a:p>
            </p:txBody>
          </p:sp>
          <p:sp>
            <p:nvSpPr>
              <p:cNvPr id="64" name="Snip Diagonal Corner Rectangle 160">
                <a:extLst>
                  <a:ext uri="{FF2B5EF4-FFF2-40B4-BE49-F238E27FC236}">
                    <a16:creationId xmlns:a16="http://schemas.microsoft.com/office/drawing/2014/main" id="{097EE8AD-48FB-452D-800C-8B1A958B07D9}"/>
                  </a:ext>
                </a:extLst>
              </p:cNvPr>
              <p:cNvSpPr/>
              <p:nvPr/>
            </p:nvSpPr>
            <p:spPr bwMode="gray">
              <a:xfrm>
                <a:off x="9325663" y="2461959"/>
                <a:ext cx="2373307" cy="641861"/>
              </a:xfrm>
              <a:prstGeom prst="snip2DiagRect">
                <a:avLst>
                  <a:gd name="adj1" fmla="val 0"/>
                  <a:gd name="adj2" fmla="val 37880"/>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prstClr val="white"/>
                    </a:solidFill>
                    <a:effectLst/>
                    <a:uLnTx/>
                    <a:uFillTx/>
                    <a:latin typeface="Verdana"/>
                    <a:ea typeface="+mn-ea"/>
                    <a:cs typeface="+mn-cs"/>
                  </a:rPr>
                  <a:t>Commercial and transactional support</a:t>
                </a:r>
              </a:p>
            </p:txBody>
          </p:sp>
          <p:sp>
            <p:nvSpPr>
              <p:cNvPr id="65" name="Isosceles Triangle 18">
                <a:extLst>
                  <a:ext uri="{FF2B5EF4-FFF2-40B4-BE49-F238E27FC236}">
                    <a16:creationId xmlns:a16="http://schemas.microsoft.com/office/drawing/2014/main" id="{9AED0A8A-FF44-4685-9F74-A412DABFAB60}"/>
                  </a:ext>
                </a:extLst>
              </p:cNvPr>
              <p:cNvSpPr/>
              <p:nvPr/>
            </p:nvSpPr>
            <p:spPr bwMode="gray">
              <a:xfrm>
                <a:off x="10130192" y="2067335"/>
                <a:ext cx="747389" cy="289082"/>
              </a:xfrm>
              <a:prstGeom prst="triangle">
                <a:avLst/>
              </a:prstGeom>
              <a:solidFill>
                <a:srgbClr val="D0D0CE"/>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sp>
            <p:nvSpPr>
              <p:cNvPr id="66" name="Oval 65">
                <a:extLst>
                  <a:ext uri="{FF2B5EF4-FFF2-40B4-BE49-F238E27FC236}">
                    <a16:creationId xmlns:a16="http://schemas.microsoft.com/office/drawing/2014/main" id="{50E6A2C0-7996-4FEF-A4F7-868097A02E0A}"/>
                  </a:ext>
                </a:extLst>
              </p:cNvPr>
              <p:cNvSpPr/>
              <p:nvPr/>
            </p:nvSpPr>
            <p:spPr bwMode="gray">
              <a:xfrm rot="5400000">
                <a:off x="9883352" y="1714500"/>
                <a:ext cx="648736" cy="648736"/>
              </a:xfrm>
              <a:prstGeom prst="ellipse">
                <a:avLst/>
              </a:prstGeom>
              <a:solidFill>
                <a:srgbClr val="43B02A"/>
              </a:solidFill>
              <a:ln w="38100" algn="ctr">
                <a:solidFill>
                  <a:schemeClr val="bg1"/>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Verdana"/>
                  <a:ea typeface="+mn-ea"/>
                  <a:cs typeface="+mn-cs"/>
                </a:endParaRPr>
              </a:p>
            </p:txBody>
          </p:sp>
          <p:cxnSp>
            <p:nvCxnSpPr>
              <p:cNvPr id="67" name="Straight Connector 66">
                <a:extLst>
                  <a:ext uri="{FF2B5EF4-FFF2-40B4-BE49-F238E27FC236}">
                    <a16:creationId xmlns:a16="http://schemas.microsoft.com/office/drawing/2014/main" id="{3180037A-31D7-45D0-B5D9-9A2D26A05904}"/>
                  </a:ext>
                </a:extLst>
              </p:cNvPr>
              <p:cNvCxnSpPr/>
              <p:nvPr/>
            </p:nvCxnSpPr>
            <p:spPr>
              <a:xfrm>
                <a:off x="11679068" y="2981919"/>
                <a:ext cx="0" cy="3474720"/>
              </a:xfrm>
              <a:prstGeom prst="line">
                <a:avLst/>
              </a:prstGeom>
              <a:ln>
                <a:solidFill>
                  <a:srgbClr val="43B02A"/>
                </a:solidFill>
                <a:tailEnd type="oval"/>
              </a:ln>
            </p:spPr>
            <p:style>
              <a:lnRef idx="1">
                <a:schemeClr val="accent1"/>
              </a:lnRef>
              <a:fillRef idx="0">
                <a:schemeClr val="accent1"/>
              </a:fillRef>
              <a:effectRef idx="0">
                <a:schemeClr val="accent1"/>
              </a:effectRef>
              <a:fontRef idx="minor">
                <a:schemeClr val="tx1"/>
              </a:fontRef>
            </p:style>
          </p:cxnSp>
          <p:sp>
            <p:nvSpPr>
              <p:cNvPr id="68" name="Freeform 914">
                <a:extLst>
                  <a:ext uri="{FF2B5EF4-FFF2-40B4-BE49-F238E27FC236}">
                    <a16:creationId xmlns:a16="http://schemas.microsoft.com/office/drawing/2014/main" id="{D41FB484-2933-4D86-A6B3-1D70838F76DE}"/>
                  </a:ext>
                </a:extLst>
              </p:cNvPr>
              <p:cNvSpPr>
                <a:spLocks noEditPoints="1"/>
              </p:cNvSpPr>
              <p:nvPr/>
            </p:nvSpPr>
            <p:spPr bwMode="auto">
              <a:xfrm>
                <a:off x="9962227" y="1795675"/>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grpSp>
        <p:sp>
          <p:nvSpPr>
            <p:cNvPr id="44" name="Freeform 146">
              <a:extLst>
                <a:ext uri="{FF2B5EF4-FFF2-40B4-BE49-F238E27FC236}">
                  <a16:creationId xmlns:a16="http://schemas.microsoft.com/office/drawing/2014/main" id="{E51F35CD-5A77-42B7-9EF8-67B1DBB7CD4C}"/>
                </a:ext>
              </a:extLst>
            </p:cNvPr>
            <p:cNvSpPr>
              <a:spLocks noEditPoints="1"/>
            </p:cNvSpPr>
            <p:nvPr/>
          </p:nvSpPr>
          <p:spPr bwMode="auto">
            <a:xfrm>
              <a:off x="10117035" y="1673304"/>
              <a:ext cx="275818" cy="184841"/>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black"/>
                </a:solidFill>
                <a:effectLst/>
                <a:uLnTx/>
                <a:uFillTx/>
                <a:latin typeface="Verdana"/>
                <a:ea typeface="+mn-ea"/>
                <a:cs typeface="+mn-cs"/>
              </a:endParaRPr>
            </a:p>
          </p:txBody>
        </p:sp>
      </p:grpSp>
      <p:sp>
        <p:nvSpPr>
          <p:cNvPr id="71" name="Freeform 976">
            <a:extLst>
              <a:ext uri="{FF2B5EF4-FFF2-40B4-BE49-F238E27FC236}">
                <a16:creationId xmlns:a16="http://schemas.microsoft.com/office/drawing/2014/main" id="{13361E4E-F0EB-4C47-970D-643B64C6AC05}"/>
              </a:ext>
            </a:extLst>
          </p:cNvPr>
          <p:cNvSpPr>
            <a:spLocks noChangeAspect="1" noEditPoints="1"/>
          </p:cNvSpPr>
          <p:nvPr/>
        </p:nvSpPr>
        <p:spPr bwMode="auto">
          <a:xfrm>
            <a:off x="1201847" y="1263466"/>
            <a:ext cx="292609" cy="292608"/>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373 h 512"/>
              <a:gd name="T12" fmla="*/ 128 w 512"/>
              <a:gd name="T13" fmla="*/ 373 h 512"/>
              <a:gd name="T14" fmla="*/ 117 w 512"/>
              <a:gd name="T15" fmla="*/ 362 h 512"/>
              <a:gd name="T16" fmla="*/ 128 w 512"/>
              <a:gd name="T17" fmla="*/ 352 h 512"/>
              <a:gd name="T18" fmla="*/ 256 w 512"/>
              <a:gd name="T19" fmla="*/ 352 h 512"/>
              <a:gd name="T20" fmla="*/ 266 w 512"/>
              <a:gd name="T21" fmla="*/ 362 h 512"/>
              <a:gd name="T22" fmla="*/ 256 w 512"/>
              <a:gd name="T23" fmla="*/ 373 h 512"/>
              <a:gd name="T24" fmla="*/ 391 w 512"/>
              <a:gd name="T25" fmla="*/ 370 h 512"/>
              <a:gd name="T26" fmla="*/ 384 w 512"/>
              <a:gd name="T27" fmla="*/ 373 h 512"/>
              <a:gd name="T28" fmla="*/ 376 w 512"/>
              <a:gd name="T29" fmla="*/ 370 h 512"/>
              <a:gd name="T30" fmla="*/ 279 w 512"/>
              <a:gd name="T31" fmla="*/ 272 h 512"/>
              <a:gd name="T32" fmla="*/ 242 w 512"/>
              <a:gd name="T33" fmla="*/ 310 h 512"/>
              <a:gd name="T34" fmla="*/ 242 w 512"/>
              <a:gd name="T35" fmla="*/ 310 h 512"/>
              <a:gd name="T36" fmla="*/ 242 w 512"/>
              <a:gd name="T37" fmla="*/ 325 h 512"/>
              <a:gd name="T38" fmla="*/ 234 w 512"/>
              <a:gd name="T39" fmla="*/ 328 h 512"/>
              <a:gd name="T40" fmla="*/ 227 w 512"/>
              <a:gd name="T41" fmla="*/ 325 h 512"/>
              <a:gd name="T42" fmla="*/ 151 w 512"/>
              <a:gd name="T43" fmla="*/ 250 h 512"/>
              <a:gd name="T44" fmla="*/ 151 w 512"/>
              <a:gd name="T45" fmla="*/ 235 h 512"/>
              <a:gd name="T46" fmla="*/ 166 w 512"/>
              <a:gd name="T47" fmla="*/ 235 h 512"/>
              <a:gd name="T48" fmla="*/ 257 w 512"/>
              <a:gd name="T49" fmla="*/ 144 h 512"/>
              <a:gd name="T50" fmla="*/ 257 w 512"/>
              <a:gd name="T51" fmla="*/ 129 h 512"/>
              <a:gd name="T52" fmla="*/ 272 w 512"/>
              <a:gd name="T53" fmla="*/ 129 h 512"/>
              <a:gd name="T54" fmla="*/ 347 w 512"/>
              <a:gd name="T55" fmla="*/ 204 h 512"/>
              <a:gd name="T56" fmla="*/ 347 w 512"/>
              <a:gd name="T57" fmla="*/ 220 h 512"/>
              <a:gd name="T58" fmla="*/ 340 w 512"/>
              <a:gd name="T59" fmla="*/ 223 h 512"/>
              <a:gd name="T60" fmla="*/ 332 w 512"/>
              <a:gd name="T61" fmla="*/ 220 h 512"/>
              <a:gd name="T62" fmla="*/ 295 w 512"/>
              <a:gd name="T63" fmla="*/ 257 h 512"/>
              <a:gd name="T64" fmla="*/ 295 w 512"/>
              <a:gd name="T65" fmla="*/ 257 h 512"/>
              <a:gd name="T66" fmla="*/ 391 w 512"/>
              <a:gd name="T67" fmla="*/ 355 h 512"/>
              <a:gd name="T68" fmla="*/ 391 w 512"/>
              <a:gd name="T69" fmla="*/ 370 h 512"/>
              <a:gd name="T70" fmla="*/ 317 w 512"/>
              <a:gd name="T71" fmla="*/ 204 h 512"/>
              <a:gd name="T72" fmla="*/ 227 w 512"/>
              <a:gd name="T73" fmla="*/ 295 h 512"/>
              <a:gd name="T74" fmla="*/ 181 w 512"/>
              <a:gd name="T75" fmla="*/ 250 h 512"/>
              <a:gd name="T76" fmla="*/ 272 w 512"/>
              <a:gd name="T77" fmla="*/ 159 h 512"/>
              <a:gd name="T78" fmla="*/ 317 w 512"/>
              <a:gd name="T79" fmla="*/ 20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373"/>
                </a:moveTo>
                <a:cubicBezTo>
                  <a:pt x="128" y="373"/>
                  <a:pt x="128" y="373"/>
                  <a:pt x="128" y="373"/>
                </a:cubicBezTo>
                <a:cubicBezTo>
                  <a:pt x="122" y="373"/>
                  <a:pt x="117" y="368"/>
                  <a:pt x="117" y="362"/>
                </a:cubicBezTo>
                <a:cubicBezTo>
                  <a:pt x="117" y="356"/>
                  <a:pt x="122" y="352"/>
                  <a:pt x="128" y="352"/>
                </a:cubicBezTo>
                <a:cubicBezTo>
                  <a:pt x="256" y="352"/>
                  <a:pt x="256" y="352"/>
                  <a:pt x="256" y="352"/>
                </a:cubicBezTo>
                <a:cubicBezTo>
                  <a:pt x="262" y="352"/>
                  <a:pt x="266" y="356"/>
                  <a:pt x="266" y="362"/>
                </a:cubicBezTo>
                <a:cubicBezTo>
                  <a:pt x="266" y="368"/>
                  <a:pt x="262" y="373"/>
                  <a:pt x="256" y="373"/>
                </a:cubicBezTo>
                <a:close/>
                <a:moveTo>
                  <a:pt x="391" y="370"/>
                </a:moveTo>
                <a:cubicBezTo>
                  <a:pt x="389" y="372"/>
                  <a:pt x="386" y="373"/>
                  <a:pt x="384" y="373"/>
                </a:cubicBezTo>
                <a:cubicBezTo>
                  <a:pt x="381" y="373"/>
                  <a:pt x="378" y="372"/>
                  <a:pt x="376" y="370"/>
                </a:cubicBezTo>
                <a:cubicBezTo>
                  <a:pt x="279" y="272"/>
                  <a:pt x="279" y="272"/>
                  <a:pt x="279" y="272"/>
                </a:cubicBezTo>
                <a:cubicBezTo>
                  <a:pt x="242" y="310"/>
                  <a:pt x="242" y="310"/>
                  <a:pt x="242" y="310"/>
                </a:cubicBezTo>
                <a:cubicBezTo>
                  <a:pt x="242" y="310"/>
                  <a:pt x="242" y="310"/>
                  <a:pt x="242" y="310"/>
                </a:cubicBezTo>
                <a:cubicBezTo>
                  <a:pt x="246" y="314"/>
                  <a:pt x="246" y="321"/>
                  <a:pt x="242" y="325"/>
                </a:cubicBezTo>
                <a:cubicBezTo>
                  <a:pt x="240" y="327"/>
                  <a:pt x="237" y="328"/>
                  <a:pt x="234" y="328"/>
                </a:cubicBezTo>
                <a:cubicBezTo>
                  <a:pt x="231" y="328"/>
                  <a:pt x="229" y="327"/>
                  <a:pt x="227" y="325"/>
                </a:cubicBezTo>
                <a:cubicBezTo>
                  <a:pt x="151" y="250"/>
                  <a:pt x="151" y="250"/>
                  <a:pt x="151" y="250"/>
                </a:cubicBezTo>
                <a:cubicBezTo>
                  <a:pt x="147" y="246"/>
                  <a:pt x="147" y="239"/>
                  <a:pt x="151" y="235"/>
                </a:cubicBezTo>
                <a:cubicBezTo>
                  <a:pt x="155" y="230"/>
                  <a:pt x="162" y="230"/>
                  <a:pt x="166" y="235"/>
                </a:cubicBezTo>
                <a:cubicBezTo>
                  <a:pt x="257" y="144"/>
                  <a:pt x="257" y="144"/>
                  <a:pt x="257" y="144"/>
                </a:cubicBezTo>
                <a:cubicBezTo>
                  <a:pt x="253" y="140"/>
                  <a:pt x="253" y="133"/>
                  <a:pt x="257" y="129"/>
                </a:cubicBezTo>
                <a:cubicBezTo>
                  <a:pt x="261" y="125"/>
                  <a:pt x="268" y="125"/>
                  <a:pt x="272" y="129"/>
                </a:cubicBezTo>
                <a:cubicBezTo>
                  <a:pt x="347" y="204"/>
                  <a:pt x="347" y="204"/>
                  <a:pt x="347" y="204"/>
                </a:cubicBezTo>
                <a:cubicBezTo>
                  <a:pt x="352" y="209"/>
                  <a:pt x="352" y="215"/>
                  <a:pt x="347" y="220"/>
                </a:cubicBezTo>
                <a:cubicBezTo>
                  <a:pt x="345" y="222"/>
                  <a:pt x="343" y="223"/>
                  <a:pt x="340" y="223"/>
                </a:cubicBezTo>
                <a:cubicBezTo>
                  <a:pt x="337" y="223"/>
                  <a:pt x="334" y="222"/>
                  <a:pt x="332" y="220"/>
                </a:cubicBezTo>
                <a:cubicBezTo>
                  <a:pt x="295" y="257"/>
                  <a:pt x="295" y="257"/>
                  <a:pt x="295" y="257"/>
                </a:cubicBezTo>
                <a:cubicBezTo>
                  <a:pt x="295" y="257"/>
                  <a:pt x="295" y="257"/>
                  <a:pt x="295" y="257"/>
                </a:cubicBezTo>
                <a:cubicBezTo>
                  <a:pt x="391" y="355"/>
                  <a:pt x="391" y="355"/>
                  <a:pt x="391" y="355"/>
                </a:cubicBezTo>
                <a:cubicBezTo>
                  <a:pt x="395" y="359"/>
                  <a:pt x="395" y="366"/>
                  <a:pt x="391" y="370"/>
                </a:cubicBezTo>
                <a:close/>
                <a:moveTo>
                  <a:pt x="317" y="204"/>
                </a:moveTo>
                <a:cubicBezTo>
                  <a:pt x="227" y="295"/>
                  <a:pt x="227" y="295"/>
                  <a:pt x="227" y="295"/>
                </a:cubicBezTo>
                <a:cubicBezTo>
                  <a:pt x="181" y="250"/>
                  <a:pt x="181" y="250"/>
                  <a:pt x="181" y="250"/>
                </a:cubicBezTo>
                <a:cubicBezTo>
                  <a:pt x="272" y="159"/>
                  <a:pt x="272" y="159"/>
                  <a:pt x="272" y="159"/>
                </a:cubicBezTo>
                <a:lnTo>
                  <a:pt x="317" y="204"/>
                </a:lnTo>
                <a:close/>
              </a:path>
            </a:pathLst>
          </a:cu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72" name="Freeform 315">
            <a:extLst>
              <a:ext uri="{FF2B5EF4-FFF2-40B4-BE49-F238E27FC236}">
                <a16:creationId xmlns:a16="http://schemas.microsoft.com/office/drawing/2014/main" id="{191B2386-D82F-42DD-9BA5-8D90815CE178}"/>
              </a:ext>
            </a:extLst>
          </p:cNvPr>
          <p:cNvSpPr>
            <a:spLocks noEditPoints="1"/>
          </p:cNvSpPr>
          <p:nvPr/>
        </p:nvSpPr>
        <p:spPr bwMode="auto">
          <a:xfrm>
            <a:off x="7182046" y="1283437"/>
            <a:ext cx="256032" cy="256032"/>
          </a:xfrm>
          <a:custGeom>
            <a:avLst/>
            <a:gdLst>
              <a:gd name="T0" fmla="*/ 267 w 277"/>
              <a:gd name="T1" fmla="*/ 32 h 288"/>
              <a:gd name="T2" fmla="*/ 224 w 277"/>
              <a:gd name="T3" fmla="*/ 32 h 288"/>
              <a:gd name="T4" fmla="*/ 224 w 277"/>
              <a:gd name="T5" fmla="*/ 11 h 288"/>
              <a:gd name="T6" fmla="*/ 213 w 277"/>
              <a:gd name="T7" fmla="*/ 0 h 288"/>
              <a:gd name="T8" fmla="*/ 64 w 277"/>
              <a:gd name="T9" fmla="*/ 0 h 288"/>
              <a:gd name="T10" fmla="*/ 53 w 277"/>
              <a:gd name="T11" fmla="*/ 11 h 288"/>
              <a:gd name="T12" fmla="*/ 53 w 277"/>
              <a:gd name="T13" fmla="*/ 32 h 288"/>
              <a:gd name="T14" fmla="*/ 11 w 277"/>
              <a:gd name="T15" fmla="*/ 32 h 288"/>
              <a:gd name="T16" fmla="*/ 0 w 277"/>
              <a:gd name="T17" fmla="*/ 43 h 288"/>
              <a:gd name="T18" fmla="*/ 0 w 277"/>
              <a:gd name="T19" fmla="*/ 278 h 288"/>
              <a:gd name="T20" fmla="*/ 11 w 277"/>
              <a:gd name="T21" fmla="*/ 288 h 288"/>
              <a:gd name="T22" fmla="*/ 267 w 277"/>
              <a:gd name="T23" fmla="*/ 288 h 288"/>
              <a:gd name="T24" fmla="*/ 277 w 277"/>
              <a:gd name="T25" fmla="*/ 278 h 288"/>
              <a:gd name="T26" fmla="*/ 277 w 277"/>
              <a:gd name="T27" fmla="*/ 43 h 288"/>
              <a:gd name="T28" fmla="*/ 267 w 277"/>
              <a:gd name="T29" fmla="*/ 32 h 288"/>
              <a:gd name="T30" fmla="*/ 75 w 277"/>
              <a:gd name="T31" fmla="*/ 22 h 288"/>
              <a:gd name="T32" fmla="*/ 203 w 277"/>
              <a:gd name="T33" fmla="*/ 22 h 288"/>
              <a:gd name="T34" fmla="*/ 203 w 277"/>
              <a:gd name="T35" fmla="*/ 105 h 288"/>
              <a:gd name="T36" fmla="*/ 138 w 277"/>
              <a:gd name="T37" fmla="*/ 139 h 288"/>
              <a:gd name="T38" fmla="*/ 75 w 277"/>
              <a:gd name="T39" fmla="*/ 105 h 288"/>
              <a:gd name="T40" fmla="*/ 75 w 277"/>
              <a:gd name="T41" fmla="*/ 22 h 288"/>
              <a:gd name="T42" fmla="*/ 256 w 277"/>
              <a:gd name="T43" fmla="*/ 267 h 288"/>
              <a:gd name="T44" fmla="*/ 21 w 277"/>
              <a:gd name="T45" fmla="*/ 267 h 288"/>
              <a:gd name="T46" fmla="*/ 21 w 277"/>
              <a:gd name="T47" fmla="*/ 54 h 288"/>
              <a:gd name="T48" fmla="*/ 53 w 277"/>
              <a:gd name="T49" fmla="*/ 54 h 288"/>
              <a:gd name="T50" fmla="*/ 53 w 277"/>
              <a:gd name="T51" fmla="*/ 107 h 288"/>
              <a:gd name="T52" fmla="*/ 54 w 277"/>
              <a:gd name="T53" fmla="*/ 111 h 288"/>
              <a:gd name="T54" fmla="*/ 138 w 277"/>
              <a:gd name="T55" fmla="*/ 160 h 288"/>
              <a:gd name="T56" fmla="*/ 223 w 277"/>
              <a:gd name="T57" fmla="*/ 111 h 288"/>
              <a:gd name="T58" fmla="*/ 224 w 277"/>
              <a:gd name="T59" fmla="*/ 107 h 288"/>
              <a:gd name="T60" fmla="*/ 224 w 277"/>
              <a:gd name="T61" fmla="*/ 54 h 288"/>
              <a:gd name="T62" fmla="*/ 256 w 277"/>
              <a:gd name="T63" fmla="*/ 54 h 288"/>
              <a:gd name="T64" fmla="*/ 256 w 277"/>
              <a:gd name="T65" fmla="*/ 267 h 288"/>
              <a:gd name="T66" fmla="*/ 99 w 277"/>
              <a:gd name="T67" fmla="*/ 83 h 288"/>
              <a:gd name="T68" fmla="*/ 99 w 277"/>
              <a:gd name="T69" fmla="*/ 67 h 288"/>
              <a:gd name="T70" fmla="*/ 114 w 277"/>
              <a:gd name="T71" fmla="*/ 67 h 288"/>
              <a:gd name="T72" fmla="*/ 128 w 277"/>
              <a:gd name="T73" fmla="*/ 81 h 288"/>
              <a:gd name="T74" fmla="*/ 128 w 277"/>
              <a:gd name="T75" fmla="*/ 54 h 288"/>
              <a:gd name="T76" fmla="*/ 139 w 277"/>
              <a:gd name="T77" fmla="*/ 43 h 288"/>
              <a:gd name="T78" fmla="*/ 149 w 277"/>
              <a:gd name="T79" fmla="*/ 54 h 288"/>
              <a:gd name="T80" fmla="*/ 149 w 277"/>
              <a:gd name="T81" fmla="*/ 81 h 288"/>
              <a:gd name="T82" fmla="*/ 163 w 277"/>
              <a:gd name="T83" fmla="*/ 67 h 288"/>
              <a:gd name="T84" fmla="*/ 178 w 277"/>
              <a:gd name="T85" fmla="*/ 67 h 288"/>
              <a:gd name="T86" fmla="*/ 178 w 277"/>
              <a:gd name="T87" fmla="*/ 83 h 288"/>
              <a:gd name="T88" fmla="*/ 146 w 277"/>
              <a:gd name="T89" fmla="*/ 115 h 288"/>
              <a:gd name="T90" fmla="*/ 139 w 277"/>
              <a:gd name="T91" fmla="*/ 118 h 288"/>
              <a:gd name="T92" fmla="*/ 131 w 277"/>
              <a:gd name="T93" fmla="*/ 115 h 288"/>
              <a:gd name="T94" fmla="*/ 99 w 277"/>
              <a:gd name="T95" fmla="*/ 83 h 288"/>
              <a:gd name="T96" fmla="*/ 235 w 277"/>
              <a:gd name="T97" fmla="*/ 192 h 288"/>
              <a:gd name="T98" fmla="*/ 224 w 277"/>
              <a:gd name="T99" fmla="*/ 203 h 288"/>
              <a:gd name="T100" fmla="*/ 53 w 277"/>
              <a:gd name="T101" fmla="*/ 203 h 288"/>
              <a:gd name="T102" fmla="*/ 43 w 277"/>
              <a:gd name="T103" fmla="*/ 192 h 288"/>
              <a:gd name="T104" fmla="*/ 53 w 277"/>
              <a:gd name="T105" fmla="*/ 182 h 288"/>
              <a:gd name="T106" fmla="*/ 224 w 277"/>
              <a:gd name="T107" fmla="*/ 182 h 288"/>
              <a:gd name="T108" fmla="*/ 235 w 277"/>
              <a:gd name="T109" fmla="*/ 192 h 288"/>
              <a:gd name="T110" fmla="*/ 235 w 277"/>
              <a:gd name="T111" fmla="*/ 235 h 288"/>
              <a:gd name="T112" fmla="*/ 224 w 277"/>
              <a:gd name="T113" fmla="*/ 246 h 288"/>
              <a:gd name="T114" fmla="*/ 53 w 277"/>
              <a:gd name="T115" fmla="*/ 246 h 288"/>
              <a:gd name="T116" fmla="*/ 43 w 277"/>
              <a:gd name="T117" fmla="*/ 235 h 288"/>
              <a:gd name="T118" fmla="*/ 53 w 277"/>
              <a:gd name="T119" fmla="*/ 224 h 288"/>
              <a:gd name="T120" fmla="*/ 224 w 277"/>
              <a:gd name="T121" fmla="*/ 224 h 288"/>
              <a:gd name="T122" fmla="*/ 235 w 277"/>
              <a:gd name="T123" fmla="*/ 23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7" h="288">
                <a:moveTo>
                  <a:pt x="267" y="32"/>
                </a:moveTo>
                <a:cubicBezTo>
                  <a:pt x="224" y="32"/>
                  <a:pt x="224" y="32"/>
                  <a:pt x="224" y="32"/>
                </a:cubicBezTo>
                <a:cubicBezTo>
                  <a:pt x="224" y="11"/>
                  <a:pt x="224" y="11"/>
                  <a:pt x="224" y="11"/>
                </a:cubicBezTo>
                <a:cubicBezTo>
                  <a:pt x="224" y="5"/>
                  <a:pt x="219" y="0"/>
                  <a:pt x="213" y="0"/>
                </a:cubicBezTo>
                <a:cubicBezTo>
                  <a:pt x="64" y="0"/>
                  <a:pt x="64" y="0"/>
                  <a:pt x="64" y="0"/>
                </a:cubicBezTo>
                <a:cubicBezTo>
                  <a:pt x="58" y="0"/>
                  <a:pt x="53" y="5"/>
                  <a:pt x="53" y="11"/>
                </a:cubicBezTo>
                <a:cubicBezTo>
                  <a:pt x="53" y="32"/>
                  <a:pt x="53" y="32"/>
                  <a:pt x="53" y="32"/>
                </a:cubicBezTo>
                <a:cubicBezTo>
                  <a:pt x="11" y="32"/>
                  <a:pt x="11" y="32"/>
                  <a:pt x="11" y="32"/>
                </a:cubicBezTo>
                <a:cubicBezTo>
                  <a:pt x="5" y="32"/>
                  <a:pt x="0" y="37"/>
                  <a:pt x="0" y="43"/>
                </a:cubicBezTo>
                <a:cubicBezTo>
                  <a:pt x="0" y="278"/>
                  <a:pt x="0" y="278"/>
                  <a:pt x="0" y="278"/>
                </a:cubicBezTo>
                <a:cubicBezTo>
                  <a:pt x="0" y="284"/>
                  <a:pt x="5" y="288"/>
                  <a:pt x="11" y="288"/>
                </a:cubicBezTo>
                <a:cubicBezTo>
                  <a:pt x="267" y="288"/>
                  <a:pt x="267" y="288"/>
                  <a:pt x="267" y="288"/>
                </a:cubicBezTo>
                <a:cubicBezTo>
                  <a:pt x="273" y="288"/>
                  <a:pt x="277" y="284"/>
                  <a:pt x="277" y="278"/>
                </a:cubicBezTo>
                <a:cubicBezTo>
                  <a:pt x="277" y="43"/>
                  <a:pt x="277" y="43"/>
                  <a:pt x="277" y="43"/>
                </a:cubicBezTo>
                <a:cubicBezTo>
                  <a:pt x="277" y="37"/>
                  <a:pt x="273" y="32"/>
                  <a:pt x="267" y="32"/>
                </a:cubicBezTo>
                <a:close/>
                <a:moveTo>
                  <a:pt x="75" y="22"/>
                </a:moveTo>
                <a:cubicBezTo>
                  <a:pt x="203" y="22"/>
                  <a:pt x="203" y="22"/>
                  <a:pt x="203" y="22"/>
                </a:cubicBezTo>
                <a:cubicBezTo>
                  <a:pt x="203" y="105"/>
                  <a:pt x="203" y="105"/>
                  <a:pt x="203" y="105"/>
                </a:cubicBezTo>
                <a:cubicBezTo>
                  <a:pt x="192" y="125"/>
                  <a:pt x="166" y="139"/>
                  <a:pt x="138" y="139"/>
                </a:cubicBezTo>
                <a:cubicBezTo>
                  <a:pt x="106" y="139"/>
                  <a:pt x="84" y="122"/>
                  <a:pt x="75" y="105"/>
                </a:cubicBezTo>
                <a:lnTo>
                  <a:pt x="75" y="22"/>
                </a:lnTo>
                <a:close/>
                <a:moveTo>
                  <a:pt x="256" y="267"/>
                </a:moveTo>
                <a:cubicBezTo>
                  <a:pt x="21" y="267"/>
                  <a:pt x="21" y="267"/>
                  <a:pt x="21" y="267"/>
                </a:cubicBezTo>
                <a:cubicBezTo>
                  <a:pt x="21" y="54"/>
                  <a:pt x="21" y="54"/>
                  <a:pt x="21" y="54"/>
                </a:cubicBezTo>
                <a:cubicBezTo>
                  <a:pt x="53" y="54"/>
                  <a:pt x="53" y="54"/>
                  <a:pt x="53" y="54"/>
                </a:cubicBezTo>
                <a:cubicBezTo>
                  <a:pt x="53" y="107"/>
                  <a:pt x="53" y="107"/>
                  <a:pt x="53" y="107"/>
                </a:cubicBezTo>
                <a:cubicBezTo>
                  <a:pt x="53" y="109"/>
                  <a:pt x="54" y="110"/>
                  <a:pt x="54" y="111"/>
                </a:cubicBezTo>
                <a:cubicBezTo>
                  <a:pt x="68" y="141"/>
                  <a:pt x="101" y="160"/>
                  <a:pt x="138" y="160"/>
                </a:cubicBezTo>
                <a:cubicBezTo>
                  <a:pt x="176" y="160"/>
                  <a:pt x="210" y="141"/>
                  <a:pt x="223" y="111"/>
                </a:cubicBezTo>
                <a:cubicBezTo>
                  <a:pt x="224" y="110"/>
                  <a:pt x="224" y="109"/>
                  <a:pt x="224" y="107"/>
                </a:cubicBezTo>
                <a:cubicBezTo>
                  <a:pt x="224" y="54"/>
                  <a:pt x="224" y="54"/>
                  <a:pt x="224" y="54"/>
                </a:cubicBezTo>
                <a:cubicBezTo>
                  <a:pt x="256" y="54"/>
                  <a:pt x="256" y="54"/>
                  <a:pt x="256" y="54"/>
                </a:cubicBezTo>
                <a:lnTo>
                  <a:pt x="256" y="267"/>
                </a:lnTo>
                <a:close/>
                <a:moveTo>
                  <a:pt x="99" y="83"/>
                </a:moveTo>
                <a:cubicBezTo>
                  <a:pt x="95" y="78"/>
                  <a:pt x="95" y="72"/>
                  <a:pt x="99" y="67"/>
                </a:cubicBezTo>
                <a:cubicBezTo>
                  <a:pt x="103" y="63"/>
                  <a:pt x="110" y="63"/>
                  <a:pt x="114" y="67"/>
                </a:cubicBezTo>
                <a:cubicBezTo>
                  <a:pt x="128" y="81"/>
                  <a:pt x="128" y="81"/>
                  <a:pt x="128" y="81"/>
                </a:cubicBezTo>
                <a:cubicBezTo>
                  <a:pt x="128" y="54"/>
                  <a:pt x="128" y="54"/>
                  <a:pt x="128" y="54"/>
                </a:cubicBezTo>
                <a:cubicBezTo>
                  <a:pt x="128" y="48"/>
                  <a:pt x="133" y="43"/>
                  <a:pt x="139" y="43"/>
                </a:cubicBezTo>
                <a:cubicBezTo>
                  <a:pt x="145" y="43"/>
                  <a:pt x="149" y="48"/>
                  <a:pt x="149" y="54"/>
                </a:cubicBezTo>
                <a:cubicBezTo>
                  <a:pt x="149" y="81"/>
                  <a:pt x="149" y="81"/>
                  <a:pt x="149" y="81"/>
                </a:cubicBezTo>
                <a:cubicBezTo>
                  <a:pt x="163" y="67"/>
                  <a:pt x="163" y="67"/>
                  <a:pt x="163" y="67"/>
                </a:cubicBezTo>
                <a:cubicBezTo>
                  <a:pt x="167" y="63"/>
                  <a:pt x="174" y="63"/>
                  <a:pt x="178" y="67"/>
                </a:cubicBezTo>
                <a:cubicBezTo>
                  <a:pt x="182" y="72"/>
                  <a:pt x="182" y="78"/>
                  <a:pt x="178" y="83"/>
                </a:cubicBezTo>
                <a:cubicBezTo>
                  <a:pt x="146" y="115"/>
                  <a:pt x="146" y="115"/>
                  <a:pt x="146" y="115"/>
                </a:cubicBezTo>
                <a:cubicBezTo>
                  <a:pt x="144" y="117"/>
                  <a:pt x="141" y="118"/>
                  <a:pt x="139" y="118"/>
                </a:cubicBezTo>
                <a:cubicBezTo>
                  <a:pt x="136" y="118"/>
                  <a:pt x="133" y="117"/>
                  <a:pt x="131" y="115"/>
                </a:cubicBezTo>
                <a:lnTo>
                  <a:pt x="99" y="83"/>
                </a:lnTo>
                <a:close/>
                <a:moveTo>
                  <a:pt x="235" y="192"/>
                </a:moveTo>
                <a:cubicBezTo>
                  <a:pt x="235" y="198"/>
                  <a:pt x="230" y="203"/>
                  <a:pt x="224" y="203"/>
                </a:cubicBezTo>
                <a:cubicBezTo>
                  <a:pt x="53" y="203"/>
                  <a:pt x="53" y="203"/>
                  <a:pt x="53" y="203"/>
                </a:cubicBezTo>
                <a:cubicBezTo>
                  <a:pt x="47" y="203"/>
                  <a:pt x="43" y="198"/>
                  <a:pt x="43" y="192"/>
                </a:cubicBezTo>
                <a:cubicBezTo>
                  <a:pt x="43" y="186"/>
                  <a:pt x="47" y="182"/>
                  <a:pt x="53" y="182"/>
                </a:cubicBezTo>
                <a:cubicBezTo>
                  <a:pt x="224" y="182"/>
                  <a:pt x="224" y="182"/>
                  <a:pt x="224" y="182"/>
                </a:cubicBezTo>
                <a:cubicBezTo>
                  <a:pt x="230" y="182"/>
                  <a:pt x="235" y="186"/>
                  <a:pt x="235" y="192"/>
                </a:cubicBezTo>
                <a:close/>
                <a:moveTo>
                  <a:pt x="235" y="235"/>
                </a:moveTo>
                <a:cubicBezTo>
                  <a:pt x="235" y="241"/>
                  <a:pt x="230" y="246"/>
                  <a:pt x="224" y="246"/>
                </a:cubicBezTo>
                <a:cubicBezTo>
                  <a:pt x="53" y="246"/>
                  <a:pt x="53" y="246"/>
                  <a:pt x="53" y="246"/>
                </a:cubicBezTo>
                <a:cubicBezTo>
                  <a:pt x="47" y="246"/>
                  <a:pt x="43" y="241"/>
                  <a:pt x="43" y="235"/>
                </a:cubicBezTo>
                <a:cubicBezTo>
                  <a:pt x="43" y="229"/>
                  <a:pt x="47" y="224"/>
                  <a:pt x="53" y="224"/>
                </a:cubicBezTo>
                <a:cubicBezTo>
                  <a:pt x="224" y="224"/>
                  <a:pt x="224" y="224"/>
                  <a:pt x="224" y="224"/>
                </a:cubicBezTo>
                <a:cubicBezTo>
                  <a:pt x="230" y="224"/>
                  <a:pt x="235" y="229"/>
                  <a:pt x="235" y="235"/>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73" name="Rectangle 72">
            <a:extLst>
              <a:ext uri="{FF2B5EF4-FFF2-40B4-BE49-F238E27FC236}">
                <a16:creationId xmlns:a16="http://schemas.microsoft.com/office/drawing/2014/main" id="{F98B5386-9A8F-4476-B780-CAEDAC00C366}"/>
              </a:ext>
            </a:extLst>
          </p:cNvPr>
          <p:cNvSpPr/>
          <p:nvPr/>
        </p:nvSpPr>
        <p:spPr>
          <a:xfrm>
            <a:off x="516583" y="6214003"/>
            <a:ext cx="11252199" cy="334103"/>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GB" sz="1200" b="1">
                <a:solidFill>
                  <a:prstClr val="white"/>
                </a:solidFill>
                <a:latin typeface="Verdana"/>
              </a:rPr>
              <a:t> &lt; &lt; Deloitte has established PMU at RUMSL/MPUVNL ,Madhya Pradesh offering similar support &gt; &gt;</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graphicFrame>
        <p:nvGraphicFramePr>
          <p:cNvPr id="74" name="Table 4">
            <a:extLst>
              <a:ext uri="{FF2B5EF4-FFF2-40B4-BE49-F238E27FC236}">
                <a16:creationId xmlns:a16="http://schemas.microsoft.com/office/drawing/2014/main" id="{623F63AF-60D9-4AFD-AB4A-ECBD6E553E4D}"/>
              </a:ext>
            </a:extLst>
          </p:cNvPr>
          <p:cNvGraphicFramePr>
            <a:graphicFrameLocks noGrp="1"/>
          </p:cNvGraphicFramePr>
          <p:nvPr>
            <p:extLst>
              <p:ext uri="{D42A27DB-BD31-4B8C-83A1-F6EECF244321}">
                <p14:modId xmlns:p14="http://schemas.microsoft.com/office/powerpoint/2010/main" val="3391846412"/>
              </p:ext>
            </p:extLst>
          </p:nvPr>
        </p:nvGraphicFramePr>
        <p:xfrm>
          <a:off x="7567127"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rgbClr val="3C8A2E"/>
                    </a:solidFill>
                  </a:tcPr>
                </a:tc>
                <a:tc>
                  <a:txBody>
                    <a:bodyPr/>
                    <a:lstStyle/>
                    <a:p>
                      <a:pPr algn="ctr"/>
                      <a:r>
                        <a:rPr lang="en-US" sz="900" dirty="0"/>
                        <a:t>Techno-Commercial</a:t>
                      </a:r>
                    </a:p>
                  </a:txBody>
                  <a:tcPr>
                    <a:solidFill>
                      <a:schemeClr val="bg1">
                        <a:lumMod val="75000"/>
                      </a:schemeClr>
                    </a:solidFill>
                  </a:tcPr>
                </a:tc>
                <a:tc>
                  <a:txBody>
                    <a:bodyPr/>
                    <a:lstStyle/>
                    <a:p>
                      <a:pPr algn="ctr"/>
                      <a:r>
                        <a:rPr lang="en-US" sz="900" dirty="0"/>
                        <a:t>Program Management</a:t>
                      </a:r>
                    </a:p>
                  </a:txBody>
                  <a:tcPr>
                    <a:solidFill>
                      <a:schemeClr val="bg1">
                        <a:lumMod val="75000"/>
                      </a:schemeClr>
                    </a:solidFill>
                  </a:tcPr>
                </a:tc>
                <a:tc>
                  <a:txBody>
                    <a:bodyPr/>
                    <a:lstStyle/>
                    <a:p>
                      <a:pPr algn="ctr"/>
                      <a:r>
                        <a:rPr lang="en-US" sz="900" dirty="0"/>
                        <a:t>Monitoring</a:t>
                      </a:r>
                    </a:p>
                  </a:txBody>
                  <a:tcPr>
                    <a:solidFill>
                      <a:schemeClr val="bg1">
                        <a:lumMod val="75000"/>
                      </a:schemeClr>
                    </a:solidFill>
                  </a:tcPr>
                </a:tc>
                <a:extLst>
                  <a:ext uri="{0D108BD9-81ED-4DB2-BD59-A6C34878D82A}">
                    <a16:rowId xmlns:a16="http://schemas.microsoft.com/office/drawing/2014/main" val="1296243468"/>
                  </a:ext>
                </a:extLst>
              </a:tr>
            </a:tbl>
          </a:graphicData>
        </a:graphic>
      </p:graphicFrame>
    </p:spTree>
    <p:extLst>
      <p:ext uri="{BB962C8B-B14F-4D97-AF65-F5344CB8AC3E}">
        <p14:creationId xmlns:p14="http://schemas.microsoft.com/office/powerpoint/2010/main" val="202127675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 name="Table 4">
            <a:extLst>
              <a:ext uri="{FF2B5EF4-FFF2-40B4-BE49-F238E27FC236}">
                <a16:creationId xmlns:a16="http://schemas.microsoft.com/office/drawing/2014/main" id="{8F492B4B-754E-47EA-9DC7-ADAFCB5A60C0}"/>
              </a:ext>
            </a:extLst>
          </p:cNvPr>
          <p:cNvGraphicFramePr>
            <a:graphicFrameLocks noGrp="1"/>
          </p:cNvGraphicFramePr>
          <p:nvPr>
            <p:extLst>
              <p:ext uri="{D42A27DB-BD31-4B8C-83A1-F6EECF244321}">
                <p14:modId xmlns:p14="http://schemas.microsoft.com/office/powerpoint/2010/main" val="2464760182"/>
              </p:ext>
            </p:extLst>
          </p:nvPr>
        </p:nvGraphicFramePr>
        <p:xfrm>
          <a:off x="7573862"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chemeClr val="bg1">
                        <a:lumMod val="75000"/>
                      </a:schemeClr>
                    </a:solidFill>
                  </a:tcPr>
                </a:tc>
                <a:tc>
                  <a:txBody>
                    <a:bodyPr/>
                    <a:lstStyle/>
                    <a:p>
                      <a:pPr algn="ctr"/>
                      <a:r>
                        <a:rPr lang="en-US" sz="900" dirty="0"/>
                        <a:t>Techno-Commercial </a:t>
                      </a:r>
                    </a:p>
                  </a:txBody>
                  <a:tcPr>
                    <a:solidFill>
                      <a:srgbClr val="3C8A2E"/>
                    </a:solidFill>
                  </a:tcPr>
                </a:tc>
                <a:tc>
                  <a:txBody>
                    <a:bodyPr/>
                    <a:lstStyle/>
                    <a:p>
                      <a:pPr algn="ctr"/>
                      <a:r>
                        <a:rPr lang="en-US" sz="900" dirty="0"/>
                        <a:t>Program Management</a:t>
                      </a:r>
                    </a:p>
                  </a:txBody>
                  <a:tcPr>
                    <a:solidFill>
                      <a:schemeClr val="bg1">
                        <a:lumMod val="75000"/>
                      </a:schemeClr>
                    </a:solidFill>
                  </a:tcPr>
                </a:tc>
                <a:tc>
                  <a:txBody>
                    <a:bodyPr/>
                    <a:lstStyle/>
                    <a:p>
                      <a:pPr algn="ctr"/>
                      <a:r>
                        <a:rPr lang="en-US" sz="900" dirty="0"/>
                        <a:t>Monitoring</a:t>
                      </a:r>
                    </a:p>
                  </a:txBody>
                  <a:tcPr>
                    <a:solidFill>
                      <a:schemeClr val="bg1">
                        <a:lumMod val="75000"/>
                      </a:schemeClr>
                    </a:solidFill>
                  </a:tcPr>
                </a:tc>
                <a:extLst>
                  <a:ext uri="{0D108BD9-81ED-4DB2-BD59-A6C34878D82A}">
                    <a16:rowId xmlns:a16="http://schemas.microsoft.com/office/drawing/2014/main" val="1296243468"/>
                  </a:ext>
                </a:extLst>
              </a:tr>
            </a:tbl>
          </a:graphicData>
        </a:graphic>
      </p:graphicFrame>
      <p:sp>
        <p:nvSpPr>
          <p:cNvPr id="247" name="TextBox 246">
            <a:extLst>
              <a:ext uri="{FF2B5EF4-FFF2-40B4-BE49-F238E27FC236}">
                <a16:creationId xmlns:a16="http://schemas.microsoft.com/office/drawing/2014/main" id="{6B770ECC-C28A-446F-AD61-A07820D468B6}"/>
              </a:ext>
            </a:extLst>
          </p:cNvPr>
          <p:cNvSpPr txBox="1"/>
          <p:nvPr/>
        </p:nvSpPr>
        <p:spPr>
          <a:xfrm>
            <a:off x="486816" y="577527"/>
            <a:ext cx="11279199" cy="400110"/>
          </a:xfrm>
          <a:prstGeom prst="rect">
            <a:avLst/>
          </a:prstGeom>
          <a:noFill/>
        </p:spPr>
        <p:txBody>
          <a:bodyPr wrap="square">
            <a:spAutoFit/>
          </a:body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ysClr val="windowText" lastClr="000000"/>
                </a:solidFill>
                <a:effectLst/>
                <a:uLnTx/>
                <a:uFillTx/>
                <a:latin typeface="Verdana"/>
                <a:ea typeface="+mj-ea"/>
                <a:cs typeface="+mj-cs"/>
              </a:rPr>
              <a:t>Assessing Renewable Energy Projects and Supporting Implementation</a:t>
            </a:r>
          </a:p>
        </p:txBody>
      </p:sp>
      <p:sp>
        <p:nvSpPr>
          <p:cNvPr id="250" name="Freeform: Shape 249">
            <a:extLst>
              <a:ext uri="{FF2B5EF4-FFF2-40B4-BE49-F238E27FC236}">
                <a16:creationId xmlns:a16="http://schemas.microsoft.com/office/drawing/2014/main" id="{E59D43C9-E84B-470B-B776-AF6FCB3334CE}"/>
              </a:ext>
            </a:extLst>
          </p:cNvPr>
          <p:cNvSpPr/>
          <p:nvPr/>
        </p:nvSpPr>
        <p:spPr>
          <a:xfrm>
            <a:off x="548667" y="1519360"/>
            <a:ext cx="5181969" cy="2358577"/>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257" name="Freeform: Shape 256">
            <a:extLst>
              <a:ext uri="{FF2B5EF4-FFF2-40B4-BE49-F238E27FC236}">
                <a16:creationId xmlns:a16="http://schemas.microsoft.com/office/drawing/2014/main" id="{13DE5E5F-9A9A-4EA8-BCB5-306192E9F3E1}"/>
              </a:ext>
            </a:extLst>
          </p:cNvPr>
          <p:cNvSpPr/>
          <p:nvPr/>
        </p:nvSpPr>
        <p:spPr>
          <a:xfrm>
            <a:off x="807766" y="1319305"/>
            <a:ext cx="4649382" cy="40011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a:ea typeface="+mn-ea"/>
                <a:cs typeface="+mn-cs"/>
              </a:rPr>
              <a:t>Appraisal and evaluation survey of RE Projects</a:t>
            </a:r>
          </a:p>
        </p:txBody>
      </p:sp>
      <p:sp>
        <p:nvSpPr>
          <p:cNvPr id="261" name="TextBox 260">
            <a:extLst>
              <a:ext uri="{FF2B5EF4-FFF2-40B4-BE49-F238E27FC236}">
                <a16:creationId xmlns:a16="http://schemas.microsoft.com/office/drawing/2014/main" id="{6F56F59E-EE89-49CC-A472-CF11F2D7DAFA}"/>
              </a:ext>
            </a:extLst>
          </p:cNvPr>
          <p:cNvSpPr txBox="1"/>
          <p:nvPr/>
        </p:nvSpPr>
        <p:spPr>
          <a:xfrm>
            <a:off x="670484" y="1733225"/>
            <a:ext cx="4923975" cy="2123658"/>
          </a:xfrm>
          <a:prstGeom prst="rect">
            <a:avLst/>
          </a:prstGeom>
          <a:noFill/>
        </p:spPr>
        <p:txBody>
          <a:bodyPr wrap="square">
            <a:spAutoFit/>
          </a:bodyPr>
          <a:lstStyle/>
          <a:p>
            <a:pPr marL="166688" indent="-166688">
              <a:buFont typeface="Arial" panose="020B0604020202020204" pitchFamily="34" charset="0"/>
              <a:buChar char="•"/>
            </a:pPr>
            <a:endParaRPr lang="en-US" sz="1200" kern="0" dirty="0">
              <a:solidFill>
                <a:prstClr val="black"/>
              </a:solidFill>
              <a:latin typeface="Verdana"/>
              <a:cs typeface="Tahoma"/>
            </a:endParaRPr>
          </a:p>
          <a:p>
            <a:pPr marL="166688" indent="-166688">
              <a:buFont typeface="Arial" panose="020B0604020202020204" pitchFamily="34" charset="0"/>
              <a:buChar char="•"/>
            </a:pPr>
            <a:r>
              <a:rPr lang="en-US" sz="1200" kern="0" dirty="0">
                <a:solidFill>
                  <a:prstClr val="black"/>
                </a:solidFill>
                <a:latin typeface="Verdana"/>
                <a:cs typeface="Tahoma"/>
              </a:rPr>
              <a:t>Support in conducting site visit and assess feasibility based on </a:t>
            </a:r>
          </a:p>
          <a:p>
            <a:pPr marL="781035" lvl="1" indent="-171450">
              <a:buFont typeface="Courier New" panose="02070309020205020404" pitchFamily="49" charset="0"/>
              <a:buChar char="o"/>
            </a:pPr>
            <a:r>
              <a:rPr lang="en-US" sz="1200" kern="0" dirty="0">
                <a:solidFill>
                  <a:prstClr val="black"/>
                </a:solidFill>
                <a:latin typeface="Verdana"/>
                <a:cs typeface="Tahoma"/>
              </a:rPr>
              <a:t>Resource availability</a:t>
            </a:r>
          </a:p>
          <a:p>
            <a:pPr marL="781035" lvl="1" indent="-171450">
              <a:buFont typeface="Courier New" panose="02070309020205020404" pitchFamily="49" charset="0"/>
              <a:buChar char="o"/>
            </a:pPr>
            <a:r>
              <a:rPr lang="en-US" sz="1200" kern="0" dirty="0">
                <a:solidFill>
                  <a:prstClr val="black"/>
                </a:solidFill>
                <a:latin typeface="Verdana"/>
                <a:cs typeface="Tahoma"/>
              </a:rPr>
              <a:t>Land availability</a:t>
            </a:r>
          </a:p>
          <a:p>
            <a:pPr marL="781035" lvl="1" indent="-171450">
              <a:buFont typeface="Courier New" panose="02070309020205020404" pitchFamily="49" charset="0"/>
              <a:buChar char="o"/>
            </a:pPr>
            <a:r>
              <a:rPr lang="en-US" sz="1200" kern="0" dirty="0">
                <a:solidFill>
                  <a:prstClr val="black"/>
                </a:solidFill>
                <a:latin typeface="Verdana"/>
                <a:cs typeface="Tahoma"/>
              </a:rPr>
              <a:t>Grid connectivity</a:t>
            </a:r>
          </a:p>
          <a:p>
            <a:pPr marL="781035" lvl="1" indent="-171450">
              <a:buFont typeface="Courier New" panose="02070309020205020404" pitchFamily="49" charset="0"/>
              <a:buChar char="o"/>
            </a:pPr>
            <a:r>
              <a:rPr lang="en-US" sz="1200" kern="0" dirty="0">
                <a:solidFill>
                  <a:prstClr val="black"/>
                </a:solidFill>
                <a:latin typeface="Verdana"/>
                <a:cs typeface="Tahoma"/>
              </a:rPr>
              <a:t>Regulatory Support</a:t>
            </a:r>
          </a:p>
          <a:p>
            <a:endParaRPr lang="en-US" sz="1200" kern="0" dirty="0">
              <a:solidFill>
                <a:prstClr val="black"/>
              </a:solidFill>
              <a:latin typeface="Verdana"/>
              <a:cs typeface="Tahoma"/>
            </a:endParaRPr>
          </a:p>
          <a:p>
            <a:pPr marL="166688" indent="-166688">
              <a:buFont typeface="Arial" panose="020B0604020202020204" pitchFamily="34" charset="0"/>
              <a:buChar char="•"/>
            </a:pPr>
            <a:r>
              <a:rPr lang="en-US" sz="1200" kern="0" dirty="0">
                <a:solidFill>
                  <a:prstClr val="black"/>
                </a:solidFill>
                <a:latin typeface="Verdana"/>
                <a:cs typeface="Tahoma"/>
              </a:rPr>
              <a:t>Support JREDA in preparing a feasibility reports, outlining potential issues and recommendations to address the issues.</a:t>
            </a:r>
          </a:p>
        </p:txBody>
      </p:sp>
      <p:sp>
        <p:nvSpPr>
          <p:cNvPr id="264" name="Freeform: Shape 263">
            <a:extLst>
              <a:ext uri="{FF2B5EF4-FFF2-40B4-BE49-F238E27FC236}">
                <a16:creationId xmlns:a16="http://schemas.microsoft.com/office/drawing/2014/main" id="{7E015C2E-657A-4759-B105-01166AF81CD9}"/>
              </a:ext>
            </a:extLst>
          </p:cNvPr>
          <p:cNvSpPr/>
          <p:nvPr/>
        </p:nvSpPr>
        <p:spPr>
          <a:xfrm>
            <a:off x="548667" y="4417576"/>
            <a:ext cx="5181969" cy="2038307"/>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265" name="Freeform: Shape 264">
            <a:extLst>
              <a:ext uri="{FF2B5EF4-FFF2-40B4-BE49-F238E27FC236}">
                <a16:creationId xmlns:a16="http://schemas.microsoft.com/office/drawing/2014/main" id="{B1D3AAA4-DE8F-48C2-B0CC-7EDC2B00BF06}"/>
              </a:ext>
            </a:extLst>
          </p:cNvPr>
          <p:cNvSpPr/>
          <p:nvPr/>
        </p:nvSpPr>
        <p:spPr>
          <a:xfrm>
            <a:off x="839777" y="4198565"/>
            <a:ext cx="4617371" cy="405504"/>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algn="ctr" defTabSz="989013">
              <a:defRPr/>
            </a:pPr>
            <a:r>
              <a:rPr lang="en-US" sz="1200" b="1">
                <a:solidFill>
                  <a:schemeClr val="bg1"/>
                </a:solidFill>
                <a:cs typeface="Arial" charset="0"/>
              </a:rPr>
              <a:t>Evaluation of DPR and verification of project potential submitted by Investors</a:t>
            </a:r>
          </a:p>
        </p:txBody>
      </p:sp>
      <p:sp>
        <p:nvSpPr>
          <p:cNvPr id="266" name="TextBox 265">
            <a:extLst>
              <a:ext uri="{FF2B5EF4-FFF2-40B4-BE49-F238E27FC236}">
                <a16:creationId xmlns:a16="http://schemas.microsoft.com/office/drawing/2014/main" id="{6340851D-21B4-4253-872E-3FE982CA9C93}"/>
              </a:ext>
            </a:extLst>
          </p:cNvPr>
          <p:cNvSpPr txBox="1"/>
          <p:nvPr/>
        </p:nvSpPr>
        <p:spPr>
          <a:xfrm>
            <a:off x="703535" y="4678816"/>
            <a:ext cx="5027101" cy="1754326"/>
          </a:xfrm>
          <a:prstGeom prst="rect">
            <a:avLst/>
          </a:prstGeom>
          <a:noFill/>
        </p:spPr>
        <p:txBody>
          <a:bodyPr wrap="square">
            <a:spAutoFit/>
          </a:bodyPr>
          <a:lstStyle/>
          <a:p>
            <a:pPr marL="166688" indent="-166688">
              <a:buFont typeface="Arial" panose="020B0604020202020204" pitchFamily="34" charset="0"/>
              <a:buChar char="•"/>
            </a:pPr>
            <a:endParaRPr lang="en-US" sz="1200" b="0" i="0" dirty="0">
              <a:effectLst/>
            </a:endParaRPr>
          </a:p>
          <a:p>
            <a:pPr marL="166688" indent="-166688">
              <a:buFont typeface="Arial" panose="020B0604020202020204" pitchFamily="34" charset="0"/>
              <a:buChar char="•"/>
            </a:pPr>
            <a:r>
              <a:rPr lang="en-US" sz="1200" b="0" i="0" dirty="0">
                <a:effectLst/>
              </a:rPr>
              <a:t>Identifying RE Potential &amp; Project Sizing</a:t>
            </a:r>
          </a:p>
          <a:p>
            <a:endParaRPr lang="en-US" sz="1200" b="0" i="0" dirty="0">
              <a:effectLst/>
            </a:endParaRPr>
          </a:p>
          <a:p>
            <a:pPr marL="166688" indent="-166688">
              <a:buFont typeface="Arial" panose="020B0604020202020204" pitchFamily="34" charset="0"/>
              <a:buChar char="•"/>
            </a:pPr>
            <a:r>
              <a:rPr lang="en-US" sz="1200" b="0" i="0" dirty="0">
                <a:effectLst/>
              </a:rPr>
              <a:t>Develop format for Technical Review note with </a:t>
            </a:r>
            <a:r>
              <a:rPr lang="en-US" sz="1200" dirty="0"/>
              <a:t>JR</a:t>
            </a:r>
            <a:r>
              <a:rPr lang="en-US" sz="1200" b="0" i="0" dirty="0">
                <a:effectLst/>
              </a:rPr>
              <a:t>EDA</a:t>
            </a:r>
          </a:p>
          <a:p>
            <a:pPr marL="166688" indent="-166688">
              <a:buFont typeface="Arial" panose="020B0604020202020204" pitchFamily="34" charset="0"/>
              <a:buChar char="•"/>
            </a:pPr>
            <a:endParaRPr lang="en-US" sz="1200" b="0" i="0" dirty="0">
              <a:effectLst/>
            </a:endParaRPr>
          </a:p>
          <a:p>
            <a:pPr marL="166688" indent="-166688">
              <a:buFont typeface="Arial" panose="020B0604020202020204" pitchFamily="34" charset="0"/>
              <a:buChar char="•"/>
            </a:pPr>
            <a:r>
              <a:rPr lang="en-US" sz="1200" dirty="0"/>
              <a:t>P</a:t>
            </a:r>
            <a:r>
              <a:rPr lang="en-US" sz="1200" b="0" i="0" dirty="0">
                <a:effectLst/>
              </a:rPr>
              <a:t>reparation of review notes for DPR submitted by investors</a:t>
            </a:r>
          </a:p>
          <a:p>
            <a:pPr marL="166688" indent="-166688">
              <a:buFont typeface="Arial" panose="020B0604020202020204" pitchFamily="34" charset="0"/>
              <a:buChar char="•"/>
            </a:pPr>
            <a:endParaRPr lang="en-US" sz="1200" dirty="0"/>
          </a:p>
          <a:p>
            <a:pPr marL="166688" indent="-166688">
              <a:buFont typeface="Arial" panose="020B0604020202020204" pitchFamily="34" charset="0"/>
              <a:buChar char="•"/>
            </a:pPr>
            <a:r>
              <a:rPr lang="en-US" sz="1200" dirty="0"/>
              <a:t>Techno-economic Feasibility assessment</a:t>
            </a:r>
          </a:p>
          <a:p>
            <a:endParaRPr lang="en-US" sz="1200" dirty="0"/>
          </a:p>
        </p:txBody>
      </p:sp>
      <p:sp>
        <p:nvSpPr>
          <p:cNvPr id="267" name="Freeform: Shape 266">
            <a:extLst>
              <a:ext uri="{FF2B5EF4-FFF2-40B4-BE49-F238E27FC236}">
                <a16:creationId xmlns:a16="http://schemas.microsoft.com/office/drawing/2014/main" id="{41FEB7C3-99B6-4F3B-858F-6B5B516BE99C}"/>
              </a:ext>
            </a:extLst>
          </p:cNvPr>
          <p:cNvSpPr/>
          <p:nvPr/>
        </p:nvSpPr>
        <p:spPr>
          <a:xfrm>
            <a:off x="6196958" y="4405329"/>
            <a:ext cx="5213355" cy="2050554"/>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268" name="Freeform: Shape 267">
            <a:extLst>
              <a:ext uri="{FF2B5EF4-FFF2-40B4-BE49-F238E27FC236}">
                <a16:creationId xmlns:a16="http://schemas.microsoft.com/office/drawing/2014/main" id="{BC9F6BE8-4760-492D-AD2C-8096E445D6CE}"/>
              </a:ext>
            </a:extLst>
          </p:cNvPr>
          <p:cNvSpPr/>
          <p:nvPr/>
        </p:nvSpPr>
        <p:spPr>
          <a:xfrm>
            <a:off x="6500571" y="4199136"/>
            <a:ext cx="3627378"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prstClr val="white"/>
                </a:solidFill>
                <a:effectLst/>
                <a:uLnTx/>
                <a:uFillTx/>
                <a:latin typeface="Verdana"/>
                <a:ea typeface="+mn-ea"/>
                <a:cs typeface="+mn-cs"/>
              </a:rPr>
              <a:t>Investor Facilitation</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sp>
        <p:nvSpPr>
          <p:cNvPr id="270" name="Freeform: Shape 269">
            <a:extLst>
              <a:ext uri="{FF2B5EF4-FFF2-40B4-BE49-F238E27FC236}">
                <a16:creationId xmlns:a16="http://schemas.microsoft.com/office/drawing/2014/main" id="{BDF0D273-993B-4D3C-8033-FF97C3C5A51D}"/>
              </a:ext>
            </a:extLst>
          </p:cNvPr>
          <p:cNvSpPr/>
          <p:nvPr/>
        </p:nvSpPr>
        <p:spPr>
          <a:xfrm>
            <a:off x="6502455" y="4199137"/>
            <a:ext cx="4585359" cy="404932"/>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1200" b="1" dirty="0">
                <a:solidFill>
                  <a:schemeClr val="bg1"/>
                </a:solidFill>
                <a:cs typeface="Arial" charset="0"/>
              </a:rPr>
              <a:t>Preparing briefings of Technical and Financial evaluation docs</a:t>
            </a:r>
            <a:endParaRPr kumimoji="0" lang="en-GB" sz="1200" b="0" i="0" u="none" strike="noStrike" kern="1200" cap="none" spc="0" normalizeH="0" baseline="0" noProof="0" dirty="0">
              <a:ln>
                <a:noFill/>
              </a:ln>
              <a:solidFill>
                <a:prstClr val="white"/>
              </a:solidFill>
              <a:effectLst/>
              <a:uLnTx/>
              <a:uFillTx/>
              <a:latin typeface="Verdana"/>
              <a:ea typeface="+mn-ea"/>
              <a:cs typeface="+mn-cs"/>
            </a:endParaRPr>
          </a:p>
        </p:txBody>
      </p:sp>
      <p:sp>
        <p:nvSpPr>
          <p:cNvPr id="271" name="TextBox 270">
            <a:extLst>
              <a:ext uri="{FF2B5EF4-FFF2-40B4-BE49-F238E27FC236}">
                <a16:creationId xmlns:a16="http://schemas.microsoft.com/office/drawing/2014/main" id="{72F7BBE2-F86F-494F-9C2D-4610F75629CA}"/>
              </a:ext>
            </a:extLst>
          </p:cNvPr>
          <p:cNvSpPr txBox="1"/>
          <p:nvPr/>
        </p:nvSpPr>
        <p:spPr>
          <a:xfrm>
            <a:off x="6327106" y="4661859"/>
            <a:ext cx="5051819" cy="1384995"/>
          </a:xfrm>
          <a:prstGeom prst="rect">
            <a:avLst/>
          </a:prstGeom>
          <a:noFill/>
        </p:spPr>
        <p:txBody>
          <a:bodyPr wrap="square">
            <a:spAutoFit/>
          </a:bodyPr>
          <a:lstStyle/>
          <a:p>
            <a:pPr marL="166688" indent="-166688">
              <a:buFont typeface="Arial" panose="020B0604020202020204" pitchFamily="34" charset="0"/>
              <a:buChar char="•"/>
            </a:pPr>
            <a:endParaRPr lang="en-US" sz="1200" dirty="0"/>
          </a:p>
          <a:p>
            <a:pPr marL="166688" indent="-166688">
              <a:buFont typeface="Arial" panose="020B0604020202020204" pitchFamily="34" charset="0"/>
              <a:buChar char="•"/>
            </a:pPr>
            <a:r>
              <a:rPr lang="en-US" sz="1200" dirty="0"/>
              <a:t>T</a:t>
            </a:r>
            <a:r>
              <a:rPr lang="en-US" sz="1200" b="0" i="0" dirty="0">
                <a:effectLst/>
              </a:rPr>
              <a:t>horough evaluation of all </a:t>
            </a:r>
            <a:r>
              <a:rPr lang="en-US" sz="1200" dirty="0"/>
              <a:t>RE</a:t>
            </a:r>
            <a:r>
              <a:rPr lang="en-US" sz="1200" b="0" i="0" dirty="0">
                <a:effectLst/>
              </a:rPr>
              <a:t> projects being implemented by </a:t>
            </a:r>
            <a:r>
              <a:rPr lang="en-US" sz="1200" dirty="0"/>
              <a:t>JR</a:t>
            </a:r>
            <a:r>
              <a:rPr lang="en-US" sz="1200" b="0" i="0" dirty="0">
                <a:effectLst/>
              </a:rPr>
              <a:t>EDA, including technical, financial, and administrative aspects.</a:t>
            </a:r>
          </a:p>
          <a:p>
            <a:pPr marL="166688" indent="-166688">
              <a:buFont typeface="Arial" panose="020B0604020202020204" pitchFamily="34" charset="0"/>
              <a:buChar char="•"/>
            </a:pPr>
            <a:endParaRPr lang="en-US" sz="1200" b="0" i="0" dirty="0">
              <a:effectLst/>
            </a:endParaRPr>
          </a:p>
          <a:p>
            <a:pPr marL="166688" indent="-166688">
              <a:buFont typeface="Arial" panose="020B0604020202020204" pitchFamily="34" charset="0"/>
              <a:buChar char="•"/>
            </a:pPr>
            <a:r>
              <a:rPr lang="en-US" sz="1200" b="0" i="0" dirty="0">
                <a:effectLst/>
              </a:rPr>
              <a:t>Prepare briefings and recommendations for improvement.</a:t>
            </a:r>
          </a:p>
          <a:p>
            <a:endParaRPr lang="en-US" sz="1200" b="0" i="0" dirty="0">
              <a:effectLst/>
            </a:endParaRPr>
          </a:p>
        </p:txBody>
      </p:sp>
      <p:sp>
        <p:nvSpPr>
          <p:cNvPr id="272" name="Freeform: Shape 271">
            <a:extLst>
              <a:ext uri="{FF2B5EF4-FFF2-40B4-BE49-F238E27FC236}">
                <a16:creationId xmlns:a16="http://schemas.microsoft.com/office/drawing/2014/main" id="{D2127A00-3CB1-478D-B065-7F698DE9E25B}"/>
              </a:ext>
            </a:extLst>
          </p:cNvPr>
          <p:cNvSpPr/>
          <p:nvPr/>
        </p:nvSpPr>
        <p:spPr>
          <a:xfrm>
            <a:off x="6196958" y="1519360"/>
            <a:ext cx="5181969" cy="2358577"/>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a:ln>
            <a:solidFill>
              <a:schemeClr val="accent5"/>
            </a:solidFill>
          </a:ln>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endParaRPr lang="en-US" sz="1200" b="0" i="0">
              <a:effectLst/>
            </a:endParaRPr>
          </a:p>
        </p:txBody>
      </p:sp>
      <p:sp>
        <p:nvSpPr>
          <p:cNvPr id="277" name="Freeform: Shape 276">
            <a:extLst>
              <a:ext uri="{FF2B5EF4-FFF2-40B4-BE49-F238E27FC236}">
                <a16:creationId xmlns:a16="http://schemas.microsoft.com/office/drawing/2014/main" id="{596623B9-D1A3-47CB-940C-4163072A10C3}"/>
              </a:ext>
            </a:extLst>
          </p:cNvPr>
          <p:cNvSpPr/>
          <p:nvPr/>
        </p:nvSpPr>
        <p:spPr>
          <a:xfrm>
            <a:off x="6470444" y="1333115"/>
            <a:ext cx="4753613" cy="40011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a:solidFill>
            <a:schemeClr val="accent5"/>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algn="ctr" defTabSz="622300">
              <a:lnSpc>
                <a:spcPct val="90000"/>
              </a:lnSpc>
              <a:spcBef>
                <a:spcPct val="0"/>
              </a:spcBef>
              <a:spcAft>
                <a:spcPct val="35000"/>
              </a:spcAft>
            </a:pPr>
            <a:r>
              <a:rPr lang="en-US" sz="1200" b="1" dirty="0">
                <a:solidFill>
                  <a:schemeClr val="bg1"/>
                </a:solidFill>
                <a:cs typeface="Arial" charset="0"/>
              </a:rPr>
              <a:t>Assistance in identification of new technologies and support in design of pilot projects</a:t>
            </a:r>
            <a:endParaRPr lang="en-GB" sz="1200" b="1" dirty="0">
              <a:solidFill>
                <a:prstClr val="white"/>
              </a:solidFill>
              <a:latin typeface="Verdana"/>
            </a:endParaRPr>
          </a:p>
        </p:txBody>
      </p:sp>
      <p:sp>
        <p:nvSpPr>
          <p:cNvPr id="279" name="TextBox 278">
            <a:extLst>
              <a:ext uri="{FF2B5EF4-FFF2-40B4-BE49-F238E27FC236}">
                <a16:creationId xmlns:a16="http://schemas.microsoft.com/office/drawing/2014/main" id="{8FF6E566-04F7-44D8-8958-B87F1C759D22}"/>
              </a:ext>
            </a:extLst>
          </p:cNvPr>
          <p:cNvSpPr txBox="1"/>
          <p:nvPr/>
        </p:nvSpPr>
        <p:spPr>
          <a:xfrm>
            <a:off x="6330177" y="1708398"/>
            <a:ext cx="4923975" cy="2123658"/>
          </a:xfrm>
          <a:prstGeom prst="rect">
            <a:avLst/>
          </a:prstGeom>
          <a:noFill/>
        </p:spPr>
        <p:txBody>
          <a:bodyPr wrap="square">
            <a:spAutoFit/>
          </a:bodyPr>
          <a:lstStyle/>
          <a:p>
            <a:pPr marL="166688" indent="-166688">
              <a:buFont typeface="Arial" panose="020B0604020202020204" pitchFamily="34" charset="0"/>
              <a:buChar char="•"/>
            </a:pPr>
            <a:endParaRPr lang="en-US" sz="1200" kern="0" dirty="0">
              <a:solidFill>
                <a:prstClr val="black"/>
              </a:solidFill>
              <a:latin typeface="Verdana"/>
              <a:cs typeface="Tahoma"/>
            </a:endParaRPr>
          </a:p>
          <a:p>
            <a:pPr marL="166688" indent="-166688">
              <a:buFont typeface="Arial" panose="020B0604020202020204" pitchFamily="34" charset="0"/>
              <a:buChar char="•"/>
            </a:pPr>
            <a:r>
              <a:rPr lang="en-US" sz="1200" kern="0" dirty="0">
                <a:solidFill>
                  <a:prstClr val="black"/>
                </a:solidFill>
                <a:latin typeface="Verdana"/>
                <a:cs typeface="Tahoma"/>
              </a:rPr>
              <a:t>Quarter note on latest RE project development in India, emerging technologies</a:t>
            </a:r>
          </a:p>
          <a:p>
            <a:pPr marL="166688" indent="-166688">
              <a:buFont typeface="Arial" panose="020B0604020202020204" pitchFamily="34" charset="0"/>
              <a:buChar char="•"/>
            </a:pPr>
            <a:endParaRPr lang="en-US" sz="1200" kern="0" dirty="0">
              <a:solidFill>
                <a:prstClr val="black"/>
              </a:solidFill>
              <a:latin typeface="Verdana"/>
              <a:cs typeface="Tahoma"/>
            </a:endParaRPr>
          </a:p>
          <a:p>
            <a:pPr marL="166688" indent="-166688">
              <a:buFont typeface="Arial" panose="020B0604020202020204" pitchFamily="34" charset="0"/>
              <a:buChar char="•"/>
            </a:pPr>
            <a:r>
              <a:rPr lang="en-US" sz="1200" kern="0" dirty="0">
                <a:solidFill>
                  <a:prstClr val="black"/>
                </a:solidFill>
                <a:latin typeface="Verdana"/>
                <a:cs typeface="Tahoma"/>
              </a:rPr>
              <a:t>Coordination with leading donor agencies (MNRE, KfW, World Bank, ADB </a:t>
            </a:r>
            <a:r>
              <a:rPr lang="en-US" sz="1200" kern="0" dirty="0" err="1">
                <a:solidFill>
                  <a:prstClr val="black"/>
                </a:solidFill>
                <a:latin typeface="Verdana"/>
                <a:cs typeface="Tahoma"/>
              </a:rPr>
              <a:t>etc</a:t>
            </a:r>
            <a:r>
              <a:rPr lang="en-US" sz="1200" kern="0" dirty="0">
                <a:solidFill>
                  <a:prstClr val="black"/>
                </a:solidFill>
                <a:latin typeface="Verdana"/>
                <a:cs typeface="Tahoma"/>
              </a:rPr>
              <a:t>) to develop concepts and pilot projects</a:t>
            </a:r>
          </a:p>
          <a:p>
            <a:endParaRPr lang="en-US" sz="1200" kern="0" dirty="0">
              <a:solidFill>
                <a:prstClr val="black"/>
              </a:solidFill>
              <a:latin typeface="Verdana"/>
              <a:cs typeface="Tahoma"/>
            </a:endParaRPr>
          </a:p>
          <a:p>
            <a:pPr marL="166688" indent="-166688">
              <a:buFont typeface="Arial" panose="020B0604020202020204" pitchFamily="34" charset="0"/>
              <a:buChar char="•"/>
            </a:pPr>
            <a:r>
              <a:rPr lang="en-US" sz="1200" kern="0" dirty="0">
                <a:solidFill>
                  <a:prstClr val="black"/>
                </a:solidFill>
                <a:latin typeface="Verdana"/>
                <a:cs typeface="Tahoma"/>
              </a:rPr>
              <a:t>Design, formulation, and implementation of pilot projects/demonstration projects to test new technologies and approaches.</a:t>
            </a:r>
          </a:p>
        </p:txBody>
      </p:sp>
    </p:spTree>
    <p:extLst>
      <p:ext uri="{BB962C8B-B14F-4D97-AF65-F5344CB8AC3E}">
        <p14:creationId xmlns:p14="http://schemas.microsoft.com/office/powerpoint/2010/main" val="251132096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E42FF4FA-B073-4377-90C5-EA55DE4E2010}"/>
              </a:ext>
            </a:extLst>
          </p:cNvPr>
          <p:cNvSpPr>
            <a:spLocks noGrp="1"/>
          </p:cNvSpPr>
          <p:nvPr>
            <p:ph type="body" sz="quarter" idx="13"/>
          </p:nvPr>
        </p:nvSpPr>
        <p:spPr>
          <a:xfrm>
            <a:off x="469900" y="796367"/>
            <a:ext cx="11252200" cy="354051"/>
          </a:xfrm>
        </p:spPr>
        <p:txBody>
          <a:bodyPr/>
          <a:lstStyle/>
          <a:p>
            <a:r>
              <a:rPr lang="en-US" sz="1400" dirty="0"/>
              <a:t>Provide comprehensive transaction advisory support to JREDA for various projects</a:t>
            </a:r>
          </a:p>
        </p:txBody>
      </p:sp>
      <p:sp>
        <p:nvSpPr>
          <p:cNvPr id="6" name="Title 5">
            <a:extLst>
              <a:ext uri="{FF2B5EF4-FFF2-40B4-BE49-F238E27FC236}">
                <a16:creationId xmlns:a16="http://schemas.microsoft.com/office/drawing/2014/main" id="{910B0713-0DB5-453F-A960-A4CAAB9E47A3}"/>
              </a:ext>
            </a:extLst>
          </p:cNvPr>
          <p:cNvSpPr>
            <a:spLocks noGrp="1"/>
          </p:cNvSpPr>
          <p:nvPr>
            <p:ph type="title"/>
          </p:nvPr>
        </p:nvSpPr>
        <p:spPr>
          <a:xfrm>
            <a:off x="469900" y="402587"/>
            <a:ext cx="11252200" cy="365760"/>
          </a:xfrm>
        </p:spPr>
        <p:txBody>
          <a:bodyPr/>
          <a:lstStyle/>
          <a:p>
            <a:r>
              <a:rPr lang="en-US" b="1"/>
              <a:t>Bid Process Management</a:t>
            </a:r>
          </a:p>
        </p:txBody>
      </p:sp>
      <p:grpSp>
        <p:nvGrpSpPr>
          <p:cNvPr id="13" name="Group 12">
            <a:extLst>
              <a:ext uri="{FF2B5EF4-FFF2-40B4-BE49-F238E27FC236}">
                <a16:creationId xmlns:a16="http://schemas.microsoft.com/office/drawing/2014/main" id="{71729E8E-F89F-4076-BD7E-019BC0B8FA15}"/>
              </a:ext>
            </a:extLst>
          </p:cNvPr>
          <p:cNvGrpSpPr/>
          <p:nvPr/>
        </p:nvGrpSpPr>
        <p:grpSpPr>
          <a:xfrm>
            <a:off x="680872" y="1275237"/>
            <a:ext cx="5632842" cy="5169530"/>
            <a:chOff x="680872" y="1275237"/>
            <a:chExt cx="5632842" cy="5169530"/>
          </a:xfrm>
        </p:grpSpPr>
        <p:grpSp>
          <p:nvGrpSpPr>
            <p:cNvPr id="2" name="Group 1">
              <a:extLst>
                <a:ext uri="{FF2B5EF4-FFF2-40B4-BE49-F238E27FC236}">
                  <a16:creationId xmlns:a16="http://schemas.microsoft.com/office/drawing/2014/main" id="{368DA96F-828A-47D0-8999-6F34D32EA5F5}"/>
                </a:ext>
              </a:extLst>
            </p:cNvPr>
            <p:cNvGrpSpPr/>
            <p:nvPr/>
          </p:nvGrpSpPr>
          <p:grpSpPr>
            <a:xfrm>
              <a:off x="680872" y="1275237"/>
              <a:ext cx="5632842" cy="5169530"/>
              <a:chOff x="680872" y="1275237"/>
              <a:chExt cx="10564884" cy="5169530"/>
            </a:xfrm>
          </p:grpSpPr>
          <p:sp>
            <p:nvSpPr>
              <p:cNvPr id="3" name="Freeform: Shape 2">
                <a:extLst>
                  <a:ext uri="{FF2B5EF4-FFF2-40B4-BE49-F238E27FC236}">
                    <a16:creationId xmlns:a16="http://schemas.microsoft.com/office/drawing/2014/main" id="{23DE6F27-52DC-4CA2-95E7-30C236E32479}"/>
                  </a:ext>
                </a:extLst>
              </p:cNvPr>
              <p:cNvSpPr/>
              <p:nvPr/>
            </p:nvSpPr>
            <p:spPr>
              <a:xfrm>
                <a:off x="680872" y="1481877"/>
                <a:ext cx="10564884" cy="767957"/>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4" name="Freeform: Shape 3">
                <a:extLst>
                  <a:ext uri="{FF2B5EF4-FFF2-40B4-BE49-F238E27FC236}">
                    <a16:creationId xmlns:a16="http://schemas.microsoft.com/office/drawing/2014/main" id="{9D6CEE56-99EE-4C13-815C-3DE8684435E9}"/>
                  </a:ext>
                </a:extLst>
              </p:cNvPr>
              <p:cNvSpPr/>
              <p:nvPr/>
            </p:nvSpPr>
            <p:spPr>
              <a:xfrm>
                <a:off x="1209116" y="1275237"/>
                <a:ext cx="7395418"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prstClr val="white"/>
                    </a:solidFill>
                    <a:effectLst/>
                    <a:uLnTx/>
                    <a:uFillTx/>
                    <a:latin typeface="Verdana"/>
                    <a:ea typeface="+mn-ea"/>
                    <a:cs typeface="+mn-cs"/>
                  </a:rPr>
                  <a:t>Design transaction &amp; bid structure</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sp>
            <p:nvSpPr>
              <p:cNvPr id="5" name="Freeform: Shape 4">
                <a:extLst>
                  <a:ext uri="{FF2B5EF4-FFF2-40B4-BE49-F238E27FC236}">
                    <a16:creationId xmlns:a16="http://schemas.microsoft.com/office/drawing/2014/main" id="{D039CD2E-8833-427D-92D3-AAAD9C83080B}"/>
                  </a:ext>
                </a:extLst>
              </p:cNvPr>
              <p:cNvSpPr/>
              <p:nvPr/>
            </p:nvSpPr>
            <p:spPr>
              <a:xfrm>
                <a:off x="680872" y="2561260"/>
                <a:ext cx="10564884" cy="767957"/>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7" name="Freeform: Shape 6">
                <a:extLst>
                  <a:ext uri="{FF2B5EF4-FFF2-40B4-BE49-F238E27FC236}">
                    <a16:creationId xmlns:a16="http://schemas.microsoft.com/office/drawing/2014/main" id="{90D488C5-96AC-4A1D-AE29-8C3189BD3BA4}"/>
                  </a:ext>
                </a:extLst>
              </p:cNvPr>
              <p:cNvSpPr/>
              <p:nvPr/>
            </p:nvSpPr>
            <p:spPr>
              <a:xfrm>
                <a:off x="1209116" y="2354620"/>
                <a:ext cx="7395418"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prstClr val="white"/>
                    </a:solidFill>
                    <a:effectLst/>
                    <a:uLnTx/>
                    <a:uFillTx/>
                    <a:latin typeface="Verdana"/>
                    <a:ea typeface="+mn-ea"/>
                    <a:cs typeface="+mn-cs"/>
                  </a:rPr>
                  <a:t>Design draft RFP and model PPA</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sp>
            <p:nvSpPr>
              <p:cNvPr id="9" name="Freeform: Shape 8">
                <a:extLst>
                  <a:ext uri="{FF2B5EF4-FFF2-40B4-BE49-F238E27FC236}">
                    <a16:creationId xmlns:a16="http://schemas.microsoft.com/office/drawing/2014/main" id="{72C63A9C-A5DC-4321-9DED-107A505737E7}"/>
                  </a:ext>
                </a:extLst>
              </p:cNvPr>
              <p:cNvSpPr/>
              <p:nvPr/>
            </p:nvSpPr>
            <p:spPr>
              <a:xfrm>
                <a:off x="680872" y="3597097"/>
                <a:ext cx="10564884" cy="766800"/>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10" name="Freeform: Shape 9">
                <a:extLst>
                  <a:ext uri="{FF2B5EF4-FFF2-40B4-BE49-F238E27FC236}">
                    <a16:creationId xmlns:a16="http://schemas.microsoft.com/office/drawing/2014/main" id="{43926842-0E8B-4EAC-8007-C4DFDA03D89D}"/>
                  </a:ext>
                </a:extLst>
              </p:cNvPr>
              <p:cNvSpPr/>
              <p:nvPr/>
            </p:nvSpPr>
            <p:spPr>
              <a:xfrm>
                <a:off x="1209116" y="3390457"/>
                <a:ext cx="7395418"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prstClr val="white"/>
                    </a:solidFill>
                    <a:effectLst/>
                    <a:uLnTx/>
                    <a:uFillTx/>
                    <a:latin typeface="Verdana"/>
                    <a:ea typeface="+mn-ea"/>
                    <a:cs typeface="+mn-cs"/>
                  </a:rPr>
                  <a:t>De-risk transaction documents</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sp>
            <p:nvSpPr>
              <p:cNvPr id="11" name="Freeform: Shape 10">
                <a:extLst>
                  <a:ext uri="{FF2B5EF4-FFF2-40B4-BE49-F238E27FC236}">
                    <a16:creationId xmlns:a16="http://schemas.microsoft.com/office/drawing/2014/main" id="{495972FD-61A1-4EB7-A3CB-2E4902CF3843}"/>
                  </a:ext>
                </a:extLst>
              </p:cNvPr>
              <p:cNvSpPr/>
              <p:nvPr/>
            </p:nvSpPr>
            <p:spPr>
              <a:xfrm>
                <a:off x="680872" y="5677967"/>
                <a:ext cx="10564884" cy="766800"/>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12" name="Freeform: Shape 11">
                <a:extLst>
                  <a:ext uri="{FF2B5EF4-FFF2-40B4-BE49-F238E27FC236}">
                    <a16:creationId xmlns:a16="http://schemas.microsoft.com/office/drawing/2014/main" id="{BDADC99F-8D9E-4AC6-B7AE-B32EA6F24A24}"/>
                  </a:ext>
                </a:extLst>
              </p:cNvPr>
              <p:cNvSpPr/>
              <p:nvPr/>
            </p:nvSpPr>
            <p:spPr>
              <a:xfrm>
                <a:off x="1209116" y="5471327"/>
                <a:ext cx="7395418"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US" sz="1200" b="1" i="0" u="none" strike="noStrike" kern="1200" cap="none" spc="0" normalizeH="0" baseline="0" noProof="0">
                    <a:ln>
                      <a:noFill/>
                    </a:ln>
                    <a:solidFill>
                      <a:prstClr val="white"/>
                    </a:solidFill>
                    <a:effectLst/>
                    <a:uLnTx/>
                    <a:uFillTx/>
                    <a:latin typeface="Verdana"/>
                    <a:ea typeface="+mn-ea"/>
                    <a:cs typeface="+mn-cs"/>
                  </a:rPr>
                  <a:t>Support in Bid-Evaluation</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grpSp>
        <p:sp>
          <p:nvSpPr>
            <p:cNvPr id="80" name="Freeform: Shape 79">
              <a:extLst>
                <a:ext uri="{FF2B5EF4-FFF2-40B4-BE49-F238E27FC236}">
                  <a16:creationId xmlns:a16="http://schemas.microsoft.com/office/drawing/2014/main" id="{E8B04823-1808-4187-B9CF-485E5332248F}"/>
                </a:ext>
              </a:extLst>
            </p:cNvPr>
            <p:cNvSpPr/>
            <p:nvPr/>
          </p:nvSpPr>
          <p:spPr>
            <a:xfrm>
              <a:off x="680872" y="4659315"/>
              <a:ext cx="5632842" cy="763291"/>
            </a:xfrm>
            <a:custGeom>
              <a:avLst/>
              <a:gdLst>
                <a:gd name="connsiteX0" fmla="*/ 0 w 10564884"/>
                <a:gd name="connsiteY0" fmla="*/ 0 h 1058400"/>
                <a:gd name="connsiteX1" fmla="*/ 10564884 w 10564884"/>
                <a:gd name="connsiteY1" fmla="*/ 0 h 1058400"/>
                <a:gd name="connsiteX2" fmla="*/ 10564884 w 10564884"/>
                <a:gd name="connsiteY2" fmla="*/ 1058400 h 1058400"/>
                <a:gd name="connsiteX3" fmla="*/ 0 w 10564884"/>
                <a:gd name="connsiteY3" fmla="*/ 1058400 h 1058400"/>
                <a:gd name="connsiteX4" fmla="*/ 0 w 10564884"/>
                <a:gd name="connsiteY4" fmla="*/ 0 h 105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4884" h="1058400">
                  <a:moveTo>
                    <a:pt x="0" y="0"/>
                  </a:moveTo>
                  <a:lnTo>
                    <a:pt x="10564884" y="0"/>
                  </a:lnTo>
                  <a:lnTo>
                    <a:pt x="10564884" y="1058400"/>
                  </a:lnTo>
                  <a:lnTo>
                    <a:pt x="0" y="1058400"/>
                  </a:lnTo>
                  <a:lnTo>
                    <a:pt x="0" y="0"/>
                  </a:lnTo>
                  <a:close/>
                </a:path>
              </a:pathLst>
            </a:custGeom>
            <a:ln>
              <a:solidFill>
                <a:schemeClr val="tx2"/>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9952" tIns="291592" rIns="819952" bIns="99568" numCol="1" spcCol="1270" anchor="t" anchorCtr="0">
              <a:noAutofit/>
            </a:bodyPr>
            <a:lstStyle/>
            <a:p>
              <a:pPr marL="0" marR="0" lvl="1" indent="0" algn="l" defTabSz="622300" rtl="0" eaLnBrk="1" fontAlgn="auto" latinLnBrk="0" hangingPunct="1">
                <a:lnSpc>
                  <a:spcPct val="90000"/>
                </a:lnSpc>
                <a:spcBef>
                  <a:spcPct val="0"/>
                </a:spcBef>
                <a:spcAft>
                  <a:spcPct val="15000"/>
                </a:spcAft>
                <a:buClrTx/>
                <a:buSzTx/>
                <a:buFontTx/>
                <a:buNone/>
                <a:tabLst/>
                <a:defRPr/>
              </a:pPr>
              <a:endParaRPr kumimoji="0" lang="en-GB" sz="1200" b="0" i="0" u="none" strike="noStrike" kern="1200" cap="none" spc="0" normalizeH="0" baseline="0" noProof="0">
                <a:ln>
                  <a:noFill/>
                </a:ln>
                <a:solidFill>
                  <a:prstClr val="black">
                    <a:hueOff val="0"/>
                    <a:satOff val="0"/>
                    <a:lumOff val="0"/>
                    <a:alphaOff val="0"/>
                  </a:prstClr>
                </a:solidFill>
                <a:effectLst/>
                <a:uLnTx/>
                <a:uFillTx/>
                <a:latin typeface="Verdana"/>
                <a:ea typeface="+mn-ea"/>
                <a:cs typeface="+mn-cs"/>
              </a:endParaRPr>
            </a:p>
          </p:txBody>
        </p:sp>
        <p:sp>
          <p:nvSpPr>
            <p:cNvPr id="81" name="Freeform: Shape 80">
              <a:extLst>
                <a:ext uri="{FF2B5EF4-FFF2-40B4-BE49-F238E27FC236}">
                  <a16:creationId xmlns:a16="http://schemas.microsoft.com/office/drawing/2014/main" id="{795243E8-9D93-4D0A-A985-A61459A2CC92}"/>
                </a:ext>
              </a:extLst>
            </p:cNvPr>
            <p:cNvSpPr/>
            <p:nvPr/>
          </p:nvSpPr>
          <p:spPr>
            <a:xfrm>
              <a:off x="962514" y="4420776"/>
              <a:ext cx="3942989" cy="413280"/>
            </a:xfrm>
            <a:custGeom>
              <a:avLst/>
              <a:gdLst>
                <a:gd name="connsiteX0" fmla="*/ 0 w 7395418"/>
                <a:gd name="connsiteY0" fmla="*/ 68881 h 413280"/>
                <a:gd name="connsiteX1" fmla="*/ 68881 w 7395418"/>
                <a:gd name="connsiteY1" fmla="*/ 0 h 413280"/>
                <a:gd name="connsiteX2" fmla="*/ 7326537 w 7395418"/>
                <a:gd name="connsiteY2" fmla="*/ 0 h 413280"/>
                <a:gd name="connsiteX3" fmla="*/ 7395418 w 7395418"/>
                <a:gd name="connsiteY3" fmla="*/ 68881 h 413280"/>
                <a:gd name="connsiteX4" fmla="*/ 7395418 w 7395418"/>
                <a:gd name="connsiteY4" fmla="*/ 344399 h 413280"/>
                <a:gd name="connsiteX5" fmla="*/ 7326537 w 7395418"/>
                <a:gd name="connsiteY5" fmla="*/ 413280 h 413280"/>
                <a:gd name="connsiteX6" fmla="*/ 68881 w 7395418"/>
                <a:gd name="connsiteY6" fmla="*/ 413280 h 413280"/>
                <a:gd name="connsiteX7" fmla="*/ 0 w 7395418"/>
                <a:gd name="connsiteY7" fmla="*/ 344399 h 413280"/>
                <a:gd name="connsiteX8" fmla="*/ 0 w 7395418"/>
                <a:gd name="connsiteY8" fmla="*/ 68881 h 41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5418" h="413280">
                  <a:moveTo>
                    <a:pt x="0" y="68881"/>
                  </a:moveTo>
                  <a:cubicBezTo>
                    <a:pt x="0" y="30839"/>
                    <a:pt x="30839" y="0"/>
                    <a:pt x="68881" y="0"/>
                  </a:cubicBezTo>
                  <a:lnTo>
                    <a:pt x="7326537" y="0"/>
                  </a:lnTo>
                  <a:cubicBezTo>
                    <a:pt x="7364579" y="0"/>
                    <a:pt x="7395418" y="30839"/>
                    <a:pt x="7395418" y="68881"/>
                  </a:cubicBezTo>
                  <a:lnTo>
                    <a:pt x="7395418" y="344399"/>
                  </a:lnTo>
                  <a:cubicBezTo>
                    <a:pt x="7395418" y="382441"/>
                    <a:pt x="7364579" y="413280"/>
                    <a:pt x="7326537" y="413280"/>
                  </a:cubicBezTo>
                  <a:lnTo>
                    <a:pt x="68881" y="413280"/>
                  </a:lnTo>
                  <a:cubicBezTo>
                    <a:pt x="30839" y="413280"/>
                    <a:pt x="0" y="382441"/>
                    <a:pt x="0" y="344399"/>
                  </a:cubicBezTo>
                  <a:lnTo>
                    <a:pt x="0" y="68881"/>
                  </a:lnTo>
                  <a:close/>
                </a:path>
              </a:pathLst>
            </a:custGeom>
            <a:solidFill>
              <a:schemeClr val="tx2"/>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99704" tIns="20175" rIns="299704" bIns="20175"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prstClr val="white"/>
                  </a:solidFill>
                  <a:effectLst/>
                  <a:uLnTx/>
                  <a:uFillTx/>
                  <a:latin typeface="Verdana"/>
                  <a:ea typeface="+mn-ea"/>
                  <a:cs typeface="+mn-cs"/>
                </a:rPr>
                <a:t>Pre-bid Conference</a:t>
              </a:r>
              <a:endParaRPr kumimoji="0" lang="en-GB" sz="1200" b="0" i="0" u="none" strike="noStrike" kern="1200" cap="none" spc="0" normalizeH="0" baseline="0" noProof="0">
                <a:ln>
                  <a:noFill/>
                </a:ln>
                <a:solidFill>
                  <a:prstClr val="white"/>
                </a:solidFill>
                <a:effectLst/>
                <a:uLnTx/>
                <a:uFillTx/>
                <a:latin typeface="Verdana"/>
                <a:ea typeface="+mn-ea"/>
                <a:cs typeface="+mn-cs"/>
              </a:endParaRPr>
            </a:p>
          </p:txBody>
        </p:sp>
      </p:grpSp>
      <p:sp>
        <p:nvSpPr>
          <p:cNvPr id="82" name="TextBox 81">
            <a:extLst>
              <a:ext uri="{FF2B5EF4-FFF2-40B4-BE49-F238E27FC236}">
                <a16:creationId xmlns:a16="http://schemas.microsoft.com/office/drawing/2014/main" id="{02CBF6E8-74C5-4424-AF3C-EDD0F9F0E5F8}"/>
              </a:ext>
            </a:extLst>
          </p:cNvPr>
          <p:cNvSpPr txBox="1"/>
          <p:nvPr/>
        </p:nvSpPr>
        <p:spPr>
          <a:xfrm>
            <a:off x="777899" y="2728485"/>
            <a:ext cx="5293723" cy="461665"/>
          </a:xfrm>
          <a:prstGeom prst="rect">
            <a:avLst/>
          </a:prstGeom>
          <a:noFill/>
        </p:spPr>
        <p:txBody>
          <a:bodyPr wrap="square">
            <a:spAutoFit/>
          </a:bodyPr>
          <a:lstStyle/>
          <a:p>
            <a:pPr marL="95250" marR="0" lvl="0" indent="0" algn="l" defTabSz="414589" rtl="0" eaLnBrk="1" fontAlgn="auto" latinLnBrk="0" hangingPunct="1">
              <a:lnSpc>
                <a:spcPct val="100000"/>
              </a:lnSpc>
              <a:spcBef>
                <a:spcPts val="106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Verdana"/>
                <a:ea typeface="+mn-ea"/>
                <a:cs typeface="Tahoma"/>
              </a:rPr>
              <a:t>Preparation of technical, financial criteria, detailing technical specifications and standards </a:t>
            </a:r>
            <a:endParaRPr kumimoji="0" lang="en-AU" sz="1200" b="0" i="0" u="none" strike="noStrike" kern="0" cap="none" spc="0" normalizeH="0" baseline="0" noProof="0">
              <a:ln>
                <a:noFill/>
              </a:ln>
              <a:solidFill>
                <a:prstClr val="black"/>
              </a:solidFill>
              <a:effectLst/>
              <a:uLnTx/>
              <a:uFillTx/>
              <a:latin typeface="Verdana"/>
              <a:ea typeface="+mn-ea"/>
              <a:cs typeface="Tahoma"/>
            </a:endParaRPr>
          </a:p>
        </p:txBody>
      </p:sp>
      <p:sp>
        <p:nvSpPr>
          <p:cNvPr id="83" name="TextBox 82">
            <a:extLst>
              <a:ext uri="{FF2B5EF4-FFF2-40B4-BE49-F238E27FC236}">
                <a16:creationId xmlns:a16="http://schemas.microsoft.com/office/drawing/2014/main" id="{07A7C683-6AFF-4697-9815-473BFE62A73D}"/>
              </a:ext>
            </a:extLst>
          </p:cNvPr>
          <p:cNvSpPr txBox="1"/>
          <p:nvPr/>
        </p:nvSpPr>
        <p:spPr>
          <a:xfrm>
            <a:off x="796634" y="3779544"/>
            <a:ext cx="5293723" cy="461665"/>
          </a:xfrm>
          <a:prstGeom prst="rect">
            <a:avLst/>
          </a:prstGeom>
          <a:noFill/>
        </p:spPr>
        <p:txBody>
          <a:bodyPr wrap="square">
            <a:spAutoFit/>
          </a:bodyPr>
          <a:lstStyle/>
          <a:p>
            <a:pPr marL="95250" marR="0" lvl="0" indent="0" algn="l" defTabSz="414589" rtl="0" eaLnBrk="1" fontAlgn="auto" latinLnBrk="0" hangingPunct="1">
              <a:lnSpc>
                <a:spcPct val="100000"/>
              </a:lnSpc>
              <a:spcBef>
                <a:spcPts val="106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Verdana"/>
                <a:ea typeface="+mn-ea"/>
                <a:cs typeface="Tahoma"/>
              </a:rPr>
              <a:t>Evaluate and conduct due-diligence of risk elements such as contractual, regulatory etc.</a:t>
            </a:r>
            <a:endParaRPr kumimoji="0" lang="en-AU" sz="1200" b="0" i="0" u="none" strike="noStrike" kern="0" cap="none" spc="0" normalizeH="0" baseline="0" noProof="0">
              <a:ln>
                <a:noFill/>
              </a:ln>
              <a:solidFill>
                <a:prstClr val="black"/>
              </a:solidFill>
              <a:effectLst/>
              <a:uLnTx/>
              <a:uFillTx/>
              <a:latin typeface="Verdana"/>
              <a:ea typeface="+mn-ea"/>
              <a:cs typeface="Tahoma"/>
            </a:endParaRPr>
          </a:p>
        </p:txBody>
      </p:sp>
      <p:sp>
        <p:nvSpPr>
          <p:cNvPr id="84" name="TextBox 83">
            <a:extLst>
              <a:ext uri="{FF2B5EF4-FFF2-40B4-BE49-F238E27FC236}">
                <a16:creationId xmlns:a16="http://schemas.microsoft.com/office/drawing/2014/main" id="{FB05A15A-A1BB-4535-AD38-687EA13F2930}"/>
              </a:ext>
            </a:extLst>
          </p:cNvPr>
          <p:cNvSpPr txBox="1"/>
          <p:nvPr/>
        </p:nvSpPr>
        <p:spPr>
          <a:xfrm>
            <a:off x="796634" y="4809863"/>
            <a:ext cx="5565806" cy="646331"/>
          </a:xfrm>
          <a:prstGeom prst="rect">
            <a:avLst/>
          </a:prstGeom>
          <a:noFill/>
        </p:spPr>
        <p:txBody>
          <a:bodyPr wrap="square">
            <a:spAutoFit/>
          </a:bodyPr>
          <a:lstStyle/>
          <a:p>
            <a:pPr marL="266700" marR="0" lvl="0" indent="-171450" algn="l" defTabSz="414589" rtl="0" eaLnBrk="1" fontAlgn="auto" latinLnBrk="0" hangingPunct="1">
              <a:lnSpc>
                <a:spcPct val="100000"/>
              </a:lnSpc>
              <a:spcAft>
                <a:spcPts val="0"/>
              </a:spcAft>
              <a:buClrTx/>
              <a:buSzTx/>
              <a:buFont typeface="Courier New" panose="02070309020205020404" pitchFamily="49" charset="0"/>
              <a:buChar char="o"/>
              <a:tabLst/>
              <a:defRPr/>
            </a:pPr>
            <a:r>
              <a:rPr kumimoji="0" lang="en-US" sz="1200" b="0" i="0" u="none" strike="noStrike" kern="0" cap="none" spc="0" normalizeH="0" baseline="0" noProof="0" dirty="0">
                <a:ln>
                  <a:noFill/>
                </a:ln>
                <a:solidFill>
                  <a:prstClr val="black"/>
                </a:solidFill>
                <a:effectLst/>
                <a:uLnTx/>
                <a:uFillTx/>
                <a:latin typeface="Verdana"/>
                <a:ea typeface="+mn-ea"/>
                <a:cs typeface="Tahoma"/>
              </a:rPr>
              <a:t>Assist in organizing pre-bid conference </a:t>
            </a:r>
          </a:p>
          <a:p>
            <a:pPr marL="266700" marR="0" lvl="0" indent="-171450" algn="l" defTabSz="414589" rtl="0" eaLnBrk="1" fontAlgn="auto" latinLnBrk="0" hangingPunct="1">
              <a:lnSpc>
                <a:spcPct val="100000"/>
              </a:lnSpc>
              <a:spcAft>
                <a:spcPts val="0"/>
              </a:spcAft>
              <a:buClrTx/>
              <a:buSzTx/>
              <a:buFont typeface="Courier New" panose="02070309020205020404" pitchFamily="49" charset="0"/>
              <a:buChar char="o"/>
              <a:tabLst/>
              <a:defRPr/>
            </a:pPr>
            <a:r>
              <a:rPr lang="en-US" sz="1200" kern="0" dirty="0">
                <a:solidFill>
                  <a:prstClr val="black"/>
                </a:solidFill>
                <a:latin typeface="Verdana"/>
                <a:cs typeface="Tahoma"/>
              </a:rPr>
              <a:t>A</a:t>
            </a:r>
            <a:r>
              <a:rPr kumimoji="0" lang="en-US" sz="1200" b="0" i="0" u="none" strike="noStrike" kern="0" cap="none" spc="0" normalizeH="0" baseline="0" noProof="0" dirty="0" err="1">
                <a:ln>
                  <a:noFill/>
                </a:ln>
                <a:solidFill>
                  <a:prstClr val="black"/>
                </a:solidFill>
                <a:effectLst/>
                <a:uLnTx/>
                <a:uFillTx/>
                <a:latin typeface="Verdana"/>
                <a:ea typeface="+mn-ea"/>
                <a:cs typeface="Tahoma"/>
              </a:rPr>
              <a:t>ssist</a:t>
            </a:r>
            <a:r>
              <a:rPr kumimoji="0" lang="en-US" sz="1200" b="0" i="0" u="none" strike="noStrike" kern="0" cap="none" spc="0" normalizeH="0" baseline="0" noProof="0" dirty="0">
                <a:ln>
                  <a:noFill/>
                </a:ln>
                <a:solidFill>
                  <a:prstClr val="black"/>
                </a:solidFill>
                <a:effectLst/>
                <a:uLnTx/>
                <a:uFillTx/>
                <a:latin typeface="Verdana"/>
                <a:ea typeface="+mn-ea"/>
                <a:cs typeface="Tahoma"/>
              </a:rPr>
              <a:t> in responding to queries of the bidders</a:t>
            </a:r>
            <a:endParaRPr lang="en-US" sz="1200" kern="0" dirty="0">
              <a:solidFill>
                <a:prstClr val="black"/>
              </a:solidFill>
              <a:latin typeface="Verdana"/>
              <a:cs typeface="Tahoma"/>
            </a:endParaRPr>
          </a:p>
          <a:p>
            <a:pPr marL="266700" marR="0" lvl="0" indent="-171450" algn="l" defTabSz="414589" rtl="0" eaLnBrk="1" fontAlgn="auto" latinLnBrk="0" hangingPunct="1">
              <a:lnSpc>
                <a:spcPct val="100000"/>
              </a:lnSpc>
              <a:spcAft>
                <a:spcPts val="0"/>
              </a:spcAft>
              <a:buClrTx/>
              <a:buSzTx/>
              <a:buFont typeface="Courier New" panose="02070309020205020404" pitchFamily="49" charset="0"/>
              <a:buChar char="o"/>
              <a:tabLst/>
              <a:defRPr/>
            </a:pPr>
            <a:r>
              <a:rPr kumimoji="0" lang="en-US" sz="1200" b="0" i="0" u="none" strike="noStrike" kern="0" cap="none" spc="0" normalizeH="0" baseline="0" noProof="0" dirty="0">
                <a:ln>
                  <a:noFill/>
                </a:ln>
                <a:solidFill>
                  <a:prstClr val="black"/>
                </a:solidFill>
                <a:effectLst/>
                <a:uLnTx/>
                <a:uFillTx/>
                <a:latin typeface="Verdana"/>
                <a:ea typeface="+mn-ea"/>
                <a:cs typeface="Tahoma"/>
              </a:rPr>
              <a:t>Drafting of Addendum to the RFP</a:t>
            </a:r>
            <a:endParaRPr kumimoji="0" lang="en-AU" sz="1200" b="0" i="0" u="none" strike="noStrike" kern="0" cap="none" spc="0" normalizeH="0" baseline="0" noProof="0" dirty="0">
              <a:ln>
                <a:noFill/>
              </a:ln>
              <a:solidFill>
                <a:prstClr val="black"/>
              </a:solidFill>
              <a:effectLst/>
              <a:uLnTx/>
              <a:uFillTx/>
              <a:latin typeface="Verdana"/>
              <a:ea typeface="+mn-ea"/>
              <a:cs typeface="Tahoma"/>
            </a:endParaRPr>
          </a:p>
        </p:txBody>
      </p:sp>
      <p:sp>
        <p:nvSpPr>
          <p:cNvPr id="85" name="TextBox 84">
            <a:extLst>
              <a:ext uri="{FF2B5EF4-FFF2-40B4-BE49-F238E27FC236}">
                <a16:creationId xmlns:a16="http://schemas.microsoft.com/office/drawing/2014/main" id="{FD1F0477-00AE-41B3-A452-72B278F3D8C3}"/>
              </a:ext>
            </a:extLst>
          </p:cNvPr>
          <p:cNvSpPr txBox="1"/>
          <p:nvPr/>
        </p:nvSpPr>
        <p:spPr>
          <a:xfrm>
            <a:off x="796634" y="5843458"/>
            <a:ext cx="5293723" cy="461665"/>
          </a:xfrm>
          <a:prstGeom prst="rect">
            <a:avLst/>
          </a:prstGeom>
          <a:noFill/>
        </p:spPr>
        <p:txBody>
          <a:bodyPr wrap="square">
            <a:spAutoFit/>
          </a:bodyPr>
          <a:lstStyle/>
          <a:p>
            <a:pPr marL="95250" marR="0" lvl="0" indent="0" algn="l" defTabSz="414589" rtl="0" eaLnBrk="1" fontAlgn="auto" latinLnBrk="0" hangingPunct="1">
              <a:lnSpc>
                <a:spcPct val="100000"/>
              </a:lnSpc>
              <a:spcBef>
                <a:spcPts val="106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Verdana"/>
                <a:ea typeface="+mn-ea"/>
                <a:cs typeface="Tahoma"/>
              </a:rPr>
              <a:t>Assist </a:t>
            </a:r>
            <a:r>
              <a:rPr lang="en-US" sz="1200" kern="0" dirty="0">
                <a:solidFill>
                  <a:prstClr val="black"/>
                </a:solidFill>
                <a:latin typeface="Verdana"/>
                <a:cs typeface="Tahoma"/>
              </a:rPr>
              <a:t>JRE</a:t>
            </a:r>
            <a:r>
              <a:rPr kumimoji="0" lang="en-US" sz="1200" b="0" i="0" u="none" strike="noStrike" kern="0" cap="none" spc="0" normalizeH="0" baseline="0" noProof="0" dirty="0">
                <a:ln>
                  <a:noFill/>
                </a:ln>
                <a:solidFill>
                  <a:prstClr val="black"/>
                </a:solidFill>
                <a:effectLst/>
                <a:uLnTx/>
                <a:uFillTx/>
                <a:latin typeface="Verdana"/>
                <a:ea typeface="+mn-ea"/>
                <a:cs typeface="Tahoma"/>
              </a:rPr>
              <a:t>DA is evaluation of bids and recommendation of successful bidder</a:t>
            </a:r>
            <a:endParaRPr kumimoji="0" lang="en-AU" sz="1200" b="0" i="0" u="none" strike="noStrike" kern="0" cap="none" spc="0" normalizeH="0" baseline="0" noProof="0" dirty="0">
              <a:ln>
                <a:noFill/>
              </a:ln>
              <a:solidFill>
                <a:prstClr val="black"/>
              </a:solidFill>
              <a:effectLst/>
              <a:uLnTx/>
              <a:uFillTx/>
              <a:latin typeface="Verdana"/>
              <a:ea typeface="+mn-ea"/>
              <a:cs typeface="Tahoma"/>
            </a:endParaRPr>
          </a:p>
        </p:txBody>
      </p:sp>
      <p:sp>
        <p:nvSpPr>
          <p:cNvPr id="86" name="TextBox 85">
            <a:extLst>
              <a:ext uri="{FF2B5EF4-FFF2-40B4-BE49-F238E27FC236}">
                <a16:creationId xmlns:a16="http://schemas.microsoft.com/office/drawing/2014/main" id="{38498433-7010-4A14-8584-96875FB34743}"/>
              </a:ext>
            </a:extLst>
          </p:cNvPr>
          <p:cNvSpPr txBox="1"/>
          <p:nvPr/>
        </p:nvSpPr>
        <p:spPr>
          <a:xfrm>
            <a:off x="815104" y="1694580"/>
            <a:ext cx="5293723" cy="461665"/>
          </a:xfrm>
          <a:prstGeom prst="rect">
            <a:avLst/>
          </a:prstGeom>
          <a:noFill/>
        </p:spPr>
        <p:txBody>
          <a:bodyPr wrap="square">
            <a:spAutoFit/>
          </a:bodyPr>
          <a:lstStyle/>
          <a:p>
            <a:pPr marL="95250" marR="0" lvl="0" indent="0" algn="l" defTabSz="414589" rtl="0" eaLnBrk="1" fontAlgn="auto" latinLnBrk="0" hangingPunct="1">
              <a:lnSpc>
                <a:spcPct val="100000"/>
              </a:lnSpc>
              <a:spcBef>
                <a:spcPts val="106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Verdana"/>
                <a:ea typeface="+mn-ea"/>
                <a:cs typeface="Tahoma"/>
              </a:rPr>
              <a:t>Assistance in design of transaction &amp; bid structure- bid documents</a:t>
            </a:r>
            <a:endParaRPr kumimoji="0" lang="en-AU" sz="1200" b="0" i="0" u="none" strike="noStrike" kern="0" cap="none" spc="0" normalizeH="0" baseline="0" noProof="0">
              <a:ln>
                <a:noFill/>
              </a:ln>
              <a:solidFill>
                <a:prstClr val="black"/>
              </a:solidFill>
              <a:effectLst/>
              <a:uLnTx/>
              <a:uFillTx/>
              <a:latin typeface="Verdana"/>
              <a:ea typeface="+mn-ea"/>
              <a:cs typeface="Tahoma"/>
            </a:endParaRPr>
          </a:p>
        </p:txBody>
      </p:sp>
      <p:sp>
        <p:nvSpPr>
          <p:cNvPr id="95" name="Rectangle: Rounded Corners 94">
            <a:extLst>
              <a:ext uri="{FF2B5EF4-FFF2-40B4-BE49-F238E27FC236}">
                <a16:creationId xmlns:a16="http://schemas.microsoft.com/office/drawing/2014/main" id="{1C5C2A70-D745-48A6-8F63-0CC706BEC5D6}"/>
              </a:ext>
            </a:extLst>
          </p:cNvPr>
          <p:cNvSpPr/>
          <p:nvPr/>
        </p:nvSpPr>
        <p:spPr>
          <a:xfrm>
            <a:off x="6507120" y="3553066"/>
            <a:ext cx="5425952" cy="1348717"/>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6" name="Picture 95" descr="Shape&#10;&#10;Description automatically generated with low confidence">
            <a:extLst>
              <a:ext uri="{FF2B5EF4-FFF2-40B4-BE49-F238E27FC236}">
                <a16:creationId xmlns:a16="http://schemas.microsoft.com/office/drawing/2014/main" id="{79593491-EAC2-4E12-893C-80733732C1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41269" y="3822366"/>
            <a:ext cx="833699" cy="833699"/>
          </a:xfrm>
          <a:prstGeom prst="rect">
            <a:avLst/>
          </a:prstGeom>
        </p:spPr>
      </p:pic>
      <p:sp>
        <p:nvSpPr>
          <p:cNvPr id="97" name="Title 15">
            <a:extLst>
              <a:ext uri="{FF2B5EF4-FFF2-40B4-BE49-F238E27FC236}">
                <a16:creationId xmlns:a16="http://schemas.microsoft.com/office/drawing/2014/main" id="{35B4708E-A490-4A85-83CC-63CE393FB3EB}"/>
              </a:ext>
            </a:extLst>
          </p:cNvPr>
          <p:cNvSpPr txBox="1">
            <a:spLocks/>
          </p:cNvSpPr>
          <p:nvPr/>
        </p:nvSpPr>
        <p:spPr>
          <a:xfrm>
            <a:off x="7384477" y="3646571"/>
            <a:ext cx="4616938"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r>
              <a:rPr lang="en-US" sz="1400">
                <a:solidFill>
                  <a:schemeClr val="tx1"/>
                </a:solidFill>
              </a:rPr>
              <a:t>World’s largest </a:t>
            </a:r>
            <a:r>
              <a:rPr lang="en-US" sz="1600">
                <a:solidFill>
                  <a:srgbClr val="00B0F0"/>
                </a:solidFill>
              </a:rPr>
              <a:t>floating solar park of  600 MW</a:t>
            </a:r>
            <a:r>
              <a:rPr lang="en-US" sz="1600"/>
              <a:t> </a:t>
            </a:r>
            <a:r>
              <a:rPr lang="en-US" sz="1400">
                <a:solidFill>
                  <a:schemeClr val="tx1"/>
                </a:solidFill>
              </a:rPr>
              <a:t>in Omkareshwar, Madhya Pradesh</a:t>
            </a:r>
          </a:p>
        </p:txBody>
      </p:sp>
      <p:cxnSp>
        <p:nvCxnSpPr>
          <p:cNvPr id="98" name="Straight Connector 97">
            <a:extLst>
              <a:ext uri="{FF2B5EF4-FFF2-40B4-BE49-F238E27FC236}">
                <a16:creationId xmlns:a16="http://schemas.microsoft.com/office/drawing/2014/main" id="{A2AA0053-58B3-46F4-BE4D-F1F3D4756292}"/>
              </a:ext>
            </a:extLst>
          </p:cNvPr>
          <p:cNvCxnSpPr>
            <a:cxnSpLocks/>
          </p:cNvCxnSpPr>
          <p:nvPr/>
        </p:nvCxnSpPr>
        <p:spPr>
          <a:xfrm flipV="1">
            <a:off x="7382858" y="3736467"/>
            <a:ext cx="0" cy="93723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99" name="Title 15">
            <a:extLst>
              <a:ext uri="{FF2B5EF4-FFF2-40B4-BE49-F238E27FC236}">
                <a16:creationId xmlns:a16="http://schemas.microsoft.com/office/drawing/2014/main" id="{B1E0369B-2A03-4D3A-873A-F43A419E34FE}"/>
              </a:ext>
            </a:extLst>
          </p:cNvPr>
          <p:cNvSpPr txBox="1">
            <a:spLocks/>
          </p:cNvSpPr>
          <p:nvPr/>
        </p:nvSpPr>
        <p:spPr>
          <a:xfrm>
            <a:off x="7390749" y="4251050"/>
            <a:ext cx="4701605" cy="662844"/>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r>
              <a:rPr lang="en-US" sz="1200">
                <a:solidFill>
                  <a:schemeClr val="tx1"/>
                </a:solidFill>
              </a:rPr>
              <a:t>Deloitte supported in Feasibility Assessment and Transaction Advisory</a:t>
            </a:r>
            <a:r>
              <a:rPr lang="en-US" sz="1200">
                <a:solidFill>
                  <a:srgbClr val="00B050"/>
                </a:solidFill>
              </a:rPr>
              <a:t>.</a:t>
            </a:r>
          </a:p>
        </p:txBody>
      </p:sp>
      <p:sp>
        <p:nvSpPr>
          <p:cNvPr id="101" name="Title 15">
            <a:extLst>
              <a:ext uri="{FF2B5EF4-FFF2-40B4-BE49-F238E27FC236}">
                <a16:creationId xmlns:a16="http://schemas.microsoft.com/office/drawing/2014/main" id="{D6F2DDE8-00AD-4BAE-A7FB-B6BBD6867C31}"/>
              </a:ext>
            </a:extLst>
          </p:cNvPr>
          <p:cNvSpPr txBox="1">
            <a:spLocks/>
          </p:cNvSpPr>
          <p:nvPr/>
        </p:nvSpPr>
        <p:spPr>
          <a:xfrm>
            <a:off x="6447946" y="3175963"/>
            <a:ext cx="4616938"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r>
              <a:rPr lang="en-US" sz="1400">
                <a:solidFill>
                  <a:schemeClr val="tx1"/>
                </a:solidFill>
              </a:rPr>
              <a:t>Deloitte’s Demonstrated Experience</a:t>
            </a:r>
          </a:p>
        </p:txBody>
      </p:sp>
      <p:sp>
        <p:nvSpPr>
          <p:cNvPr id="33" name="Rectangle: Rounded Corners 32">
            <a:extLst>
              <a:ext uri="{FF2B5EF4-FFF2-40B4-BE49-F238E27FC236}">
                <a16:creationId xmlns:a16="http://schemas.microsoft.com/office/drawing/2014/main" id="{48F47411-1622-4D60-9680-BA60E0EAF596}"/>
              </a:ext>
            </a:extLst>
          </p:cNvPr>
          <p:cNvSpPr/>
          <p:nvPr/>
        </p:nvSpPr>
        <p:spPr>
          <a:xfrm>
            <a:off x="6507120" y="5094586"/>
            <a:ext cx="5425952" cy="1348717"/>
          </a:xfrm>
          <a:prstGeom prst="roundRect">
            <a:avLst>
              <a:gd name="adj" fmla="val 7417"/>
            </a:avLst>
          </a:prstGeom>
          <a:solidFill>
            <a:schemeClr val="bg1">
              <a:lumMod val="9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Shape&#10;&#10;Description automatically generated with low confidence">
            <a:extLst>
              <a:ext uri="{FF2B5EF4-FFF2-40B4-BE49-F238E27FC236}">
                <a16:creationId xmlns:a16="http://schemas.microsoft.com/office/drawing/2014/main" id="{B3FAF70C-88C8-458F-B32F-39C4C10648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41269" y="5363886"/>
            <a:ext cx="833699" cy="833699"/>
          </a:xfrm>
          <a:prstGeom prst="rect">
            <a:avLst/>
          </a:prstGeom>
        </p:spPr>
      </p:pic>
      <p:sp>
        <p:nvSpPr>
          <p:cNvPr id="35" name="Title 15">
            <a:extLst>
              <a:ext uri="{FF2B5EF4-FFF2-40B4-BE49-F238E27FC236}">
                <a16:creationId xmlns:a16="http://schemas.microsoft.com/office/drawing/2014/main" id="{743DA4B1-0BBA-40E5-A958-1EE73EBE89E3}"/>
              </a:ext>
            </a:extLst>
          </p:cNvPr>
          <p:cNvSpPr txBox="1">
            <a:spLocks/>
          </p:cNvSpPr>
          <p:nvPr/>
        </p:nvSpPr>
        <p:spPr>
          <a:xfrm>
            <a:off x="7384477" y="5188091"/>
            <a:ext cx="4616938" cy="71155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r>
              <a:rPr lang="en-US" sz="1400">
                <a:solidFill>
                  <a:schemeClr val="tx1"/>
                </a:solidFill>
              </a:rPr>
              <a:t>Supported DMRC for solar power procurement -</a:t>
            </a:r>
            <a:r>
              <a:rPr lang="en-US" sz="1600">
                <a:solidFill>
                  <a:srgbClr val="00B0F0"/>
                </a:solidFill>
              </a:rPr>
              <a:t>750 MW REWA solar park</a:t>
            </a:r>
          </a:p>
        </p:txBody>
      </p:sp>
      <p:cxnSp>
        <p:nvCxnSpPr>
          <p:cNvPr id="36" name="Straight Connector 35">
            <a:extLst>
              <a:ext uri="{FF2B5EF4-FFF2-40B4-BE49-F238E27FC236}">
                <a16:creationId xmlns:a16="http://schemas.microsoft.com/office/drawing/2014/main" id="{9DB481E4-F9A4-4139-AC17-9D90F0D60229}"/>
              </a:ext>
            </a:extLst>
          </p:cNvPr>
          <p:cNvCxnSpPr>
            <a:cxnSpLocks/>
          </p:cNvCxnSpPr>
          <p:nvPr/>
        </p:nvCxnSpPr>
        <p:spPr>
          <a:xfrm flipV="1">
            <a:off x="7382858" y="5277987"/>
            <a:ext cx="0" cy="93723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37" name="Title 15">
            <a:extLst>
              <a:ext uri="{FF2B5EF4-FFF2-40B4-BE49-F238E27FC236}">
                <a16:creationId xmlns:a16="http://schemas.microsoft.com/office/drawing/2014/main" id="{2C19DFE5-5087-48C6-84F7-7314E648550F}"/>
              </a:ext>
            </a:extLst>
          </p:cNvPr>
          <p:cNvSpPr txBox="1">
            <a:spLocks/>
          </p:cNvSpPr>
          <p:nvPr/>
        </p:nvSpPr>
        <p:spPr>
          <a:xfrm>
            <a:off x="7390749" y="5792570"/>
            <a:ext cx="4701605" cy="662844"/>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r>
              <a:rPr lang="en-US" sz="1200">
                <a:solidFill>
                  <a:schemeClr val="tx1"/>
                </a:solidFill>
              </a:rPr>
              <a:t>Deloitte assisted in Transaction Advisory to Delhi Metro Rail Corp. for RE Power Procurement</a:t>
            </a:r>
            <a:endParaRPr lang="en-US" sz="1200">
              <a:solidFill>
                <a:srgbClr val="00B050"/>
              </a:solidFill>
            </a:endParaRPr>
          </a:p>
        </p:txBody>
      </p:sp>
      <p:sp>
        <p:nvSpPr>
          <p:cNvPr id="39" name="object 10">
            <a:extLst>
              <a:ext uri="{FF2B5EF4-FFF2-40B4-BE49-F238E27FC236}">
                <a16:creationId xmlns:a16="http://schemas.microsoft.com/office/drawing/2014/main" id="{E6128DDD-14D2-410A-84B4-D06EE960B7AE}"/>
              </a:ext>
            </a:extLst>
          </p:cNvPr>
          <p:cNvSpPr txBox="1">
            <a:spLocks/>
          </p:cNvSpPr>
          <p:nvPr>
            <p:custDataLst>
              <p:tags r:id="rId1"/>
            </p:custDataLst>
          </p:nvPr>
        </p:nvSpPr>
        <p:spPr>
          <a:xfrm>
            <a:off x="10733239" y="2674248"/>
            <a:ext cx="1137680" cy="277000"/>
          </a:xfrm>
          <a:prstGeom prst="rect">
            <a:avLst/>
          </a:prstGeom>
        </p:spPr>
        <p:txBody>
          <a:bodyPr wrap="square" lIns="36000" rIns="0">
            <a:spAutoFit/>
          </a:bodyPr>
          <a:lstStyle>
            <a:defPPr>
              <a:defRPr lang="en-US"/>
            </a:defPPr>
            <a:lvl1pPr marR="0" lvl="0" defTabSz="414589" fontAlgn="auto">
              <a:lnSpc>
                <a:spcPct val="100000"/>
              </a:lnSpc>
              <a:spcBef>
                <a:spcPts val="600"/>
              </a:spcBef>
              <a:spcAft>
                <a:spcPts val="0"/>
              </a:spcAft>
              <a:buClrTx/>
              <a:buSzTx/>
              <a:buFontTx/>
              <a:buNone/>
              <a:defRPr sz="800">
                <a:solidFill>
                  <a:srgbClr val="636466"/>
                </a:solidFill>
                <a:latin typeface="Tahoma"/>
                <a:cs typeface="Tahoma"/>
              </a:defRPr>
            </a:lvl1pPr>
          </a:lstStyle>
          <a:p>
            <a:pPr marL="0" marR="0" lvl="0" indent="0" algn="l" defTabSz="414589" rtl="0" eaLnBrk="1" fontAlgn="auto" latinLnBrk="0" hangingPunct="1">
              <a:lnSpc>
                <a:spcPct val="100000"/>
              </a:lnSpc>
              <a:spcBef>
                <a:spcPts val="600"/>
              </a:spcBef>
              <a:spcAft>
                <a:spcPts val="0"/>
              </a:spcAft>
              <a:buClrTx/>
              <a:buSzTx/>
              <a:buFontTx/>
              <a:buNone/>
              <a:tabLst/>
              <a:defRPr/>
            </a:pPr>
            <a:r>
              <a:rPr kumimoji="0" lang="en-AU" sz="1200" b="1" i="0" u="none" strike="noStrike" kern="0" cap="none" spc="0" normalizeH="0" baseline="0" noProof="0">
                <a:ln>
                  <a:noFill/>
                </a:ln>
                <a:solidFill>
                  <a:srgbClr val="002776"/>
                </a:solidFill>
                <a:effectLst/>
                <a:uLnTx/>
                <a:uFillTx/>
                <a:latin typeface="Verdana"/>
                <a:ea typeface="+mn-ea"/>
                <a:cs typeface="Tahoma"/>
              </a:rPr>
              <a:t>Negotiations</a:t>
            </a:r>
          </a:p>
        </p:txBody>
      </p:sp>
      <p:sp>
        <p:nvSpPr>
          <p:cNvPr id="40" name="object 10">
            <a:extLst>
              <a:ext uri="{FF2B5EF4-FFF2-40B4-BE49-F238E27FC236}">
                <a16:creationId xmlns:a16="http://schemas.microsoft.com/office/drawing/2014/main" id="{406E36C2-924E-43A0-AD24-C5DFD8860122}"/>
              </a:ext>
            </a:extLst>
          </p:cNvPr>
          <p:cNvSpPr txBox="1">
            <a:spLocks/>
          </p:cNvSpPr>
          <p:nvPr>
            <p:custDataLst>
              <p:tags r:id="rId2"/>
            </p:custDataLst>
          </p:nvPr>
        </p:nvSpPr>
        <p:spPr>
          <a:xfrm>
            <a:off x="9127931" y="2580971"/>
            <a:ext cx="1574653" cy="461665"/>
          </a:xfrm>
          <a:prstGeom prst="rect">
            <a:avLst/>
          </a:prstGeom>
        </p:spPr>
        <p:txBody>
          <a:bodyPr wrap="square" lIns="36000">
            <a:spAutoFit/>
          </a:bodyPr>
          <a:lstStyle>
            <a:defPPr>
              <a:defRPr lang="en-US"/>
            </a:defPPr>
            <a:lvl1pPr marR="0" lvl="0" defTabSz="414589" fontAlgn="auto">
              <a:lnSpc>
                <a:spcPct val="100000"/>
              </a:lnSpc>
              <a:spcBef>
                <a:spcPts val="600"/>
              </a:spcBef>
              <a:spcAft>
                <a:spcPts val="0"/>
              </a:spcAft>
              <a:buClrTx/>
              <a:buSzTx/>
              <a:buFontTx/>
              <a:buNone/>
              <a:defRPr sz="800">
                <a:solidFill>
                  <a:srgbClr val="636466"/>
                </a:solidFill>
                <a:latin typeface="Tahoma"/>
                <a:cs typeface="Tahoma"/>
              </a:defRPr>
            </a:lvl1pPr>
          </a:lstStyle>
          <a:p>
            <a:pPr marL="0" marR="0" lvl="0" indent="0" algn="ctr" defTabSz="414589" rtl="0" eaLnBrk="1" fontAlgn="auto" latinLnBrk="0" hangingPunct="1">
              <a:lnSpc>
                <a:spcPct val="100000"/>
              </a:lnSpc>
              <a:spcBef>
                <a:spcPts val="600"/>
              </a:spcBef>
              <a:spcAft>
                <a:spcPts val="0"/>
              </a:spcAft>
              <a:buClrTx/>
              <a:buSzTx/>
              <a:buFontTx/>
              <a:buNone/>
              <a:tabLst/>
              <a:defRPr/>
            </a:pPr>
            <a:r>
              <a:rPr kumimoji="0" lang="en-AU" sz="1200" b="1" i="0" u="none" strike="noStrike" kern="0" cap="none" spc="0" normalizeH="0" baseline="0" noProof="0">
                <a:ln>
                  <a:noFill/>
                </a:ln>
                <a:solidFill>
                  <a:srgbClr val="002776"/>
                </a:solidFill>
                <a:effectLst/>
                <a:uLnTx/>
                <a:uFillTx/>
                <a:latin typeface="Verdana"/>
                <a:ea typeface="+mn-ea"/>
                <a:cs typeface="Tahoma"/>
              </a:rPr>
              <a:t>Bid Implementation</a:t>
            </a:r>
          </a:p>
        </p:txBody>
      </p:sp>
      <p:sp>
        <p:nvSpPr>
          <p:cNvPr id="41" name="object 10">
            <a:extLst>
              <a:ext uri="{FF2B5EF4-FFF2-40B4-BE49-F238E27FC236}">
                <a16:creationId xmlns:a16="http://schemas.microsoft.com/office/drawing/2014/main" id="{93B8176E-F5A5-4512-ACD5-66F1577BE1EE}"/>
              </a:ext>
            </a:extLst>
          </p:cNvPr>
          <p:cNvSpPr txBox="1">
            <a:spLocks/>
          </p:cNvSpPr>
          <p:nvPr>
            <p:custDataLst>
              <p:tags r:id="rId3"/>
            </p:custDataLst>
          </p:nvPr>
        </p:nvSpPr>
        <p:spPr>
          <a:xfrm>
            <a:off x="7907822" y="2582809"/>
            <a:ext cx="1220109" cy="461665"/>
          </a:xfrm>
          <a:prstGeom prst="rect">
            <a:avLst/>
          </a:prstGeom>
        </p:spPr>
        <p:txBody>
          <a:bodyPr wrap="square" lIns="36000">
            <a:spAutoFit/>
          </a:bodyPr>
          <a:lstStyle>
            <a:defPPr>
              <a:defRPr lang="en-US"/>
            </a:defPPr>
            <a:lvl1pPr marR="0" lvl="0" defTabSz="414589" fontAlgn="auto">
              <a:lnSpc>
                <a:spcPct val="100000"/>
              </a:lnSpc>
              <a:spcBef>
                <a:spcPts val="600"/>
              </a:spcBef>
              <a:spcAft>
                <a:spcPts val="0"/>
              </a:spcAft>
              <a:buClrTx/>
              <a:buSzTx/>
              <a:buFontTx/>
              <a:buNone/>
              <a:defRPr sz="800">
                <a:solidFill>
                  <a:srgbClr val="636466"/>
                </a:solidFill>
                <a:latin typeface="Tahoma"/>
                <a:cs typeface="Tahoma"/>
              </a:defRPr>
            </a:lvl1pPr>
          </a:lstStyle>
          <a:p>
            <a:pPr marL="0" marR="0" lvl="0" indent="0" algn="ctr" defTabSz="414589" rtl="0" eaLnBrk="1" fontAlgn="auto" latinLnBrk="0" hangingPunct="1">
              <a:lnSpc>
                <a:spcPct val="100000"/>
              </a:lnSpc>
              <a:spcBef>
                <a:spcPts val="600"/>
              </a:spcBef>
              <a:spcAft>
                <a:spcPts val="0"/>
              </a:spcAft>
              <a:buClrTx/>
              <a:buSzTx/>
              <a:buFontTx/>
              <a:buNone/>
              <a:tabLst/>
              <a:defRPr/>
            </a:pPr>
            <a:r>
              <a:rPr kumimoji="0" lang="en-AU" sz="1200" b="1" i="0" u="none" strike="noStrike" kern="0" cap="none" spc="0" normalizeH="0" baseline="0" noProof="0">
                <a:ln>
                  <a:noFill/>
                </a:ln>
                <a:solidFill>
                  <a:srgbClr val="002776"/>
                </a:solidFill>
                <a:effectLst/>
                <a:uLnTx/>
                <a:uFillTx/>
                <a:latin typeface="Verdana"/>
                <a:ea typeface="+mn-ea"/>
                <a:cs typeface="Tahoma"/>
              </a:rPr>
              <a:t>Document Checklist</a:t>
            </a:r>
          </a:p>
        </p:txBody>
      </p:sp>
      <p:sp>
        <p:nvSpPr>
          <p:cNvPr id="42" name="object 10">
            <a:extLst>
              <a:ext uri="{FF2B5EF4-FFF2-40B4-BE49-F238E27FC236}">
                <a16:creationId xmlns:a16="http://schemas.microsoft.com/office/drawing/2014/main" id="{2A3C4159-EEDF-4859-AC45-D6AECDFDDD92}"/>
              </a:ext>
            </a:extLst>
          </p:cNvPr>
          <p:cNvSpPr txBox="1">
            <a:spLocks/>
          </p:cNvSpPr>
          <p:nvPr>
            <p:custDataLst>
              <p:tags r:id="rId4"/>
            </p:custDataLst>
          </p:nvPr>
        </p:nvSpPr>
        <p:spPr>
          <a:xfrm>
            <a:off x="6539229" y="2582809"/>
            <a:ext cx="1253201" cy="461665"/>
          </a:xfrm>
          <a:prstGeom prst="rect">
            <a:avLst/>
          </a:prstGeom>
        </p:spPr>
        <p:txBody>
          <a:bodyPr wrap="square" lIns="36000">
            <a:spAutoFit/>
          </a:bodyPr>
          <a:lstStyle>
            <a:defPPr>
              <a:defRPr lang="en-US"/>
            </a:defPPr>
            <a:lvl1pPr marR="0" lvl="0" defTabSz="414589" fontAlgn="auto">
              <a:lnSpc>
                <a:spcPct val="100000"/>
              </a:lnSpc>
              <a:spcBef>
                <a:spcPts val="600"/>
              </a:spcBef>
              <a:spcAft>
                <a:spcPts val="0"/>
              </a:spcAft>
              <a:buClrTx/>
              <a:buSzTx/>
              <a:buFontTx/>
              <a:buNone/>
              <a:defRPr sz="800">
                <a:solidFill>
                  <a:srgbClr val="636466"/>
                </a:solidFill>
                <a:latin typeface="Tahoma"/>
                <a:cs typeface="Tahoma"/>
              </a:defRPr>
            </a:lvl1pPr>
          </a:lstStyle>
          <a:p>
            <a:pPr marL="0" marR="0" lvl="0" indent="0" algn="ctr" defTabSz="414589" rtl="0" eaLnBrk="1" fontAlgn="auto" latinLnBrk="0" hangingPunct="1">
              <a:lnSpc>
                <a:spcPct val="100000"/>
              </a:lnSpc>
              <a:spcBef>
                <a:spcPts val="600"/>
              </a:spcBef>
              <a:spcAft>
                <a:spcPts val="0"/>
              </a:spcAft>
              <a:buClrTx/>
              <a:buSzTx/>
              <a:buFontTx/>
              <a:buNone/>
              <a:tabLst/>
              <a:defRPr/>
            </a:pPr>
            <a:r>
              <a:rPr kumimoji="0" lang="en-AU" sz="1200" b="1" i="0" u="none" strike="noStrike" kern="0" cap="none" spc="0" normalizeH="0" baseline="0" noProof="0">
                <a:ln>
                  <a:noFill/>
                </a:ln>
                <a:solidFill>
                  <a:srgbClr val="002776"/>
                </a:solidFill>
                <a:effectLst/>
                <a:uLnTx/>
                <a:uFillTx/>
                <a:latin typeface="Verdana"/>
                <a:ea typeface="+mn-ea"/>
                <a:cs typeface="Tahoma"/>
              </a:rPr>
              <a:t>Competition Analysis</a:t>
            </a:r>
          </a:p>
        </p:txBody>
      </p:sp>
      <p:sp>
        <p:nvSpPr>
          <p:cNvPr id="43" name="Title 15">
            <a:extLst>
              <a:ext uri="{FF2B5EF4-FFF2-40B4-BE49-F238E27FC236}">
                <a16:creationId xmlns:a16="http://schemas.microsoft.com/office/drawing/2014/main" id="{F116D8CE-EB31-41E5-8456-807FD924B0A9}"/>
              </a:ext>
            </a:extLst>
          </p:cNvPr>
          <p:cNvSpPr txBox="1">
            <a:spLocks/>
          </p:cNvSpPr>
          <p:nvPr/>
        </p:nvSpPr>
        <p:spPr>
          <a:xfrm>
            <a:off x="6461124" y="1448173"/>
            <a:ext cx="5408386" cy="327686"/>
          </a:xfrm>
          <a:prstGeom prst="rect">
            <a:avLst/>
          </a:prstGeom>
        </p:spPr>
        <p:txBody>
          <a:bodyPr>
            <a:noAutofit/>
          </a:bodyPr>
          <a:lstStyle>
            <a:lvl1pPr marL="0" marR="0" indent="0" algn="l" defTabSz="1219017" rtl="0" eaLnBrk="1" fontAlgn="auto" latinLnBrk="0" hangingPunct="1">
              <a:lnSpc>
                <a:spcPct val="100000"/>
              </a:lnSpc>
              <a:spcBef>
                <a:spcPct val="0"/>
              </a:spcBef>
              <a:spcAft>
                <a:spcPts val="0"/>
              </a:spcAft>
              <a:buClrTx/>
              <a:buSzTx/>
              <a:buFontTx/>
              <a:buNone/>
              <a:tabLst>
                <a:tab pos="1820498" algn="l"/>
              </a:tabLst>
              <a:defRPr lang="ru-RU" sz="3599" b="1" i="0" kern="1200" baseline="0" dirty="0">
                <a:solidFill>
                  <a:srgbClr val="E97F00"/>
                </a:solidFill>
                <a:effectLst/>
                <a:latin typeface="+mn-lt"/>
                <a:ea typeface="Tahoma" panose="020B0604030504040204" pitchFamily="34" charset="0"/>
                <a:cs typeface="DIN Pro Regular" panose="020B0504020101020102" pitchFamily="34" charset="0"/>
              </a:defRPr>
            </a:lvl1pPr>
          </a:lstStyle>
          <a:p>
            <a:pPr algn="ctr"/>
            <a:r>
              <a:rPr lang="en-US" sz="1400">
                <a:solidFill>
                  <a:schemeClr val="tx1"/>
                </a:solidFill>
              </a:rPr>
              <a:t>Strategy Highlights</a:t>
            </a:r>
          </a:p>
        </p:txBody>
      </p:sp>
      <p:pic>
        <p:nvPicPr>
          <p:cNvPr id="14" name="Picture 2" descr="Business competition Icon - Free PNG &amp; SVG 870851 - Noun Project">
            <a:extLst>
              <a:ext uri="{FF2B5EF4-FFF2-40B4-BE49-F238E27FC236}">
                <a16:creationId xmlns:a16="http://schemas.microsoft.com/office/drawing/2014/main" id="{58549FD6-682A-4AE6-9B65-C282F7DEC9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20423" y="1727147"/>
            <a:ext cx="832648" cy="8326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ecklist Icon Images - Free Download on Freepik">
            <a:extLst>
              <a:ext uri="{FF2B5EF4-FFF2-40B4-BE49-F238E27FC236}">
                <a16:creationId xmlns:a16="http://schemas.microsoft.com/office/drawing/2014/main" id="{857D782B-F375-41A7-8811-5F37AE927B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78446" y="1831323"/>
            <a:ext cx="678860" cy="6788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plementation Icons - Free SVG &amp; PNG Implementation Images - Noun Project">
            <a:extLst>
              <a:ext uri="{FF2B5EF4-FFF2-40B4-BE49-F238E27FC236}">
                <a16:creationId xmlns:a16="http://schemas.microsoft.com/office/drawing/2014/main" id="{AA86E7AF-F477-4734-BD1D-802B21123A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07684" y="1880143"/>
            <a:ext cx="615145" cy="6151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egotiation Icon Stock Vector | Adobe Stock">
            <a:extLst>
              <a:ext uri="{FF2B5EF4-FFF2-40B4-BE49-F238E27FC236}">
                <a16:creationId xmlns:a16="http://schemas.microsoft.com/office/drawing/2014/main" id="{F09BD5E7-2B72-44A6-A05E-BA8A8D95254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8842" t="28101" r="18464" b="27933"/>
          <a:stretch/>
        </p:blipFill>
        <p:spPr bwMode="auto">
          <a:xfrm>
            <a:off x="10858850" y="1979299"/>
            <a:ext cx="843328" cy="59141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4" name="Table 4">
            <a:extLst>
              <a:ext uri="{FF2B5EF4-FFF2-40B4-BE49-F238E27FC236}">
                <a16:creationId xmlns:a16="http://schemas.microsoft.com/office/drawing/2014/main" id="{4D3868E6-5A48-4485-9212-F48665CD81F7}"/>
              </a:ext>
            </a:extLst>
          </p:cNvPr>
          <p:cNvGraphicFramePr>
            <a:graphicFrameLocks noGrp="1"/>
          </p:cNvGraphicFramePr>
          <p:nvPr>
            <p:extLst>
              <p:ext uri="{D42A27DB-BD31-4B8C-83A1-F6EECF244321}">
                <p14:modId xmlns:p14="http://schemas.microsoft.com/office/powerpoint/2010/main" val="149326522"/>
              </p:ext>
            </p:extLst>
          </p:nvPr>
        </p:nvGraphicFramePr>
        <p:xfrm>
          <a:off x="7611962"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chemeClr val="bg1">
                        <a:lumMod val="75000"/>
                      </a:schemeClr>
                    </a:solidFill>
                  </a:tcPr>
                </a:tc>
                <a:tc>
                  <a:txBody>
                    <a:bodyPr/>
                    <a:lstStyle/>
                    <a:p>
                      <a:pPr algn="ctr"/>
                      <a:r>
                        <a:rPr lang="en-US" sz="900" dirty="0"/>
                        <a:t>Techno-Commercial </a:t>
                      </a:r>
                    </a:p>
                  </a:txBody>
                  <a:tcPr>
                    <a:solidFill>
                      <a:schemeClr val="bg1">
                        <a:lumMod val="75000"/>
                      </a:schemeClr>
                    </a:solidFill>
                  </a:tcPr>
                </a:tc>
                <a:tc>
                  <a:txBody>
                    <a:bodyPr/>
                    <a:lstStyle/>
                    <a:p>
                      <a:pPr algn="ctr"/>
                      <a:r>
                        <a:rPr lang="en-IN" sz="900" dirty="0"/>
                        <a:t>Program Management</a:t>
                      </a:r>
                      <a:endParaRPr lang="en-US" sz="900" dirty="0"/>
                    </a:p>
                  </a:txBody>
                  <a:tcPr>
                    <a:solidFill>
                      <a:srgbClr val="3C8A2E"/>
                    </a:solidFill>
                  </a:tcPr>
                </a:tc>
                <a:tc>
                  <a:txBody>
                    <a:bodyPr/>
                    <a:lstStyle/>
                    <a:p>
                      <a:pPr algn="ctr"/>
                      <a:r>
                        <a:rPr lang="en-US" sz="900" dirty="0"/>
                        <a:t>Monitoring</a:t>
                      </a:r>
                    </a:p>
                  </a:txBody>
                  <a:tcPr>
                    <a:solidFill>
                      <a:schemeClr val="bg1">
                        <a:lumMod val="75000"/>
                      </a:schemeClr>
                    </a:solidFill>
                  </a:tcPr>
                </a:tc>
                <a:extLst>
                  <a:ext uri="{0D108BD9-81ED-4DB2-BD59-A6C34878D82A}">
                    <a16:rowId xmlns:a16="http://schemas.microsoft.com/office/drawing/2014/main" val="1296243468"/>
                  </a:ext>
                </a:extLst>
              </a:tr>
            </a:tbl>
          </a:graphicData>
        </a:graphic>
      </p:graphicFrame>
    </p:spTree>
    <p:extLst>
      <p:ext uri="{BB962C8B-B14F-4D97-AF65-F5344CB8AC3E}">
        <p14:creationId xmlns:p14="http://schemas.microsoft.com/office/powerpoint/2010/main" val="226255560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itle 5">
            <a:extLst>
              <a:ext uri="{FF2B5EF4-FFF2-40B4-BE49-F238E27FC236}">
                <a16:creationId xmlns:a16="http://schemas.microsoft.com/office/drawing/2014/main" id="{72795E4B-D28F-4177-979F-22366EEFFCBA}"/>
              </a:ext>
            </a:extLst>
          </p:cNvPr>
          <p:cNvSpPr txBox="1">
            <a:spLocks/>
          </p:cNvSpPr>
          <p:nvPr/>
        </p:nvSpPr>
        <p:spPr bwMode="gray">
          <a:xfrm>
            <a:off x="326679" y="476597"/>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b="1"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ysClr val="windowText" lastClr="000000"/>
                </a:solidFill>
                <a:effectLst/>
                <a:uLnTx/>
                <a:uFillTx/>
                <a:latin typeface="Verdana"/>
                <a:ea typeface="+mj-ea"/>
                <a:cs typeface="+mj-cs"/>
              </a:rPr>
              <a:t>Prepare project registry and pipeline of projects </a:t>
            </a:r>
          </a:p>
        </p:txBody>
      </p:sp>
      <p:grpSp>
        <p:nvGrpSpPr>
          <p:cNvPr id="2" name="Group 1">
            <a:extLst>
              <a:ext uri="{FF2B5EF4-FFF2-40B4-BE49-F238E27FC236}">
                <a16:creationId xmlns:a16="http://schemas.microsoft.com/office/drawing/2014/main" id="{65208B5A-3FD4-4418-8432-E224C75C2D47}"/>
              </a:ext>
            </a:extLst>
          </p:cNvPr>
          <p:cNvGrpSpPr/>
          <p:nvPr/>
        </p:nvGrpSpPr>
        <p:grpSpPr>
          <a:xfrm>
            <a:off x="410902" y="948517"/>
            <a:ext cx="4821932" cy="5713270"/>
            <a:chOff x="538227" y="994817"/>
            <a:chExt cx="4821932" cy="5713270"/>
          </a:xfrm>
        </p:grpSpPr>
        <p:cxnSp>
          <p:nvCxnSpPr>
            <p:cNvPr id="46" name="Curved Connector 42">
              <a:extLst>
                <a:ext uri="{FF2B5EF4-FFF2-40B4-BE49-F238E27FC236}">
                  <a16:creationId xmlns:a16="http://schemas.microsoft.com/office/drawing/2014/main" id="{BEEB7EC6-0C0F-4D0E-9F26-DA50F69194E2}"/>
                </a:ext>
              </a:extLst>
            </p:cNvPr>
            <p:cNvCxnSpPr>
              <a:stCxn id="60" idx="0"/>
              <a:endCxn id="51" idx="3"/>
            </p:cNvCxnSpPr>
            <p:nvPr/>
          </p:nvCxnSpPr>
          <p:spPr bwMode="auto">
            <a:xfrm rot="16200000" flipV="1">
              <a:off x="3269736" y="1570333"/>
              <a:ext cx="1428163" cy="872952"/>
            </a:xfrm>
            <a:prstGeom prst="curvedConnector2">
              <a:avLst/>
            </a:prstGeom>
            <a:noFill/>
            <a:ln w="6350" cap="flat" cmpd="sng" algn="ctr">
              <a:solidFill>
                <a:srgbClr val="000000"/>
              </a:solidFill>
              <a:prstDash val="solid"/>
              <a:round/>
              <a:headEnd type="none" w="med" len="med"/>
              <a:tailEnd type="triangle"/>
            </a:ln>
            <a:effectLst/>
          </p:spPr>
        </p:cxnSp>
        <p:cxnSp>
          <p:nvCxnSpPr>
            <p:cNvPr id="47" name="Curved Connector 43">
              <a:extLst>
                <a:ext uri="{FF2B5EF4-FFF2-40B4-BE49-F238E27FC236}">
                  <a16:creationId xmlns:a16="http://schemas.microsoft.com/office/drawing/2014/main" id="{4CCE5B43-21A0-41A3-99D5-00F7878957F0}"/>
                </a:ext>
              </a:extLst>
            </p:cNvPr>
            <p:cNvCxnSpPr>
              <a:stCxn id="62" idx="0"/>
              <a:endCxn id="51" idx="1"/>
            </p:cNvCxnSpPr>
            <p:nvPr/>
          </p:nvCxnSpPr>
          <p:spPr bwMode="auto">
            <a:xfrm rot="5400000" flipH="1" flipV="1">
              <a:off x="1048835" y="1564095"/>
              <a:ext cx="1428163" cy="885429"/>
            </a:xfrm>
            <a:prstGeom prst="curvedConnector2">
              <a:avLst/>
            </a:prstGeom>
            <a:noFill/>
            <a:ln w="6350" cap="flat" cmpd="sng" algn="ctr">
              <a:solidFill>
                <a:srgbClr val="000000"/>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94F9369A-0914-48EB-B5E2-9E7D8DEB8D5D}"/>
                </a:ext>
              </a:extLst>
            </p:cNvPr>
            <p:cNvCxnSpPr/>
            <p:nvPr/>
          </p:nvCxnSpPr>
          <p:spPr bwMode="auto">
            <a:xfrm>
              <a:off x="2882706" y="4473952"/>
              <a:ext cx="0" cy="466993"/>
            </a:xfrm>
            <a:prstGeom prst="straightConnector1">
              <a:avLst/>
            </a:prstGeom>
            <a:noFill/>
            <a:ln w="6350" cap="flat" cmpd="sng" algn="ctr">
              <a:solidFill>
                <a:srgbClr val="000000"/>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F187F5C9-10E9-4B38-B142-B74D00BA42F3}"/>
                </a:ext>
              </a:extLst>
            </p:cNvPr>
            <p:cNvCxnSpPr/>
            <p:nvPr/>
          </p:nvCxnSpPr>
          <p:spPr bwMode="auto">
            <a:xfrm>
              <a:off x="2882706" y="5301806"/>
              <a:ext cx="0" cy="466993"/>
            </a:xfrm>
            <a:prstGeom prst="straightConnector1">
              <a:avLst/>
            </a:prstGeom>
            <a:noFill/>
            <a:ln w="6350" cap="flat" cmpd="sng" algn="ctr">
              <a:solidFill>
                <a:srgbClr val="000000"/>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7548DBD4-A207-4FBD-B573-E17D31C37020}"/>
                </a:ext>
              </a:extLst>
            </p:cNvPr>
            <p:cNvCxnSpPr/>
            <p:nvPr/>
          </p:nvCxnSpPr>
          <p:spPr bwMode="auto">
            <a:xfrm>
              <a:off x="2882706" y="3788774"/>
              <a:ext cx="0" cy="466993"/>
            </a:xfrm>
            <a:prstGeom prst="straightConnector1">
              <a:avLst/>
            </a:prstGeom>
            <a:noFill/>
            <a:ln w="6350" cap="flat" cmpd="sng" algn="ctr">
              <a:solidFill>
                <a:srgbClr val="000000"/>
              </a:solidFill>
              <a:prstDash val="solid"/>
              <a:round/>
              <a:headEnd type="none" w="med" len="med"/>
              <a:tailEnd type="triangle"/>
            </a:ln>
            <a:effectLst/>
          </p:spPr>
        </p:cxnSp>
        <p:sp>
          <p:nvSpPr>
            <p:cNvPr id="51" name="Rectangle 158">
              <a:extLst>
                <a:ext uri="{FF2B5EF4-FFF2-40B4-BE49-F238E27FC236}">
                  <a16:creationId xmlns:a16="http://schemas.microsoft.com/office/drawing/2014/main" id="{E451198B-B6BE-4B74-885D-E199DCF656BA}"/>
                </a:ext>
              </a:extLst>
            </p:cNvPr>
            <p:cNvSpPr>
              <a:spLocks noChangeArrowheads="1"/>
            </p:cNvSpPr>
            <p:nvPr/>
          </p:nvSpPr>
          <p:spPr bwMode="auto">
            <a:xfrm>
              <a:off x="2205631" y="994817"/>
              <a:ext cx="1341710" cy="595822"/>
            </a:xfrm>
            <a:prstGeom prst="rect">
              <a:avLst/>
            </a:prstGeom>
            <a:solidFill>
              <a:srgbClr val="002776"/>
            </a:solidFill>
            <a:ln w="7938" cap="rnd">
              <a:noFill/>
              <a:miter lim="800000"/>
              <a:headEnd/>
              <a:tailEnd/>
            </a:ln>
          </p:spPr>
          <p:txBody>
            <a:bodyPr anchor="ctr"/>
            <a:lstStyle/>
            <a:p>
              <a:pPr algn="ctr" defTabSz="914400" fontAlgn="base">
                <a:spcBef>
                  <a:spcPct val="0"/>
                </a:spcBef>
                <a:spcAft>
                  <a:spcPct val="0"/>
                </a:spcAft>
                <a:defRPr/>
              </a:pPr>
              <a:r>
                <a:rPr lang="en-US" sz="1100" b="1" kern="0">
                  <a:solidFill>
                    <a:srgbClr val="FFFFFF"/>
                  </a:solidFill>
                  <a:cs typeface="Arial" charset="0"/>
                </a:rPr>
                <a:t>Project Identification</a:t>
              </a:r>
            </a:p>
          </p:txBody>
        </p:sp>
        <p:sp>
          <p:nvSpPr>
            <p:cNvPr id="52" name="Rectangle 169">
              <a:extLst>
                <a:ext uri="{FF2B5EF4-FFF2-40B4-BE49-F238E27FC236}">
                  <a16:creationId xmlns:a16="http://schemas.microsoft.com/office/drawing/2014/main" id="{FA8DFF33-541A-45F9-AC1D-3C726EE342AF}"/>
                </a:ext>
              </a:extLst>
            </p:cNvPr>
            <p:cNvSpPr>
              <a:spLocks noChangeArrowheads="1"/>
            </p:cNvSpPr>
            <p:nvPr/>
          </p:nvSpPr>
          <p:spPr bwMode="auto">
            <a:xfrm>
              <a:off x="2205631" y="1870367"/>
              <a:ext cx="1341710" cy="592050"/>
            </a:xfrm>
            <a:prstGeom prst="rect">
              <a:avLst/>
            </a:prstGeom>
            <a:solidFill>
              <a:srgbClr val="002776"/>
            </a:solidFill>
            <a:ln w="7938" cap="rnd">
              <a:noFill/>
              <a:miter lim="800000"/>
              <a:headEnd/>
              <a:tailEnd/>
            </a:ln>
          </p:spPr>
          <p:txBody>
            <a:bodyPr lIns="36000" rIns="36000" anchor="ctr"/>
            <a:lstStyle/>
            <a:p>
              <a:pPr algn="ctr" defTabSz="914400" fontAlgn="base">
                <a:spcBef>
                  <a:spcPct val="0"/>
                </a:spcBef>
                <a:spcAft>
                  <a:spcPct val="0"/>
                </a:spcAft>
                <a:defRPr/>
              </a:pPr>
              <a:r>
                <a:rPr lang="en-US" sz="1200" b="1" kern="0">
                  <a:solidFill>
                    <a:srgbClr val="FFFFFF"/>
                  </a:solidFill>
                  <a:cs typeface="Arial" charset="0"/>
                </a:rPr>
                <a:t>Policy</a:t>
              </a:r>
            </a:p>
            <a:p>
              <a:pPr algn="ctr" defTabSz="914400" fontAlgn="base">
                <a:spcBef>
                  <a:spcPct val="0"/>
                </a:spcBef>
                <a:spcAft>
                  <a:spcPct val="0"/>
                </a:spcAft>
                <a:defRPr/>
              </a:pPr>
              <a:r>
                <a:rPr lang="en-US" sz="1200" b="1" kern="0">
                  <a:solidFill>
                    <a:srgbClr val="FFFFFF"/>
                  </a:solidFill>
                  <a:cs typeface="Arial" charset="0"/>
                </a:rPr>
                <a:t>Requirements</a:t>
              </a:r>
              <a:endParaRPr lang="en-GB" sz="1200" b="1" kern="0">
                <a:solidFill>
                  <a:srgbClr val="FFFFFF"/>
                </a:solidFill>
                <a:cs typeface="Arial" charset="0"/>
              </a:endParaRPr>
            </a:p>
          </p:txBody>
        </p:sp>
        <p:sp>
          <p:nvSpPr>
            <p:cNvPr id="53" name="Freeform 174">
              <a:extLst>
                <a:ext uri="{FF2B5EF4-FFF2-40B4-BE49-F238E27FC236}">
                  <a16:creationId xmlns:a16="http://schemas.microsoft.com/office/drawing/2014/main" id="{F46CF485-8A71-40B6-9D4E-2BC1215105AA}"/>
                </a:ext>
              </a:extLst>
            </p:cNvPr>
            <p:cNvSpPr>
              <a:spLocks/>
            </p:cNvSpPr>
            <p:nvPr/>
          </p:nvSpPr>
          <p:spPr bwMode="auto">
            <a:xfrm>
              <a:off x="664256" y="4255767"/>
              <a:ext cx="4449345" cy="512564"/>
            </a:xfrm>
            <a:custGeom>
              <a:avLst/>
              <a:gdLst>
                <a:gd name="T0" fmla="*/ 0 w 1777"/>
                <a:gd name="T1" fmla="*/ 0 h 220"/>
                <a:gd name="T2" fmla="*/ 604 w 1777"/>
                <a:gd name="T3" fmla="*/ 220 h 220"/>
                <a:gd name="T4" fmla="*/ 1173 w 1777"/>
                <a:gd name="T5" fmla="*/ 220 h 220"/>
                <a:gd name="T6" fmla="*/ 1777 w 1777"/>
                <a:gd name="T7" fmla="*/ 0 h 220"/>
                <a:gd name="T8" fmla="*/ 0 w 1777"/>
                <a:gd name="T9" fmla="*/ 0 h 220"/>
                <a:gd name="T10" fmla="*/ 0 60000 65536"/>
                <a:gd name="T11" fmla="*/ 0 60000 65536"/>
                <a:gd name="T12" fmla="*/ 0 60000 65536"/>
                <a:gd name="T13" fmla="*/ 0 60000 65536"/>
                <a:gd name="T14" fmla="*/ 0 60000 65536"/>
                <a:gd name="T15" fmla="*/ 0 w 1777"/>
                <a:gd name="T16" fmla="*/ 0 h 220"/>
                <a:gd name="T17" fmla="*/ 1777 w 1777"/>
                <a:gd name="T18" fmla="*/ 220 h 220"/>
              </a:gdLst>
              <a:ahLst/>
              <a:cxnLst>
                <a:cxn ang="T10">
                  <a:pos x="T0" y="T1"/>
                </a:cxn>
                <a:cxn ang="T11">
                  <a:pos x="T2" y="T3"/>
                </a:cxn>
                <a:cxn ang="T12">
                  <a:pos x="T4" y="T5"/>
                </a:cxn>
                <a:cxn ang="T13">
                  <a:pos x="T6" y="T7"/>
                </a:cxn>
                <a:cxn ang="T14">
                  <a:pos x="T8" y="T9"/>
                </a:cxn>
              </a:cxnLst>
              <a:rect l="T15" t="T16" r="T17" b="T18"/>
              <a:pathLst>
                <a:path w="1777" h="220">
                  <a:moveTo>
                    <a:pt x="0" y="0"/>
                  </a:moveTo>
                  <a:lnTo>
                    <a:pt x="604" y="220"/>
                  </a:lnTo>
                  <a:lnTo>
                    <a:pt x="1173" y="220"/>
                  </a:lnTo>
                  <a:lnTo>
                    <a:pt x="1777" y="0"/>
                  </a:lnTo>
                  <a:lnTo>
                    <a:pt x="0" y="0"/>
                  </a:lnTo>
                  <a:close/>
                </a:path>
              </a:pathLst>
            </a:custGeom>
            <a:solidFill>
              <a:srgbClr val="00A1DE"/>
            </a:solidFill>
            <a:ln w="7938" cap="rnd">
              <a:noFill/>
              <a:miter lim="800000"/>
              <a:headEnd/>
              <a:tailEnd/>
            </a:ln>
          </p:spPr>
          <p:txBody>
            <a:bodyPr anchor="ctr"/>
            <a:lstStyle/>
            <a:p>
              <a:pPr algn="ctr" defTabSz="914400" fontAlgn="base">
                <a:spcBef>
                  <a:spcPct val="0"/>
                </a:spcBef>
                <a:spcAft>
                  <a:spcPct val="0"/>
                </a:spcAft>
                <a:defRPr/>
              </a:pPr>
              <a:r>
                <a:rPr lang="en-US" sz="1200" b="1" kern="0">
                  <a:solidFill>
                    <a:srgbClr val="FFFFFF"/>
                  </a:solidFill>
                  <a:cs typeface="Arial" charset="0"/>
                </a:rPr>
                <a:t>Strategic decision</a:t>
              </a:r>
            </a:p>
          </p:txBody>
        </p:sp>
        <p:sp>
          <p:nvSpPr>
            <p:cNvPr id="56" name="Rectangle 178">
              <a:extLst>
                <a:ext uri="{FF2B5EF4-FFF2-40B4-BE49-F238E27FC236}">
                  <a16:creationId xmlns:a16="http://schemas.microsoft.com/office/drawing/2014/main" id="{24A47E75-4B6A-44FF-9E82-30F54AF460D3}"/>
                </a:ext>
              </a:extLst>
            </p:cNvPr>
            <p:cNvSpPr>
              <a:spLocks noChangeArrowheads="1"/>
            </p:cNvSpPr>
            <p:nvPr/>
          </p:nvSpPr>
          <p:spPr bwMode="auto">
            <a:xfrm>
              <a:off x="659325" y="3488795"/>
              <a:ext cx="1336775" cy="591130"/>
            </a:xfrm>
            <a:prstGeom prst="rect">
              <a:avLst/>
            </a:prstGeom>
            <a:solidFill>
              <a:srgbClr val="00A1DE"/>
            </a:solidFill>
            <a:ln w="7938" cap="rnd">
              <a:noFill/>
              <a:miter lim="800000"/>
              <a:headEnd/>
              <a:tailEnd/>
            </a:ln>
          </p:spPr>
          <p:txBody>
            <a:bodyPr wrap="none" lIns="0" rIns="0" anchor="ctr"/>
            <a:lstStyle/>
            <a:p>
              <a:pPr algn="ctr" defTabSz="914400" fontAlgn="base">
                <a:spcBef>
                  <a:spcPct val="0"/>
                </a:spcBef>
                <a:spcAft>
                  <a:spcPct val="0"/>
                </a:spcAft>
                <a:defRPr/>
              </a:pPr>
              <a:r>
                <a:rPr lang="en-US" sz="1100" b="1" kern="0">
                  <a:solidFill>
                    <a:srgbClr val="FFFFFF"/>
                  </a:solidFill>
                  <a:cs typeface="Arial" charset="0"/>
                </a:rPr>
                <a:t>Upcoming RE </a:t>
              </a:r>
            </a:p>
            <a:p>
              <a:pPr algn="ctr" defTabSz="914400" fontAlgn="base">
                <a:spcBef>
                  <a:spcPct val="0"/>
                </a:spcBef>
                <a:spcAft>
                  <a:spcPct val="0"/>
                </a:spcAft>
                <a:defRPr/>
              </a:pPr>
              <a:r>
                <a:rPr lang="en-US" sz="1100" b="1" kern="0">
                  <a:solidFill>
                    <a:srgbClr val="FFFFFF"/>
                  </a:solidFill>
                  <a:cs typeface="Arial" charset="0"/>
                </a:rPr>
                <a:t>Applications</a:t>
              </a:r>
            </a:p>
          </p:txBody>
        </p:sp>
        <p:sp>
          <p:nvSpPr>
            <p:cNvPr id="57" name="Rectangle 195">
              <a:extLst>
                <a:ext uri="{FF2B5EF4-FFF2-40B4-BE49-F238E27FC236}">
                  <a16:creationId xmlns:a16="http://schemas.microsoft.com/office/drawing/2014/main" id="{A151D6E5-07EC-415F-AC2E-F807C1DC2E70}"/>
                </a:ext>
              </a:extLst>
            </p:cNvPr>
            <p:cNvSpPr>
              <a:spLocks noChangeArrowheads="1"/>
            </p:cNvSpPr>
            <p:nvPr/>
          </p:nvSpPr>
          <p:spPr bwMode="auto">
            <a:xfrm>
              <a:off x="2205631" y="3488795"/>
              <a:ext cx="1341710" cy="591130"/>
            </a:xfrm>
            <a:prstGeom prst="rect">
              <a:avLst/>
            </a:prstGeom>
            <a:solidFill>
              <a:srgbClr val="00A1DE"/>
            </a:solidFill>
            <a:ln w="7938" cap="rnd">
              <a:noFill/>
              <a:miter lim="800000"/>
              <a:headEnd/>
              <a:tailEnd/>
            </a:ln>
          </p:spPr>
          <p:txBody>
            <a:bodyPr wrap="none" lIns="0" rIns="0" anchor="ctr"/>
            <a:lstStyle/>
            <a:p>
              <a:pPr algn="ctr" defTabSz="914400" fontAlgn="base">
                <a:spcBef>
                  <a:spcPct val="0"/>
                </a:spcBef>
                <a:spcAft>
                  <a:spcPct val="0"/>
                </a:spcAft>
                <a:defRPr/>
              </a:pPr>
              <a:r>
                <a:rPr lang="en-US" sz="1200" b="1" kern="0">
                  <a:solidFill>
                    <a:srgbClr val="FFFFFF"/>
                  </a:solidFill>
                  <a:cs typeface="Arial" charset="0"/>
                </a:rPr>
                <a:t>Traditional RE </a:t>
              </a:r>
            </a:p>
            <a:p>
              <a:pPr algn="ctr" defTabSz="914400" fontAlgn="base">
                <a:spcBef>
                  <a:spcPct val="0"/>
                </a:spcBef>
                <a:spcAft>
                  <a:spcPct val="0"/>
                </a:spcAft>
                <a:defRPr/>
              </a:pPr>
              <a:r>
                <a:rPr lang="en-US" sz="1200" b="1" kern="0">
                  <a:solidFill>
                    <a:srgbClr val="FFFFFF"/>
                  </a:solidFill>
                  <a:cs typeface="Arial" charset="0"/>
                </a:rPr>
                <a:t>Applications</a:t>
              </a:r>
            </a:p>
          </p:txBody>
        </p:sp>
        <p:sp>
          <p:nvSpPr>
            <p:cNvPr id="58" name="Rectangle 199">
              <a:extLst>
                <a:ext uri="{FF2B5EF4-FFF2-40B4-BE49-F238E27FC236}">
                  <a16:creationId xmlns:a16="http://schemas.microsoft.com/office/drawing/2014/main" id="{E627F09E-C30C-4ED2-BD1B-746FFE7FB139}"/>
                </a:ext>
              </a:extLst>
            </p:cNvPr>
            <p:cNvSpPr>
              <a:spLocks noChangeArrowheads="1"/>
            </p:cNvSpPr>
            <p:nvPr/>
          </p:nvSpPr>
          <p:spPr bwMode="auto">
            <a:xfrm>
              <a:off x="3771892" y="3488795"/>
              <a:ext cx="1336778" cy="591130"/>
            </a:xfrm>
            <a:prstGeom prst="rect">
              <a:avLst/>
            </a:prstGeom>
            <a:solidFill>
              <a:srgbClr val="00A1DE"/>
            </a:solidFill>
            <a:ln w="7938" cap="rnd">
              <a:noFill/>
              <a:miter lim="800000"/>
              <a:headEnd/>
              <a:tailEnd/>
            </a:ln>
          </p:spPr>
          <p:txBody>
            <a:bodyPr wrap="none" lIns="0" rIns="0" anchor="ctr"/>
            <a:lstStyle/>
            <a:p>
              <a:pPr algn="ctr" defTabSz="914400" fontAlgn="base">
                <a:spcBef>
                  <a:spcPct val="0"/>
                </a:spcBef>
                <a:spcAft>
                  <a:spcPct val="0"/>
                </a:spcAft>
                <a:defRPr/>
              </a:pPr>
              <a:r>
                <a:rPr lang="en-US" sz="1200" b="1" kern="0">
                  <a:solidFill>
                    <a:srgbClr val="FFFFFF"/>
                  </a:solidFill>
                  <a:cs typeface="Arial" charset="0"/>
                </a:rPr>
                <a:t>Disruptive RE </a:t>
              </a:r>
            </a:p>
            <a:p>
              <a:pPr algn="ctr" defTabSz="914400" fontAlgn="base">
                <a:spcBef>
                  <a:spcPct val="0"/>
                </a:spcBef>
                <a:spcAft>
                  <a:spcPct val="0"/>
                </a:spcAft>
                <a:defRPr/>
              </a:pPr>
              <a:r>
                <a:rPr lang="en-US" sz="1200" b="1" kern="0">
                  <a:solidFill>
                    <a:srgbClr val="FFFFFF"/>
                  </a:solidFill>
                  <a:cs typeface="Arial" charset="0"/>
                </a:rPr>
                <a:t>Applications</a:t>
              </a:r>
            </a:p>
          </p:txBody>
        </p:sp>
        <p:sp>
          <p:nvSpPr>
            <p:cNvPr id="59" name="Rectangle 204">
              <a:extLst>
                <a:ext uri="{FF2B5EF4-FFF2-40B4-BE49-F238E27FC236}">
                  <a16:creationId xmlns:a16="http://schemas.microsoft.com/office/drawing/2014/main" id="{46100F7A-B009-4EAB-BBC0-9D6244000862}"/>
                </a:ext>
              </a:extLst>
            </p:cNvPr>
            <p:cNvSpPr>
              <a:spLocks noChangeArrowheads="1"/>
            </p:cNvSpPr>
            <p:nvPr/>
          </p:nvSpPr>
          <p:spPr bwMode="auto">
            <a:xfrm>
              <a:off x="2205631" y="4944173"/>
              <a:ext cx="1341710" cy="591130"/>
            </a:xfrm>
            <a:prstGeom prst="rect">
              <a:avLst/>
            </a:prstGeom>
            <a:solidFill>
              <a:srgbClr val="3C8A2E"/>
            </a:solidFill>
            <a:ln w="9525">
              <a:noFill/>
              <a:miter lim="800000"/>
              <a:headEnd/>
              <a:tailEnd/>
            </a:ln>
          </p:spPr>
          <p:txBody>
            <a:bodyPr anchor="ctr"/>
            <a:lstStyle/>
            <a:p>
              <a:pPr algn="ctr" defTabSz="914400" fontAlgn="base">
                <a:spcBef>
                  <a:spcPct val="0"/>
                </a:spcBef>
                <a:spcAft>
                  <a:spcPct val="0"/>
                </a:spcAft>
                <a:defRPr/>
              </a:pPr>
              <a:r>
                <a:rPr lang="en-US" sz="1200" b="1" kern="0">
                  <a:solidFill>
                    <a:srgbClr val="FFFFFF"/>
                  </a:solidFill>
                  <a:cs typeface="Arial" charset="0"/>
                </a:rPr>
                <a:t>Project Registry</a:t>
              </a:r>
            </a:p>
          </p:txBody>
        </p:sp>
        <p:sp>
          <p:nvSpPr>
            <p:cNvPr id="60" name="Rectangle 212">
              <a:extLst>
                <a:ext uri="{FF2B5EF4-FFF2-40B4-BE49-F238E27FC236}">
                  <a16:creationId xmlns:a16="http://schemas.microsoft.com/office/drawing/2014/main" id="{7D3DAAB0-F6F3-492D-A2B3-B623C9F2A2FA}"/>
                </a:ext>
              </a:extLst>
            </p:cNvPr>
            <p:cNvSpPr>
              <a:spLocks noChangeArrowheads="1"/>
            </p:cNvSpPr>
            <p:nvPr/>
          </p:nvSpPr>
          <p:spPr bwMode="auto">
            <a:xfrm>
              <a:off x="3771892" y="2720891"/>
              <a:ext cx="1296799" cy="598140"/>
            </a:xfrm>
            <a:prstGeom prst="rect">
              <a:avLst/>
            </a:prstGeom>
            <a:solidFill>
              <a:srgbClr val="92D400"/>
            </a:solidFill>
            <a:ln w="7938" cap="rnd">
              <a:noFill/>
              <a:miter lim="800000"/>
              <a:headEnd/>
              <a:tailEnd/>
            </a:ln>
          </p:spPr>
          <p:txBody>
            <a:bodyPr lIns="36000" rIns="36000" anchor="ctr"/>
            <a:lstStyle/>
            <a:p>
              <a:pPr algn="ctr" defTabSz="914400" fontAlgn="base">
                <a:spcBef>
                  <a:spcPct val="0"/>
                </a:spcBef>
                <a:spcAft>
                  <a:spcPct val="0"/>
                </a:spcAft>
                <a:defRPr/>
              </a:pPr>
              <a:r>
                <a:rPr lang="en-US" sz="1200" b="1" kern="0">
                  <a:solidFill>
                    <a:srgbClr val="000000"/>
                  </a:solidFill>
                  <a:cs typeface="Arial" charset="0"/>
                </a:rPr>
                <a:t>Assessment</a:t>
              </a:r>
            </a:p>
            <a:p>
              <a:pPr algn="ctr" defTabSz="914400" fontAlgn="base">
                <a:spcBef>
                  <a:spcPct val="0"/>
                </a:spcBef>
                <a:spcAft>
                  <a:spcPct val="0"/>
                </a:spcAft>
                <a:defRPr/>
              </a:pPr>
              <a:r>
                <a:rPr lang="en-US" sz="1200" b="1" kern="0">
                  <a:solidFill>
                    <a:srgbClr val="000000"/>
                  </a:solidFill>
                  <a:cs typeface="Arial" charset="0"/>
                </a:rPr>
                <a:t>of Current</a:t>
              </a:r>
            </a:p>
            <a:p>
              <a:pPr algn="ctr" defTabSz="914400" fontAlgn="base">
                <a:spcBef>
                  <a:spcPct val="0"/>
                </a:spcBef>
                <a:spcAft>
                  <a:spcPct val="0"/>
                </a:spcAft>
                <a:defRPr/>
              </a:pPr>
              <a:r>
                <a:rPr lang="en-US" sz="1200" b="1" kern="0">
                  <a:solidFill>
                    <a:srgbClr val="000000"/>
                  </a:solidFill>
                  <a:cs typeface="Arial" charset="0"/>
                </a:rPr>
                <a:t>RE Progress</a:t>
              </a:r>
              <a:endParaRPr lang="en-GB" sz="1200" b="1" kern="0">
                <a:solidFill>
                  <a:srgbClr val="000000"/>
                </a:solidFill>
                <a:cs typeface="Arial" charset="0"/>
              </a:endParaRPr>
            </a:p>
          </p:txBody>
        </p:sp>
        <p:sp>
          <p:nvSpPr>
            <p:cNvPr id="61" name="Rectangle 218">
              <a:extLst>
                <a:ext uri="{FF2B5EF4-FFF2-40B4-BE49-F238E27FC236}">
                  <a16:creationId xmlns:a16="http://schemas.microsoft.com/office/drawing/2014/main" id="{5AA80AF4-9EB4-49CB-8707-484B3CCC54AE}"/>
                </a:ext>
              </a:extLst>
            </p:cNvPr>
            <p:cNvSpPr>
              <a:spLocks noChangeArrowheads="1"/>
            </p:cNvSpPr>
            <p:nvPr/>
          </p:nvSpPr>
          <p:spPr bwMode="auto">
            <a:xfrm>
              <a:off x="2205631" y="2720891"/>
              <a:ext cx="1341710" cy="598140"/>
            </a:xfrm>
            <a:prstGeom prst="rect">
              <a:avLst/>
            </a:prstGeom>
            <a:solidFill>
              <a:srgbClr val="92D400"/>
            </a:solidFill>
            <a:ln w="7938" cap="rnd">
              <a:noFill/>
              <a:miter lim="800000"/>
              <a:headEnd/>
              <a:tailEnd/>
            </a:ln>
          </p:spPr>
          <p:txBody>
            <a:bodyPr lIns="36000" rIns="36000" anchor="ctr"/>
            <a:lstStyle/>
            <a:p>
              <a:pPr algn="ctr" defTabSz="914400" fontAlgn="base">
                <a:spcBef>
                  <a:spcPct val="0"/>
                </a:spcBef>
                <a:spcAft>
                  <a:spcPct val="0"/>
                </a:spcAft>
                <a:defRPr/>
              </a:pPr>
              <a:r>
                <a:rPr lang="en-US" sz="1100" b="1" kern="0">
                  <a:solidFill>
                    <a:srgbClr val="000000"/>
                  </a:solidFill>
                  <a:cs typeface="Arial" charset="0"/>
                </a:rPr>
                <a:t>RE mandate &amp; RPO</a:t>
              </a:r>
            </a:p>
            <a:p>
              <a:pPr algn="ctr" defTabSz="914400" fontAlgn="base">
                <a:spcBef>
                  <a:spcPct val="0"/>
                </a:spcBef>
                <a:spcAft>
                  <a:spcPct val="0"/>
                </a:spcAft>
                <a:defRPr/>
              </a:pPr>
              <a:r>
                <a:rPr lang="en-US" sz="1100" b="1" kern="0">
                  <a:solidFill>
                    <a:srgbClr val="000000"/>
                  </a:solidFill>
                  <a:cs typeface="Arial" charset="0"/>
                </a:rPr>
                <a:t>Requirements</a:t>
              </a:r>
              <a:endParaRPr lang="en-GB" sz="1100" b="1" kern="0">
                <a:solidFill>
                  <a:srgbClr val="000000"/>
                </a:solidFill>
                <a:cs typeface="Arial" charset="0"/>
              </a:endParaRPr>
            </a:p>
          </p:txBody>
        </p:sp>
        <p:sp>
          <p:nvSpPr>
            <p:cNvPr id="62" name="Rectangle 223">
              <a:extLst>
                <a:ext uri="{FF2B5EF4-FFF2-40B4-BE49-F238E27FC236}">
                  <a16:creationId xmlns:a16="http://schemas.microsoft.com/office/drawing/2014/main" id="{8910D055-3FF9-411A-AC30-359F7282CD5D}"/>
                </a:ext>
              </a:extLst>
            </p:cNvPr>
            <p:cNvSpPr>
              <a:spLocks noChangeArrowheads="1"/>
            </p:cNvSpPr>
            <p:nvPr/>
          </p:nvSpPr>
          <p:spPr bwMode="auto">
            <a:xfrm>
              <a:off x="659325" y="2720891"/>
              <a:ext cx="1321754" cy="598140"/>
            </a:xfrm>
            <a:prstGeom prst="rect">
              <a:avLst/>
            </a:prstGeom>
            <a:solidFill>
              <a:srgbClr val="92D400"/>
            </a:solidFill>
            <a:ln w="7938" cap="rnd">
              <a:noFill/>
              <a:miter lim="800000"/>
              <a:headEnd/>
              <a:tailEnd/>
            </a:ln>
          </p:spPr>
          <p:txBody>
            <a:bodyPr lIns="36000" rIns="36000" anchor="ctr"/>
            <a:lstStyle/>
            <a:p>
              <a:pPr algn="ctr" defTabSz="914400" fontAlgn="base">
                <a:spcBef>
                  <a:spcPct val="0"/>
                </a:spcBef>
                <a:spcAft>
                  <a:spcPct val="0"/>
                </a:spcAft>
                <a:defRPr/>
              </a:pPr>
              <a:r>
                <a:rPr lang="en-US" sz="1200" b="1" kern="0">
                  <a:solidFill>
                    <a:srgbClr val="000000"/>
                  </a:solidFill>
                  <a:cs typeface="Arial" charset="0"/>
                </a:rPr>
                <a:t>Alignment with Industry</a:t>
              </a:r>
            </a:p>
            <a:p>
              <a:pPr algn="ctr" defTabSz="914400" fontAlgn="base">
                <a:spcBef>
                  <a:spcPct val="0"/>
                </a:spcBef>
                <a:spcAft>
                  <a:spcPct val="0"/>
                </a:spcAft>
                <a:defRPr/>
              </a:pPr>
              <a:r>
                <a:rPr lang="en-US" sz="1200" b="1" kern="0">
                  <a:solidFill>
                    <a:srgbClr val="000000"/>
                  </a:solidFill>
                  <a:cs typeface="Arial" charset="0"/>
                </a:rPr>
                <a:t>Trends</a:t>
              </a:r>
            </a:p>
          </p:txBody>
        </p:sp>
        <p:grpSp>
          <p:nvGrpSpPr>
            <p:cNvPr id="63" name="Group 62">
              <a:extLst>
                <a:ext uri="{FF2B5EF4-FFF2-40B4-BE49-F238E27FC236}">
                  <a16:creationId xmlns:a16="http://schemas.microsoft.com/office/drawing/2014/main" id="{7F2C7822-9314-439F-A0AC-DF1A329E33E3}"/>
                </a:ext>
              </a:extLst>
            </p:cNvPr>
            <p:cNvGrpSpPr/>
            <p:nvPr/>
          </p:nvGrpSpPr>
          <p:grpSpPr>
            <a:xfrm>
              <a:off x="2149455" y="5853734"/>
              <a:ext cx="1414551" cy="854353"/>
              <a:chOff x="94195" y="2611231"/>
              <a:chExt cx="1138425" cy="1138425"/>
            </a:xfrm>
            <a:solidFill>
              <a:srgbClr val="3C8A2E"/>
            </a:solidFill>
          </p:grpSpPr>
          <p:sp>
            <p:nvSpPr>
              <p:cNvPr id="119" name="Flowchart: Document 118">
                <a:extLst>
                  <a:ext uri="{FF2B5EF4-FFF2-40B4-BE49-F238E27FC236}">
                    <a16:creationId xmlns:a16="http://schemas.microsoft.com/office/drawing/2014/main" id="{798EB7BE-AB12-46E4-8714-003418C310B3}"/>
                  </a:ext>
                </a:extLst>
              </p:cNvPr>
              <p:cNvSpPr/>
              <p:nvPr/>
            </p:nvSpPr>
            <p:spPr bwMode="auto">
              <a:xfrm>
                <a:off x="245985" y="2611231"/>
                <a:ext cx="986635" cy="910740"/>
              </a:xfrm>
              <a:prstGeom prst="flowChartDocument">
                <a:avLst/>
              </a:prstGeom>
              <a:grpFill/>
              <a:ln w="19050" cap="flat" cmpd="sng" algn="ctr">
                <a:solidFill>
                  <a:srgbClr val="FFFFFF"/>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algn="ctr" defTabSz="914400" fontAlgn="base">
                  <a:spcAft>
                    <a:spcPts val="300"/>
                  </a:spcAft>
                  <a:defRPr/>
                </a:pPr>
                <a:endParaRPr lang="en-CA" sz="1200" b="1" kern="0">
                  <a:solidFill>
                    <a:srgbClr val="FFFFFF"/>
                  </a:solidFill>
                  <a:cs typeface="Arial" charset="0"/>
                </a:endParaRPr>
              </a:p>
            </p:txBody>
          </p:sp>
          <p:sp>
            <p:nvSpPr>
              <p:cNvPr id="120" name="Flowchart: Document 119">
                <a:extLst>
                  <a:ext uri="{FF2B5EF4-FFF2-40B4-BE49-F238E27FC236}">
                    <a16:creationId xmlns:a16="http://schemas.microsoft.com/office/drawing/2014/main" id="{7456CA87-2D94-48D0-A636-CCFB3A637BDA}"/>
                  </a:ext>
                </a:extLst>
              </p:cNvPr>
              <p:cNvSpPr/>
              <p:nvPr/>
            </p:nvSpPr>
            <p:spPr bwMode="auto">
              <a:xfrm>
                <a:off x="170090" y="2725073"/>
                <a:ext cx="986635" cy="910740"/>
              </a:xfrm>
              <a:prstGeom prst="flowChartDocument">
                <a:avLst/>
              </a:prstGeom>
              <a:grpFill/>
              <a:ln w="19050" cap="flat" cmpd="sng" algn="ctr">
                <a:solidFill>
                  <a:srgbClr val="FFFFFF"/>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algn="ctr" defTabSz="914400" fontAlgn="base">
                  <a:spcAft>
                    <a:spcPts val="300"/>
                  </a:spcAft>
                  <a:defRPr/>
                </a:pPr>
                <a:endParaRPr lang="en-CA" sz="1200" b="1" kern="0">
                  <a:solidFill>
                    <a:srgbClr val="FFFFFF"/>
                  </a:solidFill>
                  <a:cs typeface="Arial" charset="0"/>
                </a:endParaRPr>
              </a:p>
            </p:txBody>
          </p:sp>
          <p:sp>
            <p:nvSpPr>
              <p:cNvPr id="121" name="Flowchart: Document 120">
                <a:extLst>
                  <a:ext uri="{FF2B5EF4-FFF2-40B4-BE49-F238E27FC236}">
                    <a16:creationId xmlns:a16="http://schemas.microsoft.com/office/drawing/2014/main" id="{EF2FC18C-E8AA-4AFF-AA1F-87B15E52951A}"/>
                  </a:ext>
                </a:extLst>
              </p:cNvPr>
              <p:cNvSpPr/>
              <p:nvPr/>
            </p:nvSpPr>
            <p:spPr bwMode="auto">
              <a:xfrm>
                <a:off x="94195" y="2838916"/>
                <a:ext cx="986635" cy="910740"/>
              </a:xfrm>
              <a:prstGeom prst="flowChartDocument">
                <a:avLst/>
              </a:prstGeom>
              <a:grpFill/>
              <a:ln w="19050" cap="flat" cmpd="sng" algn="ctr">
                <a:solidFill>
                  <a:srgbClr val="FFFFFF"/>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algn="ctr" defTabSz="914400" fontAlgn="base">
                  <a:lnSpc>
                    <a:spcPct val="120000"/>
                  </a:lnSpc>
                  <a:spcAft>
                    <a:spcPts val="300"/>
                  </a:spcAft>
                  <a:defRPr/>
                </a:pPr>
                <a:r>
                  <a:rPr lang="fr-CA" sz="1100" b="1" kern="0">
                    <a:solidFill>
                      <a:srgbClr val="FFFFFF"/>
                    </a:solidFill>
                    <a:cs typeface="Arial" charset="0"/>
                  </a:rPr>
                  <a:t>Pipeline Development</a:t>
                </a:r>
                <a:endParaRPr lang="en-CA" sz="1100" b="1" kern="0">
                  <a:solidFill>
                    <a:srgbClr val="FFFFFF"/>
                  </a:solidFill>
                  <a:cs typeface="Arial" charset="0"/>
                </a:endParaRPr>
              </a:p>
            </p:txBody>
          </p:sp>
        </p:grpSp>
        <p:grpSp>
          <p:nvGrpSpPr>
            <p:cNvPr id="64" name="Group 63">
              <a:extLst>
                <a:ext uri="{FF2B5EF4-FFF2-40B4-BE49-F238E27FC236}">
                  <a16:creationId xmlns:a16="http://schemas.microsoft.com/office/drawing/2014/main" id="{9E6227FD-8B2A-4A0F-A4CA-28D4B167D548}"/>
                </a:ext>
              </a:extLst>
            </p:cNvPr>
            <p:cNvGrpSpPr/>
            <p:nvPr/>
          </p:nvGrpSpPr>
          <p:grpSpPr>
            <a:xfrm>
              <a:off x="538227" y="1794878"/>
              <a:ext cx="1465573" cy="743028"/>
              <a:chOff x="432142" y="1986995"/>
              <a:chExt cx="959812" cy="641574"/>
            </a:xfrm>
          </p:grpSpPr>
          <p:sp>
            <p:nvSpPr>
              <p:cNvPr id="117" name="12-Point Star 62">
                <a:extLst>
                  <a:ext uri="{FF2B5EF4-FFF2-40B4-BE49-F238E27FC236}">
                    <a16:creationId xmlns:a16="http://schemas.microsoft.com/office/drawing/2014/main" id="{4D8DEC5C-3C64-437F-8159-AAAD70AF8AEB}"/>
                  </a:ext>
                </a:extLst>
              </p:cNvPr>
              <p:cNvSpPr/>
              <p:nvPr/>
            </p:nvSpPr>
            <p:spPr bwMode="auto">
              <a:xfrm>
                <a:off x="432142" y="1986995"/>
                <a:ext cx="959812" cy="641574"/>
              </a:xfrm>
              <a:prstGeom prst="star12">
                <a:avLst/>
              </a:prstGeom>
              <a:solidFill>
                <a:srgbClr val="B1B3CF"/>
              </a:solid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algn="ctr" defTabSz="914400" fontAlgn="base">
                  <a:spcBef>
                    <a:spcPct val="0"/>
                  </a:spcBef>
                  <a:spcAft>
                    <a:spcPct val="0"/>
                  </a:spcAft>
                </a:pPr>
                <a:endParaRPr lang="en-CA" sz="1200" b="1">
                  <a:solidFill>
                    <a:srgbClr val="000000"/>
                  </a:solidFill>
                  <a:cs typeface="Arial" charset="0"/>
                </a:endParaRPr>
              </a:p>
            </p:txBody>
          </p:sp>
          <p:sp>
            <p:nvSpPr>
              <p:cNvPr id="118" name="Rectangle 117">
                <a:extLst>
                  <a:ext uri="{FF2B5EF4-FFF2-40B4-BE49-F238E27FC236}">
                    <a16:creationId xmlns:a16="http://schemas.microsoft.com/office/drawing/2014/main" id="{59083A2D-227A-4938-A304-26687D7BF9FF}"/>
                  </a:ext>
                </a:extLst>
              </p:cNvPr>
              <p:cNvSpPr/>
              <p:nvPr/>
            </p:nvSpPr>
            <p:spPr>
              <a:xfrm>
                <a:off x="454848" y="2123116"/>
                <a:ext cx="914400" cy="398629"/>
              </a:xfrm>
              <a:prstGeom prst="rect">
                <a:avLst/>
              </a:prstGeom>
            </p:spPr>
            <p:txBody>
              <a:bodyPr>
                <a:spAutoFit/>
              </a:bodyPr>
              <a:lstStyle/>
              <a:p>
                <a:pPr algn="ctr" defTabSz="914400" fontAlgn="base">
                  <a:spcBef>
                    <a:spcPct val="0"/>
                  </a:spcBef>
                  <a:spcAft>
                    <a:spcPct val="0"/>
                  </a:spcAft>
                </a:pPr>
                <a:r>
                  <a:rPr lang="en-US" sz="1200" b="1">
                    <a:solidFill>
                      <a:srgbClr val="000000"/>
                    </a:solidFill>
                    <a:cs typeface="Arial" charset="0"/>
                  </a:rPr>
                  <a:t>Available</a:t>
                </a:r>
              </a:p>
              <a:p>
                <a:pPr algn="ctr" defTabSz="914400" fontAlgn="base">
                  <a:spcBef>
                    <a:spcPct val="0"/>
                  </a:spcBef>
                  <a:spcAft>
                    <a:spcPct val="0"/>
                  </a:spcAft>
                </a:pPr>
                <a:r>
                  <a:rPr lang="en-US" sz="1200" b="1">
                    <a:solidFill>
                      <a:srgbClr val="000000"/>
                    </a:solidFill>
                    <a:cs typeface="Arial" charset="0"/>
                  </a:rPr>
                  <a:t>Resources</a:t>
                </a:r>
              </a:p>
            </p:txBody>
          </p:sp>
        </p:grpSp>
        <p:grpSp>
          <p:nvGrpSpPr>
            <p:cNvPr id="65" name="Group 64">
              <a:extLst>
                <a:ext uri="{FF2B5EF4-FFF2-40B4-BE49-F238E27FC236}">
                  <a16:creationId xmlns:a16="http://schemas.microsoft.com/office/drawing/2014/main" id="{50B69B45-8446-4298-B51A-A2846FACA791}"/>
                </a:ext>
              </a:extLst>
            </p:cNvPr>
            <p:cNvGrpSpPr/>
            <p:nvPr/>
          </p:nvGrpSpPr>
          <p:grpSpPr>
            <a:xfrm>
              <a:off x="3771539" y="1794878"/>
              <a:ext cx="1465572" cy="743028"/>
              <a:chOff x="2657440" y="2028476"/>
              <a:chExt cx="959812" cy="641574"/>
            </a:xfrm>
          </p:grpSpPr>
          <p:sp>
            <p:nvSpPr>
              <p:cNvPr id="115" name="12-Point Star 65">
                <a:extLst>
                  <a:ext uri="{FF2B5EF4-FFF2-40B4-BE49-F238E27FC236}">
                    <a16:creationId xmlns:a16="http://schemas.microsoft.com/office/drawing/2014/main" id="{A7C663BB-6A4E-4676-8F71-7D5837153CEE}"/>
                  </a:ext>
                </a:extLst>
              </p:cNvPr>
              <p:cNvSpPr/>
              <p:nvPr/>
            </p:nvSpPr>
            <p:spPr bwMode="auto">
              <a:xfrm>
                <a:off x="2657440" y="2028476"/>
                <a:ext cx="959812" cy="641574"/>
              </a:xfrm>
              <a:prstGeom prst="star12">
                <a:avLst/>
              </a:prstGeom>
              <a:solidFill>
                <a:srgbClr val="B1B3CF"/>
              </a:solidFill>
              <a:ln w="6350" cap="flat" cmpd="sng" algn="ctr">
                <a:no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algn="ctr" defTabSz="914400" fontAlgn="base">
                  <a:spcAft>
                    <a:spcPts val="300"/>
                  </a:spcAft>
                </a:pPr>
                <a:endParaRPr lang="en-CA" sz="1200" b="1">
                  <a:solidFill>
                    <a:srgbClr val="000000"/>
                  </a:solidFill>
                  <a:cs typeface="Arial" charset="0"/>
                </a:endParaRPr>
              </a:p>
            </p:txBody>
          </p:sp>
          <p:sp>
            <p:nvSpPr>
              <p:cNvPr id="116" name="Rectangle 115">
                <a:extLst>
                  <a:ext uri="{FF2B5EF4-FFF2-40B4-BE49-F238E27FC236}">
                    <a16:creationId xmlns:a16="http://schemas.microsoft.com/office/drawing/2014/main" id="{9972FC26-BAE6-4F89-ABC5-9C5167388A72}"/>
                  </a:ext>
                </a:extLst>
              </p:cNvPr>
              <p:cNvSpPr/>
              <p:nvPr/>
            </p:nvSpPr>
            <p:spPr>
              <a:xfrm>
                <a:off x="2721517" y="2036460"/>
                <a:ext cx="831664" cy="518217"/>
              </a:xfrm>
              <a:prstGeom prst="rect">
                <a:avLst/>
              </a:prstGeom>
            </p:spPr>
            <p:txBody>
              <a:bodyPr wrap="none">
                <a:spAutoFit/>
              </a:bodyPr>
              <a:lstStyle/>
              <a:p>
                <a:pPr algn="ctr" defTabSz="914400" fontAlgn="base"/>
                <a:endParaRPr lang="en-US" sz="1100" b="1">
                  <a:solidFill>
                    <a:srgbClr val="000000"/>
                  </a:solidFill>
                  <a:cs typeface="Arial" charset="0"/>
                </a:endParaRPr>
              </a:p>
              <a:p>
                <a:pPr algn="ctr" defTabSz="914400" fontAlgn="base"/>
                <a:r>
                  <a:rPr lang="en-US" sz="1100" b="1">
                    <a:solidFill>
                      <a:srgbClr val="000000"/>
                    </a:solidFill>
                    <a:cs typeface="Arial" charset="0"/>
                  </a:rPr>
                  <a:t>Department</a:t>
                </a:r>
              </a:p>
              <a:p>
                <a:pPr algn="ctr" defTabSz="914400" fontAlgn="base"/>
                <a:r>
                  <a:rPr lang="en-US" sz="1100" b="1">
                    <a:solidFill>
                      <a:srgbClr val="000000"/>
                    </a:solidFill>
                    <a:cs typeface="Arial" charset="0"/>
                  </a:rPr>
                  <a:t>Co-ordination</a:t>
                </a:r>
              </a:p>
            </p:txBody>
          </p:sp>
        </p:grpSp>
        <p:sp>
          <p:nvSpPr>
            <p:cNvPr id="66" name="Rectangle 205">
              <a:extLst>
                <a:ext uri="{FF2B5EF4-FFF2-40B4-BE49-F238E27FC236}">
                  <a16:creationId xmlns:a16="http://schemas.microsoft.com/office/drawing/2014/main" id="{3140A894-FD2C-47AA-B5CA-17B5204E2E10}"/>
                </a:ext>
              </a:extLst>
            </p:cNvPr>
            <p:cNvSpPr>
              <a:spLocks noChangeArrowheads="1"/>
            </p:cNvSpPr>
            <p:nvPr/>
          </p:nvSpPr>
          <p:spPr bwMode="auto">
            <a:xfrm>
              <a:off x="2213142" y="4944173"/>
              <a:ext cx="1341710" cy="591130"/>
            </a:xfrm>
            <a:prstGeom prst="rect">
              <a:avLst/>
            </a:prstGeom>
            <a:noFill/>
            <a:ln w="7938" cap="rnd">
              <a:noFill/>
              <a:miter lim="800000"/>
              <a:headEnd/>
              <a:tailEnd/>
            </a:ln>
          </p:spPr>
          <p:txBody>
            <a:bodyPr anchor="ctr"/>
            <a:lstStyle/>
            <a:p>
              <a:pPr algn="ctr" defTabSz="914400" fontAlgn="base">
                <a:spcBef>
                  <a:spcPct val="0"/>
                </a:spcBef>
                <a:spcAft>
                  <a:spcPct val="0"/>
                </a:spcAft>
              </a:pPr>
              <a:endParaRPr lang="en-US" sz="1200" b="1">
                <a:solidFill>
                  <a:srgbClr val="FFFFFF"/>
                </a:solidFill>
                <a:cs typeface="Arial" charset="0"/>
              </a:endParaRPr>
            </a:p>
          </p:txBody>
        </p:sp>
        <p:cxnSp>
          <p:nvCxnSpPr>
            <p:cNvPr id="67" name="Straight Arrow Connector 66">
              <a:extLst>
                <a:ext uri="{FF2B5EF4-FFF2-40B4-BE49-F238E27FC236}">
                  <a16:creationId xmlns:a16="http://schemas.microsoft.com/office/drawing/2014/main" id="{84FC0F32-07D1-4756-9331-F31A170EAC75}"/>
                </a:ext>
              </a:extLst>
            </p:cNvPr>
            <p:cNvCxnSpPr>
              <a:stCxn id="51" idx="2"/>
              <a:endCxn id="52" idx="0"/>
            </p:cNvCxnSpPr>
            <p:nvPr/>
          </p:nvCxnSpPr>
          <p:spPr bwMode="auto">
            <a:xfrm>
              <a:off x="2876487" y="1590639"/>
              <a:ext cx="0" cy="279728"/>
            </a:xfrm>
            <a:prstGeom prst="straightConnector1">
              <a:avLst/>
            </a:prstGeom>
            <a:noFill/>
            <a:ln w="6350" cap="flat" cmpd="sng" algn="ctr">
              <a:solidFill>
                <a:srgbClr val="000000"/>
              </a:solidFill>
              <a:prstDash val="solid"/>
              <a:round/>
              <a:headEnd type="none" w="med" len="med"/>
              <a:tailEnd type="triangle"/>
            </a:ln>
            <a:effectLst/>
          </p:spPr>
        </p:cxnSp>
        <p:cxnSp>
          <p:nvCxnSpPr>
            <p:cNvPr id="68" name="Straight Arrow Connector 67">
              <a:extLst>
                <a:ext uri="{FF2B5EF4-FFF2-40B4-BE49-F238E27FC236}">
                  <a16:creationId xmlns:a16="http://schemas.microsoft.com/office/drawing/2014/main" id="{DF21CAD9-D700-45E1-943F-44B30668AEDF}"/>
                </a:ext>
              </a:extLst>
            </p:cNvPr>
            <p:cNvCxnSpPr>
              <a:stCxn id="52" idx="2"/>
              <a:endCxn id="61" idx="0"/>
            </p:cNvCxnSpPr>
            <p:nvPr/>
          </p:nvCxnSpPr>
          <p:spPr bwMode="auto">
            <a:xfrm>
              <a:off x="2876487" y="2462417"/>
              <a:ext cx="0" cy="258473"/>
            </a:xfrm>
            <a:prstGeom prst="straightConnector1">
              <a:avLst/>
            </a:prstGeom>
            <a:noFill/>
            <a:ln w="6350" cap="flat" cmpd="sng" algn="ctr">
              <a:solidFill>
                <a:srgbClr val="000000"/>
              </a:solidFill>
              <a:prstDash val="solid"/>
              <a:round/>
              <a:headEnd type="none" w="med" len="med"/>
              <a:tailEnd type="triangle"/>
            </a:ln>
            <a:effectLst/>
          </p:spPr>
        </p:cxnSp>
        <p:cxnSp>
          <p:nvCxnSpPr>
            <p:cNvPr id="69" name="Straight Arrow Connector 68">
              <a:extLst>
                <a:ext uri="{FF2B5EF4-FFF2-40B4-BE49-F238E27FC236}">
                  <a16:creationId xmlns:a16="http://schemas.microsoft.com/office/drawing/2014/main" id="{BD1008DE-52F9-43E1-97D0-FCB2063B2B27}"/>
                </a:ext>
              </a:extLst>
            </p:cNvPr>
            <p:cNvCxnSpPr>
              <a:stCxn id="62" idx="2"/>
              <a:endCxn id="56" idx="0"/>
            </p:cNvCxnSpPr>
            <p:nvPr/>
          </p:nvCxnSpPr>
          <p:spPr bwMode="auto">
            <a:xfrm>
              <a:off x="1320202" y="3319030"/>
              <a:ext cx="7511" cy="169765"/>
            </a:xfrm>
            <a:prstGeom prst="straightConnector1">
              <a:avLst/>
            </a:prstGeom>
            <a:noFill/>
            <a:ln w="6350" cap="flat" cmpd="sng" algn="ctr">
              <a:solidFill>
                <a:srgbClr val="000000"/>
              </a:solidFill>
              <a:prstDash val="solid"/>
              <a:round/>
              <a:headEnd type="none" w="med" len="med"/>
              <a:tailEnd type="triangle"/>
            </a:ln>
            <a:effectLst/>
          </p:spPr>
        </p:cxnSp>
        <p:cxnSp>
          <p:nvCxnSpPr>
            <p:cNvPr id="70" name="Straight Arrow Connector 69">
              <a:extLst>
                <a:ext uri="{FF2B5EF4-FFF2-40B4-BE49-F238E27FC236}">
                  <a16:creationId xmlns:a16="http://schemas.microsoft.com/office/drawing/2014/main" id="{A5F4B97D-7FCC-41E0-8711-A4E90153B67B}"/>
                </a:ext>
              </a:extLst>
            </p:cNvPr>
            <p:cNvCxnSpPr>
              <a:stCxn id="61" idx="2"/>
              <a:endCxn id="57" idx="0"/>
            </p:cNvCxnSpPr>
            <p:nvPr/>
          </p:nvCxnSpPr>
          <p:spPr bwMode="auto">
            <a:xfrm>
              <a:off x="2876487" y="3319030"/>
              <a:ext cx="0" cy="169765"/>
            </a:xfrm>
            <a:prstGeom prst="straightConnector1">
              <a:avLst/>
            </a:prstGeom>
            <a:noFill/>
            <a:ln w="6350" cap="flat" cmpd="sng" algn="ctr">
              <a:solidFill>
                <a:srgbClr val="000000"/>
              </a:solidFill>
              <a:prstDash val="solid"/>
              <a:round/>
              <a:headEnd type="none" w="med" len="med"/>
              <a:tailEnd type="triangle"/>
            </a:ln>
            <a:effectLst/>
          </p:spPr>
        </p:cxnSp>
        <p:cxnSp>
          <p:nvCxnSpPr>
            <p:cNvPr id="71" name="Straight Arrow Connector 70">
              <a:extLst>
                <a:ext uri="{FF2B5EF4-FFF2-40B4-BE49-F238E27FC236}">
                  <a16:creationId xmlns:a16="http://schemas.microsoft.com/office/drawing/2014/main" id="{51A63B65-6473-4155-BC88-E0D420CF7BAE}"/>
                </a:ext>
              </a:extLst>
            </p:cNvPr>
            <p:cNvCxnSpPr>
              <a:cxnSpLocks/>
              <a:stCxn id="60" idx="2"/>
              <a:endCxn id="58" idx="0"/>
            </p:cNvCxnSpPr>
            <p:nvPr/>
          </p:nvCxnSpPr>
          <p:spPr bwMode="auto">
            <a:xfrm>
              <a:off x="4420293" y="3319030"/>
              <a:ext cx="19989" cy="169765"/>
            </a:xfrm>
            <a:prstGeom prst="straightConnector1">
              <a:avLst/>
            </a:prstGeom>
            <a:noFill/>
            <a:ln w="6350" cap="flat" cmpd="sng" algn="ctr">
              <a:solidFill>
                <a:srgbClr val="000000"/>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487C1B54-9A3D-4B1B-B921-41BA7EF9C3EE}"/>
                </a:ext>
              </a:extLst>
            </p:cNvPr>
            <p:cNvCxnSpPr>
              <a:stCxn id="58" idx="2"/>
            </p:cNvCxnSpPr>
            <p:nvPr/>
          </p:nvCxnSpPr>
          <p:spPr bwMode="auto">
            <a:xfrm flipH="1">
              <a:off x="3238056" y="4079925"/>
              <a:ext cx="1202225" cy="137146"/>
            </a:xfrm>
            <a:prstGeom prst="straightConnector1">
              <a:avLst/>
            </a:prstGeom>
            <a:noFill/>
            <a:ln w="6350" cap="flat" cmpd="sng" algn="ctr">
              <a:solidFill>
                <a:srgbClr val="000000"/>
              </a:solidFill>
              <a:prstDash val="solid"/>
              <a:round/>
              <a:headEnd type="none" w="med" len="med"/>
              <a:tailEnd type="triangle"/>
            </a:ln>
            <a:effectLst/>
          </p:spPr>
        </p:cxnSp>
        <p:cxnSp>
          <p:nvCxnSpPr>
            <p:cNvPr id="79" name="Straight Arrow Connector 78">
              <a:extLst>
                <a:ext uri="{FF2B5EF4-FFF2-40B4-BE49-F238E27FC236}">
                  <a16:creationId xmlns:a16="http://schemas.microsoft.com/office/drawing/2014/main" id="{C1240E9D-25F4-437C-AD18-DFB6983265F0}"/>
                </a:ext>
              </a:extLst>
            </p:cNvPr>
            <p:cNvCxnSpPr>
              <a:stCxn id="56" idx="2"/>
            </p:cNvCxnSpPr>
            <p:nvPr/>
          </p:nvCxnSpPr>
          <p:spPr bwMode="auto">
            <a:xfrm>
              <a:off x="1327713" y="4079925"/>
              <a:ext cx="1197683" cy="137146"/>
            </a:xfrm>
            <a:prstGeom prst="straightConnector1">
              <a:avLst/>
            </a:prstGeom>
            <a:noFill/>
            <a:ln w="6350" cap="flat" cmpd="sng" algn="ctr">
              <a:solidFill>
                <a:srgbClr val="000000"/>
              </a:solidFill>
              <a:prstDash val="solid"/>
              <a:round/>
              <a:headEnd type="none" w="med" len="med"/>
              <a:tailEnd type="triangle"/>
            </a:ln>
            <a:effectLst/>
          </p:spPr>
        </p:cxnSp>
        <p:sp>
          <p:nvSpPr>
            <p:cNvPr id="83" name="Freeform 75">
              <a:extLst>
                <a:ext uri="{FF2B5EF4-FFF2-40B4-BE49-F238E27FC236}">
                  <a16:creationId xmlns:a16="http://schemas.microsoft.com/office/drawing/2014/main" id="{C8CC0765-6D48-4B9A-A682-D0076EC01C08}"/>
                </a:ext>
              </a:extLst>
            </p:cNvPr>
            <p:cNvSpPr/>
            <p:nvPr/>
          </p:nvSpPr>
          <p:spPr bwMode="auto">
            <a:xfrm flipH="1">
              <a:off x="1689299" y="5125951"/>
              <a:ext cx="418870" cy="1154959"/>
            </a:xfrm>
            <a:custGeom>
              <a:avLst/>
              <a:gdLst>
                <a:gd name="connsiteX0" fmla="*/ 0 w 667044"/>
                <a:gd name="connsiteY0" fmla="*/ 0 h 1466850"/>
                <a:gd name="connsiteX1" fmla="*/ 666750 w 667044"/>
                <a:gd name="connsiteY1" fmla="*/ 723900 h 1466850"/>
                <a:gd name="connsiteX2" fmla="*/ 66675 w 667044"/>
                <a:gd name="connsiteY2" fmla="*/ 1466850 h 1466850"/>
              </a:gdLst>
              <a:ahLst/>
              <a:cxnLst>
                <a:cxn ang="0">
                  <a:pos x="connsiteX0" y="connsiteY0"/>
                </a:cxn>
                <a:cxn ang="0">
                  <a:pos x="connsiteX1" y="connsiteY1"/>
                </a:cxn>
                <a:cxn ang="0">
                  <a:pos x="connsiteX2" y="connsiteY2"/>
                </a:cxn>
              </a:cxnLst>
              <a:rect l="l" t="t" r="r" b="b"/>
              <a:pathLst>
                <a:path w="667044" h="1466850">
                  <a:moveTo>
                    <a:pt x="0" y="0"/>
                  </a:moveTo>
                  <a:cubicBezTo>
                    <a:pt x="327819" y="239712"/>
                    <a:pt x="655638" y="479425"/>
                    <a:pt x="666750" y="723900"/>
                  </a:cubicBezTo>
                  <a:cubicBezTo>
                    <a:pt x="677863" y="968375"/>
                    <a:pt x="372269" y="1217612"/>
                    <a:pt x="66675" y="1466850"/>
                  </a:cubicBezTo>
                </a:path>
              </a:pathLst>
            </a:custGeom>
            <a:noFill/>
            <a:ln w="6350" cap="flat" cmpd="sng" algn="ctr">
              <a:solidFill>
                <a:srgbClr val="000000"/>
              </a:solidFill>
              <a:prstDash val="solid"/>
              <a:round/>
              <a:headEnd type="none" w="med" len="med"/>
              <a:tailEnd type="triangle" w="med" len="med"/>
            </a:ln>
            <a:effectLst/>
          </p:spPr>
          <p:txBody>
            <a:bodyPr rtlCol="0" anchor="ctr"/>
            <a:lstStyle/>
            <a:p>
              <a:pPr algn="ctr" defTabSz="914400" fontAlgn="base">
                <a:spcBef>
                  <a:spcPct val="0"/>
                </a:spcBef>
                <a:spcAft>
                  <a:spcPct val="0"/>
                </a:spcAft>
              </a:pPr>
              <a:endParaRPr lang="en-CA" sz="1200">
                <a:solidFill>
                  <a:srgbClr val="002776"/>
                </a:solidFill>
                <a:cs typeface="Arial" charset="0"/>
              </a:endParaRPr>
            </a:p>
          </p:txBody>
        </p:sp>
        <p:sp>
          <p:nvSpPr>
            <p:cNvPr id="86" name="Freeform 76">
              <a:extLst>
                <a:ext uri="{FF2B5EF4-FFF2-40B4-BE49-F238E27FC236}">
                  <a16:creationId xmlns:a16="http://schemas.microsoft.com/office/drawing/2014/main" id="{11586171-72BE-43BC-9461-75BF56348DD4}"/>
                </a:ext>
              </a:extLst>
            </p:cNvPr>
            <p:cNvSpPr/>
            <p:nvPr/>
          </p:nvSpPr>
          <p:spPr bwMode="auto">
            <a:xfrm rot="10800000" flipH="1">
              <a:off x="3614700" y="5125951"/>
              <a:ext cx="418870" cy="1154959"/>
            </a:xfrm>
            <a:custGeom>
              <a:avLst/>
              <a:gdLst>
                <a:gd name="connsiteX0" fmla="*/ 0 w 667044"/>
                <a:gd name="connsiteY0" fmla="*/ 0 h 1466850"/>
                <a:gd name="connsiteX1" fmla="*/ 666750 w 667044"/>
                <a:gd name="connsiteY1" fmla="*/ 723900 h 1466850"/>
                <a:gd name="connsiteX2" fmla="*/ 66675 w 667044"/>
                <a:gd name="connsiteY2" fmla="*/ 1466850 h 1466850"/>
              </a:gdLst>
              <a:ahLst/>
              <a:cxnLst>
                <a:cxn ang="0">
                  <a:pos x="connsiteX0" y="connsiteY0"/>
                </a:cxn>
                <a:cxn ang="0">
                  <a:pos x="connsiteX1" y="connsiteY1"/>
                </a:cxn>
                <a:cxn ang="0">
                  <a:pos x="connsiteX2" y="connsiteY2"/>
                </a:cxn>
              </a:cxnLst>
              <a:rect l="l" t="t" r="r" b="b"/>
              <a:pathLst>
                <a:path w="667044" h="1466850">
                  <a:moveTo>
                    <a:pt x="0" y="0"/>
                  </a:moveTo>
                  <a:cubicBezTo>
                    <a:pt x="327819" y="239712"/>
                    <a:pt x="655638" y="479425"/>
                    <a:pt x="666750" y="723900"/>
                  </a:cubicBezTo>
                  <a:cubicBezTo>
                    <a:pt x="677863" y="968375"/>
                    <a:pt x="372269" y="1217612"/>
                    <a:pt x="66675" y="1466850"/>
                  </a:cubicBezTo>
                </a:path>
              </a:pathLst>
            </a:custGeom>
            <a:noFill/>
            <a:ln w="6350" cap="flat" cmpd="sng" algn="ctr">
              <a:solidFill>
                <a:srgbClr val="000000"/>
              </a:solidFill>
              <a:prstDash val="solid"/>
              <a:round/>
              <a:headEnd type="none" w="med" len="med"/>
              <a:tailEnd type="triangle" w="med" len="med"/>
            </a:ln>
            <a:effectLst/>
          </p:spPr>
          <p:txBody>
            <a:bodyPr rtlCol="0" anchor="ctr"/>
            <a:lstStyle/>
            <a:p>
              <a:pPr algn="ctr" defTabSz="914400" fontAlgn="base">
                <a:spcBef>
                  <a:spcPct val="0"/>
                </a:spcBef>
                <a:spcAft>
                  <a:spcPct val="0"/>
                </a:spcAft>
              </a:pPr>
              <a:endParaRPr lang="en-CA" sz="1200">
                <a:solidFill>
                  <a:srgbClr val="002776"/>
                </a:solidFill>
                <a:cs typeface="Arial" charset="0"/>
              </a:endParaRPr>
            </a:p>
          </p:txBody>
        </p:sp>
        <p:sp>
          <p:nvSpPr>
            <p:cNvPr id="107" name="Rectangle 106">
              <a:extLst>
                <a:ext uri="{FF2B5EF4-FFF2-40B4-BE49-F238E27FC236}">
                  <a16:creationId xmlns:a16="http://schemas.microsoft.com/office/drawing/2014/main" id="{8BC7DE60-44AB-46F6-8E1F-53043115E650}"/>
                </a:ext>
              </a:extLst>
            </p:cNvPr>
            <p:cNvSpPr/>
            <p:nvPr/>
          </p:nvSpPr>
          <p:spPr>
            <a:xfrm>
              <a:off x="3790723" y="4807027"/>
              <a:ext cx="1569436" cy="830997"/>
            </a:xfrm>
            <a:prstGeom prst="rect">
              <a:avLst/>
            </a:prstGeom>
          </p:spPr>
          <p:txBody>
            <a:bodyPr wrap="square">
              <a:spAutoFit/>
            </a:bodyPr>
            <a:lstStyle/>
            <a:p>
              <a:pPr algn="ctr" defTabSz="914400" fontAlgn="base">
                <a:spcBef>
                  <a:spcPct val="0"/>
                </a:spcBef>
                <a:spcAft>
                  <a:spcPct val="0"/>
                </a:spcAft>
              </a:pPr>
              <a:r>
                <a:rPr lang="en-US" sz="1200" b="1">
                  <a:solidFill>
                    <a:srgbClr val="000000"/>
                  </a:solidFill>
                  <a:cs typeface="Arial" charset="0"/>
                </a:rPr>
                <a:t>Longlist of projects to be developed in next 5 years</a:t>
              </a:r>
            </a:p>
          </p:txBody>
        </p:sp>
        <p:sp>
          <p:nvSpPr>
            <p:cNvPr id="114" name="Rectangle 113">
              <a:extLst>
                <a:ext uri="{FF2B5EF4-FFF2-40B4-BE49-F238E27FC236}">
                  <a16:creationId xmlns:a16="http://schemas.microsoft.com/office/drawing/2014/main" id="{12C9B42E-3D02-4675-88CE-08DB5485846B}"/>
                </a:ext>
              </a:extLst>
            </p:cNvPr>
            <p:cNvSpPr/>
            <p:nvPr/>
          </p:nvSpPr>
          <p:spPr>
            <a:xfrm>
              <a:off x="3860702" y="6002547"/>
              <a:ext cx="1256609" cy="594559"/>
            </a:xfrm>
            <a:prstGeom prst="rect">
              <a:avLst/>
            </a:prstGeom>
          </p:spPr>
          <p:txBody>
            <a:bodyPr>
              <a:spAutoFit/>
            </a:bodyPr>
            <a:lstStyle/>
            <a:p>
              <a:pPr algn="ctr" defTabSz="914400" fontAlgn="base">
                <a:spcBef>
                  <a:spcPct val="0"/>
                </a:spcBef>
                <a:spcAft>
                  <a:spcPct val="0"/>
                </a:spcAft>
              </a:pPr>
              <a:r>
                <a:rPr lang="en-US" sz="1200" b="1">
                  <a:solidFill>
                    <a:srgbClr val="000000"/>
                  </a:solidFill>
                  <a:cs typeface="Arial" charset="0"/>
                </a:rPr>
                <a:t>Ongoing reviews </a:t>
              </a:r>
              <a:br>
                <a:rPr lang="en-US" sz="1200" b="1">
                  <a:solidFill>
                    <a:srgbClr val="000000"/>
                  </a:solidFill>
                  <a:cs typeface="Arial" charset="0"/>
                </a:rPr>
              </a:br>
              <a:r>
                <a:rPr lang="en-US" sz="1200" b="1">
                  <a:solidFill>
                    <a:srgbClr val="000000"/>
                  </a:solidFill>
                  <a:cs typeface="Arial" charset="0"/>
                </a:rPr>
                <a:t>&amp; updates</a:t>
              </a:r>
            </a:p>
          </p:txBody>
        </p:sp>
      </p:grpSp>
      <p:graphicFrame>
        <p:nvGraphicFramePr>
          <p:cNvPr id="41" name="Table 40">
            <a:extLst>
              <a:ext uri="{FF2B5EF4-FFF2-40B4-BE49-F238E27FC236}">
                <a16:creationId xmlns:a16="http://schemas.microsoft.com/office/drawing/2014/main" id="{436C65B7-4426-4A9B-B360-5D01B7342F38}"/>
              </a:ext>
            </a:extLst>
          </p:cNvPr>
          <p:cNvGraphicFramePr>
            <a:graphicFrameLocks noGrp="1"/>
          </p:cNvGraphicFramePr>
          <p:nvPr>
            <p:extLst>
              <p:ext uri="{D42A27DB-BD31-4B8C-83A1-F6EECF244321}">
                <p14:modId xmlns:p14="http://schemas.microsoft.com/office/powerpoint/2010/main" val="1952661872"/>
              </p:ext>
            </p:extLst>
          </p:nvPr>
        </p:nvGraphicFramePr>
        <p:xfrm>
          <a:off x="5372345" y="1257060"/>
          <a:ext cx="6464791" cy="4959732"/>
        </p:xfrm>
        <a:graphic>
          <a:graphicData uri="http://schemas.openxmlformats.org/drawingml/2006/table">
            <a:tbl>
              <a:tblPr firstRow="1" bandRow="1">
                <a:tableStyleId>{F2DE63D5-997A-4646-A377-4702673A728D}</a:tableStyleId>
              </a:tblPr>
              <a:tblGrid>
                <a:gridCol w="598954">
                  <a:extLst>
                    <a:ext uri="{9D8B030D-6E8A-4147-A177-3AD203B41FA5}">
                      <a16:colId xmlns:a16="http://schemas.microsoft.com/office/drawing/2014/main" val="20000"/>
                    </a:ext>
                  </a:extLst>
                </a:gridCol>
                <a:gridCol w="1213366">
                  <a:extLst>
                    <a:ext uri="{9D8B030D-6E8A-4147-A177-3AD203B41FA5}">
                      <a16:colId xmlns:a16="http://schemas.microsoft.com/office/drawing/2014/main" val="20001"/>
                    </a:ext>
                  </a:extLst>
                </a:gridCol>
                <a:gridCol w="2478236">
                  <a:extLst>
                    <a:ext uri="{9D8B030D-6E8A-4147-A177-3AD203B41FA5}">
                      <a16:colId xmlns:a16="http://schemas.microsoft.com/office/drawing/2014/main" val="20002"/>
                    </a:ext>
                  </a:extLst>
                </a:gridCol>
                <a:gridCol w="2174235">
                  <a:extLst>
                    <a:ext uri="{9D8B030D-6E8A-4147-A177-3AD203B41FA5}">
                      <a16:colId xmlns:a16="http://schemas.microsoft.com/office/drawing/2014/main" val="20003"/>
                    </a:ext>
                  </a:extLst>
                </a:gridCol>
              </a:tblGrid>
              <a:tr h="376254">
                <a:tc>
                  <a:txBody>
                    <a:bodyPr/>
                    <a:lstStyle/>
                    <a:p>
                      <a:endParaRPr lang="en-CA" sz="1200" baseline="0"/>
                    </a:p>
                  </a:txBody>
                  <a:tcPr marL="45720" marR="45720">
                    <a:lnL w="12700" cap="flat" cmpd="sng" algn="ctr">
                      <a:noFill/>
                      <a:prstDash val="solid"/>
                      <a:round/>
                      <a:headEnd type="none" w="med" len="med"/>
                      <a:tailEnd type="none" w="med" len="med"/>
                    </a:lnL>
                  </a:tcPr>
                </a:tc>
                <a:tc>
                  <a:txBody>
                    <a:bodyPr/>
                    <a:lstStyle/>
                    <a:p>
                      <a:pPr rtl="0"/>
                      <a:r>
                        <a:rPr lang="en-US" sz="1200" b="1" i="0" u="none" strike="noStrike" kern="1200" baseline="0">
                          <a:solidFill>
                            <a:schemeClr val="bg1"/>
                          </a:solidFill>
                          <a:latin typeface="+mn-lt"/>
                          <a:ea typeface="+mn-ea"/>
                          <a:cs typeface="+mn-cs"/>
                        </a:rPr>
                        <a:t>Objective</a:t>
                      </a:r>
                    </a:p>
                  </a:txBody>
                  <a:tcPr marL="45720" marR="457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a:solidFill>
                            <a:schemeClr val="bg1"/>
                          </a:solidFill>
                          <a:latin typeface="+mn-lt"/>
                          <a:ea typeface="+mn-ea"/>
                          <a:cs typeface="+mn-cs"/>
                        </a:rPr>
                        <a:t>Solution approach</a:t>
                      </a:r>
                    </a:p>
                  </a:txBody>
                  <a:tcPr marL="45720" marR="45720">
                    <a:lnR w="12700" cap="flat" cmpd="sng" algn="ctr">
                      <a:noFill/>
                      <a:prstDash val="solid"/>
                      <a:round/>
                      <a:headEnd type="none" w="med" len="med"/>
                      <a:tailEnd type="none" w="med" len="med"/>
                    </a:lnR>
                  </a:tcPr>
                </a:tc>
                <a:tc>
                  <a:txBody>
                    <a:bodyPr/>
                    <a:lstStyle/>
                    <a:p>
                      <a:pPr rtl="0"/>
                      <a:r>
                        <a:rPr lang="en-US" sz="1200" b="1" i="0" u="none" strike="noStrike" kern="1200" baseline="0">
                          <a:solidFill>
                            <a:schemeClr val="bg1"/>
                          </a:solidFill>
                          <a:latin typeface="+mn-lt"/>
                          <a:ea typeface="+mn-ea"/>
                          <a:cs typeface="+mn-cs"/>
                        </a:rPr>
                        <a:t>Key activities</a:t>
                      </a:r>
                    </a:p>
                  </a:txBody>
                  <a:tcPr marL="45720" marR="45720">
                    <a:lnL>
                      <a:noFill/>
                    </a:lnL>
                    <a:lnR w="12700" cap="flat" cmpd="sng" algn="ctr">
                      <a:noFill/>
                      <a:prstDash val="solid"/>
                      <a:round/>
                      <a:headEnd type="none" w="med" len="med"/>
                      <a:tailEnd type="none" w="med" len="med"/>
                    </a:lnR>
                  </a:tcPr>
                </a:tc>
                <a:extLst>
                  <a:ext uri="{0D108BD9-81ED-4DB2-BD59-A6C34878D82A}">
                    <a16:rowId xmlns:a16="http://schemas.microsoft.com/office/drawing/2014/main" val="10000"/>
                  </a:ext>
                </a:extLst>
              </a:tr>
              <a:tr h="1036122">
                <a:tc>
                  <a:txBody>
                    <a:bodyPr/>
                    <a:lstStyle/>
                    <a:p>
                      <a:endParaRPr lang="en-CA" sz="1200" baseline="0">
                        <a:solidFill>
                          <a:schemeClr val="accent3"/>
                        </a:solidFill>
                      </a:endParaRPr>
                    </a:p>
                  </a:txBody>
                  <a:tcPr marL="45720" marR="45720">
                    <a:lnL w="12700" cap="flat" cmpd="sng" algn="ctr">
                      <a:noFill/>
                      <a:prstDash val="solid"/>
                      <a:round/>
                      <a:headEnd type="none" w="med" len="med"/>
                      <a:tailEnd type="none" w="med" len="med"/>
                    </a:lnL>
                  </a:tcPr>
                </a:tc>
                <a:tc>
                  <a:txBody>
                    <a:bodyPr/>
                    <a:lstStyle/>
                    <a:p>
                      <a:pPr rtl="0"/>
                      <a:r>
                        <a:rPr lang="en-US" sz="1200" b="0" i="0" u="none" strike="noStrike" kern="1200" baseline="0" dirty="0">
                          <a:solidFill>
                            <a:srgbClr val="000000"/>
                          </a:solidFill>
                          <a:latin typeface="+mn-lt"/>
                          <a:ea typeface="+mn-ea"/>
                          <a:cs typeface="+mn-cs"/>
                        </a:rPr>
                        <a:t>Assess availability of resources for project development</a:t>
                      </a:r>
                    </a:p>
                  </a:txBody>
                  <a:tcPr marL="45720" marR="45720"/>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Mapping of potential</a:t>
                      </a:r>
                    </a:p>
                    <a:p>
                      <a:pPr marL="519113" marR="0" lvl="1" indent="-171450" algn="l" defTabSz="914400" rtl="0" eaLnBrk="1" fontAlgn="auto" latinLnBrk="0" hangingPunct="1">
                        <a:lnSpc>
                          <a:spcPct val="100000"/>
                        </a:lnSpc>
                        <a:spcBef>
                          <a:spcPts val="0"/>
                        </a:spcBef>
                        <a:spcAft>
                          <a:spcPts val="0"/>
                        </a:spcAft>
                        <a:buClrTx/>
                        <a:buSzTx/>
                        <a:buFont typeface="Verdana" panose="020B0604030504040204" pitchFamily="34" charset="0"/>
                        <a:buChar char="­"/>
                        <a:tabLst/>
                        <a:defRPr/>
                      </a:pPr>
                      <a:r>
                        <a:rPr lang="en-US" sz="1200" b="0" i="0" u="none" strike="noStrike" kern="1200" baseline="0" dirty="0">
                          <a:solidFill>
                            <a:srgbClr val="000000"/>
                          </a:solidFill>
                          <a:latin typeface="+mn-lt"/>
                          <a:ea typeface="+mn-ea"/>
                          <a:cs typeface="+mn-cs"/>
                        </a:rPr>
                        <a:t>Solar, Wind</a:t>
                      </a:r>
                    </a:p>
                    <a:p>
                      <a:pPr marL="519113" marR="0" lvl="1" indent="-171450" algn="l" defTabSz="914400" rtl="0" eaLnBrk="1" fontAlgn="auto" latinLnBrk="0" hangingPunct="1">
                        <a:lnSpc>
                          <a:spcPct val="100000"/>
                        </a:lnSpc>
                        <a:spcBef>
                          <a:spcPts val="0"/>
                        </a:spcBef>
                        <a:spcAft>
                          <a:spcPts val="0"/>
                        </a:spcAft>
                        <a:buClrTx/>
                        <a:buSzTx/>
                        <a:buFont typeface="Verdana" panose="020B0604030504040204" pitchFamily="34" charset="0"/>
                        <a:buChar char="­"/>
                        <a:tabLst/>
                        <a:defRPr/>
                      </a:pPr>
                      <a:r>
                        <a:rPr lang="en-US" sz="1200" b="0" i="0" u="none" strike="noStrike" kern="1200" baseline="0" dirty="0">
                          <a:solidFill>
                            <a:srgbClr val="000000"/>
                          </a:solidFill>
                          <a:latin typeface="+mn-lt"/>
                          <a:ea typeface="+mn-ea"/>
                          <a:cs typeface="+mn-cs"/>
                        </a:rPr>
                        <a:t>Biomass - Agri. Waste</a:t>
                      </a:r>
                    </a:p>
                  </a:txBody>
                  <a:tcPr marL="45720" marR="45720">
                    <a:lnR w="12700" cap="flat" cmpd="sng" algn="ctr">
                      <a:noFill/>
                      <a:prstDash val="solid"/>
                      <a:round/>
                      <a:headEnd type="none" w="med" len="med"/>
                      <a:tailEnd type="none" w="med" len="med"/>
                    </a:lnR>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Review of solar, biomass studies by MNRE/IISc</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Discussion with Agri., Revenue, Ind., Forest Dept  </a:t>
                      </a:r>
                    </a:p>
                  </a:txBody>
                  <a:tcPr marL="45720" marR="45720">
                    <a:lnL>
                      <a:noFill/>
                    </a:lnL>
                    <a:lnR w="12700" cap="flat" cmpd="sng" algn="ctr">
                      <a:noFill/>
                      <a:prstDash val="solid"/>
                      <a:round/>
                      <a:headEnd type="none" w="med" len="med"/>
                      <a:tailEnd type="none" w="med" len="med"/>
                    </a:lnR>
                  </a:tcPr>
                </a:tc>
                <a:extLst>
                  <a:ext uri="{0D108BD9-81ED-4DB2-BD59-A6C34878D82A}">
                    <a16:rowId xmlns:a16="http://schemas.microsoft.com/office/drawing/2014/main" val="10001"/>
                  </a:ext>
                </a:extLst>
              </a:tr>
              <a:tr h="1201479">
                <a:tc>
                  <a:txBody>
                    <a:bodyPr/>
                    <a:lstStyle/>
                    <a:p>
                      <a:endParaRPr lang="en-CA" sz="1200" baseline="0">
                        <a:solidFill>
                          <a:schemeClr val="tx1"/>
                        </a:solidFill>
                      </a:endParaRPr>
                    </a:p>
                  </a:txBody>
                  <a:tcPr marL="45720" marR="45720">
                    <a:lnL w="12700" cap="flat" cmpd="sng" algn="ctr">
                      <a:noFill/>
                      <a:prstDash val="solid"/>
                      <a:round/>
                      <a:headEnd type="none" w="med" len="med"/>
                      <a:tailEnd type="none" w="med" len="med"/>
                    </a:lnL>
                  </a:tcPr>
                </a:tc>
                <a:tc>
                  <a:txBody>
                    <a:bodyPr/>
                    <a:lstStyle/>
                    <a:p>
                      <a:pPr rtl="0"/>
                      <a:r>
                        <a:rPr lang="en-US" sz="1200" b="0" i="0" u="none" strike="noStrike" kern="1200" baseline="0" dirty="0">
                          <a:solidFill>
                            <a:srgbClr val="000000"/>
                          </a:solidFill>
                          <a:latin typeface="+mn-lt"/>
                          <a:ea typeface="+mn-ea"/>
                          <a:cs typeface="+mn-cs"/>
                        </a:rPr>
                        <a:t>Identify projects to be developed</a:t>
                      </a:r>
                    </a:p>
                  </a:txBody>
                  <a:tcPr marL="45720" marR="45720" anchor="ct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Develop RE project (Solar park, Solar City, Airport Solarization etc.)</a:t>
                      </a:r>
                    </a:p>
                    <a:p>
                      <a:pPr marL="519113" marR="0" lvl="1" indent="-171450" algn="l" defTabSz="914400" rtl="0" eaLnBrk="1" fontAlgn="auto" latinLnBrk="0" hangingPunct="1">
                        <a:lnSpc>
                          <a:spcPct val="100000"/>
                        </a:lnSpc>
                        <a:spcBef>
                          <a:spcPts val="0"/>
                        </a:spcBef>
                        <a:spcAft>
                          <a:spcPts val="0"/>
                        </a:spcAft>
                        <a:buClrTx/>
                        <a:buSzTx/>
                        <a:buFont typeface="Verdana" panose="020B0604030504040204" pitchFamily="34" charset="0"/>
                        <a:buChar char="­"/>
                        <a:tabLst/>
                        <a:defRPr/>
                      </a:pPr>
                      <a:r>
                        <a:rPr lang="en-US" sz="1200" b="0" i="0" u="none" strike="noStrike" kern="1200" baseline="0" dirty="0">
                          <a:solidFill>
                            <a:srgbClr val="000000"/>
                          </a:solidFill>
                          <a:latin typeface="+mn-lt"/>
                          <a:ea typeface="+mn-ea"/>
                          <a:cs typeface="+mn-cs"/>
                        </a:rPr>
                        <a:t>Emerging technologies (Floating solar, BESS, Hybrid)</a:t>
                      </a:r>
                    </a:p>
                    <a:p>
                      <a:pPr marL="519113" marR="0" lvl="1" indent="-171450" algn="l" defTabSz="914400" rtl="0" eaLnBrk="1" fontAlgn="auto" latinLnBrk="0" hangingPunct="1">
                        <a:lnSpc>
                          <a:spcPct val="100000"/>
                        </a:lnSpc>
                        <a:spcBef>
                          <a:spcPts val="0"/>
                        </a:spcBef>
                        <a:spcAft>
                          <a:spcPts val="0"/>
                        </a:spcAft>
                        <a:buClrTx/>
                        <a:buSzTx/>
                        <a:buFont typeface="Verdana" panose="020B0604030504040204" pitchFamily="34" charset="0"/>
                        <a:buChar char="­"/>
                        <a:tabLst/>
                        <a:defRPr/>
                      </a:pPr>
                      <a:r>
                        <a:rPr lang="en-US" sz="1200" b="0" i="0" u="none" strike="noStrike" kern="1200" baseline="0" dirty="0">
                          <a:solidFill>
                            <a:srgbClr val="000000"/>
                          </a:solidFill>
                          <a:latin typeface="+mn-lt"/>
                          <a:ea typeface="+mn-ea"/>
                          <a:cs typeface="+mn-cs"/>
                        </a:rPr>
                        <a:t>Energy Efficiency</a:t>
                      </a:r>
                    </a:p>
                  </a:txBody>
                  <a:tcPr marL="45720" marR="45720">
                    <a:lnR w="12700" cap="flat" cmpd="sng" algn="ctr">
                      <a:noFill/>
                      <a:prstDash val="solid"/>
                      <a:round/>
                      <a:headEnd type="none" w="med" len="med"/>
                      <a:tailEnd type="none" w="med" len="med"/>
                    </a:lnR>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Review business plans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Undertake primary consultation on assets utilization</a:t>
                      </a:r>
                    </a:p>
                  </a:txBody>
                  <a:tcPr marL="45720" marR="45720">
                    <a:lnL>
                      <a:noFill/>
                    </a:lnL>
                    <a:lnR w="12700" cap="flat" cmpd="sng" algn="ctr">
                      <a:noFill/>
                      <a:prstDash val="solid"/>
                      <a:round/>
                      <a:headEnd type="none" w="med" len="med"/>
                      <a:tailEnd type="none" w="med" len="med"/>
                    </a:lnR>
                  </a:tcPr>
                </a:tc>
                <a:extLst>
                  <a:ext uri="{0D108BD9-81ED-4DB2-BD59-A6C34878D82A}">
                    <a16:rowId xmlns:a16="http://schemas.microsoft.com/office/drawing/2014/main" val="10002"/>
                  </a:ext>
                </a:extLst>
              </a:tr>
              <a:tr h="1301424">
                <a:tc>
                  <a:txBody>
                    <a:bodyPr/>
                    <a:lstStyle/>
                    <a:p>
                      <a:endParaRPr lang="en-CA" sz="1200" baseline="0"/>
                    </a:p>
                  </a:txBody>
                  <a:tcPr marL="45720" marR="45720">
                    <a:lnL w="12700" cap="flat" cmpd="sng" algn="ctr">
                      <a:noFill/>
                      <a:prstDash val="solid"/>
                      <a:round/>
                      <a:headEnd type="none" w="med" len="med"/>
                      <a:tailEnd type="none" w="med" len="med"/>
                    </a:lnL>
                  </a:tcPr>
                </a:tc>
                <a:tc>
                  <a:txBody>
                    <a:bodyPr/>
                    <a:lstStyle/>
                    <a:p>
                      <a:pPr rtl="0"/>
                      <a:r>
                        <a:rPr lang="en-US" sz="1200" b="0" i="0" u="none" strike="noStrike" kern="1200" baseline="0" dirty="0">
                          <a:solidFill>
                            <a:srgbClr val="000000"/>
                          </a:solidFill>
                          <a:latin typeface="+mn-lt"/>
                          <a:ea typeface="+mn-ea"/>
                          <a:cs typeface="+mn-cs"/>
                        </a:rPr>
                        <a:t>Prepare project registry and pipeline of projects to be developed</a:t>
                      </a:r>
                    </a:p>
                  </a:txBody>
                  <a:tcPr marL="45720" marR="45720"/>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Consolidate feasible projects in the form of ‘</a:t>
                      </a:r>
                      <a:r>
                        <a:rPr lang="en-US" sz="1200" b="1" i="0" u="none" strike="noStrike" kern="1200" baseline="0" dirty="0">
                          <a:solidFill>
                            <a:srgbClr val="000000"/>
                          </a:solidFill>
                          <a:latin typeface="+mn-lt"/>
                          <a:ea typeface="+mn-ea"/>
                          <a:cs typeface="+mn-cs"/>
                        </a:rPr>
                        <a:t>RE PROJECT REGISTRY’</a:t>
                      </a:r>
                      <a:endParaRPr lang="en-US" sz="1200" b="0" i="0" u="none" strike="noStrike" kern="1200" baseline="0" dirty="0">
                        <a:solidFill>
                          <a:srgbClr val="000000"/>
                        </a:solidFill>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a:t>
                      </a:r>
                      <a:r>
                        <a:rPr lang="en-US" sz="1200" b="1" i="0" u="none" strike="noStrike" kern="1200" baseline="0" dirty="0">
                          <a:solidFill>
                            <a:srgbClr val="000000"/>
                          </a:solidFill>
                          <a:latin typeface="+mn-lt"/>
                          <a:ea typeface="+mn-ea"/>
                          <a:cs typeface="+mn-cs"/>
                        </a:rPr>
                        <a:t>PIPELINE MANAGEMENT</a:t>
                      </a:r>
                      <a:r>
                        <a:rPr lang="en-US" sz="1200" b="0" i="0" u="none" strike="noStrike" kern="1200" baseline="0" dirty="0">
                          <a:solidFill>
                            <a:srgbClr val="000000"/>
                          </a:solidFill>
                          <a:latin typeface="+mn-lt"/>
                          <a:ea typeface="+mn-ea"/>
                          <a:cs typeface="+mn-cs"/>
                        </a:rPr>
                        <a:t>’ To prioritize projects to be developed in ‘short’, ‘medium’ and ‘long’ term</a:t>
                      </a:r>
                    </a:p>
                  </a:txBody>
                  <a:tcPr marL="45720" marR="45720">
                    <a:lnR w="12700" cap="flat" cmpd="sng" algn="ctr">
                      <a:noFill/>
                      <a:prstDash val="solid"/>
                      <a:round/>
                      <a:headEnd type="none" w="med" len="med"/>
                      <a:tailEnd type="none" w="med" len="med"/>
                    </a:lnR>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High level risk assessment of projects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Consultation with JREDA to finalize ‘REGISTRY’ &amp; ‘PIPELINE’ </a:t>
                      </a:r>
                    </a:p>
                  </a:txBody>
                  <a:tcPr marL="45720" marR="45720">
                    <a:lnL>
                      <a:noFill/>
                    </a:lnL>
                    <a:lnR w="12700" cap="flat" cmpd="sng" algn="ctr">
                      <a:noFill/>
                      <a:prstDash val="solid"/>
                      <a:round/>
                      <a:headEnd type="none" w="med" len="med"/>
                      <a:tailEnd type="none" w="med" len="med"/>
                    </a:lnR>
                  </a:tcPr>
                </a:tc>
                <a:extLst>
                  <a:ext uri="{0D108BD9-81ED-4DB2-BD59-A6C34878D82A}">
                    <a16:rowId xmlns:a16="http://schemas.microsoft.com/office/drawing/2014/main" val="10003"/>
                  </a:ext>
                </a:extLst>
              </a:tr>
              <a:tr h="804156">
                <a:tc>
                  <a:txBody>
                    <a:bodyPr/>
                    <a:lstStyle/>
                    <a:p>
                      <a:endParaRPr lang="en-CA" sz="1200" baseline="0"/>
                    </a:p>
                  </a:txBody>
                  <a:tcPr marL="45720" marR="45720">
                    <a:lnL w="12700" cap="flat" cmpd="sng" algn="ctr">
                      <a:noFill/>
                      <a:prstDash val="solid"/>
                      <a:round/>
                      <a:headEnd type="none" w="med" len="med"/>
                      <a:tailEnd type="none" w="med" len="med"/>
                    </a:lnL>
                  </a:tcPr>
                </a:tc>
                <a:tc>
                  <a:txBody>
                    <a:bodyPr/>
                    <a:lstStyle/>
                    <a:p>
                      <a:pPr rtl="0"/>
                      <a:r>
                        <a:rPr lang="en-US" sz="1200" b="0" i="0" u="none" strike="noStrike" kern="1200" baseline="0" dirty="0">
                          <a:solidFill>
                            <a:srgbClr val="000000"/>
                          </a:solidFill>
                          <a:latin typeface="+mn-lt"/>
                          <a:ea typeface="+mn-ea"/>
                          <a:cs typeface="+mn-cs"/>
                        </a:rPr>
                        <a:t>Support in securing clearances</a:t>
                      </a:r>
                    </a:p>
                  </a:txBody>
                  <a:tcPr marL="45720" marR="45720"/>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Preparation of presentation, advocacy notes, discussion papers  for project clearance</a:t>
                      </a:r>
                    </a:p>
                  </a:txBody>
                  <a:tcPr marL="45720" marR="45720">
                    <a:lnR w="12700" cap="flat" cmpd="sng" algn="ctr">
                      <a:noFill/>
                      <a:prstDash val="solid"/>
                      <a:round/>
                      <a:headEnd type="none" w="med" len="med"/>
                      <a:tailEnd type="none" w="med" len="med"/>
                    </a:lnR>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rgbClr val="000000"/>
                          </a:solidFill>
                          <a:latin typeface="+mn-lt"/>
                          <a:ea typeface="+mn-ea"/>
                          <a:cs typeface="+mn-cs"/>
                        </a:rPr>
                        <a:t>Use of Industry insights, trends and practices</a:t>
                      </a:r>
                    </a:p>
                  </a:txBody>
                  <a:tcPr marL="45720" marR="45720">
                    <a:lnL>
                      <a:noFill/>
                    </a:lnL>
                    <a:lnR w="12700" cap="flat" cmpd="sng" algn="ctr">
                      <a:noFill/>
                      <a:prstDash val="solid"/>
                      <a:round/>
                      <a:headEnd type="none" w="med" len="med"/>
                      <a:tailEnd type="none" w="med" len="med"/>
                    </a:lnR>
                  </a:tcPr>
                </a:tc>
                <a:extLst>
                  <a:ext uri="{0D108BD9-81ED-4DB2-BD59-A6C34878D82A}">
                    <a16:rowId xmlns:a16="http://schemas.microsoft.com/office/drawing/2014/main" val="1805440349"/>
                  </a:ext>
                </a:extLst>
              </a:tr>
            </a:tbl>
          </a:graphicData>
        </a:graphic>
      </p:graphicFrame>
      <p:sp>
        <p:nvSpPr>
          <p:cNvPr id="42" name="Oval 41">
            <a:extLst>
              <a:ext uri="{FF2B5EF4-FFF2-40B4-BE49-F238E27FC236}">
                <a16:creationId xmlns:a16="http://schemas.microsoft.com/office/drawing/2014/main" id="{4A7ACAE0-8932-4880-861E-9ECB125FD43B}"/>
              </a:ext>
            </a:extLst>
          </p:cNvPr>
          <p:cNvSpPr/>
          <p:nvPr/>
        </p:nvSpPr>
        <p:spPr bwMode="auto">
          <a:xfrm>
            <a:off x="5423106" y="1770378"/>
            <a:ext cx="435600" cy="434221"/>
          </a:xfrm>
          <a:prstGeom prst="ellipse">
            <a:avLst/>
          </a:prstGeom>
          <a:solidFill>
            <a:schemeClr val="tx2"/>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indent="0" algn="ctr" defTabSz="914400" rtl="0" eaLnBrk="1" fontAlgn="base" latinLnBrk="0" hangingPunct="1">
              <a:lnSpc>
                <a:spcPct val="100000"/>
              </a:lnSpc>
              <a:spcBef>
                <a:spcPts val="0"/>
              </a:spcBef>
              <a:spcAft>
                <a:spcPts val="300"/>
              </a:spcAft>
              <a:buClrTx/>
              <a:buSzTx/>
              <a:buFontTx/>
              <a:buNone/>
              <a:tabLst/>
            </a:pPr>
            <a:r>
              <a:rPr lang="fr-CA" sz="1200" b="1">
                <a:solidFill>
                  <a:schemeClr val="bg1"/>
                </a:solidFill>
                <a:latin typeface="+mn-lt"/>
              </a:rPr>
              <a:t>1</a:t>
            </a:r>
            <a:endParaRPr kumimoji="0" lang="en-CA" sz="1200" b="1" i="0" u="none" strike="noStrike" cap="none" normalizeH="0" baseline="0">
              <a:ln>
                <a:noFill/>
              </a:ln>
              <a:solidFill>
                <a:schemeClr val="bg1"/>
              </a:solidFill>
              <a:effectLst/>
              <a:latin typeface="+mn-lt"/>
            </a:endParaRPr>
          </a:p>
        </p:txBody>
      </p:sp>
      <p:sp>
        <p:nvSpPr>
          <p:cNvPr id="43" name="Oval 42">
            <a:extLst>
              <a:ext uri="{FF2B5EF4-FFF2-40B4-BE49-F238E27FC236}">
                <a16:creationId xmlns:a16="http://schemas.microsoft.com/office/drawing/2014/main" id="{330DBA3A-9CCC-429B-859C-6E0C62277E91}"/>
              </a:ext>
            </a:extLst>
          </p:cNvPr>
          <p:cNvSpPr/>
          <p:nvPr/>
        </p:nvSpPr>
        <p:spPr bwMode="auto">
          <a:xfrm>
            <a:off x="5430430" y="2972965"/>
            <a:ext cx="435600" cy="435600"/>
          </a:xfrm>
          <a:prstGeom prst="ellipse">
            <a:avLst/>
          </a:prstGeom>
          <a:solidFill>
            <a:srgbClr val="92D400"/>
          </a:solidFill>
          <a:ln w="7938" cap="rnd">
            <a:noFill/>
            <a:miter lim="800000"/>
            <a:headEnd/>
            <a:tailEnd/>
          </a:ln>
        </p:spPr>
        <p:txBody>
          <a:bodyPr lIns="36000" rIns="36000" anchor="ctr"/>
          <a:lstStyle/>
          <a:p>
            <a:pPr algn="ctr" defTabSz="914400" fontAlgn="base">
              <a:spcBef>
                <a:spcPct val="0"/>
              </a:spcBef>
              <a:spcAft>
                <a:spcPct val="0"/>
              </a:spcAft>
            </a:pPr>
            <a:r>
              <a:rPr lang="fr-CA" sz="1200" b="1" kern="0" dirty="0">
                <a:solidFill>
                  <a:srgbClr val="000000"/>
                </a:solidFill>
                <a:cs typeface="Arial" charset="0"/>
              </a:rPr>
              <a:t>2</a:t>
            </a:r>
            <a:endParaRPr lang="en-CA" sz="1200" b="1" kern="0" dirty="0">
              <a:solidFill>
                <a:srgbClr val="000000"/>
              </a:solidFill>
              <a:cs typeface="Arial" charset="0"/>
            </a:endParaRPr>
          </a:p>
        </p:txBody>
      </p:sp>
      <p:sp>
        <p:nvSpPr>
          <p:cNvPr id="54" name="Oval 53">
            <a:extLst>
              <a:ext uri="{FF2B5EF4-FFF2-40B4-BE49-F238E27FC236}">
                <a16:creationId xmlns:a16="http://schemas.microsoft.com/office/drawing/2014/main" id="{DCAAF0D1-8C3B-43EB-BFB7-A7AE25C9AD51}"/>
              </a:ext>
            </a:extLst>
          </p:cNvPr>
          <p:cNvSpPr/>
          <p:nvPr/>
        </p:nvSpPr>
        <p:spPr bwMode="auto">
          <a:xfrm>
            <a:off x="5430430" y="4142347"/>
            <a:ext cx="435600" cy="435600"/>
          </a:xfrm>
          <a:prstGeom prst="ellipse">
            <a:avLst/>
          </a:prstGeom>
          <a:solidFill>
            <a:schemeClr val="accent3"/>
          </a:solidFill>
          <a:ln w="6350" cap="flat" cmpd="sng" algn="ctr">
            <a:solidFill>
              <a:schemeClr val="bg1"/>
            </a:solidFill>
            <a:prstDash val="solid"/>
            <a:round/>
            <a:headEnd type="none" w="med" len="med"/>
            <a:tailEnd type="none" w="med" len="med"/>
          </a:ln>
          <a:effectLst/>
        </p:spPr>
        <p:txBody>
          <a:bodyPr vert="horz" wrap="square" lIns="73152" tIns="73152" rIns="73152" bIns="73152" numCol="1" rtlCol="0" anchor="ctr" anchorCtr="0" compatLnSpc="1">
            <a:prstTxWarp prst="textNoShape">
              <a:avLst/>
            </a:prstTxWarp>
            <a:noAutofit/>
          </a:bodyPr>
          <a:lstStyle/>
          <a:p>
            <a:pPr marL="0" marR="0" indent="0" algn="ctr" defTabSz="914400" rtl="0" eaLnBrk="1" fontAlgn="base" latinLnBrk="0" hangingPunct="1">
              <a:lnSpc>
                <a:spcPct val="100000"/>
              </a:lnSpc>
              <a:spcBef>
                <a:spcPts val="0"/>
              </a:spcBef>
              <a:spcAft>
                <a:spcPts val="300"/>
              </a:spcAft>
              <a:buClrTx/>
              <a:buSzTx/>
              <a:buFontTx/>
              <a:buNone/>
              <a:tabLst/>
            </a:pPr>
            <a:r>
              <a:rPr lang="fr-CA" sz="1200" b="1">
                <a:solidFill>
                  <a:schemeClr val="bg1"/>
                </a:solidFill>
                <a:latin typeface="+mn-lt"/>
              </a:rPr>
              <a:t>3</a:t>
            </a:r>
            <a:endParaRPr kumimoji="0" lang="en-CA" sz="1200" b="1" i="0" u="none" strike="noStrike" cap="none" normalizeH="0" baseline="0">
              <a:ln>
                <a:noFill/>
              </a:ln>
              <a:solidFill>
                <a:schemeClr val="bg1"/>
              </a:solidFill>
              <a:effectLst/>
              <a:latin typeface="+mn-lt"/>
            </a:endParaRPr>
          </a:p>
        </p:txBody>
      </p:sp>
      <p:sp>
        <p:nvSpPr>
          <p:cNvPr id="73" name="Oval 72">
            <a:extLst>
              <a:ext uri="{FF2B5EF4-FFF2-40B4-BE49-F238E27FC236}">
                <a16:creationId xmlns:a16="http://schemas.microsoft.com/office/drawing/2014/main" id="{89256DFD-67FA-4B92-A592-22A55B7CC806}"/>
              </a:ext>
            </a:extLst>
          </p:cNvPr>
          <p:cNvSpPr/>
          <p:nvPr/>
        </p:nvSpPr>
        <p:spPr bwMode="auto">
          <a:xfrm>
            <a:off x="5423106" y="5338935"/>
            <a:ext cx="435600" cy="435600"/>
          </a:xfrm>
          <a:prstGeom prst="ellipse">
            <a:avLst/>
          </a:prstGeom>
          <a:solidFill>
            <a:srgbClr val="3C8A2E"/>
          </a:solidFill>
          <a:ln w="9525">
            <a:noFill/>
            <a:miter lim="800000"/>
            <a:headEnd/>
            <a:tailEnd/>
          </a:ln>
        </p:spPr>
        <p:txBody>
          <a:bodyPr anchor="ctr"/>
          <a:lstStyle/>
          <a:p>
            <a:pPr algn="ctr" defTabSz="914400" fontAlgn="base">
              <a:spcBef>
                <a:spcPct val="0"/>
              </a:spcBef>
              <a:spcAft>
                <a:spcPct val="0"/>
              </a:spcAft>
            </a:pPr>
            <a:r>
              <a:rPr lang="fr-CA" sz="1200" b="1" kern="0" dirty="0">
                <a:solidFill>
                  <a:srgbClr val="FFFFFF"/>
                </a:solidFill>
                <a:cs typeface="Arial" charset="0"/>
              </a:rPr>
              <a:t>4</a:t>
            </a:r>
            <a:endParaRPr lang="en-CA" sz="1200" b="1" kern="0" dirty="0">
              <a:solidFill>
                <a:srgbClr val="FFFFFF"/>
              </a:solidFill>
              <a:cs typeface="Arial" charset="0"/>
            </a:endParaRPr>
          </a:p>
        </p:txBody>
      </p:sp>
      <p:graphicFrame>
        <p:nvGraphicFramePr>
          <p:cNvPr id="75" name="Table 4">
            <a:extLst>
              <a:ext uri="{FF2B5EF4-FFF2-40B4-BE49-F238E27FC236}">
                <a16:creationId xmlns:a16="http://schemas.microsoft.com/office/drawing/2014/main" id="{61BC779E-D335-48B5-A521-ECD9AC49864C}"/>
              </a:ext>
            </a:extLst>
          </p:cNvPr>
          <p:cNvGraphicFramePr>
            <a:graphicFrameLocks noGrp="1"/>
          </p:cNvGraphicFramePr>
          <p:nvPr>
            <p:extLst>
              <p:ext uri="{D42A27DB-BD31-4B8C-83A1-F6EECF244321}">
                <p14:modId xmlns:p14="http://schemas.microsoft.com/office/powerpoint/2010/main" val="1173293263"/>
              </p:ext>
            </p:extLst>
          </p:nvPr>
        </p:nvGraphicFramePr>
        <p:xfrm>
          <a:off x="7611962"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chemeClr val="bg1">
                        <a:lumMod val="75000"/>
                      </a:schemeClr>
                    </a:solidFill>
                  </a:tcPr>
                </a:tc>
                <a:tc>
                  <a:txBody>
                    <a:bodyPr/>
                    <a:lstStyle/>
                    <a:p>
                      <a:pPr algn="ctr"/>
                      <a:r>
                        <a:rPr lang="en-US" sz="900" dirty="0"/>
                        <a:t>Techno-Commercial </a:t>
                      </a:r>
                    </a:p>
                  </a:txBody>
                  <a:tcPr>
                    <a:solidFill>
                      <a:schemeClr val="bg1">
                        <a:lumMod val="75000"/>
                      </a:schemeClr>
                    </a:solidFill>
                  </a:tcPr>
                </a:tc>
                <a:tc>
                  <a:txBody>
                    <a:bodyPr/>
                    <a:lstStyle/>
                    <a:p>
                      <a:pPr algn="ctr"/>
                      <a:r>
                        <a:rPr lang="en-IN" sz="900" dirty="0"/>
                        <a:t>Program Management</a:t>
                      </a:r>
                      <a:endParaRPr lang="en-US" sz="900" dirty="0"/>
                    </a:p>
                  </a:txBody>
                  <a:tcPr>
                    <a:solidFill>
                      <a:srgbClr val="3C8A2E"/>
                    </a:solidFill>
                  </a:tcPr>
                </a:tc>
                <a:tc>
                  <a:txBody>
                    <a:bodyPr/>
                    <a:lstStyle/>
                    <a:p>
                      <a:pPr algn="ctr"/>
                      <a:r>
                        <a:rPr lang="en-US" sz="900" dirty="0"/>
                        <a:t>Monitoring</a:t>
                      </a:r>
                    </a:p>
                  </a:txBody>
                  <a:tcPr>
                    <a:solidFill>
                      <a:schemeClr val="bg1">
                        <a:lumMod val="75000"/>
                      </a:schemeClr>
                    </a:solidFill>
                  </a:tcPr>
                </a:tc>
                <a:extLst>
                  <a:ext uri="{0D108BD9-81ED-4DB2-BD59-A6C34878D82A}">
                    <a16:rowId xmlns:a16="http://schemas.microsoft.com/office/drawing/2014/main" val="1296243468"/>
                  </a:ext>
                </a:extLst>
              </a:tr>
            </a:tbl>
          </a:graphicData>
        </a:graphic>
      </p:graphicFrame>
    </p:spTree>
    <p:extLst>
      <p:ext uri="{BB962C8B-B14F-4D97-AF65-F5344CB8AC3E}">
        <p14:creationId xmlns:p14="http://schemas.microsoft.com/office/powerpoint/2010/main" val="267175041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CD2DFC-58F5-4AD7-9367-4A532CC5500A}"/>
              </a:ext>
            </a:extLst>
          </p:cNvPr>
          <p:cNvSpPr>
            <a:spLocks noGrp="1"/>
          </p:cNvSpPr>
          <p:nvPr>
            <p:ph type="title"/>
          </p:nvPr>
        </p:nvSpPr>
        <p:spPr>
          <a:xfrm>
            <a:off x="469900" y="379438"/>
            <a:ext cx="11252200" cy="401848"/>
          </a:xfrm>
        </p:spPr>
        <p:txBody>
          <a:bodyPr/>
          <a:lstStyle/>
          <a:p>
            <a:r>
              <a:rPr lang="en-US" b="1"/>
              <a:t>Facilitation for seamless project execution</a:t>
            </a:r>
          </a:p>
        </p:txBody>
      </p:sp>
      <p:sp>
        <p:nvSpPr>
          <p:cNvPr id="31" name="Text Placeholder 12">
            <a:extLst>
              <a:ext uri="{FF2B5EF4-FFF2-40B4-BE49-F238E27FC236}">
                <a16:creationId xmlns:a16="http://schemas.microsoft.com/office/drawing/2014/main" id="{928A43EC-C9F9-467D-9F92-F3D85F2FE718}"/>
              </a:ext>
            </a:extLst>
          </p:cNvPr>
          <p:cNvSpPr txBox="1">
            <a:spLocks/>
          </p:cNvSpPr>
          <p:nvPr/>
        </p:nvSpPr>
        <p:spPr bwMode="gray">
          <a:xfrm>
            <a:off x="5013647" y="3449443"/>
            <a:ext cx="2012781" cy="3131627"/>
          </a:xfrm>
          <a:prstGeom prst="rect">
            <a:avLst/>
          </a:prstGeom>
        </p:spPr>
        <p:txBody>
          <a:bodyPr wrap="square" lIns="0" rIns="0">
            <a:spAutoFit/>
          </a:bodyPr>
          <a:lstStyle/>
          <a:p>
            <a:pPr marL="190500" lvl="1" indent="-127000" defTabSz="684213">
              <a:spcBef>
                <a:spcPts val="300"/>
              </a:spcBef>
              <a:buSzPct val="65000"/>
              <a:buFont typeface="Wingdings"/>
              <a:buChar char="l"/>
              <a:defRPr/>
            </a:pPr>
            <a:r>
              <a:rPr lang="en-GB" sz="1200" kern="0"/>
              <a:t>Mapping key steps/procedure for Govt. land allotment</a:t>
            </a:r>
          </a:p>
          <a:p>
            <a:pPr marL="63500" lvl="1" defTabSz="684213">
              <a:spcBef>
                <a:spcPts val="300"/>
              </a:spcBef>
              <a:buSzPct val="65000"/>
              <a:defRPr/>
            </a:pPr>
            <a:endParaRPr lang="en-GB" sz="1200" kern="0"/>
          </a:p>
          <a:p>
            <a:pPr marL="63500" lvl="1" defTabSz="684213">
              <a:spcBef>
                <a:spcPts val="300"/>
              </a:spcBef>
              <a:buSzPct val="65000"/>
              <a:defRPr/>
            </a:pPr>
            <a:endParaRPr lang="en-GB" sz="1200" kern="0"/>
          </a:p>
          <a:p>
            <a:pPr marL="190500" lvl="1" indent="-127000" defTabSz="684213">
              <a:spcBef>
                <a:spcPts val="300"/>
              </a:spcBef>
              <a:buSzPct val="65000"/>
              <a:buFont typeface="Wingdings"/>
              <a:buChar char="l"/>
              <a:defRPr/>
            </a:pPr>
            <a:r>
              <a:rPr lang="en-GB" sz="1200" kern="0"/>
              <a:t>Reviewing documents to be furnished by developer</a:t>
            </a:r>
          </a:p>
          <a:p>
            <a:pPr marL="63500" lvl="1" defTabSz="684213">
              <a:spcBef>
                <a:spcPts val="300"/>
              </a:spcBef>
              <a:buSzPct val="65000"/>
              <a:defRPr/>
            </a:pPr>
            <a:endParaRPr lang="en-GB" sz="1200" kern="0"/>
          </a:p>
          <a:p>
            <a:pPr marL="63500" lvl="1" defTabSz="684213">
              <a:spcBef>
                <a:spcPts val="300"/>
              </a:spcBef>
              <a:buSzPct val="65000"/>
              <a:defRPr/>
            </a:pPr>
            <a:endParaRPr lang="en-GB" sz="1200" kern="0"/>
          </a:p>
          <a:p>
            <a:pPr marL="190500" lvl="1" indent="-127000" defTabSz="684213">
              <a:spcBef>
                <a:spcPts val="300"/>
              </a:spcBef>
              <a:buSzPct val="65000"/>
              <a:buFont typeface="Wingdings"/>
              <a:buChar char="l"/>
              <a:defRPr/>
            </a:pPr>
            <a:r>
              <a:rPr lang="en-GB" sz="1200" kern="0"/>
              <a:t>Preparing communication material to facilitate land allotment </a:t>
            </a:r>
          </a:p>
          <a:p>
            <a:pPr marL="63500" lvl="1" defTabSz="684213">
              <a:spcBef>
                <a:spcPts val="300"/>
              </a:spcBef>
              <a:buSzPct val="65000"/>
              <a:defRPr/>
            </a:pPr>
            <a:endParaRPr lang="en-GB" sz="1200" b="1" kern="0"/>
          </a:p>
        </p:txBody>
      </p:sp>
      <p:sp>
        <p:nvSpPr>
          <p:cNvPr id="32" name="Rectangle 6">
            <a:extLst>
              <a:ext uri="{FF2B5EF4-FFF2-40B4-BE49-F238E27FC236}">
                <a16:creationId xmlns:a16="http://schemas.microsoft.com/office/drawing/2014/main" id="{F6220A8A-0C38-44D5-B9CB-253CD842E1CC}"/>
              </a:ext>
            </a:extLst>
          </p:cNvPr>
          <p:cNvSpPr>
            <a:spLocks noChangeArrowheads="1"/>
          </p:cNvSpPr>
          <p:nvPr/>
        </p:nvSpPr>
        <p:spPr bwMode="gray">
          <a:xfrm>
            <a:off x="2878346" y="1798946"/>
            <a:ext cx="1659017" cy="865048"/>
          </a:xfrm>
          <a:prstGeom prst="roundRect">
            <a:avLst/>
          </a:prstGeom>
          <a:solidFill>
            <a:schemeClr val="accent1">
              <a:lumMod val="75000"/>
            </a:schemeClr>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p:spPr>
        <p:txBody>
          <a:bodyPr lIns="95250" tIns="47625" rIns="95250" bIns="47625" anchor="ctr"/>
          <a:lstStyle/>
          <a:p>
            <a:pPr algn="ctr" defTabSz="989013">
              <a:defRPr/>
            </a:pPr>
            <a:r>
              <a:rPr lang="en-US" sz="1200" b="1">
                <a:solidFill>
                  <a:schemeClr val="bg1"/>
                </a:solidFill>
                <a:cs typeface="Arial" charset="0"/>
              </a:rPr>
              <a:t>Repository of govt lands </a:t>
            </a:r>
            <a:endParaRPr lang="en-US" sz="1400" b="1">
              <a:solidFill>
                <a:schemeClr val="bg1"/>
              </a:solidFill>
              <a:cs typeface="Arial" charset="0"/>
            </a:endParaRPr>
          </a:p>
        </p:txBody>
      </p:sp>
      <p:sp>
        <p:nvSpPr>
          <p:cNvPr id="33" name="Rectangle 7">
            <a:extLst>
              <a:ext uri="{FF2B5EF4-FFF2-40B4-BE49-F238E27FC236}">
                <a16:creationId xmlns:a16="http://schemas.microsoft.com/office/drawing/2014/main" id="{B91C2DF9-9074-4E96-8263-C79D3F0FFF55}"/>
              </a:ext>
            </a:extLst>
          </p:cNvPr>
          <p:cNvSpPr>
            <a:spLocks noChangeArrowheads="1"/>
          </p:cNvSpPr>
          <p:nvPr/>
        </p:nvSpPr>
        <p:spPr bwMode="gray">
          <a:xfrm>
            <a:off x="9607345" y="3509692"/>
            <a:ext cx="1774017" cy="865048"/>
          </a:xfrm>
          <a:prstGeom prst="roundRect">
            <a:avLst/>
          </a:prstGeom>
          <a:solidFill>
            <a:schemeClr val="accent3">
              <a:lumMod val="50000"/>
            </a:schemeClr>
          </a:solidFill>
          <a:ln>
            <a:headEnd/>
            <a:tailE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defRPr/>
            </a:pPr>
            <a:r>
              <a:rPr lang="en-US" sz="1200" b="1">
                <a:solidFill>
                  <a:schemeClr val="bg1"/>
                </a:solidFill>
                <a:cs typeface="Arial" pitchFamily="34" charset="0"/>
              </a:rPr>
              <a:t>Co-ordination with Govt Departments</a:t>
            </a:r>
          </a:p>
        </p:txBody>
      </p:sp>
      <p:grpSp>
        <p:nvGrpSpPr>
          <p:cNvPr id="34" name="Group 9">
            <a:extLst>
              <a:ext uri="{FF2B5EF4-FFF2-40B4-BE49-F238E27FC236}">
                <a16:creationId xmlns:a16="http://schemas.microsoft.com/office/drawing/2014/main" id="{1B771149-48E2-4A36-B09B-4861A2D70EDC}"/>
              </a:ext>
            </a:extLst>
          </p:cNvPr>
          <p:cNvGrpSpPr>
            <a:grpSpLocks/>
          </p:cNvGrpSpPr>
          <p:nvPr/>
        </p:nvGrpSpPr>
        <p:grpSpPr bwMode="gray">
          <a:xfrm>
            <a:off x="3998141" y="1967480"/>
            <a:ext cx="1703704" cy="1102861"/>
            <a:chOff x="1342094" y="1209618"/>
            <a:chExt cx="1639200" cy="1136265"/>
          </a:xfrm>
        </p:grpSpPr>
        <p:sp>
          <p:nvSpPr>
            <p:cNvPr id="35" name="Arc 9">
              <a:extLst>
                <a:ext uri="{FF2B5EF4-FFF2-40B4-BE49-F238E27FC236}">
                  <a16:creationId xmlns:a16="http://schemas.microsoft.com/office/drawing/2014/main" id="{55D9F4D4-C9B8-4F57-98A3-213ADCCD34FE}"/>
                </a:ext>
              </a:extLst>
            </p:cNvPr>
            <p:cNvSpPr>
              <a:spLocks/>
            </p:cNvSpPr>
            <p:nvPr/>
          </p:nvSpPr>
          <p:spPr bwMode="gray">
            <a:xfrm>
              <a:off x="1860820" y="1209618"/>
              <a:ext cx="1120474" cy="404029"/>
            </a:xfrm>
            <a:custGeom>
              <a:avLst/>
              <a:gdLst>
                <a:gd name="T0" fmla="*/ 0 w 21600"/>
                <a:gd name="T1" fmla="*/ 0 h 21600"/>
                <a:gd name="T2" fmla="*/ 1120474 w 21600"/>
                <a:gd name="T3" fmla="*/ 404029 h 21600"/>
                <a:gd name="T4" fmla="*/ 0 w 21600"/>
                <a:gd name="T5" fmla="*/ 40402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type="triangle" w="med" len="med"/>
            </a:ln>
          </p:spPr>
          <p:txBody>
            <a:bodyPr wrap="none" anchor="ctr"/>
            <a:lstStyle/>
            <a:p>
              <a:endParaRPr lang="en-US" sz="1200"/>
            </a:p>
          </p:txBody>
        </p:sp>
        <p:sp>
          <p:nvSpPr>
            <p:cNvPr id="36" name="Arc 10">
              <a:extLst>
                <a:ext uri="{FF2B5EF4-FFF2-40B4-BE49-F238E27FC236}">
                  <a16:creationId xmlns:a16="http://schemas.microsoft.com/office/drawing/2014/main" id="{09F1E9C8-FF80-435A-94A0-997531C1617B}"/>
                </a:ext>
              </a:extLst>
            </p:cNvPr>
            <p:cNvSpPr>
              <a:spLocks/>
            </p:cNvSpPr>
            <p:nvPr/>
          </p:nvSpPr>
          <p:spPr bwMode="gray">
            <a:xfrm flipH="1" flipV="1">
              <a:off x="1342094" y="1921998"/>
              <a:ext cx="1153679" cy="423885"/>
            </a:xfrm>
            <a:custGeom>
              <a:avLst/>
              <a:gdLst>
                <a:gd name="T0" fmla="*/ 0 w 21600"/>
                <a:gd name="T1" fmla="*/ 0 h 21600"/>
                <a:gd name="T2" fmla="*/ 1153679 w 21600"/>
                <a:gd name="T3" fmla="*/ 423885 h 21600"/>
                <a:gd name="T4" fmla="*/ 0 w 21600"/>
                <a:gd name="T5" fmla="*/ 42388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prstDash val="dash"/>
              <a:round/>
              <a:headEnd/>
              <a:tailEnd type="triangle" w="med" len="med"/>
            </a:ln>
          </p:spPr>
          <p:txBody>
            <a:bodyPr wrap="none" anchor="ctr"/>
            <a:lstStyle/>
            <a:p>
              <a:endParaRPr lang="en-US" sz="1200"/>
            </a:p>
          </p:txBody>
        </p:sp>
      </p:grpSp>
      <p:sp>
        <p:nvSpPr>
          <p:cNvPr id="37" name="Text Placeholder 12">
            <a:extLst>
              <a:ext uri="{FF2B5EF4-FFF2-40B4-BE49-F238E27FC236}">
                <a16:creationId xmlns:a16="http://schemas.microsoft.com/office/drawing/2014/main" id="{A5283639-AB7A-425D-882A-841091FEECA0}"/>
              </a:ext>
            </a:extLst>
          </p:cNvPr>
          <p:cNvSpPr txBox="1">
            <a:spLocks/>
          </p:cNvSpPr>
          <p:nvPr/>
        </p:nvSpPr>
        <p:spPr bwMode="gray">
          <a:xfrm>
            <a:off x="9437188" y="4446716"/>
            <a:ext cx="2184836" cy="1869743"/>
          </a:xfrm>
          <a:prstGeom prst="rect">
            <a:avLst/>
          </a:prstGeom>
          <a:noFill/>
          <a:ln w="9525">
            <a:noFill/>
            <a:miter lim="800000"/>
            <a:headEnd/>
            <a:tailEnd/>
          </a:ln>
        </p:spPr>
        <p:txBody>
          <a:bodyPr lIns="0" rIns="0">
            <a:spAutoFit/>
          </a:bodyPr>
          <a:lstStyle/>
          <a:p>
            <a:pPr marL="63500" lvl="1">
              <a:spcBef>
                <a:spcPts val="300"/>
              </a:spcBef>
              <a:buSzPct val="65000"/>
            </a:pPr>
            <a:endParaRPr lang="en-US" sz="1200" kern="0"/>
          </a:p>
          <a:p>
            <a:pPr marL="190500" lvl="1" indent="-127000">
              <a:spcBef>
                <a:spcPts val="300"/>
              </a:spcBef>
              <a:buSzPct val="65000"/>
              <a:buFont typeface="Wingdings"/>
              <a:buChar char="l"/>
            </a:pPr>
            <a:r>
              <a:rPr lang="en-US" sz="1200" kern="0"/>
              <a:t>Preparation of letters, advocacy notes to expedite disbursal of incentives.</a:t>
            </a:r>
          </a:p>
          <a:p>
            <a:pPr marL="190500" lvl="1" indent="-127000">
              <a:spcBef>
                <a:spcPts val="300"/>
              </a:spcBef>
              <a:buSzPct val="65000"/>
              <a:buFont typeface="Wingdings"/>
              <a:buChar char="l"/>
            </a:pPr>
            <a:endParaRPr lang="en-US" sz="1200" kern="0"/>
          </a:p>
          <a:p>
            <a:pPr marL="190500" lvl="1" indent="-127000">
              <a:spcBef>
                <a:spcPts val="300"/>
              </a:spcBef>
              <a:buSzPct val="65000"/>
              <a:buFont typeface="Wingdings"/>
              <a:buChar char="l"/>
            </a:pPr>
            <a:r>
              <a:rPr lang="en-US" sz="1200" kern="0"/>
              <a:t>Regular engagement with Govt Department/PSUs to develop RE portfolio</a:t>
            </a:r>
          </a:p>
        </p:txBody>
      </p:sp>
      <p:grpSp>
        <p:nvGrpSpPr>
          <p:cNvPr id="38" name="Group 15">
            <a:extLst>
              <a:ext uri="{FF2B5EF4-FFF2-40B4-BE49-F238E27FC236}">
                <a16:creationId xmlns:a16="http://schemas.microsoft.com/office/drawing/2014/main" id="{79CC1830-CF6C-4416-BDA1-B75B321CD26F}"/>
              </a:ext>
            </a:extLst>
          </p:cNvPr>
          <p:cNvGrpSpPr>
            <a:grpSpLocks/>
          </p:cNvGrpSpPr>
          <p:nvPr/>
        </p:nvGrpSpPr>
        <p:grpSpPr bwMode="gray">
          <a:xfrm>
            <a:off x="6211342" y="2531233"/>
            <a:ext cx="1588649" cy="1102861"/>
            <a:chOff x="1342094" y="1209618"/>
            <a:chExt cx="1528501" cy="1136265"/>
          </a:xfrm>
        </p:grpSpPr>
        <p:sp>
          <p:nvSpPr>
            <p:cNvPr id="39" name="Arc 9">
              <a:extLst>
                <a:ext uri="{FF2B5EF4-FFF2-40B4-BE49-F238E27FC236}">
                  <a16:creationId xmlns:a16="http://schemas.microsoft.com/office/drawing/2014/main" id="{BE133852-0596-49D3-902F-59A19536C6D9}"/>
                </a:ext>
              </a:extLst>
            </p:cNvPr>
            <p:cNvSpPr>
              <a:spLocks/>
            </p:cNvSpPr>
            <p:nvPr/>
          </p:nvSpPr>
          <p:spPr bwMode="gray">
            <a:xfrm>
              <a:off x="1879212" y="1209618"/>
              <a:ext cx="991383" cy="404029"/>
            </a:xfrm>
            <a:custGeom>
              <a:avLst/>
              <a:gdLst>
                <a:gd name="T0" fmla="*/ 0 w 21600"/>
                <a:gd name="T1" fmla="*/ 0 h 21600"/>
                <a:gd name="T2" fmla="*/ 991383 w 21600"/>
                <a:gd name="T3" fmla="*/ 404029 h 21600"/>
                <a:gd name="T4" fmla="*/ 0 w 21600"/>
                <a:gd name="T5" fmla="*/ 40402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type="triangle" w="med" len="med"/>
            </a:ln>
          </p:spPr>
          <p:txBody>
            <a:bodyPr wrap="none" anchor="ctr"/>
            <a:lstStyle/>
            <a:p>
              <a:endParaRPr lang="en-US" sz="1200"/>
            </a:p>
          </p:txBody>
        </p:sp>
        <p:sp>
          <p:nvSpPr>
            <p:cNvPr id="40" name="Arc 10">
              <a:extLst>
                <a:ext uri="{FF2B5EF4-FFF2-40B4-BE49-F238E27FC236}">
                  <a16:creationId xmlns:a16="http://schemas.microsoft.com/office/drawing/2014/main" id="{A7E1BD6A-BD14-4266-B130-A3DF22DDE286}"/>
                </a:ext>
              </a:extLst>
            </p:cNvPr>
            <p:cNvSpPr>
              <a:spLocks/>
            </p:cNvSpPr>
            <p:nvPr/>
          </p:nvSpPr>
          <p:spPr bwMode="gray">
            <a:xfrm flipH="1" flipV="1">
              <a:off x="1342094" y="1921998"/>
              <a:ext cx="1153679" cy="423885"/>
            </a:xfrm>
            <a:custGeom>
              <a:avLst/>
              <a:gdLst>
                <a:gd name="T0" fmla="*/ 0 w 21600"/>
                <a:gd name="T1" fmla="*/ 0 h 21600"/>
                <a:gd name="T2" fmla="*/ 1153679 w 21600"/>
                <a:gd name="T3" fmla="*/ 423885 h 21600"/>
                <a:gd name="T4" fmla="*/ 0 w 21600"/>
                <a:gd name="T5" fmla="*/ 42388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prstDash val="dash"/>
              <a:round/>
              <a:headEnd/>
              <a:tailEnd type="triangle" w="med" len="med"/>
            </a:ln>
          </p:spPr>
          <p:txBody>
            <a:bodyPr wrap="none" anchor="ctr"/>
            <a:lstStyle/>
            <a:p>
              <a:endParaRPr lang="en-US" sz="1200"/>
            </a:p>
          </p:txBody>
        </p:sp>
      </p:grpSp>
      <p:grpSp>
        <p:nvGrpSpPr>
          <p:cNvPr id="41" name="Group 18">
            <a:extLst>
              <a:ext uri="{FF2B5EF4-FFF2-40B4-BE49-F238E27FC236}">
                <a16:creationId xmlns:a16="http://schemas.microsoft.com/office/drawing/2014/main" id="{0DFB3EB9-6789-4007-8D5D-7F0AFD2160F7}"/>
              </a:ext>
            </a:extLst>
          </p:cNvPr>
          <p:cNvGrpSpPr>
            <a:grpSpLocks/>
          </p:cNvGrpSpPr>
          <p:nvPr/>
        </p:nvGrpSpPr>
        <p:grpSpPr bwMode="gray">
          <a:xfrm>
            <a:off x="8391561" y="3082663"/>
            <a:ext cx="1656274" cy="1102861"/>
            <a:chOff x="1342094" y="1209618"/>
            <a:chExt cx="1595101" cy="1136265"/>
          </a:xfrm>
        </p:grpSpPr>
        <p:sp>
          <p:nvSpPr>
            <p:cNvPr id="42" name="Arc 9">
              <a:extLst>
                <a:ext uri="{FF2B5EF4-FFF2-40B4-BE49-F238E27FC236}">
                  <a16:creationId xmlns:a16="http://schemas.microsoft.com/office/drawing/2014/main" id="{F309B7DC-93A4-4BCA-88E2-B2798E999CA3}"/>
                </a:ext>
              </a:extLst>
            </p:cNvPr>
            <p:cNvSpPr>
              <a:spLocks/>
            </p:cNvSpPr>
            <p:nvPr/>
          </p:nvSpPr>
          <p:spPr bwMode="gray">
            <a:xfrm>
              <a:off x="1945811" y="1209618"/>
              <a:ext cx="991384" cy="404029"/>
            </a:xfrm>
            <a:custGeom>
              <a:avLst/>
              <a:gdLst>
                <a:gd name="T0" fmla="*/ 0 w 21600"/>
                <a:gd name="T1" fmla="*/ 0 h 21600"/>
                <a:gd name="T2" fmla="*/ 991383 w 21600"/>
                <a:gd name="T3" fmla="*/ 404029 h 21600"/>
                <a:gd name="T4" fmla="*/ 0 w 21600"/>
                <a:gd name="T5" fmla="*/ 40402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type="triangle" w="med" len="med"/>
            </a:ln>
          </p:spPr>
          <p:txBody>
            <a:bodyPr wrap="none" anchor="ctr"/>
            <a:lstStyle/>
            <a:p>
              <a:endParaRPr lang="en-US" sz="1200"/>
            </a:p>
          </p:txBody>
        </p:sp>
        <p:sp>
          <p:nvSpPr>
            <p:cNvPr id="43" name="Arc 10">
              <a:extLst>
                <a:ext uri="{FF2B5EF4-FFF2-40B4-BE49-F238E27FC236}">
                  <a16:creationId xmlns:a16="http://schemas.microsoft.com/office/drawing/2014/main" id="{057F2680-1955-438B-B95C-95B3252AD443}"/>
                </a:ext>
              </a:extLst>
            </p:cNvPr>
            <p:cNvSpPr>
              <a:spLocks/>
            </p:cNvSpPr>
            <p:nvPr/>
          </p:nvSpPr>
          <p:spPr bwMode="gray">
            <a:xfrm flipH="1" flipV="1">
              <a:off x="1342094" y="1921998"/>
              <a:ext cx="1153679" cy="423885"/>
            </a:xfrm>
            <a:custGeom>
              <a:avLst/>
              <a:gdLst>
                <a:gd name="T0" fmla="*/ 0 w 21600"/>
                <a:gd name="T1" fmla="*/ 0 h 21600"/>
                <a:gd name="T2" fmla="*/ 1153679 w 21600"/>
                <a:gd name="T3" fmla="*/ 423885 h 21600"/>
                <a:gd name="T4" fmla="*/ 0 w 21600"/>
                <a:gd name="T5" fmla="*/ 42388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prstDash val="dash"/>
              <a:round/>
              <a:headEnd/>
              <a:tailEnd type="triangle" w="med" len="med"/>
            </a:ln>
          </p:spPr>
          <p:txBody>
            <a:bodyPr wrap="none" anchor="ctr"/>
            <a:lstStyle/>
            <a:p>
              <a:endParaRPr lang="en-US" sz="1200"/>
            </a:p>
          </p:txBody>
        </p:sp>
      </p:grpSp>
      <p:sp>
        <p:nvSpPr>
          <p:cNvPr id="44" name="Rectangle 8">
            <a:extLst>
              <a:ext uri="{FF2B5EF4-FFF2-40B4-BE49-F238E27FC236}">
                <a16:creationId xmlns:a16="http://schemas.microsoft.com/office/drawing/2014/main" id="{EDE4E3BB-1B0A-4E2E-ADFC-3547028B38D0}"/>
              </a:ext>
            </a:extLst>
          </p:cNvPr>
          <p:cNvSpPr>
            <a:spLocks noChangeArrowheads="1"/>
          </p:cNvSpPr>
          <p:nvPr/>
        </p:nvSpPr>
        <p:spPr bwMode="gray">
          <a:xfrm>
            <a:off x="5121345" y="2369195"/>
            <a:ext cx="1659018" cy="865048"/>
          </a:xfrm>
          <a:prstGeom prst="roundRect">
            <a:avLst/>
          </a:prstGeom>
          <a:solidFill>
            <a:schemeClr val="accent1">
              <a:lumMod val="75000"/>
            </a:schemeClr>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p:spPr>
        <p:txBody>
          <a:bodyPr lIns="95250" tIns="47625" rIns="95250" bIns="47625" anchor="ctr"/>
          <a:lstStyle/>
          <a:p>
            <a:pPr algn="ctr" defTabSz="989013" fontAlgn="auto">
              <a:spcBef>
                <a:spcPts val="0"/>
              </a:spcBef>
              <a:spcAft>
                <a:spcPts val="0"/>
              </a:spcAft>
              <a:defRPr/>
            </a:pPr>
            <a:r>
              <a:rPr lang="en-US" sz="1200" b="1">
                <a:solidFill>
                  <a:schemeClr val="bg1"/>
                </a:solidFill>
                <a:cs typeface="Arial" charset="0"/>
              </a:rPr>
              <a:t>Facilitating Govt land allotment</a:t>
            </a:r>
          </a:p>
        </p:txBody>
      </p:sp>
      <p:sp>
        <p:nvSpPr>
          <p:cNvPr id="45" name="Rectangle 4">
            <a:extLst>
              <a:ext uri="{FF2B5EF4-FFF2-40B4-BE49-F238E27FC236}">
                <a16:creationId xmlns:a16="http://schemas.microsoft.com/office/drawing/2014/main" id="{5709A8E0-2CB8-4269-8D5C-358426979B56}"/>
              </a:ext>
            </a:extLst>
          </p:cNvPr>
          <p:cNvSpPr>
            <a:spLocks noChangeArrowheads="1"/>
          </p:cNvSpPr>
          <p:nvPr/>
        </p:nvSpPr>
        <p:spPr bwMode="gray">
          <a:xfrm>
            <a:off x="7364346" y="2939444"/>
            <a:ext cx="1659018" cy="865048"/>
          </a:xfrm>
          <a:prstGeom prst="roundRect">
            <a:avLst/>
          </a:prstGeom>
          <a:solidFill>
            <a:schemeClr val="accent3">
              <a:lumMod val="50000"/>
            </a:schemeClr>
          </a:solidFill>
          <a:ln>
            <a:headEnd/>
            <a:tailE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defRPr/>
            </a:pPr>
            <a:r>
              <a:rPr lang="en-US" sz="1200" b="1">
                <a:solidFill>
                  <a:schemeClr val="bg1"/>
                </a:solidFill>
                <a:cs typeface="Arial" pitchFamily="34" charset="0"/>
              </a:rPr>
              <a:t>Facilitate Power Evacuation for RE projects</a:t>
            </a:r>
          </a:p>
        </p:txBody>
      </p:sp>
      <p:sp>
        <p:nvSpPr>
          <p:cNvPr id="47" name="Text Placeholder 12">
            <a:extLst>
              <a:ext uri="{FF2B5EF4-FFF2-40B4-BE49-F238E27FC236}">
                <a16:creationId xmlns:a16="http://schemas.microsoft.com/office/drawing/2014/main" id="{390E35C6-A9AE-4DD5-9FC2-D62EF6AED78D}"/>
              </a:ext>
            </a:extLst>
          </p:cNvPr>
          <p:cNvSpPr txBox="1">
            <a:spLocks/>
          </p:cNvSpPr>
          <p:nvPr/>
        </p:nvSpPr>
        <p:spPr bwMode="gray">
          <a:xfrm>
            <a:off x="7130245" y="3884750"/>
            <a:ext cx="2184836" cy="2500685"/>
          </a:xfrm>
          <a:prstGeom prst="rect">
            <a:avLst/>
          </a:prstGeom>
          <a:noFill/>
          <a:ln w="9525">
            <a:noFill/>
            <a:miter lim="800000"/>
            <a:headEnd/>
            <a:tailEnd/>
          </a:ln>
          <a:effectLst/>
        </p:spPr>
        <p:txBody>
          <a:bodyPr lIns="0" rIns="0">
            <a:spAutoFit/>
          </a:bodyPr>
          <a:lstStyle/>
          <a:p>
            <a:pPr marL="63500" lvl="1">
              <a:spcBef>
                <a:spcPts val="300"/>
              </a:spcBef>
              <a:buSzPct val="65000"/>
            </a:pPr>
            <a:endParaRPr lang="en-US" sz="1200"/>
          </a:p>
          <a:p>
            <a:pPr marL="190500" lvl="1" indent="-127000">
              <a:spcBef>
                <a:spcPts val="300"/>
              </a:spcBef>
              <a:buSzPct val="65000"/>
              <a:buFont typeface="Wingdings"/>
              <a:buChar char="l"/>
            </a:pPr>
            <a:r>
              <a:rPr lang="en-US" sz="1200"/>
              <a:t>Developing repository of available sub-stations to facilitate evacuation</a:t>
            </a:r>
          </a:p>
          <a:p>
            <a:pPr marL="190500" lvl="1" indent="-127000">
              <a:spcBef>
                <a:spcPts val="300"/>
              </a:spcBef>
              <a:buSzPct val="65000"/>
              <a:buFont typeface="Wingdings"/>
              <a:buChar char="l"/>
            </a:pPr>
            <a:endParaRPr lang="en-US" sz="1200"/>
          </a:p>
          <a:p>
            <a:pPr marL="190500" lvl="1" indent="-127000">
              <a:spcBef>
                <a:spcPts val="300"/>
              </a:spcBef>
              <a:buSzPct val="65000"/>
              <a:buFont typeface="Wingdings"/>
              <a:buChar char="l"/>
            </a:pPr>
            <a:r>
              <a:rPr lang="en-US" sz="1200"/>
              <a:t>Mapping key clearances required for undertaking power evacuation</a:t>
            </a:r>
          </a:p>
          <a:p>
            <a:pPr marL="190500" lvl="1" indent="-127000">
              <a:spcBef>
                <a:spcPts val="300"/>
              </a:spcBef>
              <a:buSzPct val="65000"/>
              <a:buFont typeface="Wingdings"/>
              <a:buChar char="l"/>
            </a:pPr>
            <a:endParaRPr lang="en-US" sz="1200"/>
          </a:p>
          <a:p>
            <a:pPr marL="190500" lvl="1" indent="-127000">
              <a:spcBef>
                <a:spcPts val="300"/>
              </a:spcBef>
              <a:buSzPct val="65000"/>
              <a:buFont typeface="Wingdings"/>
              <a:buChar char="l"/>
            </a:pPr>
            <a:r>
              <a:rPr lang="en-US" sz="1200"/>
              <a:t>Preparing communication material to facilitate power evacuation</a:t>
            </a:r>
          </a:p>
        </p:txBody>
      </p:sp>
      <p:sp>
        <p:nvSpPr>
          <p:cNvPr id="48" name="Text Placeholder 12">
            <a:extLst>
              <a:ext uri="{FF2B5EF4-FFF2-40B4-BE49-F238E27FC236}">
                <a16:creationId xmlns:a16="http://schemas.microsoft.com/office/drawing/2014/main" id="{66C01E66-D4F9-4D0D-9957-FA8115FF57A3}"/>
              </a:ext>
            </a:extLst>
          </p:cNvPr>
          <p:cNvSpPr txBox="1">
            <a:spLocks/>
          </p:cNvSpPr>
          <p:nvPr/>
        </p:nvSpPr>
        <p:spPr bwMode="gray">
          <a:xfrm>
            <a:off x="2543795" y="2966663"/>
            <a:ext cx="2274347" cy="3477875"/>
          </a:xfrm>
          <a:prstGeom prst="rect">
            <a:avLst/>
          </a:prstGeom>
          <a:noFill/>
          <a:ln w="9525">
            <a:noFill/>
            <a:miter lim="800000"/>
            <a:headEnd/>
            <a:tailEnd/>
          </a:ln>
          <a:effectLst/>
        </p:spPr>
        <p:txBody>
          <a:bodyPr wrap="square" lIns="0" rIns="0">
            <a:spAutoFit/>
          </a:bodyPr>
          <a:lstStyle/>
          <a:p>
            <a:pPr marL="457200" lvl="2" indent="-152400" defTabSz="684213">
              <a:spcBef>
                <a:spcPts val="600"/>
              </a:spcBef>
              <a:spcAft>
                <a:spcPts val="0"/>
              </a:spcAft>
              <a:buSzPct val="100000"/>
              <a:buFontTx/>
              <a:buChar char="–"/>
              <a:defRPr/>
            </a:pPr>
            <a:endParaRPr lang="en-GB" sz="1200" kern="0" dirty="0"/>
          </a:p>
          <a:p>
            <a:pPr marL="457200" lvl="2" indent="-152400" defTabSz="684213">
              <a:spcBef>
                <a:spcPts val="600"/>
              </a:spcBef>
              <a:spcAft>
                <a:spcPts val="0"/>
              </a:spcAft>
              <a:buSzPct val="100000"/>
              <a:buFontTx/>
              <a:buChar char="–"/>
              <a:defRPr/>
            </a:pPr>
            <a:r>
              <a:rPr lang="en-GB" sz="1200" kern="0" dirty="0"/>
              <a:t>Mapping of key departments</a:t>
            </a:r>
          </a:p>
          <a:p>
            <a:pPr marL="457200" lvl="2" indent="-152400" defTabSz="684213">
              <a:spcBef>
                <a:spcPts val="600"/>
              </a:spcBef>
              <a:spcAft>
                <a:spcPts val="0"/>
              </a:spcAft>
              <a:buSzPct val="100000"/>
              <a:buFontTx/>
              <a:buChar char="–"/>
              <a:defRPr/>
            </a:pPr>
            <a:r>
              <a:rPr lang="en-GB" sz="1200" kern="0" dirty="0"/>
              <a:t>Location of land parcels</a:t>
            </a:r>
          </a:p>
          <a:p>
            <a:pPr marL="457200" lvl="2" indent="-152400" defTabSz="684213">
              <a:spcBef>
                <a:spcPts val="600"/>
              </a:spcBef>
              <a:spcAft>
                <a:spcPts val="0"/>
              </a:spcAft>
              <a:buSzPct val="100000"/>
              <a:buFontTx/>
              <a:buChar char="–"/>
              <a:defRPr/>
            </a:pPr>
            <a:r>
              <a:rPr lang="en-GB" sz="1200" kern="0" dirty="0"/>
              <a:t>Quantum of land holding</a:t>
            </a:r>
          </a:p>
          <a:p>
            <a:pPr marL="304800" lvl="2" defTabSz="684213">
              <a:spcBef>
                <a:spcPts val="600"/>
              </a:spcBef>
              <a:spcAft>
                <a:spcPts val="0"/>
              </a:spcAft>
              <a:buSzPct val="100000"/>
              <a:defRPr/>
            </a:pPr>
            <a:endParaRPr lang="en-GB" sz="1200" kern="0" dirty="0"/>
          </a:p>
          <a:p>
            <a:pPr marL="228600" lvl="1" indent="-152400" defTabSz="684213">
              <a:spcBef>
                <a:spcPts val="600"/>
              </a:spcBef>
              <a:buSzPct val="65000"/>
              <a:buFont typeface="Wingdings"/>
              <a:buChar char="l"/>
              <a:defRPr/>
            </a:pPr>
            <a:r>
              <a:rPr lang="en-GB" sz="1200" b="1" kern="0" dirty="0">
                <a:solidFill>
                  <a:srgbClr val="000000"/>
                </a:solidFill>
              </a:rPr>
              <a:t>Review of land availability status</a:t>
            </a:r>
          </a:p>
          <a:p>
            <a:pPr marL="460375" lvl="1" indent="-171450" defTabSz="684213">
              <a:spcBef>
                <a:spcPts val="600"/>
              </a:spcBef>
              <a:buSzPct val="100000"/>
              <a:buFontTx/>
              <a:buChar char="-"/>
              <a:defRPr/>
            </a:pPr>
            <a:r>
              <a:rPr lang="en-GB" sz="1200" kern="0" dirty="0"/>
              <a:t>Consultation to understand Department plan</a:t>
            </a:r>
          </a:p>
          <a:p>
            <a:pPr marL="288925" lvl="1" defTabSz="684213">
              <a:spcBef>
                <a:spcPts val="600"/>
              </a:spcBef>
              <a:buSzPct val="100000"/>
              <a:defRPr/>
            </a:pPr>
            <a:endParaRPr lang="en-GB" sz="1200" kern="0" dirty="0"/>
          </a:p>
          <a:p>
            <a:pPr marL="460375" lvl="1" indent="-171450" defTabSz="684213">
              <a:spcBef>
                <a:spcPts val="600"/>
              </a:spcBef>
              <a:buSzPct val="100000"/>
              <a:buFontTx/>
              <a:buChar char="-"/>
              <a:defRPr/>
            </a:pPr>
            <a:r>
              <a:rPr lang="en-GB" sz="1200" kern="0" dirty="0"/>
              <a:t> Evaluate feasibility of developing RE projects</a:t>
            </a:r>
          </a:p>
        </p:txBody>
      </p:sp>
      <p:sp>
        <p:nvSpPr>
          <p:cNvPr id="49" name="Rectangle 6">
            <a:extLst>
              <a:ext uri="{FF2B5EF4-FFF2-40B4-BE49-F238E27FC236}">
                <a16:creationId xmlns:a16="http://schemas.microsoft.com/office/drawing/2014/main" id="{C1CAB502-8056-4564-AF4B-D26898E33A1B}"/>
              </a:ext>
            </a:extLst>
          </p:cNvPr>
          <p:cNvSpPr>
            <a:spLocks noChangeArrowheads="1"/>
          </p:cNvSpPr>
          <p:nvPr/>
        </p:nvSpPr>
        <p:spPr bwMode="gray">
          <a:xfrm>
            <a:off x="469061" y="1325731"/>
            <a:ext cx="1706045" cy="1033900"/>
          </a:xfrm>
          <a:prstGeom prst="roundRect">
            <a:avLst/>
          </a:prstGeom>
          <a:solidFill>
            <a:srgbClr val="002060"/>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p:spPr>
        <p:txBody>
          <a:bodyPr lIns="95250" tIns="47625" rIns="95250" bIns="47625" anchor="ctr"/>
          <a:lstStyle/>
          <a:p>
            <a:pPr algn="ctr" defTabSz="989013">
              <a:defRPr/>
            </a:pPr>
            <a:r>
              <a:rPr lang="en-US" sz="1100" b="1">
                <a:solidFill>
                  <a:schemeClr val="bg1"/>
                </a:solidFill>
                <a:cs typeface="Arial" charset="0"/>
              </a:rPr>
              <a:t>Support in reviewing of project proposals</a:t>
            </a:r>
          </a:p>
        </p:txBody>
      </p:sp>
      <p:grpSp>
        <p:nvGrpSpPr>
          <p:cNvPr id="50" name="Group 9">
            <a:extLst>
              <a:ext uri="{FF2B5EF4-FFF2-40B4-BE49-F238E27FC236}">
                <a16:creationId xmlns:a16="http://schemas.microsoft.com/office/drawing/2014/main" id="{D87892DE-316E-442E-9A1C-0DB2C8331ACC}"/>
              </a:ext>
            </a:extLst>
          </p:cNvPr>
          <p:cNvGrpSpPr>
            <a:grpSpLocks/>
          </p:cNvGrpSpPr>
          <p:nvPr/>
        </p:nvGrpSpPr>
        <p:grpSpPr bwMode="gray">
          <a:xfrm>
            <a:off x="1581911" y="1594159"/>
            <a:ext cx="1832247" cy="1119622"/>
            <a:chOff x="1350891" y="1209618"/>
            <a:chExt cx="1520357" cy="1153534"/>
          </a:xfrm>
        </p:grpSpPr>
        <p:sp>
          <p:nvSpPr>
            <p:cNvPr id="51" name="Arc 9">
              <a:extLst>
                <a:ext uri="{FF2B5EF4-FFF2-40B4-BE49-F238E27FC236}">
                  <a16:creationId xmlns:a16="http://schemas.microsoft.com/office/drawing/2014/main" id="{587DE70A-D282-4790-B536-2B3FDD756D1F}"/>
                </a:ext>
              </a:extLst>
            </p:cNvPr>
            <p:cNvSpPr>
              <a:spLocks/>
            </p:cNvSpPr>
            <p:nvPr/>
          </p:nvSpPr>
          <p:spPr bwMode="gray">
            <a:xfrm>
              <a:off x="1860820" y="1209618"/>
              <a:ext cx="1010428" cy="229832"/>
            </a:xfrm>
            <a:custGeom>
              <a:avLst/>
              <a:gdLst>
                <a:gd name="T0" fmla="*/ 0 w 21600"/>
                <a:gd name="T1" fmla="*/ 0 h 21600"/>
                <a:gd name="T2" fmla="*/ 1120474 w 21600"/>
                <a:gd name="T3" fmla="*/ 404029 h 21600"/>
                <a:gd name="T4" fmla="*/ 0 w 21600"/>
                <a:gd name="T5" fmla="*/ 40402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type="triangle" w="med" len="med"/>
            </a:ln>
          </p:spPr>
          <p:txBody>
            <a:bodyPr wrap="none" anchor="ctr"/>
            <a:lstStyle/>
            <a:p>
              <a:endParaRPr lang="en-US" sz="1200"/>
            </a:p>
          </p:txBody>
        </p:sp>
        <p:sp>
          <p:nvSpPr>
            <p:cNvPr id="52" name="Arc 10">
              <a:extLst>
                <a:ext uri="{FF2B5EF4-FFF2-40B4-BE49-F238E27FC236}">
                  <a16:creationId xmlns:a16="http://schemas.microsoft.com/office/drawing/2014/main" id="{6CE0DBE4-A1E7-4242-8647-55B322BD8E44}"/>
                </a:ext>
              </a:extLst>
            </p:cNvPr>
            <p:cNvSpPr>
              <a:spLocks/>
            </p:cNvSpPr>
            <p:nvPr/>
          </p:nvSpPr>
          <p:spPr bwMode="gray">
            <a:xfrm flipH="1" flipV="1">
              <a:off x="1350891" y="1959682"/>
              <a:ext cx="1224966" cy="403470"/>
            </a:xfrm>
            <a:custGeom>
              <a:avLst/>
              <a:gdLst>
                <a:gd name="T0" fmla="*/ 0 w 21600"/>
                <a:gd name="T1" fmla="*/ 0 h 21600"/>
                <a:gd name="T2" fmla="*/ 1153679 w 21600"/>
                <a:gd name="T3" fmla="*/ 423885 h 21600"/>
                <a:gd name="T4" fmla="*/ 0 w 21600"/>
                <a:gd name="T5" fmla="*/ 42388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prstDash val="dash"/>
              <a:round/>
              <a:headEnd/>
              <a:tailEnd type="triangle" w="med" len="med"/>
            </a:ln>
          </p:spPr>
          <p:txBody>
            <a:bodyPr wrap="none" anchor="ctr"/>
            <a:lstStyle/>
            <a:p>
              <a:endParaRPr lang="en-US" sz="1200"/>
            </a:p>
          </p:txBody>
        </p:sp>
      </p:grpSp>
      <p:sp>
        <p:nvSpPr>
          <p:cNvPr id="53" name="Rectangle 52">
            <a:extLst>
              <a:ext uri="{FF2B5EF4-FFF2-40B4-BE49-F238E27FC236}">
                <a16:creationId xmlns:a16="http://schemas.microsoft.com/office/drawing/2014/main" id="{FF104F25-6592-4214-A2EF-5965333CC8DD}"/>
              </a:ext>
            </a:extLst>
          </p:cNvPr>
          <p:cNvSpPr/>
          <p:nvPr/>
        </p:nvSpPr>
        <p:spPr bwMode="gray">
          <a:xfrm>
            <a:off x="2533812" y="1664650"/>
            <a:ext cx="4595594" cy="4964728"/>
          </a:xfrm>
          <a:prstGeom prst="rect">
            <a:avLst/>
          </a:prstGeom>
          <a:noFill/>
          <a:ln w="19050" algn="ctr">
            <a:solidFill>
              <a:srgbClr val="86BC25"/>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54" name="Rectangle 53">
            <a:extLst>
              <a:ext uri="{FF2B5EF4-FFF2-40B4-BE49-F238E27FC236}">
                <a16:creationId xmlns:a16="http://schemas.microsoft.com/office/drawing/2014/main" id="{78BFAA59-524F-40B3-B356-FF71157EBCA1}"/>
              </a:ext>
            </a:extLst>
          </p:cNvPr>
          <p:cNvSpPr/>
          <p:nvPr/>
        </p:nvSpPr>
        <p:spPr bwMode="gray">
          <a:xfrm>
            <a:off x="7168840" y="1655506"/>
            <a:ext cx="4453184" cy="4964728"/>
          </a:xfrm>
          <a:prstGeom prst="rect">
            <a:avLst/>
          </a:prstGeom>
          <a:noFill/>
          <a:ln w="19050" algn="ctr">
            <a:solidFill>
              <a:schemeClr val="accent3">
                <a:lumMod val="75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55" name="Text Placeholder 12">
            <a:extLst>
              <a:ext uri="{FF2B5EF4-FFF2-40B4-BE49-F238E27FC236}">
                <a16:creationId xmlns:a16="http://schemas.microsoft.com/office/drawing/2014/main" id="{3DA68CF4-7E53-443C-A9F3-035C3DC0A9A7}"/>
              </a:ext>
            </a:extLst>
          </p:cNvPr>
          <p:cNvSpPr txBox="1">
            <a:spLocks/>
          </p:cNvSpPr>
          <p:nvPr/>
        </p:nvSpPr>
        <p:spPr bwMode="gray">
          <a:xfrm>
            <a:off x="274367" y="2739729"/>
            <a:ext cx="2219033" cy="3770263"/>
          </a:xfrm>
          <a:prstGeom prst="rect">
            <a:avLst/>
          </a:prstGeom>
          <a:noFill/>
          <a:ln w="9525">
            <a:noFill/>
            <a:miter lim="800000"/>
            <a:headEnd/>
            <a:tailEnd/>
          </a:ln>
          <a:effectLst/>
        </p:spPr>
        <p:txBody>
          <a:bodyPr wrap="square" lIns="0" rIns="0">
            <a:spAutoFit/>
          </a:bodyPr>
          <a:lstStyle/>
          <a:p>
            <a:pPr marL="228600" marR="0" lvl="1" indent="-152400" defTabSz="684213" eaLnBrk="1" fontAlgn="auto" latinLnBrk="0" hangingPunct="1">
              <a:lnSpc>
                <a:spcPct val="100000"/>
              </a:lnSpc>
              <a:spcBef>
                <a:spcPts val="600"/>
              </a:spcBef>
              <a:spcAft>
                <a:spcPts val="0"/>
              </a:spcAft>
              <a:buClrTx/>
              <a:buSzPct val="65000"/>
              <a:buFont typeface="Wingdings"/>
              <a:buChar char="l"/>
              <a:tabLst/>
              <a:defRPr/>
            </a:pPr>
            <a:r>
              <a:rPr lang="en-GB" sz="1200" b="1" kern="0" dirty="0">
                <a:solidFill>
                  <a:srgbClr val="000000"/>
                </a:solidFill>
              </a:rPr>
              <a:t>Review of submitted project proposals </a:t>
            </a:r>
            <a:endParaRPr kumimoji="0" lang="en-GB" sz="1200" b="1" i="0" u="none" strike="noStrike" kern="0" cap="none" spc="0" normalizeH="0" baseline="0" noProof="0" dirty="0">
              <a:ln>
                <a:noFill/>
              </a:ln>
              <a:solidFill>
                <a:srgbClr val="000000"/>
              </a:solidFill>
              <a:effectLst/>
              <a:uLnTx/>
              <a:uFillTx/>
            </a:endParaRPr>
          </a:p>
          <a:p>
            <a:pPr marL="457200" marR="0" lvl="2" indent="-152400" defTabSz="684213" eaLnBrk="1" fontAlgn="auto" latinLnBrk="0" hangingPunct="1">
              <a:lnSpc>
                <a:spcPct val="100000"/>
              </a:lnSpc>
              <a:spcBef>
                <a:spcPts val="600"/>
              </a:spcBef>
              <a:spcAft>
                <a:spcPts val="0"/>
              </a:spcAft>
              <a:buClrTx/>
              <a:buSzPct val="100000"/>
              <a:buFontTx/>
              <a:buChar char="–"/>
              <a:tabLst/>
              <a:defRPr/>
            </a:pPr>
            <a:r>
              <a:rPr kumimoji="0" lang="en-GB" sz="1200" b="0" i="0" u="none" strike="noStrike" kern="0" cap="none" spc="0" normalizeH="0" baseline="0" noProof="0" dirty="0">
                <a:ln>
                  <a:noFill/>
                </a:ln>
                <a:solidFill>
                  <a:srgbClr val="000000"/>
                </a:solidFill>
                <a:effectLst/>
                <a:uLnTx/>
                <a:uFillTx/>
              </a:rPr>
              <a:t>Support on key infrastructure required</a:t>
            </a:r>
          </a:p>
          <a:p>
            <a:pPr marL="457200" marR="0" lvl="2" indent="-152400" defTabSz="684213" eaLnBrk="1" fontAlgn="auto" latinLnBrk="0" hangingPunct="1">
              <a:lnSpc>
                <a:spcPct val="100000"/>
              </a:lnSpc>
              <a:spcBef>
                <a:spcPts val="600"/>
              </a:spcBef>
              <a:spcAft>
                <a:spcPts val="0"/>
              </a:spcAft>
              <a:buClrTx/>
              <a:buSzPct val="100000"/>
              <a:buFontTx/>
              <a:buChar char="–"/>
              <a:tabLst/>
              <a:defRPr/>
            </a:pPr>
            <a:r>
              <a:rPr kumimoji="0" lang="en-GB" sz="1200" b="0" i="0" u="none" strike="noStrike" kern="0" cap="none" spc="0" normalizeH="0" baseline="0" noProof="0" dirty="0">
                <a:ln>
                  <a:noFill/>
                </a:ln>
                <a:solidFill>
                  <a:srgbClr val="000000"/>
                </a:solidFill>
                <a:effectLst/>
                <a:uLnTx/>
                <a:uFillTx/>
              </a:rPr>
              <a:t>Project cost and financial details</a:t>
            </a:r>
          </a:p>
          <a:p>
            <a:pPr marL="228600" lvl="1" indent="-152400" defTabSz="684213">
              <a:spcBef>
                <a:spcPts val="600"/>
              </a:spcBef>
              <a:buSzPct val="65000"/>
              <a:buFont typeface="Wingdings"/>
              <a:buChar char="l"/>
              <a:defRPr/>
            </a:pPr>
            <a:r>
              <a:rPr lang="en-GB" sz="1200" b="1" kern="0" dirty="0">
                <a:solidFill>
                  <a:srgbClr val="000000"/>
                </a:solidFill>
              </a:rPr>
              <a:t>Mapping of key clearances required</a:t>
            </a:r>
          </a:p>
          <a:p>
            <a:pPr marL="675376" marR="0" lvl="2" indent="-171450" defTabSz="684213"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lang="en-GB" sz="1200" kern="0" dirty="0">
                <a:solidFill>
                  <a:srgbClr val="000000"/>
                </a:solidFill>
              </a:rPr>
              <a:t>Land, water, road, evacuation infrastructure etc</a:t>
            </a:r>
            <a:r>
              <a:rPr kumimoji="0" lang="en-GB" sz="1200" b="0" i="0" u="none" strike="noStrike" kern="0" cap="none" spc="0" normalizeH="0" baseline="0" noProof="0" dirty="0">
                <a:ln>
                  <a:noFill/>
                </a:ln>
                <a:solidFill>
                  <a:srgbClr val="000000"/>
                </a:solidFill>
                <a:effectLst/>
                <a:uLnTx/>
                <a:uFillTx/>
              </a:rPr>
              <a:t> </a:t>
            </a:r>
          </a:p>
          <a:p>
            <a:pPr marL="228600" lvl="1" indent="-152400" defTabSz="684213">
              <a:spcBef>
                <a:spcPts val="600"/>
              </a:spcBef>
              <a:buSzPct val="65000"/>
              <a:buFont typeface="Wingdings"/>
              <a:buChar char="l"/>
              <a:defRPr/>
            </a:pPr>
            <a:r>
              <a:rPr lang="en-GB" sz="1200" b="1" kern="0" dirty="0">
                <a:solidFill>
                  <a:srgbClr val="000000"/>
                </a:solidFill>
              </a:rPr>
              <a:t>Support in securing clearances</a:t>
            </a:r>
          </a:p>
          <a:p>
            <a:pPr marL="675376" marR="0" lvl="2" indent="-171450" defTabSz="684213" eaLnBrk="1" fontAlgn="auto" latinLnBrk="0" hangingPunct="1">
              <a:lnSpc>
                <a:spcPct val="100000"/>
              </a:lnSpc>
              <a:spcBef>
                <a:spcPts val="600"/>
              </a:spcBef>
              <a:spcAft>
                <a:spcPts val="0"/>
              </a:spcAft>
              <a:buClrTx/>
              <a:buSzPct val="100000"/>
              <a:buFont typeface="Arial" panose="020B0604020202020204" pitchFamily="34" charset="0"/>
              <a:buChar char="•"/>
              <a:tabLst/>
              <a:defRPr/>
            </a:pPr>
            <a:r>
              <a:rPr kumimoji="0" lang="en-GB" sz="1200" b="0" i="0" u="none" strike="noStrike" kern="0" cap="none" spc="0" normalizeH="0" baseline="0" noProof="0" dirty="0">
                <a:ln>
                  <a:noFill/>
                </a:ln>
                <a:solidFill>
                  <a:srgbClr val="000000"/>
                </a:solidFill>
                <a:effectLst/>
                <a:uLnTx/>
                <a:uFillTx/>
              </a:rPr>
              <a:t>Preparation of </a:t>
            </a:r>
            <a:r>
              <a:rPr lang="en-GB" sz="1200" kern="0" dirty="0">
                <a:solidFill>
                  <a:srgbClr val="000000"/>
                </a:solidFill>
              </a:rPr>
              <a:t>documents</a:t>
            </a:r>
            <a:r>
              <a:rPr kumimoji="0" lang="en-GB" sz="1200" b="0" i="0" u="none" strike="noStrike" kern="0" cap="none" spc="0" normalizeH="0" baseline="0" noProof="0" dirty="0">
                <a:ln>
                  <a:noFill/>
                </a:ln>
                <a:solidFill>
                  <a:srgbClr val="000000"/>
                </a:solidFill>
                <a:effectLst/>
                <a:uLnTx/>
                <a:uFillTx/>
              </a:rPr>
              <a:t> to facilitate clearance </a:t>
            </a:r>
          </a:p>
          <a:p>
            <a:pPr marL="503926" marR="0" lvl="2" indent="0" defTabSz="684213" eaLnBrk="1" fontAlgn="auto" latinLnBrk="0" hangingPunct="1">
              <a:lnSpc>
                <a:spcPct val="100000"/>
              </a:lnSpc>
              <a:spcBef>
                <a:spcPts val="600"/>
              </a:spcBef>
              <a:spcAft>
                <a:spcPts val="0"/>
              </a:spcAft>
              <a:buClrTx/>
              <a:buSzPct val="100000"/>
              <a:buFontTx/>
              <a:buNone/>
              <a:tabLst/>
              <a:defRPr/>
            </a:pPr>
            <a:endParaRPr kumimoji="0" lang="en-GB" sz="1200" b="0" i="0" u="none" strike="noStrike" kern="0" cap="none" spc="0" normalizeH="0" baseline="0" noProof="0" dirty="0">
              <a:ln>
                <a:noFill/>
              </a:ln>
              <a:solidFill>
                <a:srgbClr val="000000"/>
              </a:solidFill>
              <a:effectLst/>
              <a:uLnTx/>
              <a:uFillTx/>
            </a:endParaRPr>
          </a:p>
        </p:txBody>
      </p:sp>
      <p:graphicFrame>
        <p:nvGraphicFramePr>
          <p:cNvPr id="27" name="Table 4">
            <a:extLst>
              <a:ext uri="{FF2B5EF4-FFF2-40B4-BE49-F238E27FC236}">
                <a16:creationId xmlns:a16="http://schemas.microsoft.com/office/drawing/2014/main" id="{6F8170BC-0696-4838-8853-6F4A8C85BA8C}"/>
              </a:ext>
            </a:extLst>
          </p:cNvPr>
          <p:cNvGraphicFramePr>
            <a:graphicFrameLocks noGrp="1"/>
          </p:cNvGraphicFramePr>
          <p:nvPr>
            <p:extLst>
              <p:ext uri="{D42A27DB-BD31-4B8C-83A1-F6EECF244321}">
                <p14:modId xmlns:p14="http://schemas.microsoft.com/office/powerpoint/2010/main" val="347353815"/>
              </p:ext>
            </p:extLst>
          </p:nvPr>
        </p:nvGraphicFramePr>
        <p:xfrm>
          <a:off x="7459562"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chemeClr val="bg1">
                        <a:lumMod val="75000"/>
                      </a:schemeClr>
                    </a:solidFill>
                  </a:tcPr>
                </a:tc>
                <a:tc>
                  <a:txBody>
                    <a:bodyPr/>
                    <a:lstStyle/>
                    <a:p>
                      <a:pPr algn="ctr"/>
                      <a:r>
                        <a:rPr lang="en-US" sz="900" dirty="0"/>
                        <a:t>Techno-Commercial</a:t>
                      </a:r>
                    </a:p>
                  </a:txBody>
                  <a:tcPr>
                    <a:solidFill>
                      <a:schemeClr val="bg1">
                        <a:lumMod val="75000"/>
                      </a:schemeClr>
                    </a:solidFill>
                  </a:tcPr>
                </a:tc>
                <a:tc>
                  <a:txBody>
                    <a:bodyPr/>
                    <a:lstStyle/>
                    <a:p>
                      <a:pPr algn="ctr"/>
                      <a:r>
                        <a:rPr lang="en-IN" sz="900" dirty="0"/>
                        <a:t>Program Management</a:t>
                      </a:r>
                      <a:endParaRPr lang="en-US" sz="900" dirty="0"/>
                    </a:p>
                  </a:txBody>
                  <a:tcPr>
                    <a:solidFill>
                      <a:srgbClr val="3C8A2E"/>
                    </a:solidFill>
                  </a:tcPr>
                </a:tc>
                <a:tc>
                  <a:txBody>
                    <a:bodyPr/>
                    <a:lstStyle/>
                    <a:p>
                      <a:pPr algn="ctr"/>
                      <a:r>
                        <a:rPr lang="en-US" sz="900" dirty="0"/>
                        <a:t>Monitoring</a:t>
                      </a:r>
                    </a:p>
                  </a:txBody>
                  <a:tcPr>
                    <a:solidFill>
                      <a:schemeClr val="bg1">
                        <a:lumMod val="75000"/>
                      </a:schemeClr>
                    </a:solidFill>
                  </a:tcPr>
                </a:tc>
                <a:extLst>
                  <a:ext uri="{0D108BD9-81ED-4DB2-BD59-A6C34878D82A}">
                    <a16:rowId xmlns:a16="http://schemas.microsoft.com/office/drawing/2014/main" val="1296243468"/>
                  </a:ext>
                </a:extLst>
              </a:tr>
            </a:tbl>
          </a:graphicData>
        </a:graphic>
      </p:graphicFrame>
      <p:sp>
        <p:nvSpPr>
          <p:cNvPr id="30" name="Text Placeholder 5">
            <a:extLst>
              <a:ext uri="{FF2B5EF4-FFF2-40B4-BE49-F238E27FC236}">
                <a16:creationId xmlns:a16="http://schemas.microsoft.com/office/drawing/2014/main" id="{28AB930E-A07D-4416-9B92-0932B5F0DA0A}"/>
              </a:ext>
            </a:extLst>
          </p:cNvPr>
          <p:cNvSpPr>
            <a:spLocks noGrp="1"/>
          </p:cNvSpPr>
          <p:nvPr>
            <p:ph type="body" sz="quarter" idx="13"/>
          </p:nvPr>
        </p:nvSpPr>
        <p:spPr>
          <a:xfrm>
            <a:off x="489112" y="781287"/>
            <a:ext cx="11252200" cy="428336"/>
          </a:xfrm>
        </p:spPr>
        <p:txBody>
          <a:bodyPr/>
          <a:lstStyle/>
          <a:p>
            <a:r>
              <a:rPr lang="en-US" sz="1400" dirty="0"/>
              <a:t>Deloitte will support JREDA in grounding of investments received</a:t>
            </a:r>
            <a:endParaRPr lang="en-IN" sz="1400" dirty="0"/>
          </a:p>
        </p:txBody>
      </p:sp>
    </p:spTree>
    <p:extLst>
      <p:ext uri="{BB962C8B-B14F-4D97-AF65-F5344CB8AC3E}">
        <p14:creationId xmlns:p14="http://schemas.microsoft.com/office/powerpoint/2010/main" val="260837166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B37592-C68E-46A7-98F5-6194A5B1CA8B}"/>
              </a:ext>
            </a:extLst>
          </p:cNvPr>
          <p:cNvSpPr>
            <a:spLocks noGrp="1"/>
          </p:cNvSpPr>
          <p:nvPr>
            <p:ph type="body" sz="quarter" idx="13"/>
          </p:nvPr>
        </p:nvSpPr>
        <p:spPr>
          <a:xfrm>
            <a:off x="469900" y="816933"/>
            <a:ext cx="11252200" cy="466531"/>
          </a:xfrm>
        </p:spPr>
        <p:txBody>
          <a:bodyPr/>
          <a:lstStyle/>
          <a:p>
            <a:pPr marL="171450" indent="-171450">
              <a:buFont typeface="Arial" panose="020B0604020202020204" pitchFamily="34" charset="0"/>
              <a:buChar char="•"/>
            </a:pPr>
            <a:r>
              <a:rPr lang="en-US" sz="1600" b="1" dirty="0">
                <a:solidFill>
                  <a:srgbClr val="313131"/>
                </a:solidFill>
              </a:rPr>
              <a:t>Development of IT based </a:t>
            </a:r>
            <a:r>
              <a:rPr lang="en-US" b="1" dirty="0">
                <a:solidFill>
                  <a:srgbClr val="313131"/>
                </a:solidFill>
              </a:rPr>
              <a:t>Tool</a:t>
            </a:r>
            <a:endParaRPr lang="en-US" sz="1600" b="1" dirty="0">
              <a:solidFill>
                <a:srgbClr val="313131"/>
              </a:solidFill>
            </a:endParaRPr>
          </a:p>
        </p:txBody>
      </p:sp>
      <p:sp>
        <p:nvSpPr>
          <p:cNvPr id="3" name="Title 2">
            <a:extLst>
              <a:ext uri="{FF2B5EF4-FFF2-40B4-BE49-F238E27FC236}">
                <a16:creationId xmlns:a16="http://schemas.microsoft.com/office/drawing/2014/main" id="{5AFCFBA0-D20D-4858-865D-0954A0322618}"/>
              </a:ext>
            </a:extLst>
          </p:cNvPr>
          <p:cNvSpPr>
            <a:spLocks noGrp="1"/>
          </p:cNvSpPr>
          <p:nvPr>
            <p:ph type="title"/>
          </p:nvPr>
        </p:nvSpPr>
        <p:spPr>
          <a:xfrm>
            <a:off x="469900" y="351786"/>
            <a:ext cx="11252200" cy="698501"/>
          </a:xfrm>
        </p:spPr>
        <p:txBody>
          <a:bodyPr/>
          <a:lstStyle/>
          <a:p>
            <a:r>
              <a:rPr lang="en-US" dirty="0"/>
              <a:t>Monitoring and evaluation framework</a:t>
            </a:r>
          </a:p>
        </p:txBody>
      </p:sp>
      <p:graphicFrame>
        <p:nvGraphicFramePr>
          <p:cNvPr id="59" name="Table 4">
            <a:extLst>
              <a:ext uri="{FF2B5EF4-FFF2-40B4-BE49-F238E27FC236}">
                <a16:creationId xmlns:a16="http://schemas.microsoft.com/office/drawing/2014/main" id="{6FD000EB-1B3E-40AC-9F80-7275AA809467}"/>
              </a:ext>
            </a:extLst>
          </p:cNvPr>
          <p:cNvGraphicFramePr>
            <a:graphicFrameLocks noGrp="1"/>
          </p:cNvGraphicFramePr>
          <p:nvPr>
            <p:extLst>
              <p:ext uri="{D42A27DB-BD31-4B8C-83A1-F6EECF244321}">
                <p14:modId xmlns:p14="http://schemas.microsoft.com/office/powerpoint/2010/main" val="1329733164"/>
              </p:ext>
            </p:extLst>
          </p:nvPr>
        </p:nvGraphicFramePr>
        <p:xfrm>
          <a:off x="7561162" y="61678"/>
          <a:ext cx="4174084" cy="365760"/>
        </p:xfrm>
        <a:graphic>
          <a:graphicData uri="http://schemas.openxmlformats.org/drawingml/2006/table">
            <a:tbl>
              <a:tblPr firstRow="1" bandRow="1">
                <a:tableStyleId>{5C22544A-7EE6-4342-B048-85BDC9FD1C3A}</a:tableStyleId>
              </a:tblPr>
              <a:tblGrid>
                <a:gridCol w="1043521">
                  <a:extLst>
                    <a:ext uri="{9D8B030D-6E8A-4147-A177-3AD203B41FA5}">
                      <a16:colId xmlns:a16="http://schemas.microsoft.com/office/drawing/2014/main" val="97423047"/>
                    </a:ext>
                  </a:extLst>
                </a:gridCol>
                <a:gridCol w="1043521">
                  <a:extLst>
                    <a:ext uri="{9D8B030D-6E8A-4147-A177-3AD203B41FA5}">
                      <a16:colId xmlns:a16="http://schemas.microsoft.com/office/drawing/2014/main" val="1248757105"/>
                    </a:ext>
                  </a:extLst>
                </a:gridCol>
                <a:gridCol w="1043521">
                  <a:extLst>
                    <a:ext uri="{9D8B030D-6E8A-4147-A177-3AD203B41FA5}">
                      <a16:colId xmlns:a16="http://schemas.microsoft.com/office/drawing/2014/main" val="358016259"/>
                    </a:ext>
                  </a:extLst>
                </a:gridCol>
                <a:gridCol w="1043521">
                  <a:extLst>
                    <a:ext uri="{9D8B030D-6E8A-4147-A177-3AD203B41FA5}">
                      <a16:colId xmlns:a16="http://schemas.microsoft.com/office/drawing/2014/main" val="3826203551"/>
                    </a:ext>
                  </a:extLst>
                </a:gridCol>
              </a:tblGrid>
              <a:tr h="346512">
                <a:tc>
                  <a:txBody>
                    <a:bodyPr/>
                    <a:lstStyle/>
                    <a:p>
                      <a:pPr algn="ctr"/>
                      <a:r>
                        <a:rPr lang="en-US" sz="900" dirty="0"/>
                        <a:t>Policy &amp; Regulatory</a:t>
                      </a:r>
                    </a:p>
                  </a:txBody>
                  <a:tcPr>
                    <a:solidFill>
                      <a:schemeClr val="bg1">
                        <a:lumMod val="75000"/>
                      </a:schemeClr>
                    </a:solidFill>
                  </a:tcPr>
                </a:tc>
                <a:tc>
                  <a:txBody>
                    <a:bodyPr/>
                    <a:lstStyle/>
                    <a:p>
                      <a:pPr algn="ctr"/>
                      <a:r>
                        <a:rPr lang="en-US" sz="900" dirty="0"/>
                        <a:t>Techno-Commercial</a:t>
                      </a:r>
                    </a:p>
                  </a:txBody>
                  <a:tcPr>
                    <a:solidFill>
                      <a:schemeClr val="bg1">
                        <a:lumMod val="75000"/>
                      </a:schemeClr>
                    </a:solidFill>
                  </a:tcPr>
                </a:tc>
                <a:tc>
                  <a:txBody>
                    <a:bodyPr/>
                    <a:lstStyle/>
                    <a:p>
                      <a:pPr algn="ctr"/>
                      <a:r>
                        <a:rPr lang="en-US" sz="900"/>
                        <a:t>Program Management</a:t>
                      </a:r>
                    </a:p>
                  </a:txBody>
                  <a:tcPr>
                    <a:solidFill>
                      <a:schemeClr val="bg1">
                        <a:lumMod val="75000"/>
                      </a:schemeClr>
                    </a:solidFill>
                  </a:tcPr>
                </a:tc>
                <a:tc>
                  <a:txBody>
                    <a:bodyPr/>
                    <a:lstStyle/>
                    <a:p>
                      <a:pPr algn="ctr"/>
                      <a:r>
                        <a:rPr lang="en-US" sz="900" dirty="0"/>
                        <a:t>Project Monitoring</a:t>
                      </a:r>
                    </a:p>
                  </a:txBody>
                  <a:tcPr>
                    <a:solidFill>
                      <a:srgbClr val="3C8A2E"/>
                    </a:solidFill>
                  </a:tcPr>
                </a:tc>
                <a:extLst>
                  <a:ext uri="{0D108BD9-81ED-4DB2-BD59-A6C34878D82A}">
                    <a16:rowId xmlns:a16="http://schemas.microsoft.com/office/drawing/2014/main" val="1296243468"/>
                  </a:ext>
                </a:extLst>
              </a:tr>
            </a:tbl>
          </a:graphicData>
        </a:graphic>
      </p:graphicFrame>
      <p:grpSp>
        <p:nvGrpSpPr>
          <p:cNvPr id="6" name="Group 5">
            <a:extLst>
              <a:ext uri="{FF2B5EF4-FFF2-40B4-BE49-F238E27FC236}">
                <a16:creationId xmlns:a16="http://schemas.microsoft.com/office/drawing/2014/main" id="{21F1C6C0-1EF7-4FBE-44DE-E4138E799FBE}"/>
              </a:ext>
            </a:extLst>
          </p:cNvPr>
          <p:cNvGrpSpPr/>
          <p:nvPr/>
        </p:nvGrpSpPr>
        <p:grpSpPr>
          <a:xfrm>
            <a:off x="-179483" y="1173991"/>
            <a:ext cx="5711539" cy="5379210"/>
            <a:chOff x="303117" y="1414002"/>
            <a:chExt cx="5711539" cy="5379210"/>
          </a:xfrm>
        </p:grpSpPr>
        <p:sp>
          <p:nvSpPr>
            <p:cNvPr id="7" name="TextBox 6">
              <a:extLst>
                <a:ext uri="{FF2B5EF4-FFF2-40B4-BE49-F238E27FC236}">
                  <a16:creationId xmlns:a16="http://schemas.microsoft.com/office/drawing/2014/main" id="{855A82CC-9048-3F2F-A6ED-ABD1FDEFC063}"/>
                </a:ext>
              </a:extLst>
            </p:cNvPr>
            <p:cNvSpPr txBox="1"/>
            <p:nvPr/>
          </p:nvSpPr>
          <p:spPr>
            <a:xfrm>
              <a:off x="2266123" y="2394361"/>
              <a:ext cx="2050159" cy="404406"/>
            </a:xfrm>
            <a:prstGeom prst="rect">
              <a:avLst/>
            </a:prstGeom>
            <a:noFill/>
          </p:spPr>
          <p:txBody>
            <a:bodyPr wrap="square">
              <a:spAutoFit/>
            </a:bodyPr>
            <a:lstStyle/>
            <a:p>
              <a:pPr algn="ctr">
                <a:lnSpc>
                  <a:spcPct val="106000"/>
                </a:lnSpc>
                <a:buFont typeface="Wingdings 2" pitchFamily="18" charset="2"/>
                <a:buNone/>
              </a:pPr>
              <a:r>
                <a:rPr lang="en-US" sz="1000" b="1" dirty="0"/>
                <a:t>Develop Monitoring &amp; Evaluation Plan</a:t>
              </a:r>
            </a:p>
          </p:txBody>
        </p:sp>
        <p:sp>
          <p:nvSpPr>
            <p:cNvPr id="8" name="TextBox 7">
              <a:extLst>
                <a:ext uri="{FF2B5EF4-FFF2-40B4-BE49-F238E27FC236}">
                  <a16:creationId xmlns:a16="http://schemas.microsoft.com/office/drawing/2014/main" id="{C2278FD9-30AB-2D4E-D89E-854F2AE54903}"/>
                </a:ext>
              </a:extLst>
            </p:cNvPr>
            <p:cNvSpPr txBox="1"/>
            <p:nvPr/>
          </p:nvSpPr>
          <p:spPr>
            <a:xfrm>
              <a:off x="4334658" y="6225684"/>
              <a:ext cx="1679998" cy="567528"/>
            </a:xfrm>
            <a:prstGeom prst="rect">
              <a:avLst/>
            </a:prstGeom>
            <a:noFill/>
          </p:spPr>
          <p:txBody>
            <a:bodyPr wrap="square">
              <a:spAutoFit/>
            </a:bodyPr>
            <a:lstStyle/>
            <a:p>
              <a:pPr>
                <a:lnSpc>
                  <a:spcPct val="106000"/>
                </a:lnSpc>
              </a:pPr>
              <a:r>
                <a:rPr lang="en-US" sz="1000" b="1" dirty="0"/>
                <a:t>Progress Tracking</a:t>
              </a:r>
            </a:p>
            <a:p>
              <a:pPr>
                <a:lnSpc>
                  <a:spcPct val="106000"/>
                </a:lnSpc>
              </a:pPr>
              <a:r>
                <a:rPr lang="en-US" sz="1000" b="1" dirty="0"/>
                <a:t>(through web portal)</a:t>
              </a:r>
            </a:p>
          </p:txBody>
        </p:sp>
        <p:sp>
          <p:nvSpPr>
            <p:cNvPr id="9" name="TextBox 8">
              <a:extLst>
                <a:ext uri="{FF2B5EF4-FFF2-40B4-BE49-F238E27FC236}">
                  <a16:creationId xmlns:a16="http://schemas.microsoft.com/office/drawing/2014/main" id="{3448E033-D9D5-1BDB-0994-D180696F4264}"/>
                </a:ext>
              </a:extLst>
            </p:cNvPr>
            <p:cNvSpPr txBox="1"/>
            <p:nvPr/>
          </p:nvSpPr>
          <p:spPr>
            <a:xfrm>
              <a:off x="303117" y="6098457"/>
              <a:ext cx="1896392" cy="400110"/>
            </a:xfrm>
            <a:prstGeom prst="rect">
              <a:avLst/>
            </a:prstGeom>
            <a:noFill/>
          </p:spPr>
          <p:txBody>
            <a:bodyPr wrap="square">
              <a:spAutoFit/>
            </a:bodyPr>
            <a:lstStyle/>
            <a:p>
              <a:pPr algn="ctr"/>
              <a:r>
                <a:rPr lang="en-US" sz="1000" b="1" dirty="0">
                  <a:solidFill>
                    <a:srgbClr val="313131"/>
                  </a:solidFill>
                </a:rPr>
                <a:t>Learning &amp; Improvement</a:t>
              </a:r>
              <a:endParaRPr lang="en-GB" sz="1000" b="1" dirty="0"/>
            </a:p>
          </p:txBody>
        </p:sp>
        <p:sp>
          <p:nvSpPr>
            <p:cNvPr id="10" name="Oval 9">
              <a:extLst>
                <a:ext uri="{FF2B5EF4-FFF2-40B4-BE49-F238E27FC236}">
                  <a16:creationId xmlns:a16="http://schemas.microsoft.com/office/drawing/2014/main" id="{30BB1D44-4F48-9967-8A63-3F87A614FD77}"/>
                </a:ext>
              </a:extLst>
            </p:cNvPr>
            <p:cNvSpPr/>
            <p:nvPr/>
          </p:nvSpPr>
          <p:spPr bwMode="gray">
            <a:xfrm>
              <a:off x="1005987" y="1871202"/>
              <a:ext cx="4572000" cy="4572000"/>
            </a:xfrm>
            <a:prstGeom prst="ellipse">
              <a:avLst/>
            </a:prstGeom>
            <a:noFill/>
            <a:ln w="19050" algn="ctr">
              <a:solidFill>
                <a:schemeClr val="bg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11" name="Group 10">
              <a:extLst>
                <a:ext uri="{FF2B5EF4-FFF2-40B4-BE49-F238E27FC236}">
                  <a16:creationId xmlns:a16="http://schemas.microsoft.com/office/drawing/2014/main" id="{81C6581E-52D2-61F0-F0B2-CA32DFD2C733}"/>
                </a:ext>
              </a:extLst>
            </p:cNvPr>
            <p:cNvGrpSpPr>
              <a:grpSpLocks noChangeAspect="1"/>
            </p:cNvGrpSpPr>
            <p:nvPr/>
          </p:nvGrpSpPr>
          <p:grpSpPr>
            <a:xfrm>
              <a:off x="2834360" y="1414002"/>
              <a:ext cx="915254" cy="914400"/>
              <a:chOff x="905454" y="2855717"/>
              <a:chExt cx="362309" cy="361971"/>
            </a:xfrm>
            <a:solidFill>
              <a:srgbClr val="0070C0"/>
            </a:solidFill>
          </p:grpSpPr>
          <p:sp>
            <p:nvSpPr>
              <p:cNvPr id="63" name="Graphic 4">
                <a:extLst>
                  <a:ext uri="{FF2B5EF4-FFF2-40B4-BE49-F238E27FC236}">
                    <a16:creationId xmlns:a16="http://schemas.microsoft.com/office/drawing/2014/main" id="{CBA6AE64-D34A-0247-CCFB-A837BDC839A0}"/>
                  </a:ext>
                </a:extLst>
              </p:cNvPr>
              <p:cNvSpPr/>
              <p:nvPr/>
            </p:nvSpPr>
            <p:spPr>
              <a:xfrm>
                <a:off x="1053061" y="2990419"/>
                <a:ext cx="66475" cy="93206"/>
              </a:xfrm>
              <a:custGeom>
                <a:avLst/>
                <a:gdLst>
                  <a:gd name="connsiteX0" fmla="*/ 33867 w 66475"/>
                  <a:gd name="connsiteY0" fmla="*/ 0 h 93206"/>
                  <a:gd name="connsiteX1" fmla="*/ 33867 w 66475"/>
                  <a:gd name="connsiteY1" fmla="*/ 0 h 93206"/>
                  <a:gd name="connsiteX2" fmla="*/ 0 w 66475"/>
                  <a:gd name="connsiteY2" fmla="*/ 33197 h 93206"/>
                  <a:gd name="connsiteX3" fmla="*/ 4473 w 66475"/>
                  <a:gd name="connsiteY3" fmla="*/ 49795 h 93206"/>
                  <a:gd name="connsiteX4" fmla="*/ 33228 w 66475"/>
                  <a:gd name="connsiteY4" fmla="*/ 93206 h 93206"/>
                  <a:gd name="connsiteX5" fmla="*/ 61982 w 66475"/>
                  <a:gd name="connsiteY5" fmla="*/ 49157 h 93206"/>
                  <a:gd name="connsiteX6" fmla="*/ 66455 w 66475"/>
                  <a:gd name="connsiteY6" fmla="*/ 32558 h 93206"/>
                  <a:gd name="connsiteX7" fmla="*/ 33867 w 66475"/>
                  <a:gd name="connsiteY7" fmla="*/ 0 h 93206"/>
                  <a:gd name="connsiteX8" fmla="*/ 33867 w 66475"/>
                  <a:gd name="connsiteY8" fmla="*/ 58094 h 93206"/>
                  <a:gd name="connsiteX9" fmla="*/ 9585 w 66475"/>
                  <a:gd name="connsiteY9" fmla="*/ 33835 h 93206"/>
                  <a:gd name="connsiteX10" fmla="*/ 33867 w 66475"/>
                  <a:gd name="connsiteY10" fmla="*/ 9576 h 93206"/>
                  <a:gd name="connsiteX11" fmla="*/ 58148 w 66475"/>
                  <a:gd name="connsiteY11" fmla="*/ 33835 h 93206"/>
                  <a:gd name="connsiteX12" fmla="*/ 58148 w 66475"/>
                  <a:gd name="connsiteY12" fmla="*/ 33835 h 93206"/>
                  <a:gd name="connsiteX13" fmla="*/ 33867 w 66475"/>
                  <a:gd name="connsiteY13" fmla="*/ 58094 h 93206"/>
                  <a:gd name="connsiteX14" fmla="*/ 33867 w 66475"/>
                  <a:gd name="connsiteY14" fmla="*/ 58094 h 93206"/>
                  <a:gd name="connsiteX15" fmla="*/ 33867 w 66475"/>
                  <a:gd name="connsiteY15" fmla="*/ 58094 h 9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6475" h="93206">
                    <a:moveTo>
                      <a:pt x="33867" y="0"/>
                    </a:moveTo>
                    <a:lnTo>
                      <a:pt x="33867" y="0"/>
                    </a:lnTo>
                    <a:cubicBezTo>
                      <a:pt x="14697" y="0"/>
                      <a:pt x="0" y="15322"/>
                      <a:pt x="0" y="33197"/>
                    </a:cubicBezTo>
                    <a:cubicBezTo>
                      <a:pt x="0" y="38942"/>
                      <a:pt x="1278" y="44688"/>
                      <a:pt x="4473" y="49795"/>
                    </a:cubicBezTo>
                    <a:lnTo>
                      <a:pt x="33228" y="93206"/>
                    </a:lnTo>
                    <a:lnTo>
                      <a:pt x="61982" y="49157"/>
                    </a:lnTo>
                    <a:cubicBezTo>
                      <a:pt x="65177" y="44050"/>
                      <a:pt x="66455" y="38304"/>
                      <a:pt x="66455" y="32558"/>
                    </a:cubicBezTo>
                    <a:cubicBezTo>
                      <a:pt x="67094" y="15322"/>
                      <a:pt x="52397" y="0"/>
                      <a:pt x="33867" y="0"/>
                    </a:cubicBezTo>
                    <a:close/>
                    <a:moveTo>
                      <a:pt x="33867" y="58094"/>
                    </a:moveTo>
                    <a:cubicBezTo>
                      <a:pt x="20448" y="58094"/>
                      <a:pt x="9585" y="47242"/>
                      <a:pt x="9585" y="33835"/>
                    </a:cubicBezTo>
                    <a:cubicBezTo>
                      <a:pt x="9585" y="20429"/>
                      <a:pt x="20448" y="9576"/>
                      <a:pt x="33867" y="9576"/>
                    </a:cubicBezTo>
                    <a:cubicBezTo>
                      <a:pt x="47285" y="9576"/>
                      <a:pt x="58148" y="20429"/>
                      <a:pt x="58148" y="33835"/>
                    </a:cubicBezTo>
                    <a:lnTo>
                      <a:pt x="58148" y="33835"/>
                    </a:lnTo>
                    <a:cubicBezTo>
                      <a:pt x="58787" y="47242"/>
                      <a:pt x="47925" y="58094"/>
                      <a:pt x="33867" y="58094"/>
                    </a:cubicBezTo>
                    <a:cubicBezTo>
                      <a:pt x="33867" y="58094"/>
                      <a:pt x="33867" y="58094"/>
                      <a:pt x="33867" y="58094"/>
                    </a:cubicBezTo>
                    <a:lnTo>
                      <a:pt x="33867" y="58094"/>
                    </a:lnTo>
                    <a:close/>
                  </a:path>
                </a:pathLst>
              </a:custGeom>
              <a:grpFill/>
              <a:ln w="6390" cap="flat">
                <a:noFill/>
                <a:prstDash val="solid"/>
                <a:miter/>
              </a:ln>
            </p:spPr>
            <p:txBody>
              <a:bodyPr rtlCol="0" anchor="ctr"/>
              <a:lstStyle/>
              <a:p>
                <a:endParaRPr lang="en-US"/>
              </a:p>
            </p:txBody>
          </p:sp>
          <p:sp>
            <p:nvSpPr>
              <p:cNvPr id="64" name="Graphic 4">
                <a:extLst>
                  <a:ext uri="{FF2B5EF4-FFF2-40B4-BE49-F238E27FC236}">
                    <a16:creationId xmlns:a16="http://schemas.microsoft.com/office/drawing/2014/main" id="{DCF1A696-AF54-E154-3A12-DB3F1ED31DFC}"/>
                  </a:ext>
                </a:extLst>
              </p:cNvPr>
              <p:cNvSpPr/>
              <p:nvPr/>
            </p:nvSpPr>
            <p:spPr>
              <a:xfrm>
                <a:off x="1075426" y="3012125"/>
                <a:ext cx="23003" cy="22982"/>
              </a:xfrm>
              <a:custGeom>
                <a:avLst/>
                <a:gdLst>
                  <a:gd name="connsiteX0" fmla="*/ 11502 w 23003"/>
                  <a:gd name="connsiteY0" fmla="*/ 0 h 22982"/>
                  <a:gd name="connsiteX1" fmla="*/ 0 w 23003"/>
                  <a:gd name="connsiteY1" fmla="*/ 11491 h 22982"/>
                  <a:gd name="connsiteX2" fmla="*/ 11502 w 23003"/>
                  <a:gd name="connsiteY2" fmla="*/ 22982 h 22982"/>
                  <a:gd name="connsiteX3" fmla="*/ 23004 w 23003"/>
                  <a:gd name="connsiteY3" fmla="*/ 11491 h 22982"/>
                  <a:gd name="connsiteX4" fmla="*/ 23004 w 23003"/>
                  <a:gd name="connsiteY4" fmla="*/ 11491 h 22982"/>
                  <a:gd name="connsiteX5" fmla="*/ 11502 w 23003"/>
                  <a:gd name="connsiteY5" fmla="*/ 0 h 2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3" h="22982">
                    <a:moveTo>
                      <a:pt x="11502" y="0"/>
                    </a:moveTo>
                    <a:cubicBezTo>
                      <a:pt x="5112" y="0"/>
                      <a:pt x="0" y="5107"/>
                      <a:pt x="0" y="11491"/>
                    </a:cubicBezTo>
                    <a:cubicBezTo>
                      <a:pt x="0" y="17875"/>
                      <a:pt x="5112" y="22982"/>
                      <a:pt x="11502" y="22982"/>
                    </a:cubicBezTo>
                    <a:cubicBezTo>
                      <a:pt x="17892" y="22982"/>
                      <a:pt x="23004" y="17875"/>
                      <a:pt x="23004" y="11491"/>
                    </a:cubicBezTo>
                    <a:lnTo>
                      <a:pt x="23004" y="11491"/>
                    </a:lnTo>
                    <a:cubicBezTo>
                      <a:pt x="23004" y="5107"/>
                      <a:pt x="17892" y="0"/>
                      <a:pt x="11502" y="0"/>
                    </a:cubicBezTo>
                    <a:close/>
                  </a:path>
                </a:pathLst>
              </a:custGeom>
              <a:grpFill/>
              <a:ln w="6390" cap="flat">
                <a:noFill/>
                <a:prstDash val="solid"/>
                <a:miter/>
              </a:ln>
            </p:spPr>
            <p:txBody>
              <a:bodyPr rtlCol="0" anchor="ctr"/>
              <a:lstStyle/>
              <a:p>
                <a:endParaRPr lang="en-US"/>
              </a:p>
            </p:txBody>
          </p:sp>
          <p:sp>
            <p:nvSpPr>
              <p:cNvPr id="65" name="Graphic 4">
                <a:extLst>
                  <a:ext uri="{FF2B5EF4-FFF2-40B4-BE49-F238E27FC236}">
                    <a16:creationId xmlns:a16="http://schemas.microsoft.com/office/drawing/2014/main" id="{6B6AE1C2-7F08-475F-803A-B280957F4C96}"/>
                  </a:ext>
                </a:extLst>
              </p:cNvPr>
              <p:cNvSpPr/>
              <p:nvPr/>
            </p:nvSpPr>
            <p:spPr>
              <a:xfrm>
                <a:off x="905454" y="2855717"/>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09 w 362309"/>
                  <a:gd name="connsiteY3" fmla="*/ 180667 h 361971"/>
                  <a:gd name="connsiteX4" fmla="*/ 180835 w 362309"/>
                  <a:gd name="connsiteY4" fmla="*/ 0 h 361971"/>
                  <a:gd name="connsiteX5" fmla="*/ 180835 w 362309"/>
                  <a:gd name="connsiteY5" fmla="*/ 0 h 361971"/>
                  <a:gd name="connsiteX6" fmla="*/ 201922 w 362309"/>
                  <a:gd name="connsiteY6" fmla="*/ 84268 h 361971"/>
                  <a:gd name="connsiteX7" fmla="*/ 270294 w 362309"/>
                  <a:gd name="connsiteY7" fmla="*/ 84268 h 361971"/>
                  <a:gd name="connsiteX8" fmla="*/ 276684 w 362309"/>
                  <a:gd name="connsiteY8" fmla="*/ 90652 h 361971"/>
                  <a:gd name="connsiteX9" fmla="*/ 276684 w 362309"/>
                  <a:gd name="connsiteY9" fmla="*/ 158961 h 361971"/>
                  <a:gd name="connsiteX10" fmla="*/ 270294 w 362309"/>
                  <a:gd name="connsiteY10" fmla="*/ 165345 h 361971"/>
                  <a:gd name="connsiteX11" fmla="*/ 263904 w 362309"/>
                  <a:gd name="connsiteY11" fmla="*/ 158961 h 361971"/>
                  <a:gd name="connsiteX12" fmla="*/ 263904 w 362309"/>
                  <a:gd name="connsiteY12" fmla="*/ 97036 h 361971"/>
                  <a:gd name="connsiteX13" fmla="*/ 201922 w 362309"/>
                  <a:gd name="connsiteY13" fmla="*/ 97036 h 361971"/>
                  <a:gd name="connsiteX14" fmla="*/ 195532 w 362309"/>
                  <a:gd name="connsiteY14" fmla="*/ 90652 h 361971"/>
                  <a:gd name="connsiteX15" fmla="*/ 201922 w 362309"/>
                  <a:gd name="connsiteY15" fmla="*/ 84268 h 361971"/>
                  <a:gd name="connsiteX16" fmla="*/ 174445 w 362309"/>
                  <a:gd name="connsiteY16" fmla="*/ 65755 h 361971"/>
                  <a:gd name="connsiteX17" fmla="*/ 180835 w 362309"/>
                  <a:gd name="connsiteY17" fmla="*/ 59371 h 361971"/>
                  <a:gd name="connsiteX18" fmla="*/ 187225 w 362309"/>
                  <a:gd name="connsiteY18" fmla="*/ 65755 h 361971"/>
                  <a:gd name="connsiteX19" fmla="*/ 187225 w 362309"/>
                  <a:gd name="connsiteY19" fmla="*/ 97675 h 361971"/>
                  <a:gd name="connsiteX20" fmla="*/ 180835 w 362309"/>
                  <a:gd name="connsiteY20" fmla="*/ 104059 h 361971"/>
                  <a:gd name="connsiteX21" fmla="*/ 174445 w 362309"/>
                  <a:gd name="connsiteY21" fmla="*/ 97675 h 361971"/>
                  <a:gd name="connsiteX22" fmla="*/ 174445 w 362309"/>
                  <a:gd name="connsiteY22" fmla="*/ 65755 h 361971"/>
                  <a:gd name="connsiteX23" fmla="*/ 84986 w 362309"/>
                  <a:gd name="connsiteY23" fmla="*/ 91291 h 361971"/>
                  <a:gd name="connsiteX24" fmla="*/ 91376 w 362309"/>
                  <a:gd name="connsiteY24" fmla="*/ 84907 h 361971"/>
                  <a:gd name="connsiteX25" fmla="*/ 159748 w 362309"/>
                  <a:gd name="connsiteY25" fmla="*/ 84907 h 361971"/>
                  <a:gd name="connsiteX26" fmla="*/ 166138 w 362309"/>
                  <a:gd name="connsiteY26" fmla="*/ 91291 h 361971"/>
                  <a:gd name="connsiteX27" fmla="*/ 159748 w 362309"/>
                  <a:gd name="connsiteY27" fmla="*/ 97675 h 361971"/>
                  <a:gd name="connsiteX28" fmla="*/ 97766 w 362309"/>
                  <a:gd name="connsiteY28" fmla="*/ 97675 h 361971"/>
                  <a:gd name="connsiteX29" fmla="*/ 97766 w 362309"/>
                  <a:gd name="connsiteY29" fmla="*/ 159600 h 361971"/>
                  <a:gd name="connsiteX30" fmla="*/ 91376 w 362309"/>
                  <a:gd name="connsiteY30" fmla="*/ 165984 h 361971"/>
                  <a:gd name="connsiteX31" fmla="*/ 84986 w 362309"/>
                  <a:gd name="connsiteY31" fmla="*/ 159600 h 361971"/>
                  <a:gd name="connsiteX32" fmla="*/ 84986 w 362309"/>
                  <a:gd name="connsiteY32" fmla="*/ 91291 h 361971"/>
                  <a:gd name="connsiteX33" fmla="*/ 60065 w 362309"/>
                  <a:gd name="connsiteY33" fmla="*/ 180667 h 361971"/>
                  <a:gd name="connsiteX34" fmla="*/ 66455 w 362309"/>
                  <a:gd name="connsiteY34" fmla="*/ 174283 h 361971"/>
                  <a:gd name="connsiteX35" fmla="*/ 98405 w 362309"/>
                  <a:gd name="connsiteY35" fmla="*/ 174283 h 361971"/>
                  <a:gd name="connsiteX36" fmla="*/ 104795 w 362309"/>
                  <a:gd name="connsiteY36" fmla="*/ 180667 h 361971"/>
                  <a:gd name="connsiteX37" fmla="*/ 98405 w 362309"/>
                  <a:gd name="connsiteY37" fmla="*/ 187051 h 361971"/>
                  <a:gd name="connsiteX38" fmla="*/ 66455 w 362309"/>
                  <a:gd name="connsiteY38" fmla="*/ 187051 h 361971"/>
                  <a:gd name="connsiteX39" fmla="*/ 60065 w 362309"/>
                  <a:gd name="connsiteY39" fmla="*/ 180667 h 361971"/>
                  <a:gd name="connsiteX40" fmla="*/ 159748 w 362309"/>
                  <a:gd name="connsiteY40" fmla="*/ 276426 h 361971"/>
                  <a:gd name="connsiteX41" fmla="*/ 91376 w 362309"/>
                  <a:gd name="connsiteY41" fmla="*/ 276426 h 361971"/>
                  <a:gd name="connsiteX42" fmla="*/ 84986 w 362309"/>
                  <a:gd name="connsiteY42" fmla="*/ 270042 h 361971"/>
                  <a:gd name="connsiteX43" fmla="*/ 84986 w 362309"/>
                  <a:gd name="connsiteY43" fmla="*/ 201734 h 361971"/>
                  <a:gd name="connsiteX44" fmla="*/ 91376 w 362309"/>
                  <a:gd name="connsiteY44" fmla="*/ 195350 h 361971"/>
                  <a:gd name="connsiteX45" fmla="*/ 97766 w 362309"/>
                  <a:gd name="connsiteY45" fmla="*/ 201734 h 361971"/>
                  <a:gd name="connsiteX46" fmla="*/ 97766 w 362309"/>
                  <a:gd name="connsiteY46" fmla="*/ 263658 h 361971"/>
                  <a:gd name="connsiteX47" fmla="*/ 159748 w 362309"/>
                  <a:gd name="connsiteY47" fmla="*/ 263658 h 361971"/>
                  <a:gd name="connsiteX48" fmla="*/ 166138 w 362309"/>
                  <a:gd name="connsiteY48" fmla="*/ 270042 h 361971"/>
                  <a:gd name="connsiteX49" fmla="*/ 159748 w 362309"/>
                  <a:gd name="connsiteY49" fmla="*/ 276426 h 361971"/>
                  <a:gd name="connsiteX50" fmla="*/ 159748 w 362309"/>
                  <a:gd name="connsiteY50" fmla="*/ 276426 h 361971"/>
                  <a:gd name="connsiteX51" fmla="*/ 188503 w 362309"/>
                  <a:gd name="connsiteY51" fmla="*/ 296217 h 361971"/>
                  <a:gd name="connsiteX52" fmla="*/ 182113 w 362309"/>
                  <a:gd name="connsiteY52" fmla="*/ 302601 h 361971"/>
                  <a:gd name="connsiteX53" fmla="*/ 175723 w 362309"/>
                  <a:gd name="connsiteY53" fmla="*/ 296217 h 361971"/>
                  <a:gd name="connsiteX54" fmla="*/ 175723 w 362309"/>
                  <a:gd name="connsiteY54" fmla="*/ 264297 h 361971"/>
                  <a:gd name="connsiteX55" fmla="*/ 182113 w 362309"/>
                  <a:gd name="connsiteY55" fmla="*/ 257913 h 361971"/>
                  <a:gd name="connsiteX56" fmla="*/ 188503 w 362309"/>
                  <a:gd name="connsiteY56" fmla="*/ 264297 h 361971"/>
                  <a:gd name="connsiteX57" fmla="*/ 188503 w 362309"/>
                  <a:gd name="connsiteY57" fmla="*/ 296217 h 361971"/>
                  <a:gd name="connsiteX58" fmla="*/ 182113 w 362309"/>
                  <a:gd name="connsiteY58" fmla="*/ 243230 h 361971"/>
                  <a:gd name="connsiteX59" fmla="*/ 182113 w 362309"/>
                  <a:gd name="connsiteY59" fmla="*/ 243230 h 361971"/>
                  <a:gd name="connsiteX60" fmla="*/ 173806 w 362309"/>
                  <a:gd name="connsiteY60" fmla="*/ 238761 h 361971"/>
                  <a:gd name="connsiteX61" fmla="*/ 142496 w 362309"/>
                  <a:gd name="connsiteY61" fmla="*/ 191519 h 361971"/>
                  <a:gd name="connsiteX62" fmla="*/ 136106 w 362309"/>
                  <a:gd name="connsiteY62" fmla="*/ 167899 h 361971"/>
                  <a:gd name="connsiteX63" fmla="*/ 182113 w 362309"/>
                  <a:gd name="connsiteY63" fmla="*/ 121934 h 361971"/>
                  <a:gd name="connsiteX64" fmla="*/ 182113 w 362309"/>
                  <a:gd name="connsiteY64" fmla="*/ 121934 h 361971"/>
                  <a:gd name="connsiteX65" fmla="*/ 228121 w 362309"/>
                  <a:gd name="connsiteY65" fmla="*/ 167899 h 361971"/>
                  <a:gd name="connsiteX66" fmla="*/ 221731 w 362309"/>
                  <a:gd name="connsiteY66" fmla="*/ 190881 h 361971"/>
                  <a:gd name="connsiteX67" fmla="*/ 190420 w 362309"/>
                  <a:gd name="connsiteY67" fmla="*/ 238122 h 361971"/>
                  <a:gd name="connsiteX68" fmla="*/ 182113 w 362309"/>
                  <a:gd name="connsiteY68" fmla="*/ 243230 h 361971"/>
                  <a:gd name="connsiteX69" fmla="*/ 182113 w 362309"/>
                  <a:gd name="connsiteY69" fmla="*/ 243230 h 361971"/>
                  <a:gd name="connsiteX70" fmla="*/ 277323 w 362309"/>
                  <a:gd name="connsiteY70" fmla="*/ 270042 h 361971"/>
                  <a:gd name="connsiteX71" fmla="*/ 270933 w 362309"/>
                  <a:gd name="connsiteY71" fmla="*/ 276426 h 361971"/>
                  <a:gd name="connsiteX72" fmla="*/ 202561 w 362309"/>
                  <a:gd name="connsiteY72" fmla="*/ 276426 h 361971"/>
                  <a:gd name="connsiteX73" fmla="*/ 196171 w 362309"/>
                  <a:gd name="connsiteY73" fmla="*/ 270042 h 361971"/>
                  <a:gd name="connsiteX74" fmla="*/ 202561 w 362309"/>
                  <a:gd name="connsiteY74" fmla="*/ 263658 h 361971"/>
                  <a:gd name="connsiteX75" fmla="*/ 264543 w 362309"/>
                  <a:gd name="connsiteY75" fmla="*/ 263658 h 361971"/>
                  <a:gd name="connsiteX76" fmla="*/ 264543 w 362309"/>
                  <a:gd name="connsiteY76" fmla="*/ 201734 h 361971"/>
                  <a:gd name="connsiteX77" fmla="*/ 270933 w 362309"/>
                  <a:gd name="connsiteY77" fmla="*/ 195350 h 361971"/>
                  <a:gd name="connsiteX78" fmla="*/ 277323 w 362309"/>
                  <a:gd name="connsiteY78" fmla="*/ 201734 h 361971"/>
                  <a:gd name="connsiteX79" fmla="*/ 277323 w 362309"/>
                  <a:gd name="connsiteY79" fmla="*/ 270042 h 361971"/>
                  <a:gd name="connsiteX80" fmla="*/ 295854 w 362309"/>
                  <a:gd name="connsiteY80" fmla="*/ 187051 h 361971"/>
                  <a:gd name="connsiteX81" fmla="*/ 263904 w 362309"/>
                  <a:gd name="connsiteY81" fmla="*/ 187051 h 361971"/>
                  <a:gd name="connsiteX82" fmla="*/ 257514 w 362309"/>
                  <a:gd name="connsiteY82" fmla="*/ 180667 h 361971"/>
                  <a:gd name="connsiteX83" fmla="*/ 263904 w 362309"/>
                  <a:gd name="connsiteY83" fmla="*/ 174283 h 361971"/>
                  <a:gd name="connsiteX84" fmla="*/ 295854 w 362309"/>
                  <a:gd name="connsiteY84" fmla="*/ 174283 h 361971"/>
                  <a:gd name="connsiteX85" fmla="*/ 302244 w 362309"/>
                  <a:gd name="connsiteY85" fmla="*/ 180667 h 361971"/>
                  <a:gd name="connsiteX86" fmla="*/ 295854 w 362309"/>
                  <a:gd name="connsiteY86" fmla="*/ 18705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62309" h="361971">
                    <a:moveTo>
                      <a:pt x="180835" y="0"/>
                    </a:moveTo>
                    <a:cubicBezTo>
                      <a:pt x="80513" y="0"/>
                      <a:pt x="0" y="81076"/>
                      <a:pt x="0" y="181305"/>
                    </a:cubicBezTo>
                    <a:cubicBezTo>
                      <a:pt x="0" y="281533"/>
                      <a:pt x="81152" y="361972"/>
                      <a:pt x="181474" y="361972"/>
                    </a:cubicBezTo>
                    <a:cubicBezTo>
                      <a:pt x="281157" y="361972"/>
                      <a:pt x="362309" y="280895"/>
                      <a:pt x="362309" y="180667"/>
                    </a:cubicBezTo>
                    <a:cubicBezTo>
                      <a:pt x="362309" y="80438"/>
                      <a:pt x="281157" y="0"/>
                      <a:pt x="180835" y="0"/>
                    </a:cubicBezTo>
                    <a:cubicBezTo>
                      <a:pt x="180835" y="0"/>
                      <a:pt x="180835" y="0"/>
                      <a:pt x="180835" y="0"/>
                    </a:cubicBezTo>
                    <a:close/>
                    <a:moveTo>
                      <a:pt x="201922" y="84268"/>
                    </a:moveTo>
                    <a:lnTo>
                      <a:pt x="270294" y="84268"/>
                    </a:lnTo>
                    <a:cubicBezTo>
                      <a:pt x="274128" y="84268"/>
                      <a:pt x="276684" y="86822"/>
                      <a:pt x="276684" y="90652"/>
                    </a:cubicBezTo>
                    <a:lnTo>
                      <a:pt x="276684" y="158961"/>
                    </a:lnTo>
                    <a:cubicBezTo>
                      <a:pt x="276684" y="162792"/>
                      <a:pt x="274128" y="165345"/>
                      <a:pt x="270294" y="165345"/>
                    </a:cubicBezTo>
                    <a:cubicBezTo>
                      <a:pt x="266460" y="165345"/>
                      <a:pt x="263904" y="162792"/>
                      <a:pt x="263904" y="158961"/>
                    </a:cubicBezTo>
                    <a:lnTo>
                      <a:pt x="263904" y="97036"/>
                    </a:lnTo>
                    <a:lnTo>
                      <a:pt x="201922" y="97036"/>
                    </a:lnTo>
                    <a:cubicBezTo>
                      <a:pt x="198088" y="97036"/>
                      <a:pt x="195532" y="94483"/>
                      <a:pt x="195532" y="90652"/>
                    </a:cubicBezTo>
                    <a:cubicBezTo>
                      <a:pt x="195532" y="86822"/>
                      <a:pt x="198088" y="84268"/>
                      <a:pt x="201922" y="84268"/>
                    </a:cubicBezTo>
                    <a:close/>
                    <a:moveTo>
                      <a:pt x="174445" y="65755"/>
                    </a:moveTo>
                    <a:cubicBezTo>
                      <a:pt x="174445" y="61925"/>
                      <a:pt x="177001" y="59371"/>
                      <a:pt x="180835" y="59371"/>
                    </a:cubicBezTo>
                    <a:cubicBezTo>
                      <a:pt x="184669" y="59371"/>
                      <a:pt x="187225" y="61925"/>
                      <a:pt x="187225" y="65755"/>
                    </a:cubicBezTo>
                    <a:lnTo>
                      <a:pt x="187225" y="97675"/>
                    </a:lnTo>
                    <a:cubicBezTo>
                      <a:pt x="187225" y="101505"/>
                      <a:pt x="184669" y="104059"/>
                      <a:pt x="180835" y="104059"/>
                    </a:cubicBezTo>
                    <a:cubicBezTo>
                      <a:pt x="177001" y="104059"/>
                      <a:pt x="174445" y="101505"/>
                      <a:pt x="174445" y="97675"/>
                    </a:cubicBezTo>
                    <a:lnTo>
                      <a:pt x="174445" y="65755"/>
                    </a:lnTo>
                    <a:close/>
                    <a:moveTo>
                      <a:pt x="84986" y="91291"/>
                    </a:moveTo>
                    <a:cubicBezTo>
                      <a:pt x="84986" y="87460"/>
                      <a:pt x="87542" y="84907"/>
                      <a:pt x="91376" y="84907"/>
                    </a:cubicBezTo>
                    <a:lnTo>
                      <a:pt x="159748" y="84907"/>
                    </a:lnTo>
                    <a:cubicBezTo>
                      <a:pt x="163582" y="84907"/>
                      <a:pt x="166138" y="87460"/>
                      <a:pt x="166138" y="91291"/>
                    </a:cubicBezTo>
                    <a:cubicBezTo>
                      <a:pt x="166138" y="95121"/>
                      <a:pt x="163582" y="97675"/>
                      <a:pt x="159748" y="97675"/>
                    </a:cubicBezTo>
                    <a:lnTo>
                      <a:pt x="97766" y="97675"/>
                    </a:lnTo>
                    <a:lnTo>
                      <a:pt x="97766" y="159600"/>
                    </a:lnTo>
                    <a:cubicBezTo>
                      <a:pt x="97766" y="163430"/>
                      <a:pt x="95210" y="165984"/>
                      <a:pt x="91376" y="165984"/>
                    </a:cubicBezTo>
                    <a:cubicBezTo>
                      <a:pt x="87542" y="165984"/>
                      <a:pt x="84986" y="163430"/>
                      <a:pt x="84986" y="159600"/>
                    </a:cubicBezTo>
                    <a:lnTo>
                      <a:pt x="84986" y="91291"/>
                    </a:lnTo>
                    <a:close/>
                    <a:moveTo>
                      <a:pt x="60065" y="180667"/>
                    </a:moveTo>
                    <a:cubicBezTo>
                      <a:pt x="60065" y="176836"/>
                      <a:pt x="62621" y="174283"/>
                      <a:pt x="66455" y="174283"/>
                    </a:cubicBezTo>
                    <a:lnTo>
                      <a:pt x="98405" y="174283"/>
                    </a:lnTo>
                    <a:cubicBezTo>
                      <a:pt x="102239" y="174283"/>
                      <a:pt x="104795" y="176836"/>
                      <a:pt x="104795" y="180667"/>
                    </a:cubicBezTo>
                    <a:cubicBezTo>
                      <a:pt x="104795" y="184497"/>
                      <a:pt x="102239" y="187051"/>
                      <a:pt x="98405" y="187051"/>
                    </a:cubicBezTo>
                    <a:lnTo>
                      <a:pt x="66455" y="187051"/>
                    </a:lnTo>
                    <a:cubicBezTo>
                      <a:pt x="63260" y="187051"/>
                      <a:pt x="60065" y="184497"/>
                      <a:pt x="60065" y="180667"/>
                    </a:cubicBezTo>
                    <a:close/>
                    <a:moveTo>
                      <a:pt x="159748" y="276426"/>
                    </a:moveTo>
                    <a:lnTo>
                      <a:pt x="91376" y="276426"/>
                    </a:lnTo>
                    <a:cubicBezTo>
                      <a:pt x="87542" y="276426"/>
                      <a:pt x="84986" y="273873"/>
                      <a:pt x="84986" y="270042"/>
                    </a:cubicBezTo>
                    <a:lnTo>
                      <a:pt x="84986" y="201734"/>
                    </a:lnTo>
                    <a:cubicBezTo>
                      <a:pt x="84986" y="197903"/>
                      <a:pt x="87542" y="195350"/>
                      <a:pt x="91376" y="195350"/>
                    </a:cubicBezTo>
                    <a:cubicBezTo>
                      <a:pt x="95210" y="195350"/>
                      <a:pt x="97766" y="197903"/>
                      <a:pt x="97766" y="201734"/>
                    </a:cubicBezTo>
                    <a:lnTo>
                      <a:pt x="97766" y="263658"/>
                    </a:lnTo>
                    <a:lnTo>
                      <a:pt x="159748" y="263658"/>
                    </a:lnTo>
                    <a:cubicBezTo>
                      <a:pt x="163582" y="263658"/>
                      <a:pt x="166138" y="266212"/>
                      <a:pt x="166138" y="270042"/>
                    </a:cubicBezTo>
                    <a:cubicBezTo>
                      <a:pt x="166138" y="273873"/>
                      <a:pt x="163582" y="276426"/>
                      <a:pt x="159748" y="276426"/>
                    </a:cubicBezTo>
                    <a:lnTo>
                      <a:pt x="159748" y="276426"/>
                    </a:lnTo>
                    <a:close/>
                    <a:moveTo>
                      <a:pt x="188503" y="296217"/>
                    </a:moveTo>
                    <a:cubicBezTo>
                      <a:pt x="188503" y="300047"/>
                      <a:pt x="185947" y="302601"/>
                      <a:pt x="182113" y="302601"/>
                    </a:cubicBezTo>
                    <a:cubicBezTo>
                      <a:pt x="178279" y="302601"/>
                      <a:pt x="175723" y="300047"/>
                      <a:pt x="175723" y="296217"/>
                    </a:cubicBezTo>
                    <a:lnTo>
                      <a:pt x="175723" y="264297"/>
                    </a:lnTo>
                    <a:cubicBezTo>
                      <a:pt x="175723" y="260466"/>
                      <a:pt x="178279" y="257913"/>
                      <a:pt x="182113" y="257913"/>
                    </a:cubicBezTo>
                    <a:cubicBezTo>
                      <a:pt x="185947" y="257913"/>
                      <a:pt x="188503" y="260466"/>
                      <a:pt x="188503" y="264297"/>
                    </a:cubicBezTo>
                    <a:lnTo>
                      <a:pt x="188503" y="296217"/>
                    </a:lnTo>
                    <a:close/>
                    <a:moveTo>
                      <a:pt x="182113" y="243230"/>
                    </a:moveTo>
                    <a:lnTo>
                      <a:pt x="182113" y="243230"/>
                    </a:lnTo>
                    <a:cubicBezTo>
                      <a:pt x="178918" y="243230"/>
                      <a:pt x="175723" y="241314"/>
                      <a:pt x="173806" y="238761"/>
                    </a:cubicBezTo>
                    <a:lnTo>
                      <a:pt x="142496" y="191519"/>
                    </a:lnTo>
                    <a:cubicBezTo>
                      <a:pt x="138023" y="184497"/>
                      <a:pt x="136106" y="176198"/>
                      <a:pt x="136106" y="167899"/>
                    </a:cubicBezTo>
                    <a:cubicBezTo>
                      <a:pt x="136106" y="142363"/>
                      <a:pt x="156553" y="121934"/>
                      <a:pt x="182113" y="121934"/>
                    </a:cubicBezTo>
                    <a:lnTo>
                      <a:pt x="182113" y="121934"/>
                    </a:lnTo>
                    <a:cubicBezTo>
                      <a:pt x="207673" y="121934"/>
                      <a:pt x="228121" y="142363"/>
                      <a:pt x="228121" y="167899"/>
                    </a:cubicBezTo>
                    <a:cubicBezTo>
                      <a:pt x="228121" y="176198"/>
                      <a:pt x="226204" y="183859"/>
                      <a:pt x="221731" y="190881"/>
                    </a:cubicBezTo>
                    <a:lnTo>
                      <a:pt x="190420" y="238122"/>
                    </a:lnTo>
                    <a:cubicBezTo>
                      <a:pt x="188503" y="241953"/>
                      <a:pt x="185308" y="243230"/>
                      <a:pt x="182113" y="243230"/>
                    </a:cubicBezTo>
                    <a:lnTo>
                      <a:pt x="182113" y="243230"/>
                    </a:lnTo>
                    <a:close/>
                    <a:moveTo>
                      <a:pt x="277323" y="270042"/>
                    </a:moveTo>
                    <a:cubicBezTo>
                      <a:pt x="277323" y="273873"/>
                      <a:pt x="274767" y="276426"/>
                      <a:pt x="270933" y="276426"/>
                    </a:cubicBezTo>
                    <a:lnTo>
                      <a:pt x="202561" y="276426"/>
                    </a:lnTo>
                    <a:cubicBezTo>
                      <a:pt x="198727" y="276426"/>
                      <a:pt x="196171" y="273873"/>
                      <a:pt x="196171" y="270042"/>
                    </a:cubicBezTo>
                    <a:cubicBezTo>
                      <a:pt x="196171" y="266212"/>
                      <a:pt x="198727" y="263658"/>
                      <a:pt x="202561" y="263658"/>
                    </a:cubicBezTo>
                    <a:lnTo>
                      <a:pt x="264543" y="263658"/>
                    </a:lnTo>
                    <a:lnTo>
                      <a:pt x="264543" y="201734"/>
                    </a:lnTo>
                    <a:cubicBezTo>
                      <a:pt x="264543" y="197903"/>
                      <a:pt x="267099" y="195350"/>
                      <a:pt x="270933" y="195350"/>
                    </a:cubicBezTo>
                    <a:cubicBezTo>
                      <a:pt x="274767" y="195350"/>
                      <a:pt x="277323" y="197903"/>
                      <a:pt x="277323" y="201734"/>
                    </a:cubicBezTo>
                    <a:lnTo>
                      <a:pt x="277323" y="270042"/>
                    </a:lnTo>
                    <a:close/>
                    <a:moveTo>
                      <a:pt x="295854" y="187051"/>
                    </a:moveTo>
                    <a:lnTo>
                      <a:pt x="263904" y="187051"/>
                    </a:lnTo>
                    <a:cubicBezTo>
                      <a:pt x="260070" y="187051"/>
                      <a:pt x="257514" y="184497"/>
                      <a:pt x="257514" y="180667"/>
                    </a:cubicBezTo>
                    <a:cubicBezTo>
                      <a:pt x="257514" y="176836"/>
                      <a:pt x="260070" y="174283"/>
                      <a:pt x="263904" y="174283"/>
                    </a:cubicBezTo>
                    <a:lnTo>
                      <a:pt x="295854" y="174283"/>
                    </a:lnTo>
                    <a:cubicBezTo>
                      <a:pt x="299688" y="174283"/>
                      <a:pt x="302244" y="176836"/>
                      <a:pt x="302244" y="180667"/>
                    </a:cubicBezTo>
                    <a:cubicBezTo>
                      <a:pt x="302244" y="184497"/>
                      <a:pt x="299688" y="187051"/>
                      <a:pt x="295854" y="187051"/>
                    </a:cubicBezTo>
                    <a:close/>
                  </a:path>
                </a:pathLst>
              </a:custGeom>
              <a:grpFill/>
              <a:ln w="6390" cap="flat">
                <a:noFill/>
                <a:prstDash val="solid"/>
                <a:miter/>
              </a:ln>
            </p:spPr>
            <p:txBody>
              <a:bodyPr rtlCol="0" anchor="ctr"/>
              <a:lstStyle/>
              <a:p>
                <a:endParaRPr lang="en-US"/>
              </a:p>
            </p:txBody>
          </p:sp>
        </p:grpSp>
        <p:grpSp>
          <p:nvGrpSpPr>
            <p:cNvPr id="12" name="Graphic 4">
              <a:extLst>
                <a:ext uri="{FF2B5EF4-FFF2-40B4-BE49-F238E27FC236}">
                  <a16:creationId xmlns:a16="http://schemas.microsoft.com/office/drawing/2014/main" id="{AE7AABE2-54A1-5ADC-D312-255813B8941D}"/>
                </a:ext>
              </a:extLst>
            </p:cNvPr>
            <p:cNvGrpSpPr>
              <a:grpSpLocks noChangeAspect="1"/>
            </p:cNvGrpSpPr>
            <p:nvPr/>
          </p:nvGrpSpPr>
          <p:grpSpPr>
            <a:xfrm>
              <a:off x="4535736" y="5299992"/>
              <a:ext cx="915264" cy="914400"/>
              <a:chOff x="1952125" y="2855717"/>
              <a:chExt cx="362313" cy="361971"/>
            </a:xfrm>
            <a:solidFill>
              <a:srgbClr val="62B5E5"/>
            </a:solidFill>
          </p:grpSpPr>
          <p:sp>
            <p:nvSpPr>
              <p:cNvPr id="55" name="Graphic 4">
                <a:extLst>
                  <a:ext uri="{FF2B5EF4-FFF2-40B4-BE49-F238E27FC236}">
                    <a16:creationId xmlns:a16="http://schemas.microsoft.com/office/drawing/2014/main" id="{1807ADA3-4DC4-9BF1-A2CF-346674017C5F}"/>
                  </a:ext>
                </a:extLst>
              </p:cNvPr>
              <p:cNvSpPr/>
              <p:nvPr/>
            </p:nvSpPr>
            <p:spPr>
              <a:xfrm>
                <a:off x="2047974" y="2955307"/>
                <a:ext cx="61087" cy="61286"/>
              </a:xfrm>
              <a:custGeom>
                <a:avLst/>
                <a:gdLst>
                  <a:gd name="connsiteX0" fmla="*/ 54954 w 61087"/>
                  <a:gd name="connsiteY0" fmla="*/ 12130 h 61286"/>
                  <a:gd name="connsiteX1" fmla="*/ 35145 w 61087"/>
                  <a:gd name="connsiteY1" fmla="*/ 0 h 61286"/>
                  <a:gd name="connsiteX2" fmla="*/ 30672 w 61087"/>
                  <a:gd name="connsiteY2" fmla="*/ 0 h 61286"/>
                  <a:gd name="connsiteX3" fmla="*/ 0 w 61087"/>
                  <a:gd name="connsiteY3" fmla="*/ 30643 h 61286"/>
                  <a:gd name="connsiteX4" fmla="*/ 30672 w 61087"/>
                  <a:gd name="connsiteY4" fmla="*/ 61286 h 61286"/>
                  <a:gd name="connsiteX5" fmla="*/ 60704 w 61087"/>
                  <a:gd name="connsiteY5" fmla="*/ 35112 h 61286"/>
                  <a:gd name="connsiteX6" fmla="*/ 54954 w 61087"/>
                  <a:gd name="connsiteY6" fmla="*/ 12130 h 6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087" h="61286">
                    <a:moveTo>
                      <a:pt x="54954" y="12130"/>
                    </a:moveTo>
                    <a:cubicBezTo>
                      <a:pt x="49841" y="5746"/>
                      <a:pt x="42813" y="1277"/>
                      <a:pt x="35145" y="0"/>
                    </a:cubicBezTo>
                    <a:cubicBezTo>
                      <a:pt x="33867" y="0"/>
                      <a:pt x="31950" y="0"/>
                      <a:pt x="30672" y="0"/>
                    </a:cubicBezTo>
                    <a:cubicBezTo>
                      <a:pt x="14058" y="0"/>
                      <a:pt x="0" y="14045"/>
                      <a:pt x="0" y="30643"/>
                    </a:cubicBezTo>
                    <a:cubicBezTo>
                      <a:pt x="0" y="47242"/>
                      <a:pt x="14058" y="61286"/>
                      <a:pt x="30672" y="61286"/>
                    </a:cubicBezTo>
                    <a:cubicBezTo>
                      <a:pt x="46008" y="61286"/>
                      <a:pt x="58788" y="49795"/>
                      <a:pt x="60704" y="35112"/>
                    </a:cubicBezTo>
                    <a:cubicBezTo>
                      <a:pt x="61982" y="26813"/>
                      <a:pt x="60065" y="18514"/>
                      <a:pt x="54954" y="12130"/>
                    </a:cubicBezTo>
                    <a:close/>
                  </a:path>
                </a:pathLst>
              </a:custGeom>
              <a:grpFill/>
              <a:ln w="6390" cap="flat">
                <a:noFill/>
                <a:prstDash val="solid"/>
                <a:miter/>
              </a:ln>
            </p:spPr>
            <p:txBody>
              <a:bodyPr rtlCol="0" anchor="ctr"/>
              <a:lstStyle/>
              <a:p>
                <a:endParaRPr lang="en-US"/>
              </a:p>
            </p:txBody>
          </p:sp>
          <p:sp>
            <p:nvSpPr>
              <p:cNvPr id="56" name="Graphic 4">
                <a:extLst>
                  <a:ext uri="{FF2B5EF4-FFF2-40B4-BE49-F238E27FC236}">
                    <a16:creationId xmlns:a16="http://schemas.microsoft.com/office/drawing/2014/main" id="{7B6F6DB7-391F-DAEB-C858-257B8857C276}"/>
                  </a:ext>
                </a:extLst>
              </p:cNvPr>
              <p:cNvSpPr/>
              <p:nvPr/>
            </p:nvSpPr>
            <p:spPr>
              <a:xfrm>
                <a:off x="2183407" y="2999963"/>
                <a:ext cx="40325" cy="40285"/>
              </a:xfrm>
              <a:custGeom>
                <a:avLst/>
                <a:gdLst>
                  <a:gd name="connsiteX0" fmla="*/ 19204 w 40325"/>
                  <a:gd name="connsiteY0" fmla="*/ 32 h 40285"/>
                  <a:gd name="connsiteX1" fmla="*/ 35 w 40325"/>
                  <a:gd name="connsiteY1" fmla="*/ 21099 h 40285"/>
                  <a:gd name="connsiteX2" fmla="*/ 21121 w 40325"/>
                  <a:gd name="connsiteY2" fmla="*/ 40251 h 40285"/>
                  <a:gd name="connsiteX3" fmla="*/ 40291 w 40325"/>
                  <a:gd name="connsiteY3" fmla="*/ 19184 h 40285"/>
                  <a:gd name="connsiteX4" fmla="*/ 19204 w 40325"/>
                  <a:gd name="connsiteY4" fmla="*/ 32 h 40285"/>
                  <a:gd name="connsiteX5" fmla="*/ 19204 w 40325"/>
                  <a:gd name="connsiteY5" fmla="*/ 32 h 4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25" h="40285">
                    <a:moveTo>
                      <a:pt x="19204" y="32"/>
                    </a:moveTo>
                    <a:cubicBezTo>
                      <a:pt x="7702" y="671"/>
                      <a:pt x="-605" y="10247"/>
                      <a:pt x="35" y="21099"/>
                    </a:cubicBezTo>
                    <a:cubicBezTo>
                      <a:pt x="673" y="32591"/>
                      <a:pt x="10258" y="40890"/>
                      <a:pt x="21121" y="40251"/>
                    </a:cubicBezTo>
                    <a:cubicBezTo>
                      <a:pt x="32623" y="39613"/>
                      <a:pt x="40930" y="30037"/>
                      <a:pt x="40291" y="19184"/>
                    </a:cubicBezTo>
                    <a:cubicBezTo>
                      <a:pt x="39652" y="8331"/>
                      <a:pt x="30067" y="-606"/>
                      <a:pt x="19204" y="32"/>
                    </a:cubicBezTo>
                    <a:cubicBezTo>
                      <a:pt x="19204" y="32"/>
                      <a:pt x="19204" y="32"/>
                      <a:pt x="19204" y="32"/>
                    </a:cubicBezTo>
                    <a:close/>
                  </a:path>
                </a:pathLst>
              </a:custGeom>
              <a:grpFill/>
              <a:ln w="6390" cap="flat">
                <a:noFill/>
                <a:prstDash val="solid"/>
                <a:miter/>
              </a:ln>
            </p:spPr>
            <p:txBody>
              <a:bodyPr rtlCol="0" anchor="ctr"/>
              <a:lstStyle/>
              <a:p>
                <a:endParaRPr lang="en-US"/>
              </a:p>
            </p:txBody>
          </p:sp>
          <p:sp>
            <p:nvSpPr>
              <p:cNvPr id="57" name="Graphic 4">
                <a:extLst>
                  <a:ext uri="{FF2B5EF4-FFF2-40B4-BE49-F238E27FC236}">
                    <a16:creationId xmlns:a16="http://schemas.microsoft.com/office/drawing/2014/main" id="{AAB34F2C-33E8-7CCA-DD0B-FFDB90B5CE8D}"/>
                  </a:ext>
                </a:extLst>
              </p:cNvPr>
              <p:cNvSpPr/>
              <p:nvPr/>
            </p:nvSpPr>
            <p:spPr>
              <a:xfrm>
                <a:off x="2109922" y="3079795"/>
                <a:ext cx="38408" cy="38338"/>
              </a:xfrm>
              <a:custGeom>
                <a:avLst/>
                <a:gdLst>
                  <a:gd name="connsiteX0" fmla="*/ 19204 w 38408"/>
                  <a:gd name="connsiteY0" fmla="*/ 0 h 38338"/>
                  <a:gd name="connsiteX1" fmla="*/ 18565 w 38408"/>
                  <a:gd name="connsiteY1" fmla="*/ 0 h 38338"/>
                  <a:gd name="connsiteX2" fmla="*/ 35 w 38408"/>
                  <a:gd name="connsiteY2" fmla="*/ 19790 h 38338"/>
                  <a:gd name="connsiteX3" fmla="*/ 19843 w 38408"/>
                  <a:gd name="connsiteY3" fmla="*/ 38304 h 38338"/>
                  <a:gd name="connsiteX4" fmla="*/ 38374 w 38408"/>
                  <a:gd name="connsiteY4" fmla="*/ 18514 h 38338"/>
                  <a:gd name="connsiteX5" fmla="*/ 19204 w 38408"/>
                  <a:gd name="connsiteY5" fmla="*/ 0 h 3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08" h="38338">
                    <a:moveTo>
                      <a:pt x="19204" y="0"/>
                    </a:moveTo>
                    <a:lnTo>
                      <a:pt x="18565" y="0"/>
                    </a:lnTo>
                    <a:cubicBezTo>
                      <a:pt x="7702" y="0"/>
                      <a:pt x="-604" y="8938"/>
                      <a:pt x="35" y="19790"/>
                    </a:cubicBezTo>
                    <a:cubicBezTo>
                      <a:pt x="673" y="30643"/>
                      <a:pt x="8980" y="38942"/>
                      <a:pt x="19843" y="38304"/>
                    </a:cubicBezTo>
                    <a:cubicBezTo>
                      <a:pt x="30706" y="38304"/>
                      <a:pt x="39013" y="29366"/>
                      <a:pt x="38374" y="18514"/>
                    </a:cubicBezTo>
                    <a:cubicBezTo>
                      <a:pt x="37735" y="8299"/>
                      <a:pt x="30067" y="638"/>
                      <a:pt x="19204" y="0"/>
                    </a:cubicBezTo>
                    <a:close/>
                  </a:path>
                </a:pathLst>
              </a:custGeom>
              <a:grpFill/>
              <a:ln w="6390" cap="flat">
                <a:noFill/>
                <a:prstDash val="solid"/>
                <a:miter/>
              </a:ln>
            </p:spPr>
            <p:txBody>
              <a:bodyPr rtlCol="0" anchor="ctr"/>
              <a:lstStyle/>
              <a:p>
                <a:endParaRPr lang="en-US"/>
              </a:p>
            </p:txBody>
          </p:sp>
          <p:sp>
            <p:nvSpPr>
              <p:cNvPr id="58" name="Graphic 4">
                <a:extLst>
                  <a:ext uri="{FF2B5EF4-FFF2-40B4-BE49-F238E27FC236}">
                    <a16:creationId xmlns:a16="http://schemas.microsoft.com/office/drawing/2014/main" id="{6A4DC21F-0CD9-5B34-C672-F3FA951D1990}"/>
                  </a:ext>
                </a:extLst>
              </p:cNvPr>
              <p:cNvSpPr/>
              <p:nvPr/>
            </p:nvSpPr>
            <p:spPr>
              <a:xfrm>
                <a:off x="2024331" y="2932325"/>
                <a:ext cx="109267" cy="110442"/>
              </a:xfrm>
              <a:custGeom>
                <a:avLst/>
                <a:gdLst>
                  <a:gd name="connsiteX0" fmla="*/ 65177 w 109267"/>
                  <a:gd name="connsiteY0" fmla="*/ 97675 h 110442"/>
                  <a:gd name="connsiteX1" fmla="*/ 76679 w 109267"/>
                  <a:gd name="connsiteY1" fmla="*/ 93206 h 110442"/>
                  <a:gd name="connsiteX2" fmla="*/ 82430 w 109267"/>
                  <a:gd name="connsiteY2" fmla="*/ 93206 h 110442"/>
                  <a:gd name="connsiteX3" fmla="*/ 88820 w 109267"/>
                  <a:gd name="connsiteY3" fmla="*/ 97036 h 110442"/>
                  <a:gd name="connsiteX4" fmla="*/ 93932 w 109267"/>
                  <a:gd name="connsiteY4" fmla="*/ 92568 h 110442"/>
                  <a:gd name="connsiteX5" fmla="*/ 90737 w 109267"/>
                  <a:gd name="connsiteY5" fmla="*/ 85545 h 110442"/>
                  <a:gd name="connsiteX6" fmla="*/ 90737 w 109267"/>
                  <a:gd name="connsiteY6" fmla="*/ 79800 h 110442"/>
                  <a:gd name="connsiteX7" fmla="*/ 96488 w 109267"/>
                  <a:gd name="connsiteY7" fmla="*/ 68947 h 110442"/>
                  <a:gd name="connsiteX8" fmla="*/ 100961 w 109267"/>
                  <a:gd name="connsiteY8" fmla="*/ 65755 h 110442"/>
                  <a:gd name="connsiteX9" fmla="*/ 108629 w 109267"/>
                  <a:gd name="connsiteY9" fmla="*/ 64478 h 110442"/>
                  <a:gd name="connsiteX10" fmla="*/ 109268 w 109267"/>
                  <a:gd name="connsiteY10" fmla="*/ 57456 h 110442"/>
                  <a:gd name="connsiteX11" fmla="*/ 102878 w 109267"/>
                  <a:gd name="connsiteY11" fmla="*/ 54264 h 110442"/>
                  <a:gd name="connsiteX12" fmla="*/ 99683 w 109267"/>
                  <a:gd name="connsiteY12" fmla="*/ 49795 h 110442"/>
                  <a:gd name="connsiteX13" fmla="*/ 97766 w 109267"/>
                  <a:gd name="connsiteY13" fmla="*/ 38304 h 110442"/>
                  <a:gd name="connsiteX14" fmla="*/ 99044 w 109267"/>
                  <a:gd name="connsiteY14" fmla="*/ 33197 h 110442"/>
                  <a:gd name="connsiteX15" fmla="*/ 104156 w 109267"/>
                  <a:gd name="connsiteY15" fmla="*/ 27451 h 110442"/>
                  <a:gd name="connsiteX16" fmla="*/ 100322 w 109267"/>
                  <a:gd name="connsiteY16" fmla="*/ 21706 h 110442"/>
                  <a:gd name="connsiteX17" fmla="*/ 92654 w 109267"/>
                  <a:gd name="connsiteY17" fmla="*/ 23621 h 110442"/>
                  <a:gd name="connsiteX18" fmla="*/ 87542 w 109267"/>
                  <a:gd name="connsiteY18" fmla="*/ 22344 h 110442"/>
                  <a:gd name="connsiteX19" fmla="*/ 77957 w 109267"/>
                  <a:gd name="connsiteY19" fmla="*/ 14683 h 110442"/>
                  <a:gd name="connsiteX20" fmla="*/ 75401 w 109267"/>
                  <a:gd name="connsiteY20" fmla="*/ 9576 h 110442"/>
                  <a:gd name="connsiteX21" fmla="*/ 75401 w 109267"/>
                  <a:gd name="connsiteY21" fmla="*/ 1915 h 110442"/>
                  <a:gd name="connsiteX22" fmla="*/ 69011 w 109267"/>
                  <a:gd name="connsiteY22" fmla="*/ 0 h 110442"/>
                  <a:gd name="connsiteX23" fmla="*/ 64538 w 109267"/>
                  <a:gd name="connsiteY23" fmla="*/ 5746 h 110442"/>
                  <a:gd name="connsiteX24" fmla="*/ 59427 w 109267"/>
                  <a:gd name="connsiteY24" fmla="*/ 8299 h 110442"/>
                  <a:gd name="connsiteX25" fmla="*/ 47286 w 109267"/>
                  <a:gd name="connsiteY25" fmla="*/ 8938 h 110442"/>
                  <a:gd name="connsiteX26" fmla="*/ 42174 w 109267"/>
                  <a:gd name="connsiteY26" fmla="*/ 7022 h 110442"/>
                  <a:gd name="connsiteX27" fmla="*/ 37062 w 109267"/>
                  <a:gd name="connsiteY27" fmla="*/ 1277 h 110442"/>
                  <a:gd name="connsiteX28" fmla="*/ 30672 w 109267"/>
                  <a:gd name="connsiteY28" fmla="*/ 3830 h 110442"/>
                  <a:gd name="connsiteX29" fmla="*/ 31311 w 109267"/>
                  <a:gd name="connsiteY29" fmla="*/ 11491 h 110442"/>
                  <a:gd name="connsiteX30" fmla="*/ 29394 w 109267"/>
                  <a:gd name="connsiteY30" fmla="*/ 16598 h 110442"/>
                  <a:gd name="connsiteX31" fmla="*/ 20448 w 109267"/>
                  <a:gd name="connsiteY31" fmla="*/ 24897 h 110442"/>
                  <a:gd name="connsiteX32" fmla="*/ 15336 w 109267"/>
                  <a:gd name="connsiteY32" fmla="*/ 26174 h 110442"/>
                  <a:gd name="connsiteX33" fmla="*/ 7668 w 109267"/>
                  <a:gd name="connsiteY33" fmla="*/ 24897 h 110442"/>
                  <a:gd name="connsiteX34" fmla="*/ 4473 w 109267"/>
                  <a:gd name="connsiteY34" fmla="*/ 31281 h 110442"/>
                  <a:gd name="connsiteX35" fmla="*/ 9585 w 109267"/>
                  <a:gd name="connsiteY35" fmla="*/ 37027 h 110442"/>
                  <a:gd name="connsiteX36" fmla="*/ 11502 w 109267"/>
                  <a:gd name="connsiteY36" fmla="*/ 42134 h 110442"/>
                  <a:gd name="connsiteX37" fmla="*/ 9585 w 109267"/>
                  <a:gd name="connsiteY37" fmla="*/ 54264 h 110442"/>
                  <a:gd name="connsiteX38" fmla="*/ 6390 w 109267"/>
                  <a:gd name="connsiteY38" fmla="*/ 58733 h 110442"/>
                  <a:gd name="connsiteX39" fmla="*/ 0 w 109267"/>
                  <a:gd name="connsiteY39" fmla="*/ 62563 h 110442"/>
                  <a:gd name="connsiteX40" fmla="*/ 1278 w 109267"/>
                  <a:gd name="connsiteY40" fmla="*/ 69585 h 110442"/>
                  <a:gd name="connsiteX41" fmla="*/ 8946 w 109267"/>
                  <a:gd name="connsiteY41" fmla="*/ 70224 h 110442"/>
                  <a:gd name="connsiteX42" fmla="*/ 13419 w 109267"/>
                  <a:gd name="connsiteY42" fmla="*/ 73416 h 110442"/>
                  <a:gd name="connsiteX43" fmla="*/ 19809 w 109267"/>
                  <a:gd name="connsiteY43" fmla="*/ 83630 h 110442"/>
                  <a:gd name="connsiteX44" fmla="*/ 20448 w 109267"/>
                  <a:gd name="connsiteY44" fmla="*/ 89376 h 110442"/>
                  <a:gd name="connsiteX45" fmla="*/ 17892 w 109267"/>
                  <a:gd name="connsiteY45" fmla="*/ 96398 h 110442"/>
                  <a:gd name="connsiteX46" fmla="*/ 23643 w 109267"/>
                  <a:gd name="connsiteY46" fmla="*/ 100867 h 110442"/>
                  <a:gd name="connsiteX47" fmla="*/ 30033 w 109267"/>
                  <a:gd name="connsiteY47" fmla="*/ 97036 h 110442"/>
                  <a:gd name="connsiteX48" fmla="*/ 33228 w 109267"/>
                  <a:gd name="connsiteY48" fmla="*/ 95760 h 110442"/>
                  <a:gd name="connsiteX49" fmla="*/ 35145 w 109267"/>
                  <a:gd name="connsiteY49" fmla="*/ 95760 h 110442"/>
                  <a:gd name="connsiteX50" fmla="*/ 46647 w 109267"/>
                  <a:gd name="connsiteY50" fmla="*/ 99590 h 110442"/>
                  <a:gd name="connsiteX51" fmla="*/ 50481 w 109267"/>
                  <a:gd name="connsiteY51" fmla="*/ 103420 h 110442"/>
                  <a:gd name="connsiteX52" fmla="*/ 53037 w 109267"/>
                  <a:gd name="connsiteY52" fmla="*/ 110443 h 110442"/>
                  <a:gd name="connsiteX53" fmla="*/ 60066 w 109267"/>
                  <a:gd name="connsiteY53" fmla="*/ 110443 h 110442"/>
                  <a:gd name="connsiteX54" fmla="*/ 62622 w 109267"/>
                  <a:gd name="connsiteY54" fmla="*/ 103420 h 110442"/>
                  <a:gd name="connsiteX55" fmla="*/ 65177 w 109267"/>
                  <a:gd name="connsiteY55" fmla="*/ 97675 h 110442"/>
                  <a:gd name="connsiteX56" fmla="*/ 54314 w 109267"/>
                  <a:gd name="connsiteY56" fmla="*/ 97036 h 110442"/>
                  <a:gd name="connsiteX57" fmla="*/ 47925 w 109267"/>
                  <a:gd name="connsiteY57" fmla="*/ 96398 h 110442"/>
                  <a:gd name="connsiteX58" fmla="*/ 12141 w 109267"/>
                  <a:gd name="connsiteY58" fmla="*/ 47241 h 110442"/>
                  <a:gd name="connsiteX59" fmla="*/ 61343 w 109267"/>
                  <a:gd name="connsiteY59" fmla="*/ 11491 h 110442"/>
                  <a:gd name="connsiteX60" fmla="*/ 88820 w 109267"/>
                  <a:gd name="connsiteY60" fmla="*/ 28089 h 110442"/>
                  <a:gd name="connsiteX61" fmla="*/ 79874 w 109267"/>
                  <a:gd name="connsiteY61" fmla="*/ 88737 h 110442"/>
                  <a:gd name="connsiteX62" fmla="*/ 79874 w 109267"/>
                  <a:gd name="connsiteY62" fmla="*/ 88737 h 110442"/>
                  <a:gd name="connsiteX63" fmla="*/ 54314 w 109267"/>
                  <a:gd name="connsiteY63" fmla="*/ 97036 h 110442"/>
                  <a:gd name="connsiteX64" fmla="*/ 54314 w 109267"/>
                  <a:gd name="connsiteY64" fmla="*/ 97036 h 11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09267" h="110442">
                    <a:moveTo>
                      <a:pt x="65177" y="97675"/>
                    </a:moveTo>
                    <a:lnTo>
                      <a:pt x="76679" y="93206"/>
                    </a:lnTo>
                    <a:cubicBezTo>
                      <a:pt x="78596" y="92568"/>
                      <a:pt x="80513" y="92568"/>
                      <a:pt x="82430" y="93206"/>
                    </a:cubicBezTo>
                    <a:lnTo>
                      <a:pt x="88820" y="97036"/>
                    </a:lnTo>
                    <a:lnTo>
                      <a:pt x="93932" y="92568"/>
                    </a:lnTo>
                    <a:lnTo>
                      <a:pt x="90737" y="85545"/>
                    </a:lnTo>
                    <a:cubicBezTo>
                      <a:pt x="90098" y="83630"/>
                      <a:pt x="90098" y="81715"/>
                      <a:pt x="90737" y="79800"/>
                    </a:cubicBezTo>
                    <a:lnTo>
                      <a:pt x="96488" y="68947"/>
                    </a:lnTo>
                    <a:cubicBezTo>
                      <a:pt x="97127" y="67032"/>
                      <a:pt x="99044" y="65755"/>
                      <a:pt x="100961" y="65755"/>
                    </a:cubicBezTo>
                    <a:lnTo>
                      <a:pt x="108629" y="64478"/>
                    </a:lnTo>
                    <a:lnTo>
                      <a:pt x="109268" y="57456"/>
                    </a:lnTo>
                    <a:lnTo>
                      <a:pt x="102878" y="54264"/>
                    </a:lnTo>
                    <a:cubicBezTo>
                      <a:pt x="100961" y="53625"/>
                      <a:pt x="99683" y="51710"/>
                      <a:pt x="99683" y="49795"/>
                    </a:cubicBezTo>
                    <a:lnTo>
                      <a:pt x="97766" y="38304"/>
                    </a:lnTo>
                    <a:cubicBezTo>
                      <a:pt x="97127" y="36389"/>
                      <a:pt x="97766" y="34473"/>
                      <a:pt x="99044" y="33197"/>
                    </a:cubicBezTo>
                    <a:lnTo>
                      <a:pt x="104156" y="27451"/>
                    </a:lnTo>
                    <a:lnTo>
                      <a:pt x="100322" y="21706"/>
                    </a:lnTo>
                    <a:lnTo>
                      <a:pt x="92654" y="23621"/>
                    </a:lnTo>
                    <a:cubicBezTo>
                      <a:pt x="90737" y="24259"/>
                      <a:pt x="88820" y="23621"/>
                      <a:pt x="87542" y="22344"/>
                    </a:cubicBezTo>
                    <a:lnTo>
                      <a:pt x="77957" y="14683"/>
                    </a:lnTo>
                    <a:cubicBezTo>
                      <a:pt x="76679" y="13406"/>
                      <a:pt x="75401" y="11491"/>
                      <a:pt x="75401" y="9576"/>
                    </a:cubicBezTo>
                    <a:lnTo>
                      <a:pt x="75401" y="1915"/>
                    </a:lnTo>
                    <a:lnTo>
                      <a:pt x="69011" y="0"/>
                    </a:lnTo>
                    <a:lnTo>
                      <a:pt x="64538" y="5746"/>
                    </a:lnTo>
                    <a:cubicBezTo>
                      <a:pt x="63261" y="7022"/>
                      <a:pt x="61343" y="8299"/>
                      <a:pt x="59427" y="8299"/>
                    </a:cubicBezTo>
                    <a:lnTo>
                      <a:pt x="47286" y="8938"/>
                    </a:lnTo>
                    <a:cubicBezTo>
                      <a:pt x="45369" y="8938"/>
                      <a:pt x="43452" y="8299"/>
                      <a:pt x="42174" y="7022"/>
                    </a:cubicBezTo>
                    <a:lnTo>
                      <a:pt x="37062" y="1277"/>
                    </a:lnTo>
                    <a:lnTo>
                      <a:pt x="30672" y="3830"/>
                    </a:lnTo>
                    <a:lnTo>
                      <a:pt x="31311" y="11491"/>
                    </a:lnTo>
                    <a:cubicBezTo>
                      <a:pt x="31311" y="13406"/>
                      <a:pt x="30672" y="15322"/>
                      <a:pt x="29394" y="16598"/>
                    </a:cubicBezTo>
                    <a:lnTo>
                      <a:pt x="20448" y="24897"/>
                    </a:lnTo>
                    <a:cubicBezTo>
                      <a:pt x="19170" y="26174"/>
                      <a:pt x="17253" y="26813"/>
                      <a:pt x="15336" y="26174"/>
                    </a:cubicBezTo>
                    <a:lnTo>
                      <a:pt x="7668" y="24897"/>
                    </a:lnTo>
                    <a:lnTo>
                      <a:pt x="4473" y="31281"/>
                    </a:lnTo>
                    <a:lnTo>
                      <a:pt x="9585" y="37027"/>
                    </a:lnTo>
                    <a:cubicBezTo>
                      <a:pt x="10863" y="38304"/>
                      <a:pt x="11502" y="40219"/>
                      <a:pt x="11502" y="42134"/>
                    </a:cubicBezTo>
                    <a:lnTo>
                      <a:pt x="9585" y="54264"/>
                    </a:lnTo>
                    <a:cubicBezTo>
                      <a:pt x="9585" y="56179"/>
                      <a:pt x="8307" y="58094"/>
                      <a:pt x="6390" y="58733"/>
                    </a:cubicBezTo>
                    <a:lnTo>
                      <a:pt x="0" y="62563"/>
                    </a:lnTo>
                    <a:lnTo>
                      <a:pt x="1278" y="69585"/>
                    </a:lnTo>
                    <a:lnTo>
                      <a:pt x="8946" y="70224"/>
                    </a:lnTo>
                    <a:cubicBezTo>
                      <a:pt x="10863" y="70224"/>
                      <a:pt x="12780" y="71500"/>
                      <a:pt x="13419" y="73416"/>
                    </a:cubicBezTo>
                    <a:lnTo>
                      <a:pt x="19809" y="83630"/>
                    </a:lnTo>
                    <a:cubicBezTo>
                      <a:pt x="21087" y="85545"/>
                      <a:pt x="21087" y="87460"/>
                      <a:pt x="20448" y="89376"/>
                    </a:cubicBezTo>
                    <a:lnTo>
                      <a:pt x="17892" y="96398"/>
                    </a:lnTo>
                    <a:lnTo>
                      <a:pt x="23643" y="100867"/>
                    </a:lnTo>
                    <a:lnTo>
                      <a:pt x="30033" y="97036"/>
                    </a:lnTo>
                    <a:cubicBezTo>
                      <a:pt x="31311" y="96398"/>
                      <a:pt x="31950" y="95760"/>
                      <a:pt x="33228" y="95760"/>
                    </a:cubicBezTo>
                    <a:cubicBezTo>
                      <a:pt x="33867" y="95760"/>
                      <a:pt x="34506" y="95760"/>
                      <a:pt x="35145" y="95760"/>
                    </a:cubicBezTo>
                    <a:lnTo>
                      <a:pt x="46647" y="99590"/>
                    </a:lnTo>
                    <a:cubicBezTo>
                      <a:pt x="48564" y="100228"/>
                      <a:pt x="49842" y="101505"/>
                      <a:pt x="50481" y="103420"/>
                    </a:cubicBezTo>
                    <a:lnTo>
                      <a:pt x="53037" y="110443"/>
                    </a:lnTo>
                    <a:lnTo>
                      <a:pt x="60066" y="110443"/>
                    </a:lnTo>
                    <a:lnTo>
                      <a:pt x="62622" y="103420"/>
                    </a:lnTo>
                    <a:cubicBezTo>
                      <a:pt x="62622" y="100228"/>
                      <a:pt x="63899" y="98952"/>
                      <a:pt x="65177" y="97675"/>
                    </a:cubicBezTo>
                    <a:close/>
                    <a:moveTo>
                      <a:pt x="54314" y="97036"/>
                    </a:moveTo>
                    <a:cubicBezTo>
                      <a:pt x="52398" y="97036"/>
                      <a:pt x="49842" y="97036"/>
                      <a:pt x="47925" y="96398"/>
                    </a:cubicBezTo>
                    <a:cubicBezTo>
                      <a:pt x="24282" y="92568"/>
                      <a:pt x="8307" y="70224"/>
                      <a:pt x="12141" y="47241"/>
                    </a:cubicBezTo>
                    <a:cubicBezTo>
                      <a:pt x="15975" y="23621"/>
                      <a:pt x="38340" y="7661"/>
                      <a:pt x="61343" y="11491"/>
                    </a:cubicBezTo>
                    <a:cubicBezTo>
                      <a:pt x="72206" y="13406"/>
                      <a:pt x="82430" y="19152"/>
                      <a:pt x="88820" y="28089"/>
                    </a:cubicBezTo>
                    <a:cubicBezTo>
                      <a:pt x="102878" y="47241"/>
                      <a:pt x="99044" y="74054"/>
                      <a:pt x="79874" y="88737"/>
                    </a:cubicBezTo>
                    <a:cubicBezTo>
                      <a:pt x="79874" y="88737"/>
                      <a:pt x="79874" y="88737"/>
                      <a:pt x="79874" y="88737"/>
                    </a:cubicBezTo>
                    <a:cubicBezTo>
                      <a:pt x="72845" y="93844"/>
                      <a:pt x="63899" y="97036"/>
                      <a:pt x="54314" y="97036"/>
                    </a:cubicBezTo>
                    <a:lnTo>
                      <a:pt x="54314" y="97036"/>
                    </a:lnTo>
                    <a:close/>
                  </a:path>
                </a:pathLst>
              </a:custGeom>
              <a:grpFill/>
              <a:ln w="6390" cap="flat">
                <a:noFill/>
                <a:prstDash val="solid"/>
                <a:miter/>
              </a:ln>
            </p:spPr>
            <p:txBody>
              <a:bodyPr rtlCol="0" anchor="ctr"/>
              <a:lstStyle/>
              <a:p>
                <a:endParaRPr lang="en-US"/>
              </a:p>
            </p:txBody>
          </p:sp>
          <p:sp>
            <p:nvSpPr>
              <p:cNvPr id="60" name="Graphic 4">
                <a:extLst>
                  <a:ext uri="{FF2B5EF4-FFF2-40B4-BE49-F238E27FC236}">
                    <a16:creationId xmlns:a16="http://schemas.microsoft.com/office/drawing/2014/main" id="{8890FB99-CE18-0EB1-BA59-57C05DC00480}"/>
                  </a:ext>
                </a:extLst>
              </p:cNvPr>
              <p:cNvSpPr/>
              <p:nvPr/>
            </p:nvSpPr>
            <p:spPr>
              <a:xfrm>
                <a:off x="2089509" y="3058728"/>
                <a:ext cx="82430" cy="82353"/>
              </a:xfrm>
              <a:custGeom>
                <a:avLst/>
                <a:gdLst>
                  <a:gd name="connsiteX0" fmla="*/ 76679 w 82430"/>
                  <a:gd name="connsiteY0" fmla="*/ 37027 h 82353"/>
                  <a:gd name="connsiteX1" fmla="*/ 72845 w 82430"/>
                  <a:gd name="connsiteY1" fmla="*/ 33197 h 82353"/>
                  <a:gd name="connsiteX2" fmla="*/ 69011 w 82430"/>
                  <a:gd name="connsiteY2" fmla="*/ 24897 h 82353"/>
                  <a:gd name="connsiteX3" fmla="*/ 69011 w 82430"/>
                  <a:gd name="connsiteY3" fmla="*/ 19152 h 82353"/>
                  <a:gd name="connsiteX4" fmla="*/ 71567 w 82430"/>
                  <a:gd name="connsiteY4" fmla="*/ 14683 h 82353"/>
                  <a:gd name="connsiteX5" fmla="*/ 69011 w 82430"/>
                  <a:gd name="connsiteY5" fmla="*/ 12130 h 82353"/>
                  <a:gd name="connsiteX6" fmla="*/ 64538 w 82430"/>
                  <a:gd name="connsiteY6" fmla="*/ 14045 h 82353"/>
                  <a:gd name="connsiteX7" fmla="*/ 58788 w 82430"/>
                  <a:gd name="connsiteY7" fmla="*/ 14045 h 82353"/>
                  <a:gd name="connsiteX8" fmla="*/ 51119 w 82430"/>
                  <a:gd name="connsiteY8" fmla="*/ 9576 h 82353"/>
                  <a:gd name="connsiteX9" fmla="*/ 47925 w 82430"/>
                  <a:gd name="connsiteY9" fmla="*/ 5107 h 82353"/>
                  <a:gd name="connsiteX10" fmla="*/ 47285 w 82430"/>
                  <a:gd name="connsiteY10" fmla="*/ 638 h 82353"/>
                  <a:gd name="connsiteX11" fmla="*/ 44091 w 82430"/>
                  <a:gd name="connsiteY11" fmla="*/ 0 h 82353"/>
                  <a:gd name="connsiteX12" fmla="*/ 42174 w 82430"/>
                  <a:gd name="connsiteY12" fmla="*/ 4469 h 82353"/>
                  <a:gd name="connsiteX13" fmla="*/ 37701 w 82430"/>
                  <a:gd name="connsiteY13" fmla="*/ 7661 h 82353"/>
                  <a:gd name="connsiteX14" fmla="*/ 28755 w 82430"/>
                  <a:gd name="connsiteY14" fmla="*/ 9576 h 82353"/>
                  <a:gd name="connsiteX15" fmla="*/ 23643 w 82430"/>
                  <a:gd name="connsiteY15" fmla="*/ 8299 h 82353"/>
                  <a:gd name="connsiteX16" fmla="*/ 19809 w 82430"/>
                  <a:gd name="connsiteY16" fmla="*/ 5107 h 82353"/>
                  <a:gd name="connsiteX17" fmla="*/ 17253 w 82430"/>
                  <a:gd name="connsiteY17" fmla="*/ 7022 h 82353"/>
                  <a:gd name="connsiteX18" fmla="*/ 18531 w 82430"/>
                  <a:gd name="connsiteY18" fmla="*/ 11491 h 82353"/>
                  <a:gd name="connsiteX19" fmla="*/ 17253 w 82430"/>
                  <a:gd name="connsiteY19" fmla="*/ 17237 h 82353"/>
                  <a:gd name="connsiteX20" fmla="*/ 11502 w 82430"/>
                  <a:gd name="connsiteY20" fmla="*/ 24259 h 82353"/>
                  <a:gd name="connsiteX21" fmla="*/ 6390 w 82430"/>
                  <a:gd name="connsiteY21" fmla="*/ 26813 h 82353"/>
                  <a:gd name="connsiteX22" fmla="*/ 1278 w 82430"/>
                  <a:gd name="connsiteY22" fmla="*/ 26813 h 82353"/>
                  <a:gd name="connsiteX23" fmla="*/ 0 w 82430"/>
                  <a:gd name="connsiteY23" fmla="*/ 30005 h 82353"/>
                  <a:gd name="connsiteX24" fmla="*/ 3834 w 82430"/>
                  <a:gd name="connsiteY24" fmla="*/ 32558 h 82353"/>
                  <a:gd name="connsiteX25" fmla="*/ 6390 w 82430"/>
                  <a:gd name="connsiteY25" fmla="*/ 37665 h 82353"/>
                  <a:gd name="connsiteX26" fmla="*/ 7029 w 82430"/>
                  <a:gd name="connsiteY26" fmla="*/ 47241 h 82353"/>
                  <a:gd name="connsiteX27" fmla="*/ 5112 w 82430"/>
                  <a:gd name="connsiteY27" fmla="*/ 52349 h 82353"/>
                  <a:gd name="connsiteX28" fmla="*/ 1278 w 82430"/>
                  <a:gd name="connsiteY28" fmla="*/ 55541 h 82353"/>
                  <a:gd name="connsiteX29" fmla="*/ 2556 w 82430"/>
                  <a:gd name="connsiteY29" fmla="*/ 58733 h 82353"/>
                  <a:gd name="connsiteX30" fmla="*/ 7668 w 82430"/>
                  <a:gd name="connsiteY30" fmla="*/ 58733 h 82353"/>
                  <a:gd name="connsiteX31" fmla="*/ 12780 w 82430"/>
                  <a:gd name="connsiteY31" fmla="*/ 60648 h 82353"/>
                  <a:gd name="connsiteX32" fmla="*/ 19170 w 82430"/>
                  <a:gd name="connsiteY32" fmla="*/ 67670 h 82353"/>
                  <a:gd name="connsiteX33" fmla="*/ 20448 w 82430"/>
                  <a:gd name="connsiteY33" fmla="*/ 72777 h 82353"/>
                  <a:gd name="connsiteX34" fmla="*/ 19809 w 82430"/>
                  <a:gd name="connsiteY34" fmla="*/ 77885 h 82353"/>
                  <a:gd name="connsiteX35" fmla="*/ 23004 w 82430"/>
                  <a:gd name="connsiteY35" fmla="*/ 79161 h 82353"/>
                  <a:gd name="connsiteX36" fmla="*/ 26199 w 82430"/>
                  <a:gd name="connsiteY36" fmla="*/ 75969 h 82353"/>
                  <a:gd name="connsiteX37" fmla="*/ 30672 w 82430"/>
                  <a:gd name="connsiteY37" fmla="*/ 74054 h 82353"/>
                  <a:gd name="connsiteX38" fmla="*/ 31311 w 82430"/>
                  <a:gd name="connsiteY38" fmla="*/ 74054 h 82353"/>
                  <a:gd name="connsiteX39" fmla="*/ 40896 w 82430"/>
                  <a:gd name="connsiteY39" fmla="*/ 75331 h 82353"/>
                  <a:gd name="connsiteX40" fmla="*/ 45369 w 82430"/>
                  <a:gd name="connsiteY40" fmla="*/ 78523 h 82353"/>
                  <a:gd name="connsiteX41" fmla="*/ 47925 w 82430"/>
                  <a:gd name="connsiteY41" fmla="*/ 82353 h 82353"/>
                  <a:gd name="connsiteX42" fmla="*/ 51119 w 82430"/>
                  <a:gd name="connsiteY42" fmla="*/ 81715 h 82353"/>
                  <a:gd name="connsiteX43" fmla="*/ 51759 w 82430"/>
                  <a:gd name="connsiteY43" fmla="*/ 76608 h 82353"/>
                  <a:gd name="connsiteX44" fmla="*/ 54954 w 82430"/>
                  <a:gd name="connsiteY44" fmla="*/ 72139 h 82353"/>
                  <a:gd name="connsiteX45" fmla="*/ 62621 w 82430"/>
                  <a:gd name="connsiteY45" fmla="*/ 67032 h 82353"/>
                  <a:gd name="connsiteX46" fmla="*/ 68372 w 82430"/>
                  <a:gd name="connsiteY46" fmla="*/ 66393 h 82353"/>
                  <a:gd name="connsiteX47" fmla="*/ 72845 w 82430"/>
                  <a:gd name="connsiteY47" fmla="*/ 67670 h 82353"/>
                  <a:gd name="connsiteX48" fmla="*/ 74762 w 82430"/>
                  <a:gd name="connsiteY48" fmla="*/ 65117 h 82353"/>
                  <a:gd name="connsiteX49" fmla="*/ 72206 w 82430"/>
                  <a:gd name="connsiteY49" fmla="*/ 61286 h 82353"/>
                  <a:gd name="connsiteX50" fmla="*/ 71567 w 82430"/>
                  <a:gd name="connsiteY50" fmla="*/ 55541 h 82353"/>
                  <a:gd name="connsiteX51" fmla="*/ 74123 w 82430"/>
                  <a:gd name="connsiteY51" fmla="*/ 46603 h 82353"/>
                  <a:gd name="connsiteX52" fmla="*/ 77957 w 82430"/>
                  <a:gd name="connsiteY52" fmla="*/ 42773 h 82353"/>
                  <a:gd name="connsiteX53" fmla="*/ 82430 w 82430"/>
                  <a:gd name="connsiteY53" fmla="*/ 40857 h 82353"/>
                  <a:gd name="connsiteX54" fmla="*/ 82430 w 82430"/>
                  <a:gd name="connsiteY54" fmla="*/ 37665 h 82353"/>
                  <a:gd name="connsiteX55" fmla="*/ 76679 w 82430"/>
                  <a:gd name="connsiteY55" fmla="*/ 37027 h 82353"/>
                  <a:gd name="connsiteX56" fmla="*/ 41535 w 82430"/>
                  <a:gd name="connsiteY56" fmla="*/ 74693 h 82353"/>
                  <a:gd name="connsiteX57" fmla="*/ 40257 w 82430"/>
                  <a:gd name="connsiteY57" fmla="*/ 74693 h 82353"/>
                  <a:gd name="connsiteX58" fmla="*/ 7668 w 82430"/>
                  <a:gd name="connsiteY58" fmla="*/ 40857 h 82353"/>
                  <a:gd name="connsiteX59" fmla="*/ 38979 w 82430"/>
                  <a:gd name="connsiteY59" fmla="*/ 8299 h 82353"/>
                  <a:gd name="connsiteX60" fmla="*/ 73484 w 82430"/>
                  <a:gd name="connsiteY60" fmla="*/ 40219 h 82353"/>
                  <a:gd name="connsiteX61" fmla="*/ 41535 w 82430"/>
                  <a:gd name="connsiteY61" fmla="*/ 74693 h 82353"/>
                  <a:gd name="connsiteX62" fmla="*/ 41535 w 82430"/>
                  <a:gd name="connsiteY62" fmla="*/ 74693 h 8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2430" h="82353">
                    <a:moveTo>
                      <a:pt x="76679" y="37027"/>
                    </a:moveTo>
                    <a:cubicBezTo>
                      <a:pt x="74762" y="36389"/>
                      <a:pt x="73484" y="35112"/>
                      <a:pt x="72845" y="33197"/>
                    </a:cubicBezTo>
                    <a:lnTo>
                      <a:pt x="69011" y="24897"/>
                    </a:lnTo>
                    <a:cubicBezTo>
                      <a:pt x="68372" y="22982"/>
                      <a:pt x="68372" y="21067"/>
                      <a:pt x="69011" y="19152"/>
                    </a:cubicBezTo>
                    <a:lnTo>
                      <a:pt x="71567" y="14683"/>
                    </a:lnTo>
                    <a:lnTo>
                      <a:pt x="69011" y="12130"/>
                    </a:lnTo>
                    <a:lnTo>
                      <a:pt x="64538" y="14045"/>
                    </a:lnTo>
                    <a:cubicBezTo>
                      <a:pt x="62621" y="14683"/>
                      <a:pt x="60704" y="14683"/>
                      <a:pt x="58788" y="14045"/>
                    </a:cubicBezTo>
                    <a:lnTo>
                      <a:pt x="51119" y="9576"/>
                    </a:lnTo>
                    <a:cubicBezTo>
                      <a:pt x="49203" y="8938"/>
                      <a:pt x="47925" y="7022"/>
                      <a:pt x="47925" y="5107"/>
                    </a:cubicBezTo>
                    <a:lnTo>
                      <a:pt x="47285" y="638"/>
                    </a:lnTo>
                    <a:lnTo>
                      <a:pt x="44091" y="0"/>
                    </a:lnTo>
                    <a:lnTo>
                      <a:pt x="42174" y="4469"/>
                    </a:lnTo>
                    <a:cubicBezTo>
                      <a:pt x="41535" y="6384"/>
                      <a:pt x="39618" y="7661"/>
                      <a:pt x="37701" y="7661"/>
                    </a:cubicBezTo>
                    <a:lnTo>
                      <a:pt x="28755" y="9576"/>
                    </a:lnTo>
                    <a:cubicBezTo>
                      <a:pt x="26838" y="10214"/>
                      <a:pt x="24921" y="9576"/>
                      <a:pt x="23643" y="8299"/>
                    </a:cubicBezTo>
                    <a:lnTo>
                      <a:pt x="19809" y="5107"/>
                    </a:lnTo>
                    <a:lnTo>
                      <a:pt x="17253" y="7022"/>
                    </a:lnTo>
                    <a:lnTo>
                      <a:pt x="18531" y="11491"/>
                    </a:lnTo>
                    <a:cubicBezTo>
                      <a:pt x="19170" y="13406"/>
                      <a:pt x="18531" y="15322"/>
                      <a:pt x="17253" y="17237"/>
                    </a:cubicBezTo>
                    <a:lnTo>
                      <a:pt x="11502" y="24259"/>
                    </a:lnTo>
                    <a:cubicBezTo>
                      <a:pt x="10224" y="25536"/>
                      <a:pt x="8307" y="26813"/>
                      <a:pt x="6390" y="26813"/>
                    </a:cubicBezTo>
                    <a:lnTo>
                      <a:pt x="1278" y="26813"/>
                    </a:lnTo>
                    <a:lnTo>
                      <a:pt x="0" y="30005"/>
                    </a:lnTo>
                    <a:lnTo>
                      <a:pt x="3834" y="32558"/>
                    </a:lnTo>
                    <a:cubicBezTo>
                      <a:pt x="5112" y="33835"/>
                      <a:pt x="6390" y="35750"/>
                      <a:pt x="6390" y="37665"/>
                    </a:cubicBezTo>
                    <a:lnTo>
                      <a:pt x="7029" y="47241"/>
                    </a:lnTo>
                    <a:cubicBezTo>
                      <a:pt x="7029" y="49157"/>
                      <a:pt x="6390" y="51072"/>
                      <a:pt x="5112" y="52349"/>
                    </a:cubicBezTo>
                    <a:lnTo>
                      <a:pt x="1278" y="55541"/>
                    </a:lnTo>
                    <a:lnTo>
                      <a:pt x="2556" y="58733"/>
                    </a:lnTo>
                    <a:lnTo>
                      <a:pt x="7668" y="58733"/>
                    </a:lnTo>
                    <a:cubicBezTo>
                      <a:pt x="9585" y="58733"/>
                      <a:pt x="11502" y="59371"/>
                      <a:pt x="12780" y="60648"/>
                    </a:cubicBezTo>
                    <a:lnTo>
                      <a:pt x="19170" y="67670"/>
                    </a:lnTo>
                    <a:cubicBezTo>
                      <a:pt x="20448" y="68947"/>
                      <a:pt x="21087" y="70862"/>
                      <a:pt x="20448" y="72777"/>
                    </a:cubicBezTo>
                    <a:lnTo>
                      <a:pt x="19809" y="77885"/>
                    </a:lnTo>
                    <a:lnTo>
                      <a:pt x="23004" y="79161"/>
                    </a:lnTo>
                    <a:lnTo>
                      <a:pt x="26199" y="75969"/>
                    </a:lnTo>
                    <a:cubicBezTo>
                      <a:pt x="27477" y="74693"/>
                      <a:pt x="28755" y="74054"/>
                      <a:pt x="30672" y="74054"/>
                    </a:cubicBezTo>
                    <a:lnTo>
                      <a:pt x="31311" y="74054"/>
                    </a:lnTo>
                    <a:lnTo>
                      <a:pt x="40896" y="75331"/>
                    </a:lnTo>
                    <a:cubicBezTo>
                      <a:pt x="42813" y="75331"/>
                      <a:pt x="44730" y="76608"/>
                      <a:pt x="45369" y="78523"/>
                    </a:cubicBezTo>
                    <a:lnTo>
                      <a:pt x="47925" y="82353"/>
                    </a:lnTo>
                    <a:lnTo>
                      <a:pt x="51119" y="81715"/>
                    </a:lnTo>
                    <a:lnTo>
                      <a:pt x="51759" y="76608"/>
                    </a:lnTo>
                    <a:cubicBezTo>
                      <a:pt x="51759" y="74693"/>
                      <a:pt x="53036" y="72777"/>
                      <a:pt x="54954" y="72139"/>
                    </a:cubicBezTo>
                    <a:lnTo>
                      <a:pt x="62621" y="67032"/>
                    </a:lnTo>
                    <a:cubicBezTo>
                      <a:pt x="64538" y="65755"/>
                      <a:pt x="66455" y="65755"/>
                      <a:pt x="68372" y="66393"/>
                    </a:cubicBezTo>
                    <a:lnTo>
                      <a:pt x="72845" y="67670"/>
                    </a:lnTo>
                    <a:lnTo>
                      <a:pt x="74762" y="65117"/>
                    </a:lnTo>
                    <a:lnTo>
                      <a:pt x="72206" y="61286"/>
                    </a:lnTo>
                    <a:cubicBezTo>
                      <a:pt x="70928" y="59371"/>
                      <a:pt x="70928" y="57456"/>
                      <a:pt x="71567" y="55541"/>
                    </a:cubicBezTo>
                    <a:lnTo>
                      <a:pt x="74123" y="46603"/>
                    </a:lnTo>
                    <a:cubicBezTo>
                      <a:pt x="74762" y="44688"/>
                      <a:pt x="76040" y="43411"/>
                      <a:pt x="77957" y="42773"/>
                    </a:cubicBezTo>
                    <a:lnTo>
                      <a:pt x="82430" y="40857"/>
                    </a:lnTo>
                    <a:lnTo>
                      <a:pt x="82430" y="37665"/>
                    </a:lnTo>
                    <a:lnTo>
                      <a:pt x="76679" y="37027"/>
                    </a:lnTo>
                    <a:close/>
                    <a:moveTo>
                      <a:pt x="41535" y="74693"/>
                    </a:moveTo>
                    <a:lnTo>
                      <a:pt x="40257" y="74693"/>
                    </a:lnTo>
                    <a:cubicBezTo>
                      <a:pt x="21726" y="74054"/>
                      <a:pt x="7668" y="59371"/>
                      <a:pt x="7668" y="40857"/>
                    </a:cubicBezTo>
                    <a:cubicBezTo>
                      <a:pt x="8307" y="23621"/>
                      <a:pt x="21726" y="9576"/>
                      <a:pt x="38979" y="8299"/>
                    </a:cubicBezTo>
                    <a:cubicBezTo>
                      <a:pt x="57509" y="7661"/>
                      <a:pt x="72845" y="21706"/>
                      <a:pt x="73484" y="40219"/>
                    </a:cubicBezTo>
                    <a:cubicBezTo>
                      <a:pt x="73484" y="58094"/>
                      <a:pt x="59426" y="74054"/>
                      <a:pt x="41535" y="74693"/>
                    </a:cubicBezTo>
                    <a:lnTo>
                      <a:pt x="41535" y="74693"/>
                    </a:lnTo>
                    <a:close/>
                  </a:path>
                </a:pathLst>
              </a:custGeom>
              <a:grpFill/>
              <a:ln w="6390" cap="flat">
                <a:noFill/>
                <a:prstDash val="solid"/>
                <a:miter/>
              </a:ln>
            </p:spPr>
            <p:txBody>
              <a:bodyPr rtlCol="0" anchor="ctr"/>
              <a:lstStyle/>
              <a:p>
                <a:endParaRPr lang="en-US"/>
              </a:p>
            </p:txBody>
          </p:sp>
          <p:sp>
            <p:nvSpPr>
              <p:cNvPr id="61" name="Graphic 4">
                <a:extLst>
                  <a:ext uri="{FF2B5EF4-FFF2-40B4-BE49-F238E27FC236}">
                    <a16:creationId xmlns:a16="http://schemas.microsoft.com/office/drawing/2014/main" id="{1528B84C-8A9B-2980-0AA7-01794CE33978}"/>
                  </a:ext>
                </a:extLst>
              </p:cNvPr>
              <p:cNvSpPr/>
              <p:nvPr/>
            </p:nvSpPr>
            <p:spPr>
              <a:xfrm>
                <a:off x="1952125" y="2855717"/>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22048 w 362313"/>
                  <a:gd name="connsiteY6" fmla="*/ 198542 h 361971"/>
                  <a:gd name="connsiteX7" fmla="*/ 113741 w 362313"/>
                  <a:gd name="connsiteY7" fmla="*/ 192796 h 361971"/>
                  <a:gd name="connsiteX8" fmla="*/ 111185 w 362313"/>
                  <a:gd name="connsiteY8" fmla="*/ 185774 h 361971"/>
                  <a:gd name="connsiteX9" fmla="*/ 105434 w 362313"/>
                  <a:gd name="connsiteY9" fmla="*/ 183859 h 361971"/>
                  <a:gd name="connsiteX10" fmla="*/ 99044 w 362313"/>
                  <a:gd name="connsiteY10" fmla="*/ 187689 h 361971"/>
                  <a:gd name="connsiteX11" fmla="*/ 88820 w 362313"/>
                  <a:gd name="connsiteY11" fmla="*/ 187051 h 361971"/>
                  <a:gd name="connsiteX12" fmla="*/ 78596 w 362313"/>
                  <a:gd name="connsiteY12" fmla="*/ 179390 h 361971"/>
                  <a:gd name="connsiteX13" fmla="*/ 75401 w 362313"/>
                  <a:gd name="connsiteY13" fmla="*/ 169814 h 361971"/>
                  <a:gd name="connsiteX14" fmla="*/ 77957 w 362313"/>
                  <a:gd name="connsiteY14" fmla="*/ 162792 h 361971"/>
                  <a:gd name="connsiteX15" fmla="*/ 74762 w 362313"/>
                  <a:gd name="connsiteY15" fmla="*/ 157684 h 361971"/>
                  <a:gd name="connsiteX16" fmla="*/ 67094 w 362313"/>
                  <a:gd name="connsiteY16" fmla="*/ 157046 h 361971"/>
                  <a:gd name="connsiteX17" fmla="*/ 59426 w 362313"/>
                  <a:gd name="connsiteY17" fmla="*/ 150024 h 361971"/>
                  <a:gd name="connsiteX18" fmla="*/ 56870 w 362313"/>
                  <a:gd name="connsiteY18" fmla="*/ 137256 h 361971"/>
                  <a:gd name="connsiteX19" fmla="*/ 60704 w 362313"/>
                  <a:gd name="connsiteY19" fmla="*/ 128318 h 361971"/>
                  <a:gd name="connsiteX20" fmla="*/ 67094 w 362313"/>
                  <a:gd name="connsiteY20" fmla="*/ 124488 h 361971"/>
                  <a:gd name="connsiteX21" fmla="*/ 67733 w 362313"/>
                  <a:gd name="connsiteY21" fmla="*/ 118742 h 361971"/>
                  <a:gd name="connsiteX22" fmla="*/ 62621 w 362313"/>
                  <a:gd name="connsiteY22" fmla="*/ 112996 h 361971"/>
                  <a:gd name="connsiteX23" fmla="*/ 61343 w 362313"/>
                  <a:gd name="connsiteY23" fmla="*/ 102782 h 361971"/>
                  <a:gd name="connsiteX24" fmla="*/ 67733 w 362313"/>
                  <a:gd name="connsiteY24" fmla="*/ 91291 h 361971"/>
                  <a:gd name="connsiteX25" fmla="*/ 76679 w 362313"/>
                  <a:gd name="connsiteY25" fmla="*/ 86822 h 361971"/>
                  <a:gd name="connsiteX26" fmla="*/ 84347 w 362313"/>
                  <a:gd name="connsiteY26" fmla="*/ 88099 h 361971"/>
                  <a:gd name="connsiteX27" fmla="*/ 88820 w 362313"/>
                  <a:gd name="connsiteY27" fmla="*/ 84268 h 361971"/>
                  <a:gd name="connsiteX28" fmla="*/ 88181 w 362313"/>
                  <a:gd name="connsiteY28" fmla="*/ 76608 h 361971"/>
                  <a:gd name="connsiteX29" fmla="*/ 93293 w 362313"/>
                  <a:gd name="connsiteY29" fmla="*/ 68308 h 361971"/>
                  <a:gd name="connsiteX30" fmla="*/ 105434 w 362313"/>
                  <a:gd name="connsiteY30" fmla="*/ 63201 h 361971"/>
                  <a:gd name="connsiteX31" fmla="*/ 115019 w 362313"/>
                  <a:gd name="connsiteY31" fmla="*/ 65755 h 361971"/>
                  <a:gd name="connsiteX32" fmla="*/ 120131 w 362313"/>
                  <a:gd name="connsiteY32" fmla="*/ 71500 h 361971"/>
                  <a:gd name="connsiteX33" fmla="*/ 125882 w 362313"/>
                  <a:gd name="connsiteY33" fmla="*/ 71500 h 361971"/>
                  <a:gd name="connsiteX34" fmla="*/ 130355 w 362313"/>
                  <a:gd name="connsiteY34" fmla="*/ 65755 h 361971"/>
                  <a:gd name="connsiteX35" fmla="*/ 139940 w 362313"/>
                  <a:gd name="connsiteY35" fmla="*/ 62563 h 361971"/>
                  <a:gd name="connsiteX36" fmla="*/ 152080 w 362313"/>
                  <a:gd name="connsiteY36" fmla="*/ 66393 h 361971"/>
                  <a:gd name="connsiteX37" fmla="*/ 157832 w 362313"/>
                  <a:gd name="connsiteY37" fmla="*/ 74692 h 361971"/>
                  <a:gd name="connsiteX38" fmla="*/ 157832 w 362313"/>
                  <a:gd name="connsiteY38" fmla="*/ 82353 h 361971"/>
                  <a:gd name="connsiteX39" fmla="*/ 162304 w 362313"/>
                  <a:gd name="connsiteY39" fmla="*/ 86184 h 361971"/>
                  <a:gd name="connsiteX40" fmla="*/ 169333 w 362313"/>
                  <a:gd name="connsiteY40" fmla="*/ 84268 h 361971"/>
                  <a:gd name="connsiteX41" fmla="*/ 178918 w 362313"/>
                  <a:gd name="connsiteY41" fmla="*/ 88099 h 361971"/>
                  <a:gd name="connsiteX42" fmla="*/ 185947 w 362313"/>
                  <a:gd name="connsiteY42" fmla="*/ 98952 h 361971"/>
                  <a:gd name="connsiteX43" fmla="*/ 185308 w 362313"/>
                  <a:gd name="connsiteY43" fmla="*/ 109166 h 361971"/>
                  <a:gd name="connsiteX44" fmla="*/ 180835 w 362313"/>
                  <a:gd name="connsiteY44" fmla="*/ 114912 h 361971"/>
                  <a:gd name="connsiteX45" fmla="*/ 182113 w 362313"/>
                  <a:gd name="connsiteY45" fmla="*/ 120657 h 361971"/>
                  <a:gd name="connsiteX46" fmla="*/ 188503 w 362313"/>
                  <a:gd name="connsiteY46" fmla="*/ 123849 h 361971"/>
                  <a:gd name="connsiteX47" fmla="*/ 192976 w 362313"/>
                  <a:gd name="connsiteY47" fmla="*/ 132787 h 361971"/>
                  <a:gd name="connsiteX48" fmla="*/ 191059 w 362313"/>
                  <a:gd name="connsiteY48" fmla="*/ 145555 h 361971"/>
                  <a:gd name="connsiteX49" fmla="*/ 184030 w 362313"/>
                  <a:gd name="connsiteY49" fmla="*/ 152577 h 361971"/>
                  <a:gd name="connsiteX50" fmla="*/ 177001 w 362313"/>
                  <a:gd name="connsiteY50" fmla="*/ 153854 h 361971"/>
                  <a:gd name="connsiteX51" fmla="*/ 174445 w 362313"/>
                  <a:gd name="connsiteY51" fmla="*/ 158961 h 361971"/>
                  <a:gd name="connsiteX52" fmla="*/ 177640 w 362313"/>
                  <a:gd name="connsiteY52" fmla="*/ 165984 h 361971"/>
                  <a:gd name="connsiteX53" fmla="*/ 175723 w 362313"/>
                  <a:gd name="connsiteY53" fmla="*/ 175560 h 361971"/>
                  <a:gd name="connsiteX54" fmla="*/ 166138 w 362313"/>
                  <a:gd name="connsiteY54" fmla="*/ 184497 h 361971"/>
                  <a:gd name="connsiteX55" fmla="*/ 155914 w 362313"/>
                  <a:gd name="connsiteY55" fmla="*/ 185774 h 361971"/>
                  <a:gd name="connsiteX56" fmla="*/ 149524 w 362313"/>
                  <a:gd name="connsiteY56" fmla="*/ 181944 h 361971"/>
                  <a:gd name="connsiteX57" fmla="*/ 143774 w 362313"/>
                  <a:gd name="connsiteY57" fmla="*/ 184497 h 361971"/>
                  <a:gd name="connsiteX58" fmla="*/ 141857 w 362313"/>
                  <a:gd name="connsiteY58" fmla="*/ 191519 h 361971"/>
                  <a:gd name="connsiteX59" fmla="*/ 134189 w 362313"/>
                  <a:gd name="connsiteY59" fmla="*/ 197903 h 361971"/>
                  <a:gd name="connsiteX60" fmla="*/ 122048 w 362313"/>
                  <a:gd name="connsiteY60" fmla="*/ 198542 h 361971"/>
                  <a:gd name="connsiteX61" fmla="*/ 122048 w 362313"/>
                  <a:gd name="connsiteY61" fmla="*/ 198542 h 361971"/>
                  <a:gd name="connsiteX62" fmla="*/ 226843 w 362313"/>
                  <a:gd name="connsiteY62" fmla="*/ 255359 h 361971"/>
                  <a:gd name="connsiteX63" fmla="*/ 222370 w 362313"/>
                  <a:gd name="connsiteY63" fmla="*/ 257274 h 361971"/>
                  <a:gd name="connsiteX64" fmla="*/ 221731 w 362313"/>
                  <a:gd name="connsiteY64" fmla="*/ 260466 h 361971"/>
                  <a:gd name="connsiteX65" fmla="*/ 224287 w 362313"/>
                  <a:gd name="connsiteY65" fmla="*/ 264935 h 361971"/>
                  <a:gd name="connsiteX66" fmla="*/ 224287 w 362313"/>
                  <a:gd name="connsiteY66" fmla="*/ 274511 h 361971"/>
                  <a:gd name="connsiteX67" fmla="*/ 217897 w 362313"/>
                  <a:gd name="connsiteY67" fmla="*/ 282172 h 361971"/>
                  <a:gd name="connsiteX68" fmla="*/ 208951 w 362313"/>
                  <a:gd name="connsiteY68" fmla="*/ 284725 h 361971"/>
                  <a:gd name="connsiteX69" fmla="*/ 203839 w 362313"/>
                  <a:gd name="connsiteY69" fmla="*/ 283449 h 361971"/>
                  <a:gd name="connsiteX70" fmla="*/ 201283 w 362313"/>
                  <a:gd name="connsiteY70" fmla="*/ 285364 h 361971"/>
                  <a:gd name="connsiteX71" fmla="*/ 200644 w 362313"/>
                  <a:gd name="connsiteY71" fmla="*/ 290471 h 361971"/>
                  <a:gd name="connsiteX72" fmla="*/ 194254 w 362313"/>
                  <a:gd name="connsiteY72" fmla="*/ 297493 h 361971"/>
                  <a:gd name="connsiteX73" fmla="*/ 184669 w 362313"/>
                  <a:gd name="connsiteY73" fmla="*/ 299409 h 361971"/>
                  <a:gd name="connsiteX74" fmla="*/ 182752 w 362313"/>
                  <a:gd name="connsiteY74" fmla="*/ 299409 h 361971"/>
                  <a:gd name="connsiteX75" fmla="*/ 175723 w 362313"/>
                  <a:gd name="connsiteY75" fmla="*/ 295578 h 361971"/>
                  <a:gd name="connsiteX76" fmla="*/ 173167 w 362313"/>
                  <a:gd name="connsiteY76" fmla="*/ 291109 h 361971"/>
                  <a:gd name="connsiteX77" fmla="*/ 169972 w 362313"/>
                  <a:gd name="connsiteY77" fmla="*/ 290471 h 361971"/>
                  <a:gd name="connsiteX78" fmla="*/ 166138 w 362313"/>
                  <a:gd name="connsiteY78" fmla="*/ 293663 h 361971"/>
                  <a:gd name="connsiteX79" fmla="*/ 156553 w 362313"/>
                  <a:gd name="connsiteY79" fmla="*/ 294940 h 361971"/>
                  <a:gd name="connsiteX80" fmla="*/ 147608 w 362313"/>
                  <a:gd name="connsiteY80" fmla="*/ 290471 h 361971"/>
                  <a:gd name="connsiteX81" fmla="*/ 143135 w 362313"/>
                  <a:gd name="connsiteY81" fmla="*/ 282172 h 361971"/>
                  <a:gd name="connsiteX82" fmla="*/ 143774 w 362313"/>
                  <a:gd name="connsiteY82" fmla="*/ 277065 h 361971"/>
                  <a:gd name="connsiteX83" fmla="*/ 141857 w 362313"/>
                  <a:gd name="connsiteY83" fmla="*/ 274511 h 361971"/>
                  <a:gd name="connsiteX84" fmla="*/ 136745 w 362313"/>
                  <a:gd name="connsiteY84" fmla="*/ 274511 h 361971"/>
                  <a:gd name="connsiteX85" fmla="*/ 128438 w 362313"/>
                  <a:gd name="connsiteY85" fmla="*/ 269404 h 361971"/>
                  <a:gd name="connsiteX86" fmla="*/ 124604 w 362313"/>
                  <a:gd name="connsiteY86" fmla="*/ 260466 h 361971"/>
                  <a:gd name="connsiteX87" fmla="*/ 126521 w 362313"/>
                  <a:gd name="connsiteY87" fmla="*/ 251529 h 361971"/>
                  <a:gd name="connsiteX88" fmla="*/ 130355 w 362313"/>
                  <a:gd name="connsiteY88" fmla="*/ 248337 h 361971"/>
                  <a:gd name="connsiteX89" fmla="*/ 130355 w 362313"/>
                  <a:gd name="connsiteY89" fmla="*/ 244506 h 361971"/>
                  <a:gd name="connsiteX90" fmla="*/ 126521 w 362313"/>
                  <a:gd name="connsiteY90" fmla="*/ 241314 h 361971"/>
                  <a:gd name="connsiteX91" fmla="*/ 123326 w 362313"/>
                  <a:gd name="connsiteY91" fmla="*/ 232377 h 361971"/>
                  <a:gd name="connsiteX92" fmla="*/ 126521 w 362313"/>
                  <a:gd name="connsiteY92" fmla="*/ 222801 h 361971"/>
                  <a:gd name="connsiteX93" fmla="*/ 134189 w 362313"/>
                  <a:gd name="connsiteY93" fmla="*/ 217055 h 361971"/>
                  <a:gd name="connsiteX94" fmla="*/ 139301 w 362313"/>
                  <a:gd name="connsiteY94" fmla="*/ 217055 h 361971"/>
                  <a:gd name="connsiteX95" fmla="*/ 141218 w 362313"/>
                  <a:gd name="connsiteY95" fmla="*/ 214502 h 361971"/>
                  <a:gd name="connsiteX96" fmla="*/ 139940 w 362313"/>
                  <a:gd name="connsiteY96" fmla="*/ 209395 h 361971"/>
                  <a:gd name="connsiteX97" fmla="*/ 143774 w 362313"/>
                  <a:gd name="connsiteY97" fmla="*/ 200457 h 361971"/>
                  <a:gd name="connsiteX98" fmla="*/ 152080 w 362313"/>
                  <a:gd name="connsiteY98" fmla="*/ 195350 h 361971"/>
                  <a:gd name="connsiteX99" fmla="*/ 161665 w 362313"/>
                  <a:gd name="connsiteY99" fmla="*/ 195988 h 361971"/>
                  <a:gd name="connsiteX100" fmla="*/ 165499 w 362313"/>
                  <a:gd name="connsiteY100" fmla="*/ 199180 h 361971"/>
                  <a:gd name="connsiteX101" fmla="*/ 168694 w 362313"/>
                  <a:gd name="connsiteY101" fmla="*/ 198542 h 361971"/>
                  <a:gd name="connsiteX102" fmla="*/ 171250 w 362313"/>
                  <a:gd name="connsiteY102" fmla="*/ 194073 h 361971"/>
                  <a:gd name="connsiteX103" fmla="*/ 179557 w 362313"/>
                  <a:gd name="connsiteY103" fmla="*/ 189604 h 361971"/>
                  <a:gd name="connsiteX104" fmla="*/ 189142 w 362313"/>
                  <a:gd name="connsiteY104" fmla="*/ 190881 h 361971"/>
                  <a:gd name="connsiteX105" fmla="*/ 196171 w 362313"/>
                  <a:gd name="connsiteY105" fmla="*/ 197265 h 361971"/>
                  <a:gd name="connsiteX106" fmla="*/ 196810 w 362313"/>
                  <a:gd name="connsiteY106" fmla="*/ 202372 h 361971"/>
                  <a:gd name="connsiteX107" fmla="*/ 199366 w 362313"/>
                  <a:gd name="connsiteY107" fmla="*/ 203649 h 361971"/>
                  <a:gd name="connsiteX108" fmla="*/ 203839 w 362313"/>
                  <a:gd name="connsiteY108" fmla="*/ 201734 h 361971"/>
                  <a:gd name="connsiteX109" fmla="*/ 213424 w 362313"/>
                  <a:gd name="connsiteY109" fmla="*/ 203649 h 361971"/>
                  <a:gd name="connsiteX110" fmla="*/ 219814 w 362313"/>
                  <a:gd name="connsiteY110" fmla="*/ 210671 h 361971"/>
                  <a:gd name="connsiteX111" fmla="*/ 221092 w 362313"/>
                  <a:gd name="connsiteY111" fmla="*/ 220247 h 361971"/>
                  <a:gd name="connsiteX112" fmla="*/ 218536 w 362313"/>
                  <a:gd name="connsiteY112" fmla="*/ 224716 h 361971"/>
                  <a:gd name="connsiteX113" fmla="*/ 219814 w 362313"/>
                  <a:gd name="connsiteY113" fmla="*/ 227908 h 361971"/>
                  <a:gd name="connsiteX114" fmla="*/ 224926 w 362313"/>
                  <a:gd name="connsiteY114" fmla="*/ 229185 h 361971"/>
                  <a:gd name="connsiteX115" fmla="*/ 230677 w 362313"/>
                  <a:gd name="connsiteY115" fmla="*/ 236846 h 361971"/>
                  <a:gd name="connsiteX116" fmla="*/ 231316 w 362313"/>
                  <a:gd name="connsiteY116" fmla="*/ 247060 h 361971"/>
                  <a:gd name="connsiteX117" fmla="*/ 226843 w 362313"/>
                  <a:gd name="connsiteY117" fmla="*/ 255359 h 361971"/>
                  <a:gd name="connsiteX118" fmla="*/ 300327 w 362313"/>
                  <a:gd name="connsiteY118" fmla="*/ 174921 h 361971"/>
                  <a:gd name="connsiteX119" fmla="*/ 295854 w 362313"/>
                  <a:gd name="connsiteY119" fmla="*/ 176836 h 361971"/>
                  <a:gd name="connsiteX120" fmla="*/ 295215 w 362313"/>
                  <a:gd name="connsiteY120" fmla="*/ 180028 h 361971"/>
                  <a:gd name="connsiteX121" fmla="*/ 297771 w 362313"/>
                  <a:gd name="connsiteY121" fmla="*/ 184497 h 361971"/>
                  <a:gd name="connsiteX122" fmla="*/ 297132 w 362313"/>
                  <a:gd name="connsiteY122" fmla="*/ 194073 h 361971"/>
                  <a:gd name="connsiteX123" fmla="*/ 290742 w 362313"/>
                  <a:gd name="connsiteY123" fmla="*/ 201734 h 361971"/>
                  <a:gd name="connsiteX124" fmla="*/ 281796 w 362313"/>
                  <a:gd name="connsiteY124" fmla="*/ 204287 h 361971"/>
                  <a:gd name="connsiteX125" fmla="*/ 276684 w 362313"/>
                  <a:gd name="connsiteY125" fmla="*/ 202372 h 361971"/>
                  <a:gd name="connsiteX126" fmla="*/ 274128 w 362313"/>
                  <a:gd name="connsiteY126" fmla="*/ 204287 h 361971"/>
                  <a:gd name="connsiteX127" fmla="*/ 273489 w 362313"/>
                  <a:gd name="connsiteY127" fmla="*/ 209395 h 361971"/>
                  <a:gd name="connsiteX128" fmla="*/ 267099 w 362313"/>
                  <a:gd name="connsiteY128" fmla="*/ 216417 h 361971"/>
                  <a:gd name="connsiteX129" fmla="*/ 257514 w 362313"/>
                  <a:gd name="connsiteY129" fmla="*/ 218332 h 361971"/>
                  <a:gd name="connsiteX130" fmla="*/ 255597 w 362313"/>
                  <a:gd name="connsiteY130" fmla="*/ 218332 h 361971"/>
                  <a:gd name="connsiteX131" fmla="*/ 248569 w 362313"/>
                  <a:gd name="connsiteY131" fmla="*/ 214502 h 361971"/>
                  <a:gd name="connsiteX132" fmla="*/ 246013 w 362313"/>
                  <a:gd name="connsiteY132" fmla="*/ 210033 h 361971"/>
                  <a:gd name="connsiteX133" fmla="*/ 242818 w 362313"/>
                  <a:gd name="connsiteY133" fmla="*/ 209395 h 361971"/>
                  <a:gd name="connsiteX134" fmla="*/ 238984 w 362313"/>
                  <a:gd name="connsiteY134" fmla="*/ 212587 h 361971"/>
                  <a:gd name="connsiteX135" fmla="*/ 229399 w 362313"/>
                  <a:gd name="connsiteY135" fmla="*/ 213863 h 361971"/>
                  <a:gd name="connsiteX136" fmla="*/ 220453 w 362313"/>
                  <a:gd name="connsiteY136" fmla="*/ 209395 h 361971"/>
                  <a:gd name="connsiteX137" fmla="*/ 215980 w 362313"/>
                  <a:gd name="connsiteY137" fmla="*/ 201095 h 361971"/>
                  <a:gd name="connsiteX138" fmla="*/ 216619 w 362313"/>
                  <a:gd name="connsiteY138" fmla="*/ 195988 h 361971"/>
                  <a:gd name="connsiteX139" fmla="*/ 214702 w 362313"/>
                  <a:gd name="connsiteY139" fmla="*/ 193435 h 361971"/>
                  <a:gd name="connsiteX140" fmla="*/ 209590 w 362313"/>
                  <a:gd name="connsiteY140" fmla="*/ 193435 h 361971"/>
                  <a:gd name="connsiteX141" fmla="*/ 201283 w 362313"/>
                  <a:gd name="connsiteY141" fmla="*/ 188327 h 361971"/>
                  <a:gd name="connsiteX142" fmla="*/ 197449 w 362313"/>
                  <a:gd name="connsiteY142" fmla="*/ 179390 h 361971"/>
                  <a:gd name="connsiteX143" fmla="*/ 199366 w 362313"/>
                  <a:gd name="connsiteY143" fmla="*/ 169814 h 361971"/>
                  <a:gd name="connsiteX144" fmla="*/ 203200 w 362313"/>
                  <a:gd name="connsiteY144" fmla="*/ 166622 h 361971"/>
                  <a:gd name="connsiteX145" fmla="*/ 203200 w 362313"/>
                  <a:gd name="connsiteY145" fmla="*/ 163430 h 361971"/>
                  <a:gd name="connsiteX146" fmla="*/ 199366 w 362313"/>
                  <a:gd name="connsiteY146" fmla="*/ 160238 h 361971"/>
                  <a:gd name="connsiteX147" fmla="*/ 196171 w 362313"/>
                  <a:gd name="connsiteY147" fmla="*/ 151300 h 361971"/>
                  <a:gd name="connsiteX148" fmla="*/ 199366 w 362313"/>
                  <a:gd name="connsiteY148" fmla="*/ 141724 h 361971"/>
                  <a:gd name="connsiteX149" fmla="*/ 207034 w 362313"/>
                  <a:gd name="connsiteY149" fmla="*/ 135979 h 361971"/>
                  <a:gd name="connsiteX150" fmla="*/ 212146 w 362313"/>
                  <a:gd name="connsiteY150" fmla="*/ 135979 h 361971"/>
                  <a:gd name="connsiteX151" fmla="*/ 214063 w 362313"/>
                  <a:gd name="connsiteY151" fmla="*/ 133425 h 361971"/>
                  <a:gd name="connsiteX152" fmla="*/ 212785 w 362313"/>
                  <a:gd name="connsiteY152" fmla="*/ 128318 h 361971"/>
                  <a:gd name="connsiteX153" fmla="*/ 215980 w 362313"/>
                  <a:gd name="connsiteY153" fmla="*/ 119380 h 361971"/>
                  <a:gd name="connsiteX154" fmla="*/ 224287 w 362313"/>
                  <a:gd name="connsiteY154" fmla="*/ 114273 h 361971"/>
                  <a:gd name="connsiteX155" fmla="*/ 233872 w 362313"/>
                  <a:gd name="connsiteY155" fmla="*/ 114912 h 361971"/>
                  <a:gd name="connsiteX156" fmla="*/ 237706 w 362313"/>
                  <a:gd name="connsiteY156" fmla="*/ 118104 h 361971"/>
                  <a:gd name="connsiteX157" fmla="*/ 240901 w 362313"/>
                  <a:gd name="connsiteY157" fmla="*/ 117465 h 361971"/>
                  <a:gd name="connsiteX158" fmla="*/ 243457 w 362313"/>
                  <a:gd name="connsiteY158" fmla="*/ 112996 h 361971"/>
                  <a:gd name="connsiteX159" fmla="*/ 251763 w 362313"/>
                  <a:gd name="connsiteY159" fmla="*/ 108528 h 361971"/>
                  <a:gd name="connsiteX160" fmla="*/ 261348 w 362313"/>
                  <a:gd name="connsiteY160" fmla="*/ 109804 h 361971"/>
                  <a:gd name="connsiteX161" fmla="*/ 268377 w 362313"/>
                  <a:gd name="connsiteY161" fmla="*/ 116188 h 361971"/>
                  <a:gd name="connsiteX162" fmla="*/ 269655 w 362313"/>
                  <a:gd name="connsiteY162" fmla="*/ 121296 h 361971"/>
                  <a:gd name="connsiteX163" fmla="*/ 272211 w 362313"/>
                  <a:gd name="connsiteY163" fmla="*/ 122572 h 361971"/>
                  <a:gd name="connsiteX164" fmla="*/ 276684 w 362313"/>
                  <a:gd name="connsiteY164" fmla="*/ 120657 h 361971"/>
                  <a:gd name="connsiteX165" fmla="*/ 285630 w 362313"/>
                  <a:gd name="connsiteY165" fmla="*/ 122572 h 361971"/>
                  <a:gd name="connsiteX166" fmla="*/ 292659 w 362313"/>
                  <a:gd name="connsiteY166" fmla="*/ 129595 h 361971"/>
                  <a:gd name="connsiteX167" fmla="*/ 293937 w 362313"/>
                  <a:gd name="connsiteY167" fmla="*/ 139171 h 361971"/>
                  <a:gd name="connsiteX168" fmla="*/ 291381 w 362313"/>
                  <a:gd name="connsiteY168" fmla="*/ 143640 h 361971"/>
                  <a:gd name="connsiteX169" fmla="*/ 292659 w 362313"/>
                  <a:gd name="connsiteY169" fmla="*/ 146832 h 361971"/>
                  <a:gd name="connsiteX170" fmla="*/ 297771 w 362313"/>
                  <a:gd name="connsiteY170" fmla="*/ 148108 h 361971"/>
                  <a:gd name="connsiteX171" fmla="*/ 303522 w 362313"/>
                  <a:gd name="connsiteY171" fmla="*/ 155769 h 361971"/>
                  <a:gd name="connsiteX172" fmla="*/ 304161 w 362313"/>
                  <a:gd name="connsiteY172" fmla="*/ 165984 h 361971"/>
                  <a:gd name="connsiteX173" fmla="*/ 300327 w 362313"/>
                  <a:gd name="connsiteY173" fmla="*/ 174921 h 361971"/>
                  <a:gd name="connsiteX174" fmla="*/ 300327 w 362313"/>
                  <a:gd name="connsiteY174" fmla="*/ 17492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362313" h="361971">
                    <a:moveTo>
                      <a:pt x="181474" y="0"/>
                    </a:moveTo>
                    <a:cubicBezTo>
                      <a:pt x="81152" y="0"/>
                      <a:pt x="0" y="81076"/>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1076"/>
                      <a:pt x="281796" y="0"/>
                      <a:pt x="181474" y="0"/>
                    </a:cubicBezTo>
                    <a:close/>
                    <a:moveTo>
                      <a:pt x="122048" y="198542"/>
                    </a:moveTo>
                    <a:cubicBezTo>
                      <a:pt x="118214" y="198542"/>
                      <a:pt x="115019" y="196627"/>
                      <a:pt x="113741" y="192796"/>
                    </a:cubicBezTo>
                    <a:lnTo>
                      <a:pt x="111185" y="185774"/>
                    </a:lnTo>
                    <a:lnTo>
                      <a:pt x="105434" y="183859"/>
                    </a:lnTo>
                    <a:lnTo>
                      <a:pt x="99044" y="187689"/>
                    </a:lnTo>
                    <a:cubicBezTo>
                      <a:pt x="95849" y="189604"/>
                      <a:pt x="92015" y="189604"/>
                      <a:pt x="88820" y="187051"/>
                    </a:cubicBezTo>
                    <a:lnTo>
                      <a:pt x="78596" y="179390"/>
                    </a:lnTo>
                    <a:cubicBezTo>
                      <a:pt x="75401" y="176836"/>
                      <a:pt x="74762" y="173006"/>
                      <a:pt x="75401" y="169814"/>
                    </a:cubicBezTo>
                    <a:lnTo>
                      <a:pt x="77957" y="162792"/>
                    </a:lnTo>
                    <a:lnTo>
                      <a:pt x="74762" y="157684"/>
                    </a:lnTo>
                    <a:lnTo>
                      <a:pt x="67094" y="157046"/>
                    </a:lnTo>
                    <a:cubicBezTo>
                      <a:pt x="63260" y="156408"/>
                      <a:pt x="60704" y="153854"/>
                      <a:pt x="59426" y="150024"/>
                    </a:cubicBezTo>
                    <a:lnTo>
                      <a:pt x="56870" y="137256"/>
                    </a:lnTo>
                    <a:cubicBezTo>
                      <a:pt x="56231" y="133425"/>
                      <a:pt x="57509" y="130233"/>
                      <a:pt x="60704" y="128318"/>
                    </a:cubicBezTo>
                    <a:lnTo>
                      <a:pt x="67094" y="124488"/>
                    </a:lnTo>
                    <a:lnTo>
                      <a:pt x="67733" y="118742"/>
                    </a:lnTo>
                    <a:lnTo>
                      <a:pt x="62621" y="112996"/>
                    </a:lnTo>
                    <a:cubicBezTo>
                      <a:pt x="60065" y="110443"/>
                      <a:pt x="59426" y="105974"/>
                      <a:pt x="61343" y="102782"/>
                    </a:cubicBezTo>
                    <a:lnTo>
                      <a:pt x="67733" y="91291"/>
                    </a:lnTo>
                    <a:cubicBezTo>
                      <a:pt x="69650" y="88099"/>
                      <a:pt x="72845" y="86184"/>
                      <a:pt x="76679" y="86822"/>
                    </a:cubicBezTo>
                    <a:lnTo>
                      <a:pt x="84347" y="88099"/>
                    </a:lnTo>
                    <a:lnTo>
                      <a:pt x="88820" y="84268"/>
                    </a:lnTo>
                    <a:lnTo>
                      <a:pt x="88181" y="76608"/>
                    </a:lnTo>
                    <a:cubicBezTo>
                      <a:pt x="88181" y="72777"/>
                      <a:pt x="90098" y="69585"/>
                      <a:pt x="93293" y="68308"/>
                    </a:cubicBezTo>
                    <a:lnTo>
                      <a:pt x="105434" y="63201"/>
                    </a:lnTo>
                    <a:cubicBezTo>
                      <a:pt x="108629" y="61925"/>
                      <a:pt x="113102" y="62563"/>
                      <a:pt x="115019" y="65755"/>
                    </a:cubicBezTo>
                    <a:lnTo>
                      <a:pt x="120131" y="71500"/>
                    </a:lnTo>
                    <a:lnTo>
                      <a:pt x="125882" y="71500"/>
                    </a:lnTo>
                    <a:lnTo>
                      <a:pt x="130355" y="65755"/>
                    </a:lnTo>
                    <a:cubicBezTo>
                      <a:pt x="132272" y="62563"/>
                      <a:pt x="136745" y="61286"/>
                      <a:pt x="139940" y="62563"/>
                    </a:cubicBezTo>
                    <a:lnTo>
                      <a:pt x="152080" y="66393"/>
                    </a:lnTo>
                    <a:cubicBezTo>
                      <a:pt x="155914" y="67670"/>
                      <a:pt x="157832" y="70862"/>
                      <a:pt x="157832" y="74692"/>
                    </a:cubicBezTo>
                    <a:lnTo>
                      <a:pt x="157832" y="82353"/>
                    </a:lnTo>
                    <a:lnTo>
                      <a:pt x="162304" y="86184"/>
                    </a:lnTo>
                    <a:lnTo>
                      <a:pt x="169333" y="84268"/>
                    </a:lnTo>
                    <a:cubicBezTo>
                      <a:pt x="173167" y="83630"/>
                      <a:pt x="176362" y="84907"/>
                      <a:pt x="178918" y="88099"/>
                    </a:cubicBezTo>
                    <a:lnTo>
                      <a:pt x="185947" y="98952"/>
                    </a:lnTo>
                    <a:cubicBezTo>
                      <a:pt x="187864" y="102144"/>
                      <a:pt x="187864" y="105974"/>
                      <a:pt x="185308" y="109166"/>
                    </a:cubicBezTo>
                    <a:lnTo>
                      <a:pt x="180835" y="114912"/>
                    </a:lnTo>
                    <a:lnTo>
                      <a:pt x="182113" y="120657"/>
                    </a:lnTo>
                    <a:lnTo>
                      <a:pt x="188503" y="123849"/>
                    </a:lnTo>
                    <a:cubicBezTo>
                      <a:pt x="191698" y="125764"/>
                      <a:pt x="193615" y="128956"/>
                      <a:pt x="192976" y="132787"/>
                    </a:cubicBezTo>
                    <a:lnTo>
                      <a:pt x="191059" y="145555"/>
                    </a:lnTo>
                    <a:cubicBezTo>
                      <a:pt x="190420" y="149385"/>
                      <a:pt x="187864" y="151939"/>
                      <a:pt x="184030" y="152577"/>
                    </a:cubicBezTo>
                    <a:lnTo>
                      <a:pt x="177001" y="153854"/>
                    </a:lnTo>
                    <a:lnTo>
                      <a:pt x="174445" y="158961"/>
                    </a:lnTo>
                    <a:lnTo>
                      <a:pt x="177640" y="165984"/>
                    </a:lnTo>
                    <a:cubicBezTo>
                      <a:pt x="178918" y="169176"/>
                      <a:pt x="178279" y="173006"/>
                      <a:pt x="175723" y="175560"/>
                    </a:cubicBezTo>
                    <a:lnTo>
                      <a:pt x="166138" y="184497"/>
                    </a:lnTo>
                    <a:cubicBezTo>
                      <a:pt x="163582" y="187051"/>
                      <a:pt x="159109" y="187689"/>
                      <a:pt x="155914" y="185774"/>
                    </a:cubicBezTo>
                    <a:lnTo>
                      <a:pt x="149524" y="181944"/>
                    </a:lnTo>
                    <a:lnTo>
                      <a:pt x="143774" y="184497"/>
                    </a:lnTo>
                    <a:lnTo>
                      <a:pt x="141857" y="191519"/>
                    </a:lnTo>
                    <a:cubicBezTo>
                      <a:pt x="140579" y="195350"/>
                      <a:pt x="137384" y="197265"/>
                      <a:pt x="134189" y="197903"/>
                    </a:cubicBezTo>
                    <a:lnTo>
                      <a:pt x="122048" y="198542"/>
                    </a:lnTo>
                    <a:lnTo>
                      <a:pt x="122048" y="198542"/>
                    </a:lnTo>
                    <a:close/>
                    <a:moveTo>
                      <a:pt x="226843" y="255359"/>
                    </a:moveTo>
                    <a:lnTo>
                      <a:pt x="222370" y="257274"/>
                    </a:lnTo>
                    <a:lnTo>
                      <a:pt x="221731" y="260466"/>
                    </a:lnTo>
                    <a:lnTo>
                      <a:pt x="224287" y="264935"/>
                    </a:lnTo>
                    <a:cubicBezTo>
                      <a:pt x="226204" y="268127"/>
                      <a:pt x="226204" y="271319"/>
                      <a:pt x="224287" y="274511"/>
                    </a:cubicBezTo>
                    <a:lnTo>
                      <a:pt x="217897" y="282172"/>
                    </a:lnTo>
                    <a:cubicBezTo>
                      <a:pt x="215980" y="284725"/>
                      <a:pt x="212146" y="286002"/>
                      <a:pt x="208951" y="284725"/>
                    </a:cubicBezTo>
                    <a:lnTo>
                      <a:pt x="203839" y="283449"/>
                    </a:lnTo>
                    <a:lnTo>
                      <a:pt x="201283" y="285364"/>
                    </a:lnTo>
                    <a:lnTo>
                      <a:pt x="200644" y="290471"/>
                    </a:lnTo>
                    <a:cubicBezTo>
                      <a:pt x="200005" y="293663"/>
                      <a:pt x="197449" y="296855"/>
                      <a:pt x="194254" y="297493"/>
                    </a:cubicBezTo>
                    <a:lnTo>
                      <a:pt x="184669" y="299409"/>
                    </a:lnTo>
                    <a:cubicBezTo>
                      <a:pt x="184030" y="299409"/>
                      <a:pt x="183391" y="299409"/>
                      <a:pt x="182752" y="299409"/>
                    </a:cubicBezTo>
                    <a:cubicBezTo>
                      <a:pt x="180196" y="299409"/>
                      <a:pt x="177001" y="298132"/>
                      <a:pt x="175723" y="295578"/>
                    </a:cubicBezTo>
                    <a:lnTo>
                      <a:pt x="173167" y="291109"/>
                    </a:lnTo>
                    <a:lnTo>
                      <a:pt x="169972" y="290471"/>
                    </a:lnTo>
                    <a:lnTo>
                      <a:pt x="166138" y="293663"/>
                    </a:lnTo>
                    <a:cubicBezTo>
                      <a:pt x="163582" y="296217"/>
                      <a:pt x="159748" y="296855"/>
                      <a:pt x="156553" y="294940"/>
                    </a:cubicBezTo>
                    <a:lnTo>
                      <a:pt x="147608" y="290471"/>
                    </a:lnTo>
                    <a:cubicBezTo>
                      <a:pt x="144413" y="288556"/>
                      <a:pt x="143135" y="285364"/>
                      <a:pt x="143135" y="282172"/>
                    </a:cubicBezTo>
                    <a:lnTo>
                      <a:pt x="143774" y="277065"/>
                    </a:lnTo>
                    <a:lnTo>
                      <a:pt x="141857" y="274511"/>
                    </a:lnTo>
                    <a:lnTo>
                      <a:pt x="136745" y="274511"/>
                    </a:lnTo>
                    <a:cubicBezTo>
                      <a:pt x="133550" y="274511"/>
                      <a:pt x="129716" y="272596"/>
                      <a:pt x="128438" y="269404"/>
                    </a:cubicBezTo>
                    <a:lnTo>
                      <a:pt x="124604" y="260466"/>
                    </a:lnTo>
                    <a:cubicBezTo>
                      <a:pt x="123326" y="257274"/>
                      <a:pt x="123965" y="253444"/>
                      <a:pt x="126521" y="251529"/>
                    </a:cubicBezTo>
                    <a:lnTo>
                      <a:pt x="130355" y="248337"/>
                    </a:lnTo>
                    <a:lnTo>
                      <a:pt x="130355" y="244506"/>
                    </a:lnTo>
                    <a:lnTo>
                      <a:pt x="126521" y="241314"/>
                    </a:lnTo>
                    <a:cubicBezTo>
                      <a:pt x="123965" y="239399"/>
                      <a:pt x="122687" y="235569"/>
                      <a:pt x="123326" y="232377"/>
                    </a:cubicBezTo>
                    <a:lnTo>
                      <a:pt x="126521" y="222801"/>
                    </a:lnTo>
                    <a:cubicBezTo>
                      <a:pt x="127799" y="219609"/>
                      <a:pt x="130355" y="217055"/>
                      <a:pt x="134189" y="217055"/>
                    </a:cubicBezTo>
                    <a:lnTo>
                      <a:pt x="139301" y="217055"/>
                    </a:lnTo>
                    <a:lnTo>
                      <a:pt x="141218" y="214502"/>
                    </a:lnTo>
                    <a:lnTo>
                      <a:pt x="139940" y="209395"/>
                    </a:lnTo>
                    <a:cubicBezTo>
                      <a:pt x="139301" y="206203"/>
                      <a:pt x="140579" y="202372"/>
                      <a:pt x="143774" y="200457"/>
                    </a:cubicBezTo>
                    <a:lnTo>
                      <a:pt x="152080" y="195350"/>
                    </a:lnTo>
                    <a:cubicBezTo>
                      <a:pt x="155275" y="193435"/>
                      <a:pt x="159109" y="193435"/>
                      <a:pt x="161665" y="195988"/>
                    </a:cubicBezTo>
                    <a:lnTo>
                      <a:pt x="165499" y="199180"/>
                    </a:lnTo>
                    <a:lnTo>
                      <a:pt x="168694" y="198542"/>
                    </a:lnTo>
                    <a:lnTo>
                      <a:pt x="171250" y="194073"/>
                    </a:lnTo>
                    <a:cubicBezTo>
                      <a:pt x="172528" y="190881"/>
                      <a:pt x="176362" y="188966"/>
                      <a:pt x="179557" y="189604"/>
                    </a:cubicBezTo>
                    <a:lnTo>
                      <a:pt x="189142" y="190881"/>
                    </a:lnTo>
                    <a:cubicBezTo>
                      <a:pt x="192337" y="191519"/>
                      <a:pt x="195532" y="194073"/>
                      <a:pt x="196171" y="197265"/>
                    </a:cubicBezTo>
                    <a:lnTo>
                      <a:pt x="196810" y="202372"/>
                    </a:lnTo>
                    <a:lnTo>
                      <a:pt x="199366" y="203649"/>
                    </a:lnTo>
                    <a:lnTo>
                      <a:pt x="203839" y="201734"/>
                    </a:lnTo>
                    <a:cubicBezTo>
                      <a:pt x="207034" y="200457"/>
                      <a:pt x="210868" y="201095"/>
                      <a:pt x="213424" y="203649"/>
                    </a:cubicBezTo>
                    <a:lnTo>
                      <a:pt x="219814" y="210671"/>
                    </a:lnTo>
                    <a:cubicBezTo>
                      <a:pt x="222370" y="213225"/>
                      <a:pt x="222370" y="217055"/>
                      <a:pt x="221092" y="220247"/>
                    </a:cubicBezTo>
                    <a:lnTo>
                      <a:pt x="218536" y="224716"/>
                    </a:lnTo>
                    <a:lnTo>
                      <a:pt x="219814" y="227908"/>
                    </a:lnTo>
                    <a:lnTo>
                      <a:pt x="224926" y="229185"/>
                    </a:lnTo>
                    <a:cubicBezTo>
                      <a:pt x="228121" y="230462"/>
                      <a:pt x="230677" y="233015"/>
                      <a:pt x="230677" y="236846"/>
                    </a:cubicBezTo>
                    <a:lnTo>
                      <a:pt x="231316" y="247060"/>
                    </a:lnTo>
                    <a:cubicBezTo>
                      <a:pt x="231955" y="250890"/>
                      <a:pt x="230038" y="254082"/>
                      <a:pt x="226843" y="255359"/>
                    </a:cubicBezTo>
                    <a:close/>
                    <a:moveTo>
                      <a:pt x="300327" y="174921"/>
                    </a:moveTo>
                    <a:lnTo>
                      <a:pt x="295854" y="176836"/>
                    </a:lnTo>
                    <a:lnTo>
                      <a:pt x="295215" y="180028"/>
                    </a:lnTo>
                    <a:lnTo>
                      <a:pt x="297771" y="184497"/>
                    </a:lnTo>
                    <a:cubicBezTo>
                      <a:pt x="299688" y="187689"/>
                      <a:pt x="299049" y="191519"/>
                      <a:pt x="297132" y="194073"/>
                    </a:cubicBezTo>
                    <a:lnTo>
                      <a:pt x="290742" y="201734"/>
                    </a:lnTo>
                    <a:cubicBezTo>
                      <a:pt x="288825" y="204287"/>
                      <a:pt x="284991" y="205564"/>
                      <a:pt x="281796" y="204287"/>
                    </a:cubicBezTo>
                    <a:lnTo>
                      <a:pt x="276684" y="202372"/>
                    </a:lnTo>
                    <a:lnTo>
                      <a:pt x="274128" y="204287"/>
                    </a:lnTo>
                    <a:lnTo>
                      <a:pt x="273489" y="209395"/>
                    </a:lnTo>
                    <a:cubicBezTo>
                      <a:pt x="272850" y="212587"/>
                      <a:pt x="270294" y="215779"/>
                      <a:pt x="267099" y="216417"/>
                    </a:cubicBezTo>
                    <a:lnTo>
                      <a:pt x="257514" y="218332"/>
                    </a:lnTo>
                    <a:cubicBezTo>
                      <a:pt x="256876" y="218332"/>
                      <a:pt x="256237" y="218332"/>
                      <a:pt x="255597" y="218332"/>
                    </a:cubicBezTo>
                    <a:cubicBezTo>
                      <a:pt x="253042" y="218332"/>
                      <a:pt x="249847" y="217055"/>
                      <a:pt x="248569" y="214502"/>
                    </a:cubicBezTo>
                    <a:lnTo>
                      <a:pt x="246013" y="210033"/>
                    </a:lnTo>
                    <a:lnTo>
                      <a:pt x="242818" y="209395"/>
                    </a:lnTo>
                    <a:lnTo>
                      <a:pt x="238984" y="212587"/>
                    </a:lnTo>
                    <a:cubicBezTo>
                      <a:pt x="236428" y="215140"/>
                      <a:pt x="232594" y="215779"/>
                      <a:pt x="229399" y="213863"/>
                    </a:cubicBezTo>
                    <a:lnTo>
                      <a:pt x="220453" y="209395"/>
                    </a:lnTo>
                    <a:cubicBezTo>
                      <a:pt x="217258" y="207479"/>
                      <a:pt x="215980" y="204287"/>
                      <a:pt x="215980" y="201095"/>
                    </a:cubicBezTo>
                    <a:lnTo>
                      <a:pt x="216619" y="195988"/>
                    </a:lnTo>
                    <a:lnTo>
                      <a:pt x="214702" y="193435"/>
                    </a:lnTo>
                    <a:lnTo>
                      <a:pt x="209590" y="193435"/>
                    </a:lnTo>
                    <a:cubicBezTo>
                      <a:pt x="206395" y="193435"/>
                      <a:pt x="203200" y="191519"/>
                      <a:pt x="201283" y="188327"/>
                    </a:cubicBezTo>
                    <a:lnTo>
                      <a:pt x="197449" y="179390"/>
                    </a:lnTo>
                    <a:cubicBezTo>
                      <a:pt x="196171" y="176198"/>
                      <a:pt x="196810" y="172368"/>
                      <a:pt x="199366" y="169814"/>
                    </a:cubicBezTo>
                    <a:lnTo>
                      <a:pt x="203200" y="166622"/>
                    </a:lnTo>
                    <a:lnTo>
                      <a:pt x="203200" y="163430"/>
                    </a:lnTo>
                    <a:lnTo>
                      <a:pt x="199366" y="160238"/>
                    </a:lnTo>
                    <a:cubicBezTo>
                      <a:pt x="196810" y="158323"/>
                      <a:pt x="195532" y="154492"/>
                      <a:pt x="196171" y="151300"/>
                    </a:cubicBezTo>
                    <a:lnTo>
                      <a:pt x="199366" y="141724"/>
                    </a:lnTo>
                    <a:cubicBezTo>
                      <a:pt x="200644" y="138532"/>
                      <a:pt x="203200" y="135979"/>
                      <a:pt x="207034" y="135979"/>
                    </a:cubicBezTo>
                    <a:lnTo>
                      <a:pt x="212146" y="135979"/>
                    </a:lnTo>
                    <a:lnTo>
                      <a:pt x="214063" y="133425"/>
                    </a:lnTo>
                    <a:lnTo>
                      <a:pt x="212785" y="128318"/>
                    </a:lnTo>
                    <a:cubicBezTo>
                      <a:pt x="212146" y="125126"/>
                      <a:pt x="213424" y="121296"/>
                      <a:pt x="215980" y="119380"/>
                    </a:cubicBezTo>
                    <a:lnTo>
                      <a:pt x="224287" y="114273"/>
                    </a:lnTo>
                    <a:cubicBezTo>
                      <a:pt x="227482" y="112358"/>
                      <a:pt x="231316" y="112358"/>
                      <a:pt x="233872" y="114912"/>
                    </a:cubicBezTo>
                    <a:lnTo>
                      <a:pt x="237706" y="118104"/>
                    </a:lnTo>
                    <a:lnTo>
                      <a:pt x="240901" y="117465"/>
                    </a:lnTo>
                    <a:lnTo>
                      <a:pt x="243457" y="112996"/>
                    </a:lnTo>
                    <a:cubicBezTo>
                      <a:pt x="244735" y="109804"/>
                      <a:pt x="248569" y="107889"/>
                      <a:pt x="251763" y="108528"/>
                    </a:cubicBezTo>
                    <a:lnTo>
                      <a:pt x="261348" y="109804"/>
                    </a:lnTo>
                    <a:cubicBezTo>
                      <a:pt x="264543" y="110443"/>
                      <a:pt x="267738" y="112996"/>
                      <a:pt x="268377" y="116188"/>
                    </a:cubicBezTo>
                    <a:lnTo>
                      <a:pt x="269655" y="121296"/>
                    </a:lnTo>
                    <a:lnTo>
                      <a:pt x="272211" y="122572"/>
                    </a:lnTo>
                    <a:lnTo>
                      <a:pt x="276684" y="120657"/>
                    </a:lnTo>
                    <a:cubicBezTo>
                      <a:pt x="279879" y="119380"/>
                      <a:pt x="283713" y="120019"/>
                      <a:pt x="285630" y="122572"/>
                    </a:cubicBezTo>
                    <a:lnTo>
                      <a:pt x="292659" y="129595"/>
                    </a:lnTo>
                    <a:cubicBezTo>
                      <a:pt x="295215" y="132148"/>
                      <a:pt x="295215" y="135979"/>
                      <a:pt x="293937" y="139171"/>
                    </a:cubicBezTo>
                    <a:lnTo>
                      <a:pt x="291381" y="143640"/>
                    </a:lnTo>
                    <a:lnTo>
                      <a:pt x="292659" y="146832"/>
                    </a:lnTo>
                    <a:lnTo>
                      <a:pt x="297771" y="148108"/>
                    </a:lnTo>
                    <a:cubicBezTo>
                      <a:pt x="300966" y="149385"/>
                      <a:pt x="303522" y="151939"/>
                      <a:pt x="303522" y="155769"/>
                    </a:cubicBezTo>
                    <a:lnTo>
                      <a:pt x="304161" y="165984"/>
                    </a:lnTo>
                    <a:cubicBezTo>
                      <a:pt x="306078" y="170452"/>
                      <a:pt x="303522" y="173644"/>
                      <a:pt x="300327" y="174921"/>
                    </a:cubicBezTo>
                    <a:lnTo>
                      <a:pt x="300327" y="174921"/>
                    </a:lnTo>
                    <a:close/>
                  </a:path>
                </a:pathLst>
              </a:custGeom>
              <a:grpFill/>
              <a:ln w="6390" cap="flat">
                <a:noFill/>
                <a:prstDash val="solid"/>
                <a:miter/>
              </a:ln>
            </p:spPr>
            <p:txBody>
              <a:bodyPr rtlCol="0" anchor="ctr"/>
              <a:lstStyle/>
              <a:p>
                <a:endParaRPr lang="en-US"/>
              </a:p>
            </p:txBody>
          </p:sp>
          <p:sp>
            <p:nvSpPr>
              <p:cNvPr id="62" name="Graphic 4">
                <a:extLst>
                  <a:ext uri="{FF2B5EF4-FFF2-40B4-BE49-F238E27FC236}">
                    <a16:creationId xmlns:a16="http://schemas.microsoft.com/office/drawing/2014/main" id="{E5F5A22A-2665-8E7F-112B-95A8470DBE02}"/>
                  </a:ext>
                </a:extLst>
              </p:cNvPr>
              <p:cNvSpPr/>
              <p:nvPr/>
            </p:nvSpPr>
            <p:spPr>
              <a:xfrm>
                <a:off x="2163632" y="2977651"/>
                <a:ext cx="81791" cy="81715"/>
              </a:xfrm>
              <a:custGeom>
                <a:avLst/>
                <a:gdLst>
                  <a:gd name="connsiteX0" fmla="*/ 76040 w 81791"/>
                  <a:gd name="connsiteY0" fmla="*/ 37666 h 81715"/>
                  <a:gd name="connsiteX1" fmla="*/ 72206 w 81791"/>
                  <a:gd name="connsiteY1" fmla="*/ 33835 h 81715"/>
                  <a:gd name="connsiteX2" fmla="*/ 69011 w 81791"/>
                  <a:gd name="connsiteY2" fmla="*/ 24898 h 81715"/>
                  <a:gd name="connsiteX3" fmla="*/ 69011 w 81791"/>
                  <a:gd name="connsiteY3" fmla="*/ 19152 h 81715"/>
                  <a:gd name="connsiteX4" fmla="*/ 71567 w 81791"/>
                  <a:gd name="connsiteY4" fmla="*/ 14683 h 81715"/>
                  <a:gd name="connsiteX5" fmla="*/ 69011 w 81791"/>
                  <a:gd name="connsiteY5" fmla="*/ 12130 h 81715"/>
                  <a:gd name="connsiteX6" fmla="*/ 64538 w 81791"/>
                  <a:gd name="connsiteY6" fmla="*/ 14045 h 81715"/>
                  <a:gd name="connsiteX7" fmla="*/ 58787 w 81791"/>
                  <a:gd name="connsiteY7" fmla="*/ 14045 h 81715"/>
                  <a:gd name="connsiteX8" fmla="*/ 50480 w 81791"/>
                  <a:gd name="connsiteY8" fmla="*/ 9576 h 81715"/>
                  <a:gd name="connsiteX9" fmla="*/ 47285 w 81791"/>
                  <a:gd name="connsiteY9" fmla="*/ 5107 h 81715"/>
                  <a:gd name="connsiteX10" fmla="*/ 46646 w 81791"/>
                  <a:gd name="connsiteY10" fmla="*/ 638 h 81715"/>
                  <a:gd name="connsiteX11" fmla="*/ 43451 w 81791"/>
                  <a:gd name="connsiteY11" fmla="*/ 0 h 81715"/>
                  <a:gd name="connsiteX12" fmla="*/ 41535 w 81791"/>
                  <a:gd name="connsiteY12" fmla="*/ 4469 h 81715"/>
                  <a:gd name="connsiteX13" fmla="*/ 37062 w 81791"/>
                  <a:gd name="connsiteY13" fmla="*/ 7661 h 81715"/>
                  <a:gd name="connsiteX14" fmla="*/ 28116 w 81791"/>
                  <a:gd name="connsiteY14" fmla="*/ 9576 h 81715"/>
                  <a:gd name="connsiteX15" fmla="*/ 23004 w 81791"/>
                  <a:gd name="connsiteY15" fmla="*/ 8299 h 81715"/>
                  <a:gd name="connsiteX16" fmla="*/ 19170 w 81791"/>
                  <a:gd name="connsiteY16" fmla="*/ 5107 h 81715"/>
                  <a:gd name="connsiteX17" fmla="*/ 16614 w 81791"/>
                  <a:gd name="connsiteY17" fmla="*/ 7022 h 81715"/>
                  <a:gd name="connsiteX18" fmla="*/ 17892 w 81791"/>
                  <a:gd name="connsiteY18" fmla="*/ 11491 h 81715"/>
                  <a:gd name="connsiteX19" fmla="*/ 16614 w 81791"/>
                  <a:gd name="connsiteY19" fmla="*/ 17237 h 81715"/>
                  <a:gd name="connsiteX20" fmla="*/ 10863 w 81791"/>
                  <a:gd name="connsiteY20" fmla="*/ 24259 h 81715"/>
                  <a:gd name="connsiteX21" fmla="*/ 5751 w 81791"/>
                  <a:gd name="connsiteY21" fmla="*/ 26813 h 81715"/>
                  <a:gd name="connsiteX22" fmla="*/ 639 w 81791"/>
                  <a:gd name="connsiteY22" fmla="*/ 26813 h 81715"/>
                  <a:gd name="connsiteX23" fmla="*/ 0 w 81791"/>
                  <a:gd name="connsiteY23" fmla="*/ 30005 h 81715"/>
                  <a:gd name="connsiteX24" fmla="*/ 3834 w 81791"/>
                  <a:gd name="connsiteY24" fmla="*/ 32558 h 81715"/>
                  <a:gd name="connsiteX25" fmla="*/ 6390 w 81791"/>
                  <a:gd name="connsiteY25" fmla="*/ 37666 h 81715"/>
                  <a:gd name="connsiteX26" fmla="*/ 7029 w 81791"/>
                  <a:gd name="connsiteY26" fmla="*/ 47242 h 81715"/>
                  <a:gd name="connsiteX27" fmla="*/ 5112 w 81791"/>
                  <a:gd name="connsiteY27" fmla="*/ 52349 h 81715"/>
                  <a:gd name="connsiteX28" fmla="*/ 1278 w 81791"/>
                  <a:gd name="connsiteY28" fmla="*/ 55541 h 81715"/>
                  <a:gd name="connsiteX29" fmla="*/ 2556 w 81791"/>
                  <a:gd name="connsiteY29" fmla="*/ 58733 h 81715"/>
                  <a:gd name="connsiteX30" fmla="*/ 7668 w 81791"/>
                  <a:gd name="connsiteY30" fmla="*/ 58733 h 81715"/>
                  <a:gd name="connsiteX31" fmla="*/ 12780 w 81791"/>
                  <a:gd name="connsiteY31" fmla="*/ 60648 h 81715"/>
                  <a:gd name="connsiteX32" fmla="*/ 19170 w 81791"/>
                  <a:gd name="connsiteY32" fmla="*/ 67670 h 81715"/>
                  <a:gd name="connsiteX33" fmla="*/ 20448 w 81791"/>
                  <a:gd name="connsiteY33" fmla="*/ 72778 h 81715"/>
                  <a:gd name="connsiteX34" fmla="*/ 19809 w 81791"/>
                  <a:gd name="connsiteY34" fmla="*/ 77246 h 81715"/>
                  <a:gd name="connsiteX35" fmla="*/ 23004 w 81791"/>
                  <a:gd name="connsiteY35" fmla="*/ 78523 h 81715"/>
                  <a:gd name="connsiteX36" fmla="*/ 26199 w 81791"/>
                  <a:gd name="connsiteY36" fmla="*/ 75331 h 81715"/>
                  <a:gd name="connsiteX37" fmla="*/ 30672 w 81791"/>
                  <a:gd name="connsiteY37" fmla="*/ 73416 h 81715"/>
                  <a:gd name="connsiteX38" fmla="*/ 31311 w 81791"/>
                  <a:gd name="connsiteY38" fmla="*/ 73416 h 81715"/>
                  <a:gd name="connsiteX39" fmla="*/ 40257 w 81791"/>
                  <a:gd name="connsiteY39" fmla="*/ 74693 h 81715"/>
                  <a:gd name="connsiteX40" fmla="*/ 44730 w 81791"/>
                  <a:gd name="connsiteY40" fmla="*/ 77885 h 81715"/>
                  <a:gd name="connsiteX41" fmla="*/ 47285 w 81791"/>
                  <a:gd name="connsiteY41" fmla="*/ 81715 h 81715"/>
                  <a:gd name="connsiteX42" fmla="*/ 50480 w 81791"/>
                  <a:gd name="connsiteY42" fmla="*/ 81077 h 81715"/>
                  <a:gd name="connsiteX43" fmla="*/ 51119 w 81791"/>
                  <a:gd name="connsiteY43" fmla="*/ 76608 h 81715"/>
                  <a:gd name="connsiteX44" fmla="*/ 54314 w 81791"/>
                  <a:gd name="connsiteY44" fmla="*/ 72139 h 81715"/>
                  <a:gd name="connsiteX45" fmla="*/ 61982 w 81791"/>
                  <a:gd name="connsiteY45" fmla="*/ 67032 h 81715"/>
                  <a:gd name="connsiteX46" fmla="*/ 67733 w 81791"/>
                  <a:gd name="connsiteY46" fmla="*/ 66394 h 81715"/>
                  <a:gd name="connsiteX47" fmla="*/ 72206 w 81791"/>
                  <a:gd name="connsiteY47" fmla="*/ 67670 h 81715"/>
                  <a:gd name="connsiteX48" fmla="*/ 74123 w 81791"/>
                  <a:gd name="connsiteY48" fmla="*/ 65117 h 81715"/>
                  <a:gd name="connsiteX49" fmla="*/ 71567 w 81791"/>
                  <a:gd name="connsiteY49" fmla="*/ 61286 h 81715"/>
                  <a:gd name="connsiteX50" fmla="*/ 70928 w 81791"/>
                  <a:gd name="connsiteY50" fmla="*/ 55541 h 81715"/>
                  <a:gd name="connsiteX51" fmla="*/ 73484 w 81791"/>
                  <a:gd name="connsiteY51" fmla="*/ 46603 h 81715"/>
                  <a:gd name="connsiteX52" fmla="*/ 77318 w 81791"/>
                  <a:gd name="connsiteY52" fmla="*/ 42773 h 81715"/>
                  <a:gd name="connsiteX53" fmla="*/ 81791 w 81791"/>
                  <a:gd name="connsiteY53" fmla="*/ 40858 h 81715"/>
                  <a:gd name="connsiteX54" fmla="*/ 81791 w 81791"/>
                  <a:gd name="connsiteY54" fmla="*/ 37666 h 81715"/>
                  <a:gd name="connsiteX55" fmla="*/ 76040 w 81791"/>
                  <a:gd name="connsiteY55" fmla="*/ 37666 h 81715"/>
                  <a:gd name="connsiteX56" fmla="*/ 40896 w 81791"/>
                  <a:gd name="connsiteY56" fmla="*/ 75331 h 81715"/>
                  <a:gd name="connsiteX57" fmla="*/ 39617 w 81791"/>
                  <a:gd name="connsiteY57" fmla="*/ 75331 h 81715"/>
                  <a:gd name="connsiteX58" fmla="*/ 6390 w 81791"/>
                  <a:gd name="connsiteY58" fmla="*/ 43411 h 81715"/>
                  <a:gd name="connsiteX59" fmla="*/ 38340 w 81791"/>
                  <a:gd name="connsiteY59" fmla="*/ 8938 h 81715"/>
                  <a:gd name="connsiteX60" fmla="*/ 38340 w 81791"/>
                  <a:gd name="connsiteY60" fmla="*/ 8938 h 81715"/>
                  <a:gd name="connsiteX61" fmla="*/ 73484 w 81791"/>
                  <a:gd name="connsiteY61" fmla="*/ 40219 h 81715"/>
                  <a:gd name="connsiteX62" fmla="*/ 42174 w 81791"/>
                  <a:gd name="connsiteY62" fmla="*/ 75331 h 81715"/>
                  <a:gd name="connsiteX63" fmla="*/ 40896 w 81791"/>
                  <a:gd name="connsiteY63" fmla="*/ 75331 h 81715"/>
                  <a:gd name="connsiteX64" fmla="*/ 40896 w 81791"/>
                  <a:gd name="connsiteY64" fmla="*/ 75331 h 8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81791" h="81715">
                    <a:moveTo>
                      <a:pt x="76040" y="37666"/>
                    </a:moveTo>
                    <a:cubicBezTo>
                      <a:pt x="74123" y="37027"/>
                      <a:pt x="72845" y="35750"/>
                      <a:pt x="72206" y="33835"/>
                    </a:cubicBezTo>
                    <a:lnTo>
                      <a:pt x="69011" y="24898"/>
                    </a:lnTo>
                    <a:cubicBezTo>
                      <a:pt x="68372" y="22982"/>
                      <a:pt x="68372" y="21067"/>
                      <a:pt x="69011" y="19152"/>
                    </a:cubicBezTo>
                    <a:lnTo>
                      <a:pt x="71567" y="14683"/>
                    </a:lnTo>
                    <a:lnTo>
                      <a:pt x="69011" y="12130"/>
                    </a:lnTo>
                    <a:lnTo>
                      <a:pt x="64538" y="14045"/>
                    </a:lnTo>
                    <a:cubicBezTo>
                      <a:pt x="62621" y="14683"/>
                      <a:pt x="60704" y="14683"/>
                      <a:pt x="58787" y="14045"/>
                    </a:cubicBezTo>
                    <a:lnTo>
                      <a:pt x="50480" y="9576"/>
                    </a:lnTo>
                    <a:cubicBezTo>
                      <a:pt x="48564" y="8938"/>
                      <a:pt x="47285" y="7022"/>
                      <a:pt x="47285" y="5107"/>
                    </a:cubicBezTo>
                    <a:lnTo>
                      <a:pt x="46646" y="638"/>
                    </a:lnTo>
                    <a:lnTo>
                      <a:pt x="43451" y="0"/>
                    </a:lnTo>
                    <a:lnTo>
                      <a:pt x="41535" y="4469"/>
                    </a:lnTo>
                    <a:cubicBezTo>
                      <a:pt x="40896" y="6384"/>
                      <a:pt x="38979" y="7661"/>
                      <a:pt x="37062" y="7661"/>
                    </a:cubicBezTo>
                    <a:lnTo>
                      <a:pt x="28116" y="9576"/>
                    </a:lnTo>
                    <a:cubicBezTo>
                      <a:pt x="26199" y="10214"/>
                      <a:pt x="24282" y="9576"/>
                      <a:pt x="23004" y="8299"/>
                    </a:cubicBezTo>
                    <a:lnTo>
                      <a:pt x="19170" y="5107"/>
                    </a:lnTo>
                    <a:lnTo>
                      <a:pt x="16614" y="7022"/>
                    </a:lnTo>
                    <a:lnTo>
                      <a:pt x="17892" y="11491"/>
                    </a:lnTo>
                    <a:cubicBezTo>
                      <a:pt x="18531" y="13406"/>
                      <a:pt x="17892" y="15322"/>
                      <a:pt x="16614" y="17237"/>
                    </a:cubicBezTo>
                    <a:lnTo>
                      <a:pt x="10863" y="24259"/>
                    </a:lnTo>
                    <a:cubicBezTo>
                      <a:pt x="9585" y="25536"/>
                      <a:pt x="7668" y="26813"/>
                      <a:pt x="5751" y="26813"/>
                    </a:cubicBezTo>
                    <a:lnTo>
                      <a:pt x="639" y="26813"/>
                    </a:lnTo>
                    <a:lnTo>
                      <a:pt x="0" y="30005"/>
                    </a:lnTo>
                    <a:lnTo>
                      <a:pt x="3834" y="32558"/>
                    </a:lnTo>
                    <a:cubicBezTo>
                      <a:pt x="5112" y="33835"/>
                      <a:pt x="6390" y="35750"/>
                      <a:pt x="6390" y="37666"/>
                    </a:cubicBezTo>
                    <a:lnTo>
                      <a:pt x="7029" y="47242"/>
                    </a:lnTo>
                    <a:cubicBezTo>
                      <a:pt x="7029" y="49157"/>
                      <a:pt x="6390" y="51072"/>
                      <a:pt x="5112" y="52349"/>
                    </a:cubicBezTo>
                    <a:lnTo>
                      <a:pt x="1278" y="55541"/>
                    </a:lnTo>
                    <a:lnTo>
                      <a:pt x="2556" y="58733"/>
                    </a:lnTo>
                    <a:lnTo>
                      <a:pt x="7668" y="58733"/>
                    </a:lnTo>
                    <a:cubicBezTo>
                      <a:pt x="9585" y="58733"/>
                      <a:pt x="11502" y="59371"/>
                      <a:pt x="12780" y="60648"/>
                    </a:cubicBezTo>
                    <a:lnTo>
                      <a:pt x="19170" y="67670"/>
                    </a:lnTo>
                    <a:cubicBezTo>
                      <a:pt x="20448" y="68947"/>
                      <a:pt x="21087" y="70862"/>
                      <a:pt x="20448" y="72778"/>
                    </a:cubicBezTo>
                    <a:lnTo>
                      <a:pt x="19809" y="77246"/>
                    </a:lnTo>
                    <a:lnTo>
                      <a:pt x="23004" y="78523"/>
                    </a:lnTo>
                    <a:lnTo>
                      <a:pt x="26199" y="75331"/>
                    </a:lnTo>
                    <a:cubicBezTo>
                      <a:pt x="27477" y="74054"/>
                      <a:pt x="28755" y="73416"/>
                      <a:pt x="30672" y="73416"/>
                    </a:cubicBezTo>
                    <a:lnTo>
                      <a:pt x="31311" y="73416"/>
                    </a:lnTo>
                    <a:lnTo>
                      <a:pt x="40257" y="74693"/>
                    </a:lnTo>
                    <a:cubicBezTo>
                      <a:pt x="42174" y="74693"/>
                      <a:pt x="44091" y="75970"/>
                      <a:pt x="44730" y="77885"/>
                    </a:cubicBezTo>
                    <a:lnTo>
                      <a:pt x="47285" y="81715"/>
                    </a:lnTo>
                    <a:lnTo>
                      <a:pt x="50480" y="81077"/>
                    </a:lnTo>
                    <a:lnTo>
                      <a:pt x="51119" y="76608"/>
                    </a:lnTo>
                    <a:cubicBezTo>
                      <a:pt x="51119" y="74693"/>
                      <a:pt x="52397" y="72778"/>
                      <a:pt x="54314" y="72139"/>
                    </a:cubicBezTo>
                    <a:lnTo>
                      <a:pt x="61982" y="67032"/>
                    </a:lnTo>
                    <a:cubicBezTo>
                      <a:pt x="63899" y="65755"/>
                      <a:pt x="65816" y="65755"/>
                      <a:pt x="67733" y="66394"/>
                    </a:cubicBezTo>
                    <a:lnTo>
                      <a:pt x="72206" y="67670"/>
                    </a:lnTo>
                    <a:lnTo>
                      <a:pt x="74123" y="65117"/>
                    </a:lnTo>
                    <a:lnTo>
                      <a:pt x="71567" y="61286"/>
                    </a:lnTo>
                    <a:cubicBezTo>
                      <a:pt x="70289" y="59371"/>
                      <a:pt x="70289" y="57456"/>
                      <a:pt x="70928" y="55541"/>
                    </a:cubicBezTo>
                    <a:lnTo>
                      <a:pt x="73484" y="46603"/>
                    </a:lnTo>
                    <a:cubicBezTo>
                      <a:pt x="74123" y="44688"/>
                      <a:pt x="75401" y="43411"/>
                      <a:pt x="77318" y="42773"/>
                    </a:cubicBezTo>
                    <a:lnTo>
                      <a:pt x="81791" y="40858"/>
                    </a:lnTo>
                    <a:lnTo>
                      <a:pt x="81791" y="37666"/>
                    </a:lnTo>
                    <a:lnTo>
                      <a:pt x="76040" y="37666"/>
                    </a:lnTo>
                    <a:close/>
                    <a:moveTo>
                      <a:pt x="40896" y="75331"/>
                    </a:moveTo>
                    <a:lnTo>
                      <a:pt x="39617" y="75331"/>
                    </a:lnTo>
                    <a:cubicBezTo>
                      <a:pt x="21726" y="75331"/>
                      <a:pt x="7029" y="61286"/>
                      <a:pt x="6390" y="43411"/>
                    </a:cubicBezTo>
                    <a:cubicBezTo>
                      <a:pt x="5751" y="24898"/>
                      <a:pt x="19809" y="9576"/>
                      <a:pt x="38340" y="8938"/>
                    </a:cubicBezTo>
                    <a:lnTo>
                      <a:pt x="38340" y="8938"/>
                    </a:lnTo>
                    <a:cubicBezTo>
                      <a:pt x="56870" y="7661"/>
                      <a:pt x="72206" y="21706"/>
                      <a:pt x="73484" y="40219"/>
                    </a:cubicBezTo>
                    <a:cubicBezTo>
                      <a:pt x="74762" y="58733"/>
                      <a:pt x="60704" y="74054"/>
                      <a:pt x="42174" y="75331"/>
                    </a:cubicBezTo>
                    <a:cubicBezTo>
                      <a:pt x="41535" y="75331"/>
                      <a:pt x="40896" y="75331"/>
                      <a:pt x="40896" y="75331"/>
                    </a:cubicBezTo>
                    <a:lnTo>
                      <a:pt x="40896" y="75331"/>
                    </a:lnTo>
                    <a:close/>
                  </a:path>
                </a:pathLst>
              </a:custGeom>
              <a:grpFill/>
              <a:ln w="6390" cap="flat">
                <a:noFill/>
                <a:prstDash val="solid"/>
                <a:miter/>
              </a:ln>
            </p:spPr>
            <p:txBody>
              <a:bodyPr rtlCol="0" anchor="ctr"/>
              <a:lstStyle/>
              <a:p>
                <a:endParaRPr lang="en-US"/>
              </a:p>
            </p:txBody>
          </p:sp>
        </p:grpSp>
        <p:sp>
          <p:nvSpPr>
            <p:cNvPr id="13" name="TextBox 12">
              <a:extLst>
                <a:ext uri="{FF2B5EF4-FFF2-40B4-BE49-F238E27FC236}">
                  <a16:creationId xmlns:a16="http://schemas.microsoft.com/office/drawing/2014/main" id="{97C7D1B1-263F-CC97-6C04-1A3B19DAC039}"/>
                </a:ext>
              </a:extLst>
            </p:cNvPr>
            <p:cNvSpPr txBox="1"/>
            <p:nvPr/>
          </p:nvSpPr>
          <p:spPr>
            <a:xfrm>
              <a:off x="1298182" y="3003073"/>
              <a:ext cx="1493683" cy="1200329"/>
            </a:xfrm>
            <a:prstGeom prst="rect">
              <a:avLst/>
            </a:prstGeom>
            <a:noFill/>
          </p:spPr>
          <p:txBody>
            <a:bodyPr wrap="square">
              <a:spAutoFit/>
            </a:bodyPr>
            <a:lstStyle/>
            <a:p>
              <a:r>
                <a:rPr lang="en-US" sz="1200" b="1" dirty="0">
                  <a:solidFill>
                    <a:srgbClr val="313131"/>
                  </a:solidFill>
                </a:rPr>
                <a:t>Design</a:t>
              </a:r>
            </a:p>
            <a:p>
              <a:pPr marL="171450" indent="-171450">
                <a:buFont typeface="Arial" panose="020B0604020202020204" pitchFamily="34" charset="0"/>
                <a:buChar char="•"/>
              </a:pPr>
              <a:r>
                <a:rPr lang="en-US" sz="1200" dirty="0">
                  <a:solidFill>
                    <a:srgbClr val="313131"/>
                  </a:solidFill>
                </a:rPr>
                <a:t>Framework for independent &amp; Immediate Quality Assessment</a:t>
              </a:r>
            </a:p>
          </p:txBody>
        </p:sp>
        <p:sp>
          <p:nvSpPr>
            <p:cNvPr id="14" name="TextBox 13">
              <a:extLst>
                <a:ext uri="{FF2B5EF4-FFF2-40B4-BE49-F238E27FC236}">
                  <a16:creationId xmlns:a16="http://schemas.microsoft.com/office/drawing/2014/main" id="{D928DE40-7ACB-D9C5-4287-81F8145C0353}"/>
                </a:ext>
              </a:extLst>
            </p:cNvPr>
            <p:cNvSpPr txBox="1"/>
            <p:nvPr/>
          </p:nvSpPr>
          <p:spPr>
            <a:xfrm>
              <a:off x="2628720" y="5383395"/>
              <a:ext cx="1744315" cy="830997"/>
            </a:xfrm>
            <a:prstGeom prst="rect">
              <a:avLst/>
            </a:prstGeom>
            <a:noFill/>
          </p:spPr>
          <p:txBody>
            <a:bodyPr wrap="square">
              <a:spAutoFit/>
            </a:bodyPr>
            <a:lstStyle/>
            <a:p>
              <a:r>
                <a:rPr lang="en-US" sz="1200" b="1" dirty="0">
                  <a:solidFill>
                    <a:srgbClr val="313131"/>
                  </a:solidFill>
                </a:rPr>
                <a:t>Delivery</a:t>
              </a:r>
            </a:p>
            <a:p>
              <a:pPr marL="171450" indent="-171450">
                <a:buFont typeface="Arial" panose="020B0604020202020204" pitchFamily="34" charset="0"/>
                <a:buChar char="•"/>
              </a:pPr>
              <a:r>
                <a:rPr lang="en-US" sz="1200" dirty="0">
                  <a:solidFill>
                    <a:srgbClr val="313131"/>
                  </a:solidFill>
                </a:rPr>
                <a:t>Tracking achievement of intended KPIs</a:t>
              </a:r>
            </a:p>
          </p:txBody>
        </p:sp>
        <p:grpSp>
          <p:nvGrpSpPr>
            <p:cNvPr id="15" name="Group 14">
              <a:extLst>
                <a:ext uri="{FF2B5EF4-FFF2-40B4-BE49-F238E27FC236}">
                  <a16:creationId xmlns:a16="http://schemas.microsoft.com/office/drawing/2014/main" id="{0AC2B51D-9294-649C-DF40-4E0264DF771D}"/>
                </a:ext>
              </a:extLst>
            </p:cNvPr>
            <p:cNvGrpSpPr>
              <a:grpSpLocks noChangeAspect="1"/>
            </p:cNvGrpSpPr>
            <p:nvPr/>
          </p:nvGrpSpPr>
          <p:grpSpPr>
            <a:xfrm>
              <a:off x="2750736" y="3508875"/>
              <a:ext cx="1098317" cy="1097280"/>
              <a:chOff x="1952125" y="4793256"/>
              <a:chExt cx="362313" cy="361971"/>
            </a:xfrm>
          </p:grpSpPr>
          <p:sp>
            <p:nvSpPr>
              <p:cNvPr id="21" name="Graphic 4">
                <a:extLst>
                  <a:ext uri="{FF2B5EF4-FFF2-40B4-BE49-F238E27FC236}">
                    <a16:creationId xmlns:a16="http://schemas.microsoft.com/office/drawing/2014/main" id="{E847F319-6894-F1F2-FEEE-71E4A112DB47}"/>
                  </a:ext>
                </a:extLst>
              </p:cNvPr>
              <p:cNvSpPr/>
              <p:nvPr/>
            </p:nvSpPr>
            <p:spPr>
              <a:xfrm>
                <a:off x="2067144" y="4961155"/>
                <a:ext cx="15335" cy="25535"/>
              </a:xfrm>
              <a:custGeom>
                <a:avLst/>
                <a:gdLst>
                  <a:gd name="connsiteX0" fmla="*/ 0 w 15335"/>
                  <a:gd name="connsiteY0" fmla="*/ 12768 h 25535"/>
                  <a:gd name="connsiteX1" fmla="*/ 15336 w 15335"/>
                  <a:gd name="connsiteY1" fmla="*/ 25536 h 25535"/>
                  <a:gd name="connsiteX2" fmla="*/ 15336 w 15335"/>
                  <a:gd name="connsiteY2" fmla="*/ 12768 h 25535"/>
                  <a:gd name="connsiteX3" fmla="*/ 15336 w 15335"/>
                  <a:gd name="connsiteY3" fmla="*/ 0 h 25535"/>
                  <a:gd name="connsiteX4" fmla="*/ 0 w 15335"/>
                  <a:gd name="connsiteY4" fmla="*/ 12768 h 25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25535">
                    <a:moveTo>
                      <a:pt x="0" y="12768"/>
                    </a:moveTo>
                    <a:cubicBezTo>
                      <a:pt x="4473" y="17237"/>
                      <a:pt x="9585" y="21067"/>
                      <a:pt x="15336" y="25536"/>
                    </a:cubicBezTo>
                    <a:cubicBezTo>
                      <a:pt x="15336" y="21706"/>
                      <a:pt x="15336" y="17237"/>
                      <a:pt x="15336" y="12768"/>
                    </a:cubicBezTo>
                    <a:cubicBezTo>
                      <a:pt x="15336" y="8299"/>
                      <a:pt x="15336" y="4469"/>
                      <a:pt x="15336" y="0"/>
                    </a:cubicBezTo>
                    <a:cubicBezTo>
                      <a:pt x="9585" y="4469"/>
                      <a:pt x="4473" y="8299"/>
                      <a:pt x="0" y="12768"/>
                    </a:cubicBezTo>
                    <a:close/>
                  </a:path>
                </a:pathLst>
              </a:custGeom>
              <a:solidFill>
                <a:srgbClr val="004F59"/>
              </a:solidFill>
              <a:ln w="6390" cap="flat">
                <a:noFill/>
                <a:prstDash val="solid"/>
                <a:miter/>
              </a:ln>
            </p:spPr>
            <p:txBody>
              <a:bodyPr rtlCol="0" anchor="ctr"/>
              <a:lstStyle/>
              <a:p>
                <a:endParaRPr lang="en-US"/>
              </a:p>
            </p:txBody>
          </p:sp>
          <p:sp>
            <p:nvSpPr>
              <p:cNvPr id="23" name="Graphic 4">
                <a:extLst>
                  <a:ext uri="{FF2B5EF4-FFF2-40B4-BE49-F238E27FC236}">
                    <a16:creationId xmlns:a16="http://schemas.microsoft.com/office/drawing/2014/main" id="{FF8FB979-ABD5-B7FC-5474-D348FB0361C9}"/>
                  </a:ext>
                </a:extLst>
              </p:cNvPr>
              <p:cNvSpPr/>
              <p:nvPr/>
            </p:nvSpPr>
            <p:spPr>
              <a:xfrm>
                <a:off x="2033716" y="4982860"/>
                <a:ext cx="53876" cy="56567"/>
              </a:xfrm>
              <a:custGeom>
                <a:avLst/>
                <a:gdLst>
                  <a:gd name="connsiteX0" fmla="*/ 23843 w 53876"/>
                  <a:gd name="connsiteY0" fmla="*/ 0 h 56567"/>
                  <a:gd name="connsiteX1" fmla="*/ 1479 w 53876"/>
                  <a:gd name="connsiteY1" fmla="*/ 47880 h 56567"/>
                  <a:gd name="connsiteX2" fmla="*/ 53876 w 53876"/>
                  <a:gd name="connsiteY2" fmla="*/ 52348 h 56567"/>
                  <a:gd name="connsiteX3" fmla="*/ 48764 w 53876"/>
                  <a:gd name="connsiteY3" fmla="*/ 20428 h 56567"/>
                  <a:gd name="connsiteX4" fmla="*/ 23843 w 53876"/>
                  <a:gd name="connsiteY4" fmla="*/ 0 h 56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76" h="56567">
                    <a:moveTo>
                      <a:pt x="23843" y="0"/>
                    </a:moveTo>
                    <a:cubicBezTo>
                      <a:pt x="4674" y="20428"/>
                      <a:pt x="-3633" y="38304"/>
                      <a:pt x="1479" y="47880"/>
                    </a:cubicBezTo>
                    <a:cubicBezTo>
                      <a:pt x="6591" y="57456"/>
                      <a:pt x="27038" y="59371"/>
                      <a:pt x="53876" y="52348"/>
                    </a:cubicBezTo>
                    <a:cubicBezTo>
                      <a:pt x="51320" y="42134"/>
                      <a:pt x="50042" y="31281"/>
                      <a:pt x="48764" y="20428"/>
                    </a:cubicBezTo>
                    <a:cubicBezTo>
                      <a:pt x="40457" y="14044"/>
                      <a:pt x="32150" y="7660"/>
                      <a:pt x="23843" y="0"/>
                    </a:cubicBezTo>
                    <a:close/>
                  </a:path>
                </a:pathLst>
              </a:custGeom>
              <a:solidFill>
                <a:srgbClr val="004F59"/>
              </a:solidFill>
              <a:ln w="6390" cap="flat">
                <a:noFill/>
                <a:prstDash val="solid"/>
                <a:miter/>
              </a:ln>
            </p:spPr>
            <p:txBody>
              <a:bodyPr rtlCol="0" anchor="ctr"/>
              <a:lstStyle/>
              <a:p>
                <a:endParaRPr lang="en-US"/>
              </a:p>
            </p:txBody>
          </p:sp>
          <p:sp>
            <p:nvSpPr>
              <p:cNvPr id="24" name="Graphic 4">
                <a:extLst>
                  <a:ext uri="{FF2B5EF4-FFF2-40B4-BE49-F238E27FC236}">
                    <a16:creationId xmlns:a16="http://schemas.microsoft.com/office/drawing/2014/main" id="{824C8C22-9A30-54E8-DC42-6C06D3DBA789}"/>
                  </a:ext>
                </a:extLst>
              </p:cNvPr>
              <p:cNvSpPr/>
              <p:nvPr/>
            </p:nvSpPr>
            <p:spPr>
              <a:xfrm>
                <a:off x="2097177" y="5012227"/>
                <a:ext cx="21725" cy="19151"/>
              </a:xfrm>
              <a:custGeom>
                <a:avLst/>
                <a:gdLst>
                  <a:gd name="connsiteX0" fmla="*/ 0 w 21725"/>
                  <a:gd name="connsiteY0" fmla="*/ 0 h 19151"/>
                  <a:gd name="connsiteX1" fmla="*/ 3195 w 21725"/>
                  <a:gd name="connsiteY1" fmla="*/ 19152 h 19151"/>
                  <a:gd name="connsiteX2" fmla="*/ 21726 w 21725"/>
                  <a:gd name="connsiteY2" fmla="*/ 12130 h 19151"/>
                  <a:gd name="connsiteX3" fmla="*/ 10863 w 21725"/>
                  <a:gd name="connsiteY3" fmla="*/ 5746 h 19151"/>
                  <a:gd name="connsiteX4" fmla="*/ 0 w 21725"/>
                  <a:gd name="connsiteY4" fmla="*/ 0 h 1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25" h="19151">
                    <a:moveTo>
                      <a:pt x="0" y="0"/>
                    </a:moveTo>
                    <a:cubicBezTo>
                      <a:pt x="639" y="7022"/>
                      <a:pt x="1917" y="13406"/>
                      <a:pt x="3195" y="19152"/>
                    </a:cubicBezTo>
                    <a:cubicBezTo>
                      <a:pt x="8946" y="17237"/>
                      <a:pt x="15336" y="14683"/>
                      <a:pt x="21726" y="12130"/>
                    </a:cubicBezTo>
                    <a:cubicBezTo>
                      <a:pt x="17892" y="10214"/>
                      <a:pt x="14697" y="8299"/>
                      <a:pt x="10863" y="5746"/>
                    </a:cubicBezTo>
                    <a:cubicBezTo>
                      <a:pt x="7029" y="3192"/>
                      <a:pt x="3195" y="2554"/>
                      <a:pt x="0" y="0"/>
                    </a:cubicBezTo>
                    <a:close/>
                  </a:path>
                </a:pathLst>
              </a:custGeom>
              <a:solidFill>
                <a:srgbClr val="004F59"/>
              </a:solidFill>
              <a:ln w="6390" cap="flat">
                <a:noFill/>
                <a:prstDash val="solid"/>
                <a:miter/>
              </a:ln>
            </p:spPr>
            <p:txBody>
              <a:bodyPr rtlCol="0" anchor="ctr"/>
              <a:lstStyle/>
              <a:p>
                <a:endParaRPr lang="en-US"/>
              </a:p>
            </p:txBody>
          </p:sp>
          <p:sp>
            <p:nvSpPr>
              <p:cNvPr id="25" name="Graphic 4">
                <a:extLst>
                  <a:ext uri="{FF2B5EF4-FFF2-40B4-BE49-F238E27FC236}">
                    <a16:creationId xmlns:a16="http://schemas.microsoft.com/office/drawing/2014/main" id="{EC2F32E1-3C99-BDC4-69EA-7D25FC86CD5C}"/>
                  </a:ext>
                </a:extLst>
              </p:cNvPr>
              <p:cNvSpPr/>
              <p:nvPr/>
            </p:nvSpPr>
            <p:spPr>
              <a:xfrm>
                <a:off x="2148935" y="4916467"/>
                <a:ext cx="21725" cy="19151"/>
              </a:xfrm>
              <a:custGeom>
                <a:avLst/>
                <a:gdLst>
                  <a:gd name="connsiteX0" fmla="*/ 21726 w 21725"/>
                  <a:gd name="connsiteY0" fmla="*/ 19152 h 19151"/>
                  <a:gd name="connsiteX1" fmla="*/ 18531 w 21725"/>
                  <a:gd name="connsiteY1" fmla="*/ 0 h 19151"/>
                  <a:gd name="connsiteX2" fmla="*/ 0 w 21725"/>
                  <a:gd name="connsiteY2" fmla="*/ 7022 h 19151"/>
                  <a:gd name="connsiteX3" fmla="*/ 10863 w 21725"/>
                  <a:gd name="connsiteY3" fmla="*/ 13406 h 19151"/>
                  <a:gd name="connsiteX4" fmla="*/ 21726 w 21725"/>
                  <a:gd name="connsiteY4" fmla="*/ 19152 h 1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25" h="19151">
                    <a:moveTo>
                      <a:pt x="21726" y="19152"/>
                    </a:moveTo>
                    <a:cubicBezTo>
                      <a:pt x="21087" y="12130"/>
                      <a:pt x="19809" y="5746"/>
                      <a:pt x="18531" y="0"/>
                    </a:cubicBezTo>
                    <a:cubicBezTo>
                      <a:pt x="12141" y="1915"/>
                      <a:pt x="6390" y="4469"/>
                      <a:pt x="0" y="7022"/>
                    </a:cubicBezTo>
                    <a:cubicBezTo>
                      <a:pt x="3834" y="8938"/>
                      <a:pt x="7029" y="10853"/>
                      <a:pt x="10863" y="13406"/>
                    </a:cubicBezTo>
                    <a:cubicBezTo>
                      <a:pt x="14697" y="15960"/>
                      <a:pt x="17892" y="16598"/>
                      <a:pt x="21726" y="19152"/>
                    </a:cubicBezTo>
                    <a:close/>
                  </a:path>
                </a:pathLst>
              </a:custGeom>
              <a:solidFill>
                <a:srgbClr val="004F59"/>
              </a:solidFill>
              <a:ln w="6390" cap="flat">
                <a:noFill/>
                <a:prstDash val="solid"/>
                <a:miter/>
              </a:ln>
            </p:spPr>
            <p:txBody>
              <a:bodyPr rtlCol="0" anchor="ctr"/>
              <a:lstStyle/>
              <a:p>
                <a:endParaRPr lang="en-US"/>
              </a:p>
            </p:txBody>
          </p:sp>
          <p:sp>
            <p:nvSpPr>
              <p:cNvPr id="26" name="Graphic 4">
                <a:extLst>
                  <a:ext uri="{FF2B5EF4-FFF2-40B4-BE49-F238E27FC236}">
                    <a16:creationId xmlns:a16="http://schemas.microsoft.com/office/drawing/2014/main" id="{792ED9B6-51F0-4F53-F443-A3DC15E76010}"/>
                  </a:ext>
                </a:extLst>
              </p:cNvPr>
              <p:cNvSpPr/>
              <p:nvPr/>
            </p:nvSpPr>
            <p:spPr>
              <a:xfrm>
                <a:off x="2097177" y="4915829"/>
                <a:ext cx="21725" cy="19151"/>
              </a:xfrm>
              <a:custGeom>
                <a:avLst/>
                <a:gdLst>
                  <a:gd name="connsiteX0" fmla="*/ 3195 w 21725"/>
                  <a:gd name="connsiteY0" fmla="*/ 0 h 19151"/>
                  <a:gd name="connsiteX1" fmla="*/ 0 w 21725"/>
                  <a:gd name="connsiteY1" fmla="*/ 19152 h 19151"/>
                  <a:gd name="connsiteX2" fmla="*/ 10863 w 21725"/>
                  <a:gd name="connsiteY2" fmla="*/ 12768 h 19151"/>
                  <a:gd name="connsiteX3" fmla="*/ 21726 w 21725"/>
                  <a:gd name="connsiteY3" fmla="*/ 6384 h 19151"/>
                  <a:gd name="connsiteX4" fmla="*/ 3195 w 21725"/>
                  <a:gd name="connsiteY4" fmla="*/ 0 h 1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25" h="19151">
                    <a:moveTo>
                      <a:pt x="3195" y="0"/>
                    </a:moveTo>
                    <a:cubicBezTo>
                      <a:pt x="1917" y="6384"/>
                      <a:pt x="639" y="12768"/>
                      <a:pt x="0" y="19152"/>
                    </a:cubicBezTo>
                    <a:cubicBezTo>
                      <a:pt x="3195" y="17236"/>
                      <a:pt x="7029" y="14683"/>
                      <a:pt x="10863" y="12768"/>
                    </a:cubicBezTo>
                    <a:cubicBezTo>
                      <a:pt x="14697" y="10852"/>
                      <a:pt x="17892" y="8299"/>
                      <a:pt x="21726" y="6384"/>
                    </a:cubicBezTo>
                    <a:cubicBezTo>
                      <a:pt x="15336" y="4468"/>
                      <a:pt x="8946" y="1915"/>
                      <a:pt x="3195" y="0"/>
                    </a:cubicBezTo>
                    <a:close/>
                  </a:path>
                </a:pathLst>
              </a:custGeom>
              <a:solidFill>
                <a:srgbClr val="004F59"/>
              </a:solidFill>
              <a:ln w="6390" cap="flat">
                <a:noFill/>
                <a:prstDash val="solid"/>
                <a:miter/>
              </a:ln>
            </p:spPr>
            <p:txBody>
              <a:bodyPr rtlCol="0" anchor="ctr"/>
              <a:lstStyle/>
              <a:p>
                <a:endParaRPr lang="en-US"/>
              </a:p>
            </p:txBody>
          </p:sp>
          <p:sp>
            <p:nvSpPr>
              <p:cNvPr id="27" name="Graphic 4">
                <a:extLst>
                  <a:ext uri="{FF2B5EF4-FFF2-40B4-BE49-F238E27FC236}">
                    <a16:creationId xmlns:a16="http://schemas.microsoft.com/office/drawing/2014/main" id="{E6C28220-1C35-C139-FACE-C369A24D4EA4}"/>
                  </a:ext>
                </a:extLst>
              </p:cNvPr>
              <p:cNvSpPr/>
              <p:nvPr/>
            </p:nvSpPr>
            <p:spPr>
              <a:xfrm>
                <a:off x="2148935" y="5012865"/>
                <a:ext cx="21725" cy="19151"/>
              </a:xfrm>
              <a:custGeom>
                <a:avLst/>
                <a:gdLst>
                  <a:gd name="connsiteX0" fmla="*/ 18531 w 21725"/>
                  <a:gd name="connsiteY0" fmla="*/ 19152 h 19151"/>
                  <a:gd name="connsiteX1" fmla="*/ 21726 w 21725"/>
                  <a:gd name="connsiteY1" fmla="*/ 0 h 19151"/>
                  <a:gd name="connsiteX2" fmla="*/ 10863 w 21725"/>
                  <a:gd name="connsiteY2" fmla="*/ 6384 h 19151"/>
                  <a:gd name="connsiteX3" fmla="*/ 0 w 21725"/>
                  <a:gd name="connsiteY3" fmla="*/ 12768 h 19151"/>
                  <a:gd name="connsiteX4" fmla="*/ 18531 w 21725"/>
                  <a:gd name="connsiteY4" fmla="*/ 19152 h 1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25" h="19151">
                    <a:moveTo>
                      <a:pt x="18531" y="19152"/>
                    </a:moveTo>
                    <a:cubicBezTo>
                      <a:pt x="19809" y="13407"/>
                      <a:pt x="21087" y="6384"/>
                      <a:pt x="21726" y="0"/>
                    </a:cubicBezTo>
                    <a:cubicBezTo>
                      <a:pt x="18531" y="1916"/>
                      <a:pt x="14697" y="4469"/>
                      <a:pt x="10863" y="6384"/>
                    </a:cubicBezTo>
                    <a:cubicBezTo>
                      <a:pt x="7029" y="8299"/>
                      <a:pt x="3195" y="10215"/>
                      <a:pt x="0" y="12768"/>
                    </a:cubicBezTo>
                    <a:cubicBezTo>
                      <a:pt x="6390" y="14683"/>
                      <a:pt x="12141" y="17237"/>
                      <a:pt x="18531" y="19152"/>
                    </a:cubicBezTo>
                    <a:close/>
                  </a:path>
                </a:pathLst>
              </a:custGeom>
              <a:solidFill>
                <a:srgbClr val="004F59"/>
              </a:solidFill>
              <a:ln w="6390" cap="flat">
                <a:noFill/>
                <a:prstDash val="solid"/>
                <a:miter/>
              </a:ln>
            </p:spPr>
            <p:txBody>
              <a:bodyPr rtlCol="0" anchor="ctr"/>
              <a:lstStyle/>
              <a:p>
                <a:endParaRPr lang="en-US"/>
              </a:p>
            </p:txBody>
          </p:sp>
          <p:sp>
            <p:nvSpPr>
              <p:cNvPr id="28" name="Graphic 4">
                <a:extLst>
                  <a:ext uri="{FF2B5EF4-FFF2-40B4-BE49-F238E27FC236}">
                    <a16:creationId xmlns:a16="http://schemas.microsoft.com/office/drawing/2014/main" id="{83A9F0B7-4101-50ED-6FE3-5A85FC6ECE63}"/>
                  </a:ext>
                </a:extLst>
              </p:cNvPr>
              <p:cNvSpPr/>
              <p:nvPr/>
            </p:nvSpPr>
            <p:spPr>
              <a:xfrm>
                <a:off x="2178968" y="4908806"/>
                <a:ext cx="54984" cy="56178"/>
              </a:xfrm>
              <a:custGeom>
                <a:avLst/>
                <a:gdLst>
                  <a:gd name="connsiteX0" fmla="*/ 30672 w 54984"/>
                  <a:gd name="connsiteY0" fmla="*/ 56179 h 56178"/>
                  <a:gd name="connsiteX1" fmla="*/ 39618 w 54984"/>
                  <a:gd name="connsiteY1" fmla="*/ 46603 h 56178"/>
                  <a:gd name="connsiteX2" fmla="*/ 53036 w 54984"/>
                  <a:gd name="connsiteY2" fmla="*/ 8299 h 56178"/>
                  <a:gd name="connsiteX3" fmla="*/ 28755 w 54984"/>
                  <a:gd name="connsiteY3" fmla="*/ 0 h 56178"/>
                  <a:gd name="connsiteX4" fmla="*/ 12780 w 54984"/>
                  <a:gd name="connsiteY4" fmla="*/ 1277 h 56178"/>
                  <a:gd name="connsiteX5" fmla="*/ 0 w 54984"/>
                  <a:gd name="connsiteY5" fmla="*/ 3831 h 56178"/>
                  <a:gd name="connsiteX6" fmla="*/ 5112 w 54984"/>
                  <a:gd name="connsiteY6" fmla="*/ 35751 h 56178"/>
                  <a:gd name="connsiteX7" fmla="*/ 30672 w 54984"/>
                  <a:gd name="connsiteY7" fmla="*/ 56179 h 56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84" h="56178">
                    <a:moveTo>
                      <a:pt x="30672" y="56179"/>
                    </a:moveTo>
                    <a:cubicBezTo>
                      <a:pt x="33867" y="52987"/>
                      <a:pt x="37062" y="49795"/>
                      <a:pt x="39618" y="46603"/>
                    </a:cubicBezTo>
                    <a:cubicBezTo>
                      <a:pt x="53036" y="30643"/>
                      <a:pt x="58148" y="15960"/>
                      <a:pt x="53036" y="8299"/>
                    </a:cubicBezTo>
                    <a:cubicBezTo>
                      <a:pt x="49841" y="2554"/>
                      <a:pt x="40896" y="0"/>
                      <a:pt x="28755" y="0"/>
                    </a:cubicBezTo>
                    <a:cubicBezTo>
                      <a:pt x="23643" y="0"/>
                      <a:pt x="17892" y="639"/>
                      <a:pt x="12780" y="1277"/>
                    </a:cubicBezTo>
                    <a:cubicBezTo>
                      <a:pt x="8946" y="1915"/>
                      <a:pt x="4473" y="2554"/>
                      <a:pt x="0" y="3831"/>
                    </a:cubicBezTo>
                    <a:cubicBezTo>
                      <a:pt x="2556" y="14683"/>
                      <a:pt x="3834" y="24898"/>
                      <a:pt x="5112" y="35751"/>
                    </a:cubicBezTo>
                    <a:cubicBezTo>
                      <a:pt x="14058" y="42135"/>
                      <a:pt x="23004" y="48519"/>
                      <a:pt x="30672" y="56179"/>
                    </a:cubicBezTo>
                    <a:close/>
                  </a:path>
                </a:pathLst>
              </a:custGeom>
              <a:solidFill>
                <a:srgbClr val="004F59"/>
              </a:solidFill>
              <a:ln w="6390" cap="flat">
                <a:noFill/>
                <a:prstDash val="solid"/>
                <a:miter/>
              </a:ln>
            </p:spPr>
            <p:txBody>
              <a:bodyPr rtlCol="0" anchor="ctr"/>
              <a:lstStyle/>
              <a:p>
                <a:endParaRPr lang="en-US"/>
              </a:p>
            </p:txBody>
          </p:sp>
          <p:sp>
            <p:nvSpPr>
              <p:cNvPr id="48" name="Graphic 4">
                <a:extLst>
                  <a:ext uri="{FF2B5EF4-FFF2-40B4-BE49-F238E27FC236}">
                    <a16:creationId xmlns:a16="http://schemas.microsoft.com/office/drawing/2014/main" id="{62382F02-5D2F-FB97-2E12-B20A7995BB64}"/>
                  </a:ext>
                </a:extLst>
              </p:cNvPr>
              <p:cNvSpPr/>
              <p:nvPr/>
            </p:nvSpPr>
            <p:spPr>
              <a:xfrm>
                <a:off x="2094621" y="4929873"/>
                <a:ext cx="78596" cy="88099"/>
              </a:xfrm>
              <a:custGeom>
                <a:avLst/>
                <a:gdLst>
                  <a:gd name="connsiteX0" fmla="*/ 77957 w 78596"/>
                  <a:gd name="connsiteY0" fmla="*/ 21706 h 88099"/>
                  <a:gd name="connsiteX1" fmla="*/ 58788 w 78596"/>
                  <a:gd name="connsiteY1" fmla="*/ 10215 h 88099"/>
                  <a:gd name="connsiteX2" fmla="*/ 38979 w 78596"/>
                  <a:gd name="connsiteY2" fmla="*/ 0 h 88099"/>
                  <a:gd name="connsiteX3" fmla="*/ 19170 w 78596"/>
                  <a:gd name="connsiteY3" fmla="*/ 10215 h 88099"/>
                  <a:gd name="connsiteX4" fmla="*/ 639 w 78596"/>
                  <a:gd name="connsiteY4" fmla="*/ 21706 h 88099"/>
                  <a:gd name="connsiteX5" fmla="*/ 0 w 78596"/>
                  <a:gd name="connsiteY5" fmla="*/ 44050 h 88099"/>
                  <a:gd name="connsiteX6" fmla="*/ 639 w 78596"/>
                  <a:gd name="connsiteY6" fmla="*/ 66394 h 88099"/>
                  <a:gd name="connsiteX7" fmla="*/ 19170 w 78596"/>
                  <a:gd name="connsiteY7" fmla="*/ 77885 h 88099"/>
                  <a:gd name="connsiteX8" fmla="*/ 38979 w 78596"/>
                  <a:gd name="connsiteY8" fmla="*/ 88099 h 88099"/>
                  <a:gd name="connsiteX9" fmla="*/ 58788 w 78596"/>
                  <a:gd name="connsiteY9" fmla="*/ 77885 h 88099"/>
                  <a:gd name="connsiteX10" fmla="*/ 77957 w 78596"/>
                  <a:gd name="connsiteY10" fmla="*/ 66394 h 88099"/>
                  <a:gd name="connsiteX11" fmla="*/ 78596 w 78596"/>
                  <a:gd name="connsiteY11" fmla="*/ 44050 h 88099"/>
                  <a:gd name="connsiteX12" fmla="*/ 77957 w 78596"/>
                  <a:gd name="connsiteY12" fmla="*/ 21706 h 88099"/>
                  <a:gd name="connsiteX13" fmla="*/ 39618 w 78596"/>
                  <a:gd name="connsiteY13" fmla="*/ 50434 h 88099"/>
                  <a:gd name="connsiteX14" fmla="*/ 33228 w 78596"/>
                  <a:gd name="connsiteY14" fmla="*/ 44050 h 88099"/>
                  <a:gd name="connsiteX15" fmla="*/ 39618 w 78596"/>
                  <a:gd name="connsiteY15" fmla="*/ 37666 h 88099"/>
                  <a:gd name="connsiteX16" fmla="*/ 39618 w 78596"/>
                  <a:gd name="connsiteY16" fmla="*/ 37666 h 88099"/>
                  <a:gd name="connsiteX17" fmla="*/ 46008 w 78596"/>
                  <a:gd name="connsiteY17" fmla="*/ 44050 h 88099"/>
                  <a:gd name="connsiteX18" fmla="*/ 39618 w 78596"/>
                  <a:gd name="connsiteY18" fmla="*/ 50434 h 8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8596" h="88099">
                    <a:moveTo>
                      <a:pt x="77957" y="21706"/>
                    </a:moveTo>
                    <a:cubicBezTo>
                      <a:pt x="72206" y="17875"/>
                      <a:pt x="65816" y="13407"/>
                      <a:pt x="58788" y="10215"/>
                    </a:cubicBezTo>
                    <a:cubicBezTo>
                      <a:pt x="51759" y="7023"/>
                      <a:pt x="45369" y="3192"/>
                      <a:pt x="38979" y="0"/>
                    </a:cubicBezTo>
                    <a:cubicBezTo>
                      <a:pt x="32589" y="3192"/>
                      <a:pt x="26199" y="6384"/>
                      <a:pt x="19170" y="10215"/>
                    </a:cubicBezTo>
                    <a:cubicBezTo>
                      <a:pt x="12780" y="14045"/>
                      <a:pt x="6390" y="17875"/>
                      <a:pt x="639" y="21706"/>
                    </a:cubicBezTo>
                    <a:cubicBezTo>
                      <a:pt x="0" y="28728"/>
                      <a:pt x="0" y="36389"/>
                      <a:pt x="0" y="44050"/>
                    </a:cubicBezTo>
                    <a:cubicBezTo>
                      <a:pt x="0" y="51710"/>
                      <a:pt x="0" y="59371"/>
                      <a:pt x="639" y="66394"/>
                    </a:cubicBezTo>
                    <a:cubicBezTo>
                      <a:pt x="6390" y="70224"/>
                      <a:pt x="12780" y="74054"/>
                      <a:pt x="19170" y="77885"/>
                    </a:cubicBezTo>
                    <a:cubicBezTo>
                      <a:pt x="25560" y="81715"/>
                      <a:pt x="31950" y="84907"/>
                      <a:pt x="38979" y="88099"/>
                    </a:cubicBezTo>
                    <a:cubicBezTo>
                      <a:pt x="45369" y="84907"/>
                      <a:pt x="51759" y="81715"/>
                      <a:pt x="58788" y="77885"/>
                    </a:cubicBezTo>
                    <a:cubicBezTo>
                      <a:pt x="65816" y="74054"/>
                      <a:pt x="71567" y="70224"/>
                      <a:pt x="77957" y="66394"/>
                    </a:cubicBezTo>
                    <a:cubicBezTo>
                      <a:pt x="78596" y="59371"/>
                      <a:pt x="78596" y="51710"/>
                      <a:pt x="78596" y="44050"/>
                    </a:cubicBezTo>
                    <a:cubicBezTo>
                      <a:pt x="78596" y="36389"/>
                      <a:pt x="77957" y="28728"/>
                      <a:pt x="77957" y="21706"/>
                    </a:cubicBezTo>
                    <a:close/>
                    <a:moveTo>
                      <a:pt x="39618" y="50434"/>
                    </a:moveTo>
                    <a:cubicBezTo>
                      <a:pt x="35784" y="50434"/>
                      <a:pt x="33228" y="47880"/>
                      <a:pt x="33228" y="44050"/>
                    </a:cubicBezTo>
                    <a:cubicBezTo>
                      <a:pt x="33228" y="40219"/>
                      <a:pt x="35784" y="37666"/>
                      <a:pt x="39618" y="37666"/>
                    </a:cubicBezTo>
                    <a:lnTo>
                      <a:pt x="39618" y="37666"/>
                    </a:lnTo>
                    <a:cubicBezTo>
                      <a:pt x="43452" y="37666"/>
                      <a:pt x="46008" y="40219"/>
                      <a:pt x="46008" y="44050"/>
                    </a:cubicBezTo>
                    <a:cubicBezTo>
                      <a:pt x="46008" y="47880"/>
                      <a:pt x="43452" y="50434"/>
                      <a:pt x="39618" y="50434"/>
                    </a:cubicBezTo>
                    <a:close/>
                  </a:path>
                </a:pathLst>
              </a:custGeom>
              <a:solidFill>
                <a:srgbClr val="004F59"/>
              </a:solidFill>
              <a:ln w="6390" cap="flat">
                <a:noFill/>
                <a:prstDash val="solid"/>
                <a:miter/>
              </a:ln>
            </p:spPr>
            <p:txBody>
              <a:bodyPr rtlCol="0" anchor="ctr"/>
              <a:lstStyle/>
              <a:p>
                <a:endParaRPr lang="en-US"/>
              </a:p>
            </p:txBody>
          </p:sp>
          <p:sp>
            <p:nvSpPr>
              <p:cNvPr id="49" name="Graphic 4">
                <a:extLst>
                  <a:ext uri="{FF2B5EF4-FFF2-40B4-BE49-F238E27FC236}">
                    <a16:creationId xmlns:a16="http://schemas.microsoft.com/office/drawing/2014/main" id="{4E6FE112-9727-B407-230F-A58E3240838E}"/>
                  </a:ext>
                </a:extLst>
              </p:cNvPr>
              <p:cNvSpPr/>
              <p:nvPr/>
            </p:nvSpPr>
            <p:spPr>
              <a:xfrm>
                <a:off x="2178968" y="4982860"/>
                <a:ext cx="54627" cy="56246"/>
              </a:xfrm>
              <a:custGeom>
                <a:avLst/>
                <a:gdLst>
                  <a:gd name="connsiteX0" fmla="*/ 30672 w 54627"/>
                  <a:gd name="connsiteY0" fmla="*/ 0 h 56246"/>
                  <a:gd name="connsiteX1" fmla="*/ 5112 w 54627"/>
                  <a:gd name="connsiteY1" fmla="*/ 20428 h 56246"/>
                  <a:gd name="connsiteX2" fmla="*/ 0 w 54627"/>
                  <a:gd name="connsiteY2" fmla="*/ 52348 h 56246"/>
                  <a:gd name="connsiteX3" fmla="*/ 12780 w 54627"/>
                  <a:gd name="connsiteY3" fmla="*/ 54902 h 56246"/>
                  <a:gd name="connsiteX4" fmla="*/ 53036 w 54627"/>
                  <a:gd name="connsiteY4" fmla="*/ 47880 h 56246"/>
                  <a:gd name="connsiteX5" fmla="*/ 39618 w 54627"/>
                  <a:gd name="connsiteY5" fmla="*/ 9576 h 56246"/>
                  <a:gd name="connsiteX6" fmla="*/ 30672 w 54627"/>
                  <a:gd name="connsiteY6" fmla="*/ 0 h 5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627" h="56246">
                    <a:moveTo>
                      <a:pt x="30672" y="0"/>
                    </a:moveTo>
                    <a:cubicBezTo>
                      <a:pt x="22365" y="7022"/>
                      <a:pt x="14058" y="14044"/>
                      <a:pt x="5112" y="20428"/>
                    </a:cubicBezTo>
                    <a:cubicBezTo>
                      <a:pt x="3834" y="31281"/>
                      <a:pt x="2556" y="41496"/>
                      <a:pt x="0" y="52348"/>
                    </a:cubicBezTo>
                    <a:cubicBezTo>
                      <a:pt x="4473" y="53625"/>
                      <a:pt x="8307" y="54264"/>
                      <a:pt x="12780" y="54902"/>
                    </a:cubicBezTo>
                    <a:cubicBezTo>
                      <a:pt x="33228" y="58094"/>
                      <a:pt x="48564" y="55540"/>
                      <a:pt x="53036" y="47880"/>
                    </a:cubicBezTo>
                    <a:cubicBezTo>
                      <a:pt x="57509" y="40219"/>
                      <a:pt x="52398" y="25536"/>
                      <a:pt x="39618" y="9576"/>
                    </a:cubicBezTo>
                    <a:cubicBezTo>
                      <a:pt x="37062" y="6384"/>
                      <a:pt x="33867" y="3192"/>
                      <a:pt x="30672" y="0"/>
                    </a:cubicBezTo>
                    <a:close/>
                  </a:path>
                </a:pathLst>
              </a:custGeom>
              <a:solidFill>
                <a:srgbClr val="004F59"/>
              </a:solidFill>
              <a:ln w="6390" cap="flat">
                <a:noFill/>
                <a:prstDash val="solid"/>
                <a:miter/>
              </a:ln>
            </p:spPr>
            <p:txBody>
              <a:bodyPr rtlCol="0" anchor="ctr"/>
              <a:lstStyle/>
              <a:p>
                <a:endParaRPr lang="en-US"/>
              </a:p>
            </p:txBody>
          </p:sp>
          <p:sp>
            <p:nvSpPr>
              <p:cNvPr id="50" name="Graphic 4">
                <a:extLst>
                  <a:ext uri="{FF2B5EF4-FFF2-40B4-BE49-F238E27FC236}">
                    <a16:creationId xmlns:a16="http://schemas.microsoft.com/office/drawing/2014/main" id="{C36AF090-74C3-47E9-FA65-C24E2B4DDE24}"/>
                  </a:ext>
                </a:extLst>
              </p:cNvPr>
              <p:cNvSpPr/>
              <p:nvPr/>
            </p:nvSpPr>
            <p:spPr>
              <a:xfrm>
                <a:off x="2103567" y="5032655"/>
                <a:ext cx="61343" cy="54902"/>
              </a:xfrm>
              <a:custGeom>
                <a:avLst/>
                <a:gdLst>
                  <a:gd name="connsiteX0" fmla="*/ 0 w 61343"/>
                  <a:gd name="connsiteY0" fmla="*/ 11491 h 54902"/>
                  <a:gd name="connsiteX1" fmla="*/ 30672 w 61343"/>
                  <a:gd name="connsiteY1" fmla="*/ 54902 h 54902"/>
                  <a:gd name="connsiteX2" fmla="*/ 61343 w 61343"/>
                  <a:gd name="connsiteY2" fmla="*/ 11491 h 54902"/>
                  <a:gd name="connsiteX3" fmla="*/ 31311 w 61343"/>
                  <a:gd name="connsiteY3" fmla="*/ 0 h 54902"/>
                  <a:gd name="connsiteX4" fmla="*/ 0 w 61343"/>
                  <a:gd name="connsiteY4" fmla="*/ 11491 h 54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43" h="54902">
                    <a:moveTo>
                      <a:pt x="0" y="11491"/>
                    </a:moveTo>
                    <a:cubicBezTo>
                      <a:pt x="7668" y="38304"/>
                      <a:pt x="19170" y="54902"/>
                      <a:pt x="30672" y="54902"/>
                    </a:cubicBezTo>
                    <a:cubicBezTo>
                      <a:pt x="42173" y="54902"/>
                      <a:pt x="53036" y="38942"/>
                      <a:pt x="61343" y="11491"/>
                    </a:cubicBezTo>
                    <a:cubicBezTo>
                      <a:pt x="51119" y="8299"/>
                      <a:pt x="40896" y="4469"/>
                      <a:pt x="31311" y="0"/>
                    </a:cubicBezTo>
                    <a:cubicBezTo>
                      <a:pt x="20448" y="4469"/>
                      <a:pt x="10224" y="8299"/>
                      <a:pt x="0" y="11491"/>
                    </a:cubicBezTo>
                    <a:close/>
                  </a:path>
                </a:pathLst>
              </a:custGeom>
              <a:solidFill>
                <a:srgbClr val="004F59"/>
              </a:solidFill>
              <a:ln w="6390" cap="flat">
                <a:noFill/>
                <a:prstDash val="solid"/>
                <a:miter/>
              </a:ln>
            </p:spPr>
            <p:txBody>
              <a:bodyPr rtlCol="0" anchor="ctr"/>
              <a:lstStyle/>
              <a:p>
                <a:endParaRPr lang="en-US"/>
              </a:p>
            </p:txBody>
          </p:sp>
          <p:sp>
            <p:nvSpPr>
              <p:cNvPr id="51" name="Graphic 4">
                <a:extLst>
                  <a:ext uri="{FF2B5EF4-FFF2-40B4-BE49-F238E27FC236}">
                    <a16:creationId xmlns:a16="http://schemas.microsoft.com/office/drawing/2014/main" id="{A49200EA-A135-BD54-7BC3-2103AF5BD531}"/>
                  </a:ext>
                </a:extLst>
              </p:cNvPr>
              <p:cNvSpPr/>
              <p:nvPr/>
            </p:nvSpPr>
            <p:spPr>
              <a:xfrm>
                <a:off x="1952125" y="4793256"/>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181474 w 362313"/>
                  <a:gd name="connsiteY6" fmla="*/ 0 h 361971"/>
                  <a:gd name="connsiteX7" fmla="*/ 276684 w 362313"/>
                  <a:gd name="connsiteY7" fmla="*/ 191519 h 361971"/>
                  <a:gd name="connsiteX8" fmla="*/ 291381 w 362313"/>
                  <a:gd name="connsiteY8" fmla="*/ 244506 h 361971"/>
                  <a:gd name="connsiteX9" fmla="*/ 256237 w 362313"/>
                  <a:gd name="connsiteY9" fmla="*/ 259828 h 361971"/>
                  <a:gd name="connsiteX10" fmla="*/ 238345 w 362313"/>
                  <a:gd name="connsiteY10" fmla="*/ 258551 h 361971"/>
                  <a:gd name="connsiteX11" fmla="*/ 224926 w 362313"/>
                  <a:gd name="connsiteY11" fmla="*/ 255359 h 361971"/>
                  <a:gd name="connsiteX12" fmla="*/ 182113 w 362313"/>
                  <a:gd name="connsiteY12" fmla="*/ 307708 h 361971"/>
                  <a:gd name="connsiteX13" fmla="*/ 139301 w 362313"/>
                  <a:gd name="connsiteY13" fmla="*/ 255359 h 361971"/>
                  <a:gd name="connsiteX14" fmla="*/ 107990 w 362313"/>
                  <a:gd name="connsiteY14" fmla="*/ 259828 h 361971"/>
                  <a:gd name="connsiteX15" fmla="*/ 72206 w 362313"/>
                  <a:gd name="connsiteY15" fmla="*/ 244506 h 361971"/>
                  <a:gd name="connsiteX16" fmla="*/ 96488 w 362313"/>
                  <a:gd name="connsiteY16" fmla="*/ 181305 h 361971"/>
                  <a:gd name="connsiteX17" fmla="*/ 72206 w 362313"/>
                  <a:gd name="connsiteY17" fmla="*/ 118104 h 361971"/>
                  <a:gd name="connsiteX18" fmla="*/ 139301 w 362313"/>
                  <a:gd name="connsiteY18" fmla="*/ 107251 h 361971"/>
                  <a:gd name="connsiteX19" fmla="*/ 182113 w 362313"/>
                  <a:gd name="connsiteY19" fmla="*/ 54902 h 361971"/>
                  <a:gd name="connsiteX20" fmla="*/ 224926 w 362313"/>
                  <a:gd name="connsiteY20" fmla="*/ 107251 h 361971"/>
                  <a:gd name="connsiteX21" fmla="*/ 238345 w 362313"/>
                  <a:gd name="connsiteY21" fmla="*/ 104059 h 361971"/>
                  <a:gd name="connsiteX22" fmla="*/ 291381 w 362313"/>
                  <a:gd name="connsiteY22" fmla="*/ 117465 h 361971"/>
                  <a:gd name="connsiteX23" fmla="*/ 276684 w 362313"/>
                  <a:gd name="connsiteY23" fmla="*/ 170452 h 361971"/>
                  <a:gd name="connsiteX24" fmla="*/ 267099 w 362313"/>
                  <a:gd name="connsiteY24" fmla="*/ 180667 h 361971"/>
                  <a:gd name="connsiteX25" fmla="*/ 276684 w 362313"/>
                  <a:gd name="connsiteY25" fmla="*/ 191519 h 361971"/>
                  <a:gd name="connsiteX26" fmla="*/ 276684 w 362313"/>
                  <a:gd name="connsiteY26" fmla="*/ 191519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lnTo>
                      <a:pt x="181474" y="0"/>
                    </a:lnTo>
                    <a:close/>
                    <a:moveTo>
                      <a:pt x="276684" y="191519"/>
                    </a:moveTo>
                    <a:cubicBezTo>
                      <a:pt x="293937" y="212587"/>
                      <a:pt x="299049" y="231100"/>
                      <a:pt x="291381" y="244506"/>
                    </a:cubicBezTo>
                    <a:cubicBezTo>
                      <a:pt x="285630" y="254082"/>
                      <a:pt x="273489" y="259828"/>
                      <a:pt x="256237" y="259828"/>
                    </a:cubicBezTo>
                    <a:cubicBezTo>
                      <a:pt x="250486" y="259828"/>
                      <a:pt x="244096" y="259190"/>
                      <a:pt x="238345" y="258551"/>
                    </a:cubicBezTo>
                    <a:cubicBezTo>
                      <a:pt x="233872" y="257913"/>
                      <a:pt x="229399" y="256636"/>
                      <a:pt x="224926" y="255359"/>
                    </a:cubicBezTo>
                    <a:cubicBezTo>
                      <a:pt x="215341" y="287279"/>
                      <a:pt x="200005" y="307708"/>
                      <a:pt x="182113" y="307708"/>
                    </a:cubicBezTo>
                    <a:cubicBezTo>
                      <a:pt x="164221" y="307708"/>
                      <a:pt x="148885" y="287279"/>
                      <a:pt x="139301" y="255359"/>
                    </a:cubicBezTo>
                    <a:cubicBezTo>
                      <a:pt x="129077" y="257913"/>
                      <a:pt x="118853" y="259828"/>
                      <a:pt x="107990" y="259828"/>
                    </a:cubicBezTo>
                    <a:cubicBezTo>
                      <a:pt x="90737" y="259828"/>
                      <a:pt x="78596" y="254721"/>
                      <a:pt x="72206" y="244506"/>
                    </a:cubicBezTo>
                    <a:cubicBezTo>
                      <a:pt x="63260" y="228546"/>
                      <a:pt x="72845" y="205564"/>
                      <a:pt x="96488" y="181305"/>
                    </a:cubicBezTo>
                    <a:cubicBezTo>
                      <a:pt x="73484" y="157046"/>
                      <a:pt x="63260" y="134064"/>
                      <a:pt x="72206" y="118104"/>
                    </a:cubicBezTo>
                    <a:cubicBezTo>
                      <a:pt x="81152" y="102144"/>
                      <a:pt x="106712" y="99590"/>
                      <a:pt x="139301" y="107251"/>
                    </a:cubicBezTo>
                    <a:cubicBezTo>
                      <a:pt x="148885" y="75331"/>
                      <a:pt x="164221" y="54902"/>
                      <a:pt x="182113" y="54902"/>
                    </a:cubicBezTo>
                    <a:cubicBezTo>
                      <a:pt x="200005" y="54902"/>
                      <a:pt x="215341" y="75331"/>
                      <a:pt x="224926" y="107251"/>
                    </a:cubicBezTo>
                    <a:cubicBezTo>
                      <a:pt x="229399" y="105974"/>
                      <a:pt x="233872" y="105336"/>
                      <a:pt x="238345" y="104059"/>
                    </a:cubicBezTo>
                    <a:cubicBezTo>
                      <a:pt x="265182" y="99590"/>
                      <a:pt x="283713" y="104697"/>
                      <a:pt x="291381" y="117465"/>
                    </a:cubicBezTo>
                    <a:cubicBezTo>
                      <a:pt x="299049" y="130233"/>
                      <a:pt x="293937" y="149385"/>
                      <a:pt x="276684" y="170452"/>
                    </a:cubicBezTo>
                    <a:cubicBezTo>
                      <a:pt x="274128" y="173644"/>
                      <a:pt x="270294" y="177475"/>
                      <a:pt x="267099" y="180667"/>
                    </a:cubicBezTo>
                    <a:cubicBezTo>
                      <a:pt x="270294" y="183859"/>
                      <a:pt x="273489" y="187689"/>
                      <a:pt x="276684" y="191519"/>
                    </a:cubicBezTo>
                    <a:lnTo>
                      <a:pt x="276684" y="191519"/>
                    </a:lnTo>
                    <a:close/>
                  </a:path>
                </a:pathLst>
              </a:custGeom>
              <a:solidFill>
                <a:srgbClr val="004F59"/>
              </a:solidFill>
              <a:ln w="6390" cap="flat">
                <a:noFill/>
                <a:prstDash val="solid"/>
                <a:miter/>
              </a:ln>
            </p:spPr>
            <p:txBody>
              <a:bodyPr rtlCol="0" anchor="ctr"/>
              <a:lstStyle/>
              <a:p>
                <a:endParaRPr lang="en-US"/>
              </a:p>
            </p:txBody>
          </p:sp>
          <p:sp>
            <p:nvSpPr>
              <p:cNvPr id="52" name="Graphic 4">
                <a:extLst>
                  <a:ext uri="{FF2B5EF4-FFF2-40B4-BE49-F238E27FC236}">
                    <a16:creationId xmlns:a16="http://schemas.microsoft.com/office/drawing/2014/main" id="{F59D6B88-9F8D-BD0A-533B-2061DFA82835}"/>
                  </a:ext>
                </a:extLst>
              </p:cNvPr>
              <p:cNvSpPr/>
              <p:nvPr/>
            </p:nvSpPr>
            <p:spPr>
              <a:xfrm>
                <a:off x="2102928" y="4860288"/>
                <a:ext cx="61343" cy="55540"/>
              </a:xfrm>
              <a:custGeom>
                <a:avLst/>
                <a:gdLst>
                  <a:gd name="connsiteX0" fmla="*/ 61343 w 61343"/>
                  <a:gd name="connsiteY0" fmla="*/ 43411 h 55540"/>
                  <a:gd name="connsiteX1" fmla="*/ 30672 w 61343"/>
                  <a:gd name="connsiteY1" fmla="*/ 0 h 55540"/>
                  <a:gd name="connsiteX2" fmla="*/ 0 w 61343"/>
                  <a:gd name="connsiteY2" fmla="*/ 43411 h 55540"/>
                  <a:gd name="connsiteX3" fmla="*/ 30672 w 61343"/>
                  <a:gd name="connsiteY3" fmla="*/ 55541 h 55540"/>
                  <a:gd name="connsiteX4" fmla="*/ 61343 w 61343"/>
                  <a:gd name="connsiteY4" fmla="*/ 43411 h 55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43" h="55540">
                    <a:moveTo>
                      <a:pt x="61343" y="43411"/>
                    </a:moveTo>
                    <a:cubicBezTo>
                      <a:pt x="53675" y="16598"/>
                      <a:pt x="42174" y="0"/>
                      <a:pt x="30672" y="0"/>
                    </a:cubicBezTo>
                    <a:cubicBezTo>
                      <a:pt x="19170" y="0"/>
                      <a:pt x="8307" y="15960"/>
                      <a:pt x="0" y="43411"/>
                    </a:cubicBezTo>
                    <a:cubicBezTo>
                      <a:pt x="10224" y="46603"/>
                      <a:pt x="20448" y="50433"/>
                      <a:pt x="30672" y="55541"/>
                    </a:cubicBezTo>
                    <a:cubicBezTo>
                      <a:pt x="40896" y="50433"/>
                      <a:pt x="51119" y="46603"/>
                      <a:pt x="61343" y="43411"/>
                    </a:cubicBezTo>
                    <a:close/>
                  </a:path>
                </a:pathLst>
              </a:custGeom>
              <a:solidFill>
                <a:srgbClr val="004F59"/>
              </a:solidFill>
              <a:ln w="6390" cap="flat">
                <a:noFill/>
                <a:prstDash val="solid"/>
                <a:miter/>
              </a:ln>
            </p:spPr>
            <p:txBody>
              <a:bodyPr rtlCol="0" anchor="ctr"/>
              <a:lstStyle/>
              <a:p>
                <a:endParaRPr lang="en-US"/>
              </a:p>
            </p:txBody>
          </p:sp>
          <p:sp>
            <p:nvSpPr>
              <p:cNvPr id="53" name="Graphic 4">
                <a:extLst>
                  <a:ext uri="{FF2B5EF4-FFF2-40B4-BE49-F238E27FC236}">
                    <a16:creationId xmlns:a16="http://schemas.microsoft.com/office/drawing/2014/main" id="{26BF3452-FB9F-1940-2089-E6CFDC53B299}"/>
                  </a:ext>
                </a:extLst>
              </p:cNvPr>
              <p:cNvSpPr/>
              <p:nvPr/>
            </p:nvSpPr>
            <p:spPr>
              <a:xfrm>
                <a:off x="2185358" y="4961155"/>
                <a:ext cx="15335" cy="25535"/>
              </a:xfrm>
              <a:custGeom>
                <a:avLst/>
                <a:gdLst>
                  <a:gd name="connsiteX0" fmla="*/ 15336 w 15335"/>
                  <a:gd name="connsiteY0" fmla="*/ 12768 h 25535"/>
                  <a:gd name="connsiteX1" fmla="*/ 0 w 15335"/>
                  <a:gd name="connsiteY1" fmla="*/ 0 h 25535"/>
                  <a:gd name="connsiteX2" fmla="*/ 0 w 15335"/>
                  <a:gd name="connsiteY2" fmla="*/ 12768 h 25535"/>
                  <a:gd name="connsiteX3" fmla="*/ 0 w 15335"/>
                  <a:gd name="connsiteY3" fmla="*/ 25536 h 25535"/>
                  <a:gd name="connsiteX4" fmla="*/ 15336 w 15335"/>
                  <a:gd name="connsiteY4" fmla="*/ 12768 h 25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5" h="25535">
                    <a:moveTo>
                      <a:pt x="15336" y="12768"/>
                    </a:moveTo>
                    <a:cubicBezTo>
                      <a:pt x="10863" y="8299"/>
                      <a:pt x="5751" y="4469"/>
                      <a:pt x="0" y="0"/>
                    </a:cubicBezTo>
                    <a:cubicBezTo>
                      <a:pt x="0" y="3830"/>
                      <a:pt x="0" y="8299"/>
                      <a:pt x="0" y="12768"/>
                    </a:cubicBezTo>
                    <a:cubicBezTo>
                      <a:pt x="0" y="17237"/>
                      <a:pt x="0" y="21067"/>
                      <a:pt x="0" y="25536"/>
                    </a:cubicBezTo>
                    <a:cubicBezTo>
                      <a:pt x="5751" y="21067"/>
                      <a:pt x="10863" y="17237"/>
                      <a:pt x="15336" y="12768"/>
                    </a:cubicBezTo>
                    <a:close/>
                  </a:path>
                </a:pathLst>
              </a:custGeom>
              <a:solidFill>
                <a:srgbClr val="004F59"/>
              </a:solidFill>
              <a:ln w="6390" cap="flat">
                <a:noFill/>
                <a:prstDash val="solid"/>
                <a:miter/>
              </a:ln>
            </p:spPr>
            <p:txBody>
              <a:bodyPr rtlCol="0" anchor="ctr"/>
              <a:lstStyle/>
              <a:p>
                <a:endParaRPr lang="en-US"/>
              </a:p>
            </p:txBody>
          </p:sp>
          <p:sp>
            <p:nvSpPr>
              <p:cNvPr id="54" name="Graphic 4">
                <a:extLst>
                  <a:ext uri="{FF2B5EF4-FFF2-40B4-BE49-F238E27FC236}">
                    <a16:creationId xmlns:a16="http://schemas.microsoft.com/office/drawing/2014/main" id="{8CED9C5C-3460-DA66-640D-A313FE340095}"/>
                  </a:ext>
                </a:extLst>
              </p:cNvPr>
              <p:cNvSpPr/>
              <p:nvPr/>
            </p:nvSpPr>
            <p:spPr>
              <a:xfrm>
                <a:off x="2033407" y="4908806"/>
                <a:ext cx="54823" cy="56817"/>
              </a:xfrm>
              <a:custGeom>
                <a:avLst/>
                <a:gdLst>
                  <a:gd name="connsiteX0" fmla="*/ 49712 w 54823"/>
                  <a:gd name="connsiteY0" fmla="*/ 35751 h 56817"/>
                  <a:gd name="connsiteX1" fmla="*/ 54823 w 54823"/>
                  <a:gd name="connsiteY1" fmla="*/ 3831 h 56817"/>
                  <a:gd name="connsiteX2" fmla="*/ 26069 w 54823"/>
                  <a:gd name="connsiteY2" fmla="*/ 0 h 56817"/>
                  <a:gd name="connsiteX3" fmla="*/ 1787 w 54823"/>
                  <a:gd name="connsiteY3" fmla="*/ 8938 h 56817"/>
                  <a:gd name="connsiteX4" fmla="*/ 24152 w 54823"/>
                  <a:gd name="connsiteY4" fmla="*/ 56818 h 56817"/>
                  <a:gd name="connsiteX5" fmla="*/ 49712 w 54823"/>
                  <a:gd name="connsiteY5" fmla="*/ 35751 h 56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23" h="56817">
                    <a:moveTo>
                      <a:pt x="49712" y="35751"/>
                    </a:moveTo>
                    <a:cubicBezTo>
                      <a:pt x="50351" y="24898"/>
                      <a:pt x="52267" y="14045"/>
                      <a:pt x="54823" y="3831"/>
                    </a:cubicBezTo>
                    <a:cubicBezTo>
                      <a:pt x="45238" y="1277"/>
                      <a:pt x="35654" y="0"/>
                      <a:pt x="26069" y="0"/>
                    </a:cubicBezTo>
                    <a:cubicBezTo>
                      <a:pt x="13928" y="0"/>
                      <a:pt x="5621" y="3192"/>
                      <a:pt x="1787" y="8938"/>
                    </a:cubicBezTo>
                    <a:cubicBezTo>
                      <a:pt x="-3964" y="18514"/>
                      <a:pt x="4343" y="36389"/>
                      <a:pt x="24152" y="56818"/>
                    </a:cubicBezTo>
                    <a:cubicBezTo>
                      <a:pt x="32459" y="49157"/>
                      <a:pt x="40766" y="42135"/>
                      <a:pt x="49712" y="35751"/>
                    </a:cubicBezTo>
                    <a:close/>
                  </a:path>
                </a:pathLst>
              </a:custGeom>
              <a:solidFill>
                <a:srgbClr val="004F59"/>
              </a:solidFill>
              <a:ln w="6390" cap="flat">
                <a:noFill/>
                <a:prstDash val="solid"/>
                <a:miter/>
              </a:ln>
            </p:spPr>
            <p:txBody>
              <a:bodyPr rtlCol="0" anchor="ctr"/>
              <a:lstStyle/>
              <a:p>
                <a:endParaRPr lang="en-US"/>
              </a:p>
            </p:txBody>
          </p:sp>
        </p:grpSp>
        <p:grpSp>
          <p:nvGrpSpPr>
            <p:cNvPr id="16" name="Graphic 4">
              <a:extLst>
                <a:ext uri="{FF2B5EF4-FFF2-40B4-BE49-F238E27FC236}">
                  <a16:creationId xmlns:a16="http://schemas.microsoft.com/office/drawing/2014/main" id="{C51EAF8A-F467-0EF5-F5A3-DDBDBC441F01}"/>
                </a:ext>
              </a:extLst>
            </p:cNvPr>
            <p:cNvGrpSpPr>
              <a:grpSpLocks noChangeAspect="1"/>
            </p:cNvGrpSpPr>
            <p:nvPr/>
          </p:nvGrpSpPr>
          <p:grpSpPr>
            <a:xfrm>
              <a:off x="1027635" y="5140105"/>
              <a:ext cx="914400" cy="913547"/>
              <a:chOff x="905454" y="4793256"/>
              <a:chExt cx="362309" cy="361971"/>
            </a:xfrm>
            <a:solidFill>
              <a:srgbClr val="00B050"/>
            </a:solidFill>
          </p:grpSpPr>
          <p:sp>
            <p:nvSpPr>
              <p:cNvPr id="17" name="Graphic 4">
                <a:extLst>
                  <a:ext uri="{FF2B5EF4-FFF2-40B4-BE49-F238E27FC236}">
                    <a16:creationId xmlns:a16="http://schemas.microsoft.com/office/drawing/2014/main" id="{8608A3DE-E823-1F08-2509-AD67BE497BDF}"/>
                  </a:ext>
                </a:extLst>
              </p:cNvPr>
              <p:cNvSpPr/>
              <p:nvPr/>
            </p:nvSpPr>
            <p:spPr>
              <a:xfrm>
                <a:off x="1023028" y="4919021"/>
                <a:ext cx="118852" cy="118741"/>
              </a:xfrm>
              <a:custGeom>
                <a:avLst/>
                <a:gdLst>
                  <a:gd name="connsiteX0" fmla="*/ 59426 w 118852"/>
                  <a:gd name="connsiteY0" fmla="*/ 0 h 118741"/>
                  <a:gd name="connsiteX1" fmla="*/ 0 w 118852"/>
                  <a:gd name="connsiteY1" fmla="*/ 59371 h 118741"/>
                  <a:gd name="connsiteX2" fmla="*/ 59426 w 118852"/>
                  <a:gd name="connsiteY2" fmla="*/ 118742 h 118741"/>
                  <a:gd name="connsiteX3" fmla="*/ 118853 w 118852"/>
                  <a:gd name="connsiteY3" fmla="*/ 59371 h 118741"/>
                  <a:gd name="connsiteX4" fmla="*/ 105434 w 118852"/>
                  <a:gd name="connsiteY4" fmla="*/ 22344 h 118741"/>
                  <a:gd name="connsiteX5" fmla="*/ 91376 w 118852"/>
                  <a:gd name="connsiteY5" fmla="*/ 36388 h 118741"/>
                  <a:gd name="connsiteX6" fmla="*/ 82430 w 118852"/>
                  <a:gd name="connsiteY6" fmla="*/ 91291 h 118741"/>
                  <a:gd name="connsiteX7" fmla="*/ 27477 w 118852"/>
                  <a:gd name="connsiteY7" fmla="*/ 82353 h 118741"/>
                  <a:gd name="connsiteX8" fmla="*/ 36423 w 118852"/>
                  <a:gd name="connsiteY8" fmla="*/ 27451 h 118741"/>
                  <a:gd name="connsiteX9" fmla="*/ 82430 w 118852"/>
                  <a:gd name="connsiteY9" fmla="*/ 27451 h 118741"/>
                  <a:gd name="connsiteX10" fmla="*/ 96488 w 118852"/>
                  <a:gd name="connsiteY10" fmla="*/ 13406 h 118741"/>
                  <a:gd name="connsiteX11" fmla="*/ 59426 w 118852"/>
                  <a:gd name="connsiteY11" fmla="*/ 0 h 11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852" h="118741">
                    <a:moveTo>
                      <a:pt x="59426" y="0"/>
                    </a:moveTo>
                    <a:cubicBezTo>
                      <a:pt x="26838" y="0"/>
                      <a:pt x="0" y="26174"/>
                      <a:pt x="0" y="59371"/>
                    </a:cubicBezTo>
                    <a:cubicBezTo>
                      <a:pt x="0" y="91929"/>
                      <a:pt x="26199" y="118742"/>
                      <a:pt x="59426" y="118742"/>
                    </a:cubicBezTo>
                    <a:cubicBezTo>
                      <a:pt x="92015" y="118742"/>
                      <a:pt x="118853" y="92568"/>
                      <a:pt x="118853" y="59371"/>
                    </a:cubicBezTo>
                    <a:cubicBezTo>
                      <a:pt x="118853" y="45964"/>
                      <a:pt x="114380" y="32558"/>
                      <a:pt x="105434" y="22344"/>
                    </a:cubicBezTo>
                    <a:lnTo>
                      <a:pt x="91376" y="36388"/>
                    </a:lnTo>
                    <a:cubicBezTo>
                      <a:pt x="104156" y="54264"/>
                      <a:pt x="100322" y="78523"/>
                      <a:pt x="82430" y="91291"/>
                    </a:cubicBezTo>
                    <a:cubicBezTo>
                      <a:pt x="64538" y="104059"/>
                      <a:pt x="40257" y="100228"/>
                      <a:pt x="27477" y="82353"/>
                    </a:cubicBezTo>
                    <a:cubicBezTo>
                      <a:pt x="14697" y="64478"/>
                      <a:pt x="18531" y="40219"/>
                      <a:pt x="36423" y="27451"/>
                    </a:cubicBezTo>
                    <a:cubicBezTo>
                      <a:pt x="50480" y="17236"/>
                      <a:pt x="69011" y="17236"/>
                      <a:pt x="82430" y="27451"/>
                    </a:cubicBezTo>
                    <a:lnTo>
                      <a:pt x="96488" y="13406"/>
                    </a:lnTo>
                    <a:cubicBezTo>
                      <a:pt x="86264" y="4468"/>
                      <a:pt x="72845" y="0"/>
                      <a:pt x="59426" y="0"/>
                    </a:cubicBezTo>
                    <a:close/>
                  </a:path>
                </a:pathLst>
              </a:custGeom>
              <a:grpFill/>
              <a:ln w="6390" cap="flat">
                <a:noFill/>
                <a:prstDash val="solid"/>
                <a:miter/>
              </a:ln>
            </p:spPr>
            <p:txBody>
              <a:bodyPr rtlCol="0" anchor="ctr"/>
              <a:lstStyle/>
              <a:p>
                <a:endParaRPr lang="en-US"/>
              </a:p>
            </p:txBody>
          </p:sp>
          <p:sp>
            <p:nvSpPr>
              <p:cNvPr id="18" name="Graphic 4">
                <a:extLst>
                  <a:ext uri="{FF2B5EF4-FFF2-40B4-BE49-F238E27FC236}">
                    <a16:creationId xmlns:a16="http://schemas.microsoft.com/office/drawing/2014/main" id="{8D577030-6E93-1E93-26F6-20383EA4FB99}"/>
                  </a:ext>
                </a:extLst>
              </p:cNvPr>
              <p:cNvSpPr/>
              <p:nvPr/>
            </p:nvSpPr>
            <p:spPr>
              <a:xfrm>
                <a:off x="1055664" y="4951626"/>
                <a:ext cx="52989" cy="52893"/>
              </a:xfrm>
              <a:custGeom>
                <a:avLst/>
                <a:gdLst>
                  <a:gd name="connsiteX0" fmla="*/ 26791 w 52989"/>
                  <a:gd name="connsiteY0" fmla="*/ 32511 h 52893"/>
                  <a:gd name="connsiteX1" fmla="*/ 20401 w 52989"/>
                  <a:gd name="connsiteY1" fmla="*/ 26127 h 52893"/>
                  <a:gd name="connsiteX2" fmla="*/ 22318 w 52989"/>
                  <a:gd name="connsiteY2" fmla="*/ 21659 h 52893"/>
                  <a:gd name="connsiteX3" fmla="*/ 40210 w 52989"/>
                  <a:gd name="connsiteY3" fmla="*/ 3783 h 52893"/>
                  <a:gd name="connsiteX4" fmla="*/ 3787 w 52989"/>
                  <a:gd name="connsiteY4" fmla="*/ 12721 h 52893"/>
                  <a:gd name="connsiteX5" fmla="*/ 12733 w 52989"/>
                  <a:gd name="connsiteY5" fmla="*/ 49110 h 52893"/>
                  <a:gd name="connsiteX6" fmla="*/ 49155 w 52989"/>
                  <a:gd name="connsiteY6" fmla="*/ 40172 h 52893"/>
                  <a:gd name="connsiteX7" fmla="*/ 49155 w 52989"/>
                  <a:gd name="connsiteY7" fmla="*/ 12721 h 52893"/>
                  <a:gd name="connsiteX8" fmla="*/ 31264 w 52989"/>
                  <a:gd name="connsiteY8" fmla="*/ 30596 h 52893"/>
                  <a:gd name="connsiteX9" fmla="*/ 26791 w 52989"/>
                  <a:gd name="connsiteY9" fmla="*/ 32511 h 5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989" h="52893">
                    <a:moveTo>
                      <a:pt x="26791" y="32511"/>
                    </a:moveTo>
                    <a:cubicBezTo>
                      <a:pt x="22957" y="32511"/>
                      <a:pt x="20401" y="29958"/>
                      <a:pt x="20401" y="26127"/>
                    </a:cubicBezTo>
                    <a:cubicBezTo>
                      <a:pt x="20401" y="24212"/>
                      <a:pt x="21040" y="22935"/>
                      <a:pt x="22318" y="21659"/>
                    </a:cubicBezTo>
                    <a:lnTo>
                      <a:pt x="40210" y="3783"/>
                    </a:lnTo>
                    <a:cubicBezTo>
                      <a:pt x="27430" y="-3877"/>
                      <a:pt x="11455" y="591"/>
                      <a:pt x="3787" y="12721"/>
                    </a:cubicBezTo>
                    <a:cubicBezTo>
                      <a:pt x="-3881" y="24851"/>
                      <a:pt x="592" y="41449"/>
                      <a:pt x="12733" y="49110"/>
                    </a:cubicBezTo>
                    <a:cubicBezTo>
                      <a:pt x="25513" y="56771"/>
                      <a:pt x="41488" y="52302"/>
                      <a:pt x="49155" y="40172"/>
                    </a:cubicBezTo>
                    <a:cubicBezTo>
                      <a:pt x="54267" y="31873"/>
                      <a:pt x="54267" y="21020"/>
                      <a:pt x="49155" y="12721"/>
                    </a:cubicBezTo>
                    <a:lnTo>
                      <a:pt x="31264" y="30596"/>
                    </a:lnTo>
                    <a:cubicBezTo>
                      <a:pt x="29986" y="31873"/>
                      <a:pt x="28708" y="32511"/>
                      <a:pt x="26791" y="32511"/>
                    </a:cubicBezTo>
                    <a:close/>
                  </a:path>
                </a:pathLst>
              </a:custGeom>
              <a:grpFill/>
              <a:ln w="6390" cap="flat">
                <a:noFill/>
                <a:prstDash val="solid"/>
                <a:miter/>
              </a:ln>
            </p:spPr>
            <p:txBody>
              <a:bodyPr rtlCol="0" anchor="ctr"/>
              <a:lstStyle/>
              <a:p>
                <a:endParaRPr lang="en-US"/>
              </a:p>
            </p:txBody>
          </p:sp>
          <p:sp>
            <p:nvSpPr>
              <p:cNvPr id="19" name="Graphic 4">
                <a:extLst>
                  <a:ext uri="{FF2B5EF4-FFF2-40B4-BE49-F238E27FC236}">
                    <a16:creationId xmlns:a16="http://schemas.microsoft.com/office/drawing/2014/main" id="{583D491E-4623-EDED-FE0C-8520D3CB4503}"/>
                  </a:ext>
                </a:extLst>
              </p:cNvPr>
              <p:cNvSpPr/>
              <p:nvPr/>
            </p:nvSpPr>
            <p:spPr>
              <a:xfrm>
                <a:off x="990865" y="4886249"/>
                <a:ext cx="183764" cy="183647"/>
              </a:xfrm>
              <a:custGeom>
                <a:avLst/>
                <a:gdLst>
                  <a:gd name="connsiteX0" fmla="*/ 163796 w 183764"/>
                  <a:gd name="connsiteY0" fmla="*/ 91504 h 183647"/>
                  <a:gd name="connsiteX1" fmla="*/ 91590 w 183764"/>
                  <a:gd name="connsiteY1" fmla="*/ 163644 h 183647"/>
                  <a:gd name="connsiteX2" fmla="*/ 19384 w 183764"/>
                  <a:gd name="connsiteY2" fmla="*/ 91504 h 183647"/>
                  <a:gd name="connsiteX3" fmla="*/ 91590 w 183764"/>
                  <a:gd name="connsiteY3" fmla="*/ 19365 h 183647"/>
                  <a:gd name="connsiteX4" fmla="*/ 138236 w 183764"/>
                  <a:gd name="connsiteY4" fmla="*/ 36602 h 183647"/>
                  <a:gd name="connsiteX5" fmla="*/ 152294 w 183764"/>
                  <a:gd name="connsiteY5" fmla="*/ 22557 h 183647"/>
                  <a:gd name="connsiteX6" fmla="*/ 22579 w 183764"/>
                  <a:gd name="connsiteY6" fmla="*/ 31495 h 183647"/>
                  <a:gd name="connsiteX7" fmla="*/ 31524 w 183764"/>
                  <a:gd name="connsiteY7" fmla="*/ 161090 h 183647"/>
                  <a:gd name="connsiteX8" fmla="*/ 161240 w 183764"/>
                  <a:gd name="connsiteY8" fmla="*/ 152152 h 183647"/>
                  <a:gd name="connsiteX9" fmla="*/ 161240 w 183764"/>
                  <a:gd name="connsiteY9" fmla="*/ 31495 h 183647"/>
                  <a:gd name="connsiteX10" fmla="*/ 146543 w 183764"/>
                  <a:gd name="connsiteY10" fmla="*/ 45540 h 183647"/>
                  <a:gd name="connsiteX11" fmla="*/ 163796 w 183764"/>
                  <a:gd name="connsiteY11" fmla="*/ 91504 h 18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764" h="183647">
                    <a:moveTo>
                      <a:pt x="163796" y="91504"/>
                    </a:moveTo>
                    <a:cubicBezTo>
                      <a:pt x="163796" y="131085"/>
                      <a:pt x="131207" y="163644"/>
                      <a:pt x="91590" y="163644"/>
                    </a:cubicBezTo>
                    <a:cubicBezTo>
                      <a:pt x="51972" y="163644"/>
                      <a:pt x="19384" y="131085"/>
                      <a:pt x="19384" y="91504"/>
                    </a:cubicBezTo>
                    <a:cubicBezTo>
                      <a:pt x="19384" y="51924"/>
                      <a:pt x="51972" y="19365"/>
                      <a:pt x="91590" y="19365"/>
                    </a:cubicBezTo>
                    <a:cubicBezTo>
                      <a:pt x="108843" y="19365"/>
                      <a:pt x="125456" y="25111"/>
                      <a:pt x="138236" y="36602"/>
                    </a:cubicBezTo>
                    <a:lnTo>
                      <a:pt x="152294" y="22557"/>
                    </a:lnTo>
                    <a:cubicBezTo>
                      <a:pt x="113955" y="-10639"/>
                      <a:pt x="55806" y="-6809"/>
                      <a:pt x="22579" y="31495"/>
                    </a:cubicBezTo>
                    <a:cubicBezTo>
                      <a:pt x="-10649" y="69799"/>
                      <a:pt x="-6815" y="127893"/>
                      <a:pt x="31524" y="161090"/>
                    </a:cubicBezTo>
                    <a:cubicBezTo>
                      <a:pt x="69864" y="194287"/>
                      <a:pt x="128013" y="190456"/>
                      <a:pt x="161240" y="152152"/>
                    </a:cubicBezTo>
                    <a:cubicBezTo>
                      <a:pt x="191273" y="117679"/>
                      <a:pt x="191273" y="65968"/>
                      <a:pt x="161240" y="31495"/>
                    </a:cubicBezTo>
                    <a:lnTo>
                      <a:pt x="146543" y="45540"/>
                    </a:lnTo>
                    <a:cubicBezTo>
                      <a:pt x="157406" y="58308"/>
                      <a:pt x="163796" y="74906"/>
                      <a:pt x="163796" y="91504"/>
                    </a:cubicBezTo>
                    <a:close/>
                  </a:path>
                </a:pathLst>
              </a:custGeom>
              <a:grpFill/>
              <a:ln w="6390" cap="flat">
                <a:noFill/>
                <a:prstDash val="solid"/>
                <a:miter/>
              </a:ln>
            </p:spPr>
            <p:txBody>
              <a:bodyPr rtlCol="0" anchor="ctr"/>
              <a:lstStyle/>
              <a:p>
                <a:endParaRPr lang="en-US"/>
              </a:p>
            </p:txBody>
          </p:sp>
          <p:sp>
            <p:nvSpPr>
              <p:cNvPr id="20" name="Graphic 4">
                <a:extLst>
                  <a:ext uri="{FF2B5EF4-FFF2-40B4-BE49-F238E27FC236}">
                    <a16:creationId xmlns:a16="http://schemas.microsoft.com/office/drawing/2014/main" id="{43A1BF23-D988-80EB-DD25-7CE206AAB867}"/>
                  </a:ext>
                </a:extLst>
              </p:cNvPr>
              <p:cNvSpPr/>
              <p:nvPr/>
            </p:nvSpPr>
            <p:spPr>
              <a:xfrm>
                <a:off x="905454" y="4793256"/>
                <a:ext cx="362309" cy="361971"/>
              </a:xfrm>
              <a:custGeom>
                <a:avLst/>
                <a:gdLst>
                  <a:gd name="connsiteX0" fmla="*/ 180835 w 362309"/>
                  <a:gd name="connsiteY0" fmla="*/ 0 h 361971"/>
                  <a:gd name="connsiteX1" fmla="*/ 0 w 362309"/>
                  <a:gd name="connsiteY1" fmla="*/ 180667 h 361971"/>
                  <a:gd name="connsiteX2" fmla="*/ 180835 w 362309"/>
                  <a:gd name="connsiteY2" fmla="*/ 361972 h 361971"/>
                  <a:gd name="connsiteX3" fmla="*/ 362309 w 362309"/>
                  <a:gd name="connsiteY3" fmla="*/ 180667 h 361971"/>
                  <a:gd name="connsiteX4" fmla="*/ 362309 w 362309"/>
                  <a:gd name="connsiteY4" fmla="*/ 180667 h 361971"/>
                  <a:gd name="connsiteX5" fmla="*/ 180835 w 362309"/>
                  <a:gd name="connsiteY5" fmla="*/ 0 h 361971"/>
                  <a:gd name="connsiteX6" fmla="*/ 283074 w 362309"/>
                  <a:gd name="connsiteY6" fmla="*/ 109166 h 361971"/>
                  <a:gd name="connsiteX7" fmla="*/ 261348 w 362309"/>
                  <a:gd name="connsiteY7" fmla="*/ 109166 h 361971"/>
                  <a:gd name="connsiteX8" fmla="*/ 254959 w 362309"/>
                  <a:gd name="connsiteY8" fmla="*/ 115550 h 361971"/>
                  <a:gd name="connsiteX9" fmla="*/ 246652 w 362309"/>
                  <a:gd name="connsiteY9" fmla="*/ 262382 h 361971"/>
                  <a:gd name="connsiteX10" fmla="*/ 263265 w 362309"/>
                  <a:gd name="connsiteY10" fmla="*/ 278341 h 361971"/>
                  <a:gd name="connsiteX11" fmla="*/ 263265 w 362309"/>
                  <a:gd name="connsiteY11" fmla="*/ 287279 h 361971"/>
                  <a:gd name="connsiteX12" fmla="*/ 263265 w 362309"/>
                  <a:gd name="connsiteY12" fmla="*/ 287279 h 361971"/>
                  <a:gd name="connsiteX13" fmla="*/ 254320 w 362309"/>
                  <a:gd name="connsiteY13" fmla="*/ 287279 h 361971"/>
                  <a:gd name="connsiteX14" fmla="*/ 254320 w 362309"/>
                  <a:gd name="connsiteY14" fmla="*/ 287279 h 361971"/>
                  <a:gd name="connsiteX15" fmla="*/ 238984 w 362309"/>
                  <a:gd name="connsiteY15" fmla="*/ 270681 h 361971"/>
                  <a:gd name="connsiteX16" fmla="*/ 238345 w 362309"/>
                  <a:gd name="connsiteY16" fmla="*/ 269404 h 361971"/>
                  <a:gd name="connsiteX17" fmla="*/ 117575 w 362309"/>
                  <a:gd name="connsiteY17" fmla="*/ 269404 h 361971"/>
                  <a:gd name="connsiteX18" fmla="*/ 116936 w 362309"/>
                  <a:gd name="connsiteY18" fmla="*/ 270681 h 361971"/>
                  <a:gd name="connsiteX19" fmla="*/ 100322 w 362309"/>
                  <a:gd name="connsiteY19" fmla="*/ 287279 h 361971"/>
                  <a:gd name="connsiteX20" fmla="*/ 95849 w 362309"/>
                  <a:gd name="connsiteY20" fmla="*/ 289194 h 361971"/>
                  <a:gd name="connsiteX21" fmla="*/ 91376 w 362309"/>
                  <a:gd name="connsiteY21" fmla="*/ 287279 h 361971"/>
                  <a:gd name="connsiteX22" fmla="*/ 91376 w 362309"/>
                  <a:gd name="connsiteY22" fmla="*/ 278341 h 361971"/>
                  <a:gd name="connsiteX23" fmla="*/ 91376 w 362309"/>
                  <a:gd name="connsiteY23" fmla="*/ 278341 h 361971"/>
                  <a:gd name="connsiteX24" fmla="*/ 107990 w 362309"/>
                  <a:gd name="connsiteY24" fmla="*/ 262382 h 361971"/>
                  <a:gd name="connsiteX25" fmla="*/ 100961 w 362309"/>
                  <a:gd name="connsiteY25" fmla="*/ 114912 h 361971"/>
                  <a:gd name="connsiteX26" fmla="*/ 247291 w 362309"/>
                  <a:gd name="connsiteY26" fmla="*/ 106613 h 361971"/>
                  <a:gd name="connsiteX27" fmla="*/ 253680 w 362309"/>
                  <a:gd name="connsiteY27" fmla="*/ 100229 h 361971"/>
                  <a:gd name="connsiteX28" fmla="*/ 253680 w 362309"/>
                  <a:gd name="connsiteY28" fmla="*/ 78523 h 361971"/>
                  <a:gd name="connsiteX29" fmla="*/ 260070 w 362309"/>
                  <a:gd name="connsiteY29" fmla="*/ 72139 h 361971"/>
                  <a:gd name="connsiteX30" fmla="*/ 266460 w 362309"/>
                  <a:gd name="connsiteY30" fmla="*/ 78523 h 361971"/>
                  <a:gd name="connsiteX31" fmla="*/ 266460 w 362309"/>
                  <a:gd name="connsiteY31" fmla="*/ 96398 h 361971"/>
                  <a:gd name="connsiteX32" fmla="*/ 284991 w 362309"/>
                  <a:gd name="connsiteY32" fmla="*/ 96398 h 361971"/>
                  <a:gd name="connsiteX33" fmla="*/ 291381 w 362309"/>
                  <a:gd name="connsiteY33" fmla="*/ 102782 h 361971"/>
                  <a:gd name="connsiteX34" fmla="*/ 284991 w 362309"/>
                  <a:gd name="connsiteY34" fmla="*/ 109166 h 361971"/>
                  <a:gd name="connsiteX35" fmla="*/ 283074 w 362309"/>
                  <a:gd name="connsiteY35" fmla="*/ 10916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62309" h="361971">
                    <a:moveTo>
                      <a:pt x="180835" y="0"/>
                    </a:moveTo>
                    <a:cubicBezTo>
                      <a:pt x="80513" y="0"/>
                      <a:pt x="0" y="81077"/>
                      <a:pt x="0" y="180667"/>
                    </a:cubicBezTo>
                    <a:cubicBezTo>
                      <a:pt x="0" y="280895"/>
                      <a:pt x="81152" y="361972"/>
                      <a:pt x="180835" y="361972"/>
                    </a:cubicBezTo>
                    <a:cubicBezTo>
                      <a:pt x="280518" y="361972"/>
                      <a:pt x="362309" y="280895"/>
                      <a:pt x="362309" y="180667"/>
                    </a:cubicBezTo>
                    <a:cubicBezTo>
                      <a:pt x="362309" y="180667"/>
                      <a:pt x="362309" y="180667"/>
                      <a:pt x="362309" y="180667"/>
                    </a:cubicBezTo>
                    <a:cubicBezTo>
                      <a:pt x="361670" y="80438"/>
                      <a:pt x="281157" y="0"/>
                      <a:pt x="180835" y="0"/>
                    </a:cubicBezTo>
                    <a:close/>
                    <a:moveTo>
                      <a:pt x="283074" y="109166"/>
                    </a:moveTo>
                    <a:lnTo>
                      <a:pt x="261348" y="109166"/>
                    </a:lnTo>
                    <a:lnTo>
                      <a:pt x="254959" y="115550"/>
                    </a:lnTo>
                    <a:cubicBezTo>
                      <a:pt x="293298" y="158323"/>
                      <a:pt x="289464" y="224078"/>
                      <a:pt x="246652" y="262382"/>
                    </a:cubicBezTo>
                    <a:lnTo>
                      <a:pt x="263265" y="278341"/>
                    </a:lnTo>
                    <a:cubicBezTo>
                      <a:pt x="265821" y="280895"/>
                      <a:pt x="265821" y="284725"/>
                      <a:pt x="263265" y="287279"/>
                    </a:cubicBezTo>
                    <a:cubicBezTo>
                      <a:pt x="263265" y="287279"/>
                      <a:pt x="263265" y="287279"/>
                      <a:pt x="263265" y="287279"/>
                    </a:cubicBezTo>
                    <a:cubicBezTo>
                      <a:pt x="260709" y="289833"/>
                      <a:pt x="256875" y="289833"/>
                      <a:pt x="254320" y="287279"/>
                    </a:cubicBezTo>
                    <a:cubicBezTo>
                      <a:pt x="254320" y="287279"/>
                      <a:pt x="254320" y="287279"/>
                      <a:pt x="254320" y="287279"/>
                    </a:cubicBezTo>
                    <a:lnTo>
                      <a:pt x="238984" y="270681"/>
                    </a:lnTo>
                    <a:cubicBezTo>
                      <a:pt x="238984" y="270681"/>
                      <a:pt x="238345" y="270042"/>
                      <a:pt x="238345" y="269404"/>
                    </a:cubicBezTo>
                    <a:cubicBezTo>
                      <a:pt x="202561" y="294940"/>
                      <a:pt x="153998" y="294940"/>
                      <a:pt x="117575" y="269404"/>
                    </a:cubicBezTo>
                    <a:cubicBezTo>
                      <a:pt x="117575" y="270042"/>
                      <a:pt x="116936" y="270042"/>
                      <a:pt x="116936" y="270681"/>
                    </a:cubicBezTo>
                    <a:lnTo>
                      <a:pt x="100322" y="287279"/>
                    </a:lnTo>
                    <a:cubicBezTo>
                      <a:pt x="99044" y="288556"/>
                      <a:pt x="97766" y="289194"/>
                      <a:pt x="95849" y="289194"/>
                    </a:cubicBezTo>
                    <a:cubicBezTo>
                      <a:pt x="93932" y="289194"/>
                      <a:pt x="92654" y="288556"/>
                      <a:pt x="91376" y="287279"/>
                    </a:cubicBezTo>
                    <a:cubicBezTo>
                      <a:pt x="88820" y="284725"/>
                      <a:pt x="88820" y="280895"/>
                      <a:pt x="91376" y="278341"/>
                    </a:cubicBezTo>
                    <a:cubicBezTo>
                      <a:pt x="91376" y="278341"/>
                      <a:pt x="91376" y="278341"/>
                      <a:pt x="91376" y="278341"/>
                    </a:cubicBezTo>
                    <a:lnTo>
                      <a:pt x="107990" y="262382"/>
                    </a:lnTo>
                    <a:cubicBezTo>
                      <a:pt x="65177" y="223439"/>
                      <a:pt x="62621" y="157684"/>
                      <a:pt x="100961" y="114912"/>
                    </a:cubicBezTo>
                    <a:cubicBezTo>
                      <a:pt x="139301" y="72777"/>
                      <a:pt x="204478" y="69585"/>
                      <a:pt x="247291" y="106613"/>
                    </a:cubicBezTo>
                    <a:lnTo>
                      <a:pt x="253680" y="100229"/>
                    </a:lnTo>
                    <a:lnTo>
                      <a:pt x="253680" y="78523"/>
                    </a:lnTo>
                    <a:cubicBezTo>
                      <a:pt x="253680" y="74693"/>
                      <a:pt x="256237" y="72139"/>
                      <a:pt x="260070" y="72139"/>
                    </a:cubicBezTo>
                    <a:cubicBezTo>
                      <a:pt x="263904" y="72139"/>
                      <a:pt x="266460" y="74693"/>
                      <a:pt x="266460" y="78523"/>
                    </a:cubicBezTo>
                    <a:lnTo>
                      <a:pt x="266460" y="96398"/>
                    </a:lnTo>
                    <a:lnTo>
                      <a:pt x="284991" y="96398"/>
                    </a:lnTo>
                    <a:cubicBezTo>
                      <a:pt x="288825" y="96398"/>
                      <a:pt x="291381" y="98952"/>
                      <a:pt x="291381" y="102782"/>
                    </a:cubicBezTo>
                    <a:cubicBezTo>
                      <a:pt x="291381" y="106613"/>
                      <a:pt x="288825" y="109166"/>
                      <a:pt x="284991" y="109166"/>
                    </a:cubicBezTo>
                    <a:lnTo>
                      <a:pt x="283074" y="109166"/>
                    </a:lnTo>
                    <a:close/>
                  </a:path>
                </a:pathLst>
              </a:custGeom>
              <a:grpFill/>
              <a:ln w="6390" cap="flat">
                <a:noFill/>
                <a:prstDash val="solid"/>
                <a:miter/>
              </a:ln>
            </p:spPr>
            <p:txBody>
              <a:bodyPr rtlCol="0" anchor="ctr"/>
              <a:lstStyle/>
              <a:p>
                <a:endParaRPr lang="en-US"/>
              </a:p>
            </p:txBody>
          </p:sp>
        </p:grpSp>
      </p:grpSp>
      <p:sp>
        <p:nvSpPr>
          <p:cNvPr id="66" name="TextBox 65">
            <a:extLst>
              <a:ext uri="{FF2B5EF4-FFF2-40B4-BE49-F238E27FC236}">
                <a16:creationId xmlns:a16="http://schemas.microsoft.com/office/drawing/2014/main" id="{2516A6F9-866A-15F8-3DB7-8879290B18D0}"/>
              </a:ext>
            </a:extLst>
          </p:cNvPr>
          <p:cNvSpPr txBox="1"/>
          <p:nvPr/>
        </p:nvSpPr>
        <p:spPr>
          <a:xfrm>
            <a:off x="3383457" y="2782669"/>
            <a:ext cx="1493683" cy="646331"/>
          </a:xfrm>
          <a:prstGeom prst="rect">
            <a:avLst/>
          </a:prstGeom>
          <a:noFill/>
        </p:spPr>
        <p:txBody>
          <a:bodyPr wrap="square">
            <a:spAutoFit/>
          </a:bodyPr>
          <a:lstStyle/>
          <a:p>
            <a:r>
              <a:rPr lang="en-US" sz="1200" b="1" dirty="0">
                <a:solidFill>
                  <a:srgbClr val="313131"/>
                </a:solidFill>
              </a:rPr>
              <a:t>Implement</a:t>
            </a:r>
          </a:p>
          <a:p>
            <a:pPr marL="171450" indent="-171450">
              <a:buFont typeface="Arial" panose="020B0604020202020204" pitchFamily="34" charset="0"/>
              <a:buChar char="•"/>
            </a:pPr>
            <a:r>
              <a:rPr lang="en-US" sz="1200" dirty="0">
                <a:solidFill>
                  <a:srgbClr val="313131"/>
                </a:solidFill>
              </a:rPr>
              <a:t>Evaluation of Project reports</a:t>
            </a:r>
          </a:p>
        </p:txBody>
      </p:sp>
      <p:cxnSp>
        <p:nvCxnSpPr>
          <p:cNvPr id="67" name="Straight Arrow Connector 66">
            <a:extLst>
              <a:ext uri="{FF2B5EF4-FFF2-40B4-BE49-F238E27FC236}">
                <a16:creationId xmlns:a16="http://schemas.microsoft.com/office/drawing/2014/main" id="{A8A12E9F-887C-F11F-E28D-DBF3FE907BC9}"/>
              </a:ext>
            </a:extLst>
          </p:cNvPr>
          <p:cNvCxnSpPr/>
          <p:nvPr/>
        </p:nvCxnSpPr>
        <p:spPr>
          <a:xfrm flipH="1">
            <a:off x="5382850" y="1301937"/>
            <a:ext cx="4732" cy="5029200"/>
          </a:xfrm>
          <a:prstGeom prst="straightConnector1">
            <a:avLst/>
          </a:prstGeom>
          <a:ln>
            <a:solidFill>
              <a:schemeClr val="bg1">
                <a:lumMod val="50000"/>
              </a:schemeClr>
            </a:solidFill>
            <a:headEnd type="diamond" w="med" len="med"/>
            <a:tailEnd type="diamond" w="med" len="med"/>
          </a:ln>
        </p:spPr>
        <p:style>
          <a:lnRef idx="1">
            <a:schemeClr val="accent2"/>
          </a:lnRef>
          <a:fillRef idx="0">
            <a:schemeClr val="accent2"/>
          </a:fillRef>
          <a:effectRef idx="0">
            <a:schemeClr val="accent2"/>
          </a:effectRef>
          <a:fontRef idx="minor">
            <a:schemeClr val="tx1"/>
          </a:fontRef>
        </p:style>
      </p:cxnSp>
      <p:sp>
        <p:nvSpPr>
          <p:cNvPr id="69" name="TextBox 68">
            <a:extLst>
              <a:ext uri="{FF2B5EF4-FFF2-40B4-BE49-F238E27FC236}">
                <a16:creationId xmlns:a16="http://schemas.microsoft.com/office/drawing/2014/main" id="{7F829AD9-073F-AFFB-D6CD-7FC7A0EE846E}"/>
              </a:ext>
            </a:extLst>
          </p:cNvPr>
          <p:cNvSpPr txBox="1"/>
          <p:nvPr/>
        </p:nvSpPr>
        <p:spPr>
          <a:xfrm>
            <a:off x="5532056" y="1200368"/>
            <a:ext cx="5889433" cy="184666"/>
          </a:xfrm>
          <a:prstGeom prst="rect">
            <a:avLst/>
          </a:prstGeom>
          <a:noFill/>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rPr>
              <a:t>Brief Description of key activities to be undertaken and deliverables</a:t>
            </a:r>
          </a:p>
        </p:txBody>
      </p:sp>
      <p:cxnSp>
        <p:nvCxnSpPr>
          <p:cNvPr id="71" name="Straight Connector 70">
            <a:extLst>
              <a:ext uri="{FF2B5EF4-FFF2-40B4-BE49-F238E27FC236}">
                <a16:creationId xmlns:a16="http://schemas.microsoft.com/office/drawing/2014/main" id="{96E81E9A-106F-641A-E8F9-82950D00FFB4}"/>
              </a:ext>
            </a:extLst>
          </p:cNvPr>
          <p:cNvCxnSpPr/>
          <p:nvPr/>
        </p:nvCxnSpPr>
        <p:spPr>
          <a:xfrm>
            <a:off x="5532056" y="1417641"/>
            <a:ext cx="6053328" cy="0"/>
          </a:xfrm>
          <a:prstGeom prst="line">
            <a:avLst/>
          </a:prstGeom>
          <a:noFill/>
          <a:ln w="19050" cap="flat" cmpd="sng" algn="ctr">
            <a:solidFill>
              <a:srgbClr val="86BC25"/>
            </a:solidFill>
            <a:prstDash val="solid"/>
          </a:ln>
          <a:effectLst/>
        </p:spPr>
      </p:cxnSp>
      <p:graphicFrame>
        <p:nvGraphicFramePr>
          <p:cNvPr id="72" name="Table 71">
            <a:extLst>
              <a:ext uri="{FF2B5EF4-FFF2-40B4-BE49-F238E27FC236}">
                <a16:creationId xmlns:a16="http://schemas.microsoft.com/office/drawing/2014/main" id="{04F1739B-4A6E-DBB8-85FE-ACB33B819E03}"/>
              </a:ext>
            </a:extLst>
          </p:cNvPr>
          <p:cNvGraphicFramePr>
            <a:graphicFrameLocks noGrp="1"/>
          </p:cNvGraphicFramePr>
          <p:nvPr>
            <p:extLst>
              <p:ext uri="{D42A27DB-BD31-4B8C-83A1-F6EECF244321}">
                <p14:modId xmlns:p14="http://schemas.microsoft.com/office/powerpoint/2010/main" val="1317964829"/>
              </p:ext>
            </p:extLst>
          </p:nvPr>
        </p:nvGraphicFramePr>
        <p:xfrm>
          <a:off x="5532056" y="1439097"/>
          <a:ext cx="6051176" cy="4892040"/>
        </p:xfrm>
        <a:graphic>
          <a:graphicData uri="http://schemas.openxmlformats.org/drawingml/2006/table">
            <a:tbl>
              <a:tblPr firstRow="1" bandRow="1"/>
              <a:tblGrid>
                <a:gridCol w="762123">
                  <a:extLst>
                    <a:ext uri="{9D8B030D-6E8A-4147-A177-3AD203B41FA5}">
                      <a16:colId xmlns:a16="http://schemas.microsoft.com/office/drawing/2014/main" val="3975474829"/>
                    </a:ext>
                  </a:extLst>
                </a:gridCol>
                <a:gridCol w="1617693">
                  <a:extLst>
                    <a:ext uri="{9D8B030D-6E8A-4147-A177-3AD203B41FA5}">
                      <a16:colId xmlns:a16="http://schemas.microsoft.com/office/drawing/2014/main" val="844568499"/>
                    </a:ext>
                  </a:extLst>
                </a:gridCol>
                <a:gridCol w="3671360">
                  <a:extLst>
                    <a:ext uri="{9D8B030D-6E8A-4147-A177-3AD203B41FA5}">
                      <a16:colId xmlns:a16="http://schemas.microsoft.com/office/drawing/2014/main" val="1868331620"/>
                    </a:ext>
                  </a:extLst>
                </a:gridCol>
              </a:tblGrid>
              <a:tr h="753535">
                <a:tc>
                  <a:txBody>
                    <a:bodyPr/>
                    <a:lstStyle>
                      <a:lvl1pPr marL="0" algn="l" defTabSz="1219170" rtl="0" eaLnBrk="1" latinLnBrk="0" hangingPunct="1">
                        <a:defRPr sz="2400" b="1" kern="1200">
                          <a:solidFill>
                            <a:schemeClr val="lt1"/>
                          </a:solidFill>
                          <a:latin typeface="Verdana"/>
                        </a:defRPr>
                      </a:lvl1pPr>
                      <a:lvl2pPr marL="609585" algn="l" defTabSz="1219170" rtl="0" eaLnBrk="1" latinLnBrk="0" hangingPunct="1">
                        <a:defRPr sz="2400" b="1" kern="1200">
                          <a:solidFill>
                            <a:schemeClr val="lt1"/>
                          </a:solidFill>
                          <a:latin typeface="Verdana"/>
                        </a:defRPr>
                      </a:lvl2pPr>
                      <a:lvl3pPr marL="1219170" algn="l" defTabSz="1219170" rtl="0" eaLnBrk="1" latinLnBrk="0" hangingPunct="1">
                        <a:defRPr sz="2400" b="1" kern="1200">
                          <a:solidFill>
                            <a:schemeClr val="lt1"/>
                          </a:solidFill>
                          <a:latin typeface="Verdana"/>
                        </a:defRPr>
                      </a:lvl3pPr>
                      <a:lvl4pPr marL="1828754" algn="l" defTabSz="1219170" rtl="0" eaLnBrk="1" latinLnBrk="0" hangingPunct="1">
                        <a:defRPr sz="2400" b="1" kern="1200">
                          <a:solidFill>
                            <a:schemeClr val="lt1"/>
                          </a:solidFill>
                          <a:latin typeface="Verdana"/>
                        </a:defRPr>
                      </a:lvl4pPr>
                      <a:lvl5pPr marL="2438339" algn="l" defTabSz="1219170" rtl="0" eaLnBrk="1" latinLnBrk="0" hangingPunct="1">
                        <a:defRPr sz="2400" b="1" kern="1200">
                          <a:solidFill>
                            <a:schemeClr val="lt1"/>
                          </a:solidFill>
                          <a:latin typeface="Verdana"/>
                        </a:defRPr>
                      </a:lvl5pPr>
                      <a:lvl6pPr marL="3047924" algn="l" defTabSz="1219170" rtl="0" eaLnBrk="1" latinLnBrk="0" hangingPunct="1">
                        <a:defRPr sz="2400" b="1" kern="1200">
                          <a:solidFill>
                            <a:schemeClr val="lt1"/>
                          </a:solidFill>
                          <a:latin typeface="Verdana"/>
                        </a:defRPr>
                      </a:lvl6pPr>
                      <a:lvl7pPr marL="3657509" algn="l" defTabSz="1219170" rtl="0" eaLnBrk="1" latinLnBrk="0" hangingPunct="1">
                        <a:defRPr sz="2400" b="1" kern="1200">
                          <a:solidFill>
                            <a:schemeClr val="lt1"/>
                          </a:solidFill>
                          <a:latin typeface="Verdana"/>
                        </a:defRPr>
                      </a:lvl7pPr>
                      <a:lvl8pPr marL="4267093" algn="l" defTabSz="1219170" rtl="0" eaLnBrk="1" latinLnBrk="0" hangingPunct="1">
                        <a:defRPr sz="2400" b="1" kern="1200">
                          <a:solidFill>
                            <a:schemeClr val="lt1"/>
                          </a:solidFill>
                          <a:latin typeface="Verdana"/>
                        </a:defRPr>
                      </a:lvl8pPr>
                      <a:lvl9pPr marL="4876678" algn="l" defTabSz="1219170" rtl="0" eaLnBrk="1" latinLnBrk="0" hangingPunct="1">
                        <a:defRPr sz="2400" b="1" kern="1200">
                          <a:solidFill>
                            <a:schemeClr val="lt1"/>
                          </a:solidFill>
                          <a:latin typeface="Verdana"/>
                        </a:defRPr>
                      </a:lvl9p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Verdana"/>
                        </a:defRPr>
                      </a:lvl1pPr>
                      <a:lvl2pPr marL="609585" algn="l" defTabSz="1219170" rtl="0" eaLnBrk="1" latinLnBrk="0" hangingPunct="1">
                        <a:defRPr sz="2400" b="1" kern="1200">
                          <a:solidFill>
                            <a:schemeClr val="lt1"/>
                          </a:solidFill>
                          <a:latin typeface="Verdana"/>
                        </a:defRPr>
                      </a:lvl2pPr>
                      <a:lvl3pPr marL="1219170" algn="l" defTabSz="1219170" rtl="0" eaLnBrk="1" latinLnBrk="0" hangingPunct="1">
                        <a:defRPr sz="2400" b="1" kern="1200">
                          <a:solidFill>
                            <a:schemeClr val="lt1"/>
                          </a:solidFill>
                          <a:latin typeface="Verdana"/>
                        </a:defRPr>
                      </a:lvl3pPr>
                      <a:lvl4pPr marL="1828754" algn="l" defTabSz="1219170" rtl="0" eaLnBrk="1" latinLnBrk="0" hangingPunct="1">
                        <a:defRPr sz="2400" b="1" kern="1200">
                          <a:solidFill>
                            <a:schemeClr val="lt1"/>
                          </a:solidFill>
                          <a:latin typeface="Verdana"/>
                        </a:defRPr>
                      </a:lvl4pPr>
                      <a:lvl5pPr marL="2438339" algn="l" defTabSz="1219170" rtl="0" eaLnBrk="1" latinLnBrk="0" hangingPunct="1">
                        <a:defRPr sz="2400" b="1" kern="1200">
                          <a:solidFill>
                            <a:schemeClr val="lt1"/>
                          </a:solidFill>
                          <a:latin typeface="Verdana"/>
                        </a:defRPr>
                      </a:lvl5pPr>
                      <a:lvl6pPr marL="3047924" algn="l" defTabSz="1219170" rtl="0" eaLnBrk="1" latinLnBrk="0" hangingPunct="1">
                        <a:defRPr sz="2400" b="1" kern="1200">
                          <a:solidFill>
                            <a:schemeClr val="lt1"/>
                          </a:solidFill>
                          <a:latin typeface="Verdana"/>
                        </a:defRPr>
                      </a:lvl6pPr>
                      <a:lvl7pPr marL="3657509" algn="l" defTabSz="1219170" rtl="0" eaLnBrk="1" latinLnBrk="0" hangingPunct="1">
                        <a:defRPr sz="2400" b="1" kern="1200">
                          <a:solidFill>
                            <a:schemeClr val="lt1"/>
                          </a:solidFill>
                          <a:latin typeface="Verdana"/>
                        </a:defRPr>
                      </a:lvl7pPr>
                      <a:lvl8pPr marL="4267093" algn="l" defTabSz="1219170" rtl="0" eaLnBrk="1" latinLnBrk="0" hangingPunct="1">
                        <a:defRPr sz="2400" b="1" kern="1200">
                          <a:solidFill>
                            <a:schemeClr val="lt1"/>
                          </a:solidFill>
                          <a:latin typeface="Verdana"/>
                        </a:defRPr>
                      </a:lvl8pPr>
                      <a:lvl9pPr marL="4876678" algn="l" defTabSz="1219170" rtl="0" eaLnBrk="1" latinLnBrk="0" hangingPunct="1">
                        <a:defRPr sz="2400" b="1" kern="1200">
                          <a:solidFill>
                            <a:schemeClr val="lt1"/>
                          </a:solidFill>
                          <a:latin typeface="Verdana"/>
                        </a:defRPr>
                      </a:lvl9pPr>
                    </a:lstStyle>
                    <a:p>
                      <a:pPr algn="l"/>
                      <a:r>
                        <a:rPr lang="en-US" sz="1100" b="1" dirty="0">
                          <a:solidFill>
                            <a:schemeClr val="tx1"/>
                          </a:solidFill>
                          <a:latin typeface="+mn-lt"/>
                          <a:ea typeface="Verdana" panose="020B0604030504040204" pitchFamily="34" charset="0"/>
                          <a:cs typeface="Verdana" panose="020B0604030504040204" pitchFamily="34" charset="0"/>
                        </a:rPr>
                        <a:t>Manage Schedule </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Verdana"/>
                        </a:defRPr>
                      </a:lvl1pPr>
                      <a:lvl2pPr marL="609585" algn="l" defTabSz="1219170" rtl="0" eaLnBrk="1" latinLnBrk="0" hangingPunct="1">
                        <a:defRPr sz="2400" b="1" kern="1200">
                          <a:solidFill>
                            <a:schemeClr val="lt1"/>
                          </a:solidFill>
                          <a:latin typeface="Verdana"/>
                        </a:defRPr>
                      </a:lvl2pPr>
                      <a:lvl3pPr marL="1219170" algn="l" defTabSz="1219170" rtl="0" eaLnBrk="1" latinLnBrk="0" hangingPunct="1">
                        <a:defRPr sz="2400" b="1" kern="1200">
                          <a:solidFill>
                            <a:schemeClr val="lt1"/>
                          </a:solidFill>
                          <a:latin typeface="Verdana"/>
                        </a:defRPr>
                      </a:lvl3pPr>
                      <a:lvl4pPr marL="1828754" algn="l" defTabSz="1219170" rtl="0" eaLnBrk="1" latinLnBrk="0" hangingPunct="1">
                        <a:defRPr sz="2400" b="1" kern="1200">
                          <a:solidFill>
                            <a:schemeClr val="lt1"/>
                          </a:solidFill>
                          <a:latin typeface="Verdana"/>
                        </a:defRPr>
                      </a:lvl4pPr>
                      <a:lvl5pPr marL="2438339" algn="l" defTabSz="1219170" rtl="0" eaLnBrk="1" latinLnBrk="0" hangingPunct="1">
                        <a:defRPr sz="2400" b="1" kern="1200">
                          <a:solidFill>
                            <a:schemeClr val="lt1"/>
                          </a:solidFill>
                          <a:latin typeface="Verdana"/>
                        </a:defRPr>
                      </a:lvl5pPr>
                      <a:lvl6pPr marL="3047924" algn="l" defTabSz="1219170" rtl="0" eaLnBrk="1" latinLnBrk="0" hangingPunct="1">
                        <a:defRPr sz="2400" b="1" kern="1200">
                          <a:solidFill>
                            <a:schemeClr val="lt1"/>
                          </a:solidFill>
                          <a:latin typeface="Verdana"/>
                        </a:defRPr>
                      </a:lvl6pPr>
                      <a:lvl7pPr marL="3657509" algn="l" defTabSz="1219170" rtl="0" eaLnBrk="1" latinLnBrk="0" hangingPunct="1">
                        <a:defRPr sz="2400" b="1" kern="1200">
                          <a:solidFill>
                            <a:schemeClr val="lt1"/>
                          </a:solidFill>
                          <a:latin typeface="Verdana"/>
                        </a:defRPr>
                      </a:lvl7pPr>
                      <a:lvl8pPr marL="4267093" algn="l" defTabSz="1219170" rtl="0" eaLnBrk="1" latinLnBrk="0" hangingPunct="1">
                        <a:defRPr sz="2400" b="1" kern="1200">
                          <a:solidFill>
                            <a:schemeClr val="lt1"/>
                          </a:solidFill>
                          <a:latin typeface="Verdana"/>
                        </a:defRPr>
                      </a:lvl8pPr>
                      <a:lvl9pPr marL="4876678" algn="l" defTabSz="1219170" rtl="0" eaLnBrk="1" latinLnBrk="0" hangingPunct="1">
                        <a:defRPr sz="2400" b="1" kern="1200">
                          <a:solidFill>
                            <a:schemeClr val="lt1"/>
                          </a:solidFill>
                          <a:latin typeface="Verdana"/>
                        </a:defRPr>
                      </a:lvl9pPr>
                    </a:lstStyle>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Assess current status of project and critically review existing schedules and systems. </a:t>
                      </a:r>
                    </a:p>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Suggest system to guide project and develop and implement same after discussions with management. </a:t>
                      </a:r>
                    </a:p>
                    <a:p>
                      <a:pPr marL="0" indent="0" algn="l">
                        <a:buFont typeface="Wingdings" panose="05000000000000000000" pitchFamily="2" charset="2"/>
                        <a:buNone/>
                      </a:pPr>
                      <a:r>
                        <a:rPr lang="en-US" sz="1100" b="1" i="1" kern="1200" dirty="0">
                          <a:solidFill>
                            <a:srgbClr val="002060"/>
                          </a:solidFill>
                          <a:latin typeface="Verdana"/>
                          <a:ea typeface="Verdana" panose="020B0604030504040204" pitchFamily="34" charset="0"/>
                          <a:cs typeface="Verdana" panose="020B0604030504040204" pitchFamily="34" charset="0"/>
                        </a:rPr>
                        <a:t>Deliverables</a:t>
                      </a:r>
                      <a:r>
                        <a:rPr lang="en-US" sz="1100" b="0" kern="1200" dirty="0">
                          <a:solidFill>
                            <a:schemeClr val="tx1"/>
                          </a:solidFill>
                          <a:latin typeface="Verdana"/>
                          <a:ea typeface="Verdana" panose="020B0604030504040204" pitchFamily="34" charset="0"/>
                          <a:cs typeface="Verdana" panose="020B0604030504040204" pitchFamily="34" charset="0"/>
                        </a:rPr>
                        <a:t>: </a:t>
                      </a:r>
                    </a:p>
                    <a:p>
                      <a:pPr marL="509588" lvl="1" indent="-220663" algn="l">
                        <a:buFont typeface="Arial" panose="020B0604020202020204" pitchFamily="34" charset="0"/>
                        <a:buChar char="•"/>
                      </a:pPr>
                      <a:r>
                        <a:rPr lang="en-US" sz="1100" b="0" kern="1200" dirty="0">
                          <a:solidFill>
                            <a:schemeClr val="tx1"/>
                          </a:solidFill>
                          <a:latin typeface="Verdana"/>
                          <a:ea typeface="Verdana" panose="020B0604030504040204" pitchFamily="34" charset="0"/>
                          <a:cs typeface="Verdana" panose="020B0604030504040204" pitchFamily="34" charset="0"/>
                        </a:rPr>
                        <a:t>Updated integrated project schedule </a:t>
                      </a:r>
                    </a:p>
                    <a:p>
                      <a:pPr marL="509588" lvl="1" indent="-220663" algn="l">
                        <a:buFont typeface="Arial" panose="020B0604020202020204" pitchFamily="34" charset="0"/>
                        <a:buChar char="•"/>
                      </a:pPr>
                      <a:r>
                        <a:rPr lang="en-US" sz="1100" b="0" kern="1200" dirty="0">
                          <a:solidFill>
                            <a:schemeClr val="tx1"/>
                          </a:solidFill>
                          <a:latin typeface="Verdana"/>
                          <a:ea typeface="Verdana" panose="020B0604030504040204" pitchFamily="34" charset="0"/>
                          <a:cs typeface="Verdana" panose="020B0604030504040204" pitchFamily="34" charset="0"/>
                        </a:rPr>
                        <a:t>Action plans for ensuring weekly and monthly targets</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0636766"/>
                  </a:ext>
                </a:extLst>
              </a:tr>
              <a:tr h="702733">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r>
                        <a:rPr lang="en-US" sz="1100" b="1">
                          <a:solidFill>
                            <a:schemeClr val="tx1"/>
                          </a:solidFill>
                          <a:latin typeface="+mn-lt"/>
                          <a:ea typeface="Verdana" panose="020B0604030504040204" pitchFamily="34" charset="0"/>
                          <a:cs typeface="Verdana" panose="020B0604030504040204" pitchFamily="34" charset="0"/>
                        </a:rPr>
                        <a:t>Generate Projections &amp; Early Warnings </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Sensitization to generate projected targets and discuss productivity parameters </a:t>
                      </a:r>
                    </a:p>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Review critical path of project and provide early warning for expected project delays</a:t>
                      </a:r>
                    </a:p>
                    <a:p>
                      <a:pPr marL="0" indent="0" algn="l">
                        <a:buFont typeface="Wingdings" panose="05000000000000000000" pitchFamily="2" charset="2"/>
                        <a:buNone/>
                      </a:pPr>
                      <a:r>
                        <a:rPr lang="en-US" sz="1100" b="1" i="1" kern="1200" dirty="0">
                          <a:solidFill>
                            <a:srgbClr val="002060"/>
                          </a:solidFill>
                          <a:latin typeface="Verdana"/>
                          <a:ea typeface="Verdana" panose="020B0604030504040204" pitchFamily="34" charset="0"/>
                          <a:cs typeface="Verdana" panose="020B0604030504040204" pitchFamily="34" charset="0"/>
                        </a:rPr>
                        <a:t>Deliverable: </a:t>
                      </a:r>
                      <a:r>
                        <a:rPr lang="en-US" sz="1100" b="0" i="1" kern="1200" dirty="0">
                          <a:solidFill>
                            <a:schemeClr val="tx1"/>
                          </a:solidFill>
                          <a:latin typeface="Verdana"/>
                          <a:ea typeface="Verdana" panose="020B0604030504040204" pitchFamily="34" charset="0"/>
                          <a:cs typeface="Verdana" panose="020B0604030504040204" pitchFamily="34" charset="0"/>
                        </a:rPr>
                        <a:t>A</a:t>
                      </a:r>
                      <a:r>
                        <a:rPr lang="en-US" sz="1100" b="0" kern="1200" dirty="0">
                          <a:solidFill>
                            <a:schemeClr val="tx1"/>
                          </a:solidFill>
                          <a:latin typeface="Verdana"/>
                          <a:ea typeface="Verdana" panose="020B0604030504040204" pitchFamily="34" charset="0"/>
                          <a:cs typeface="Verdana" panose="020B0604030504040204" pitchFamily="34" charset="0"/>
                        </a:rPr>
                        <a:t>lert for project delays to all the stakeholders</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62843"/>
                  </a:ext>
                </a:extLst>
              </a:tr>
              <a:tr h="651933">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r>
                        <a:rPr lang="en-US" sz="1100" b="1">
                          <a:solidFill>
                            <a:schemeClr val="tx1"/>
                          </a:solidFill>
                          <a:latin typeface="+mn-lt"/>
                          <a:ea typeface="Verdana" panose="020B0604030504040204" pitchFamily="34" charset="0"/>
                          <a:cs typeface="Verdana" panose="020B0604030504040204" pitchFamily="34" charset="0"/>
                        </a:rPr>
                        <a:t>Planning Work Front management </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Forecast work plan by considering anticipated constraints and plan resource &amp; stakeholder interference</a:t>
                      </a:r>
                      <a:endParaRPr lang="en-US" sz="1100" b="0" kern="1200" baseline="0" dirty="0">
                        <a:solidFill>
                          <a:schemeClr val="tx1"/>
                        </a:solidFill>
                        <a:latin typeface="Verdana"/>
                        <a:ea typeface="Verdana" panose="020B0604030504040204" pitchFamily="34" charset="0"/>
                        <a:cs typeface="Verdana" panose="020B0604030504040204" pitchFamily="34" charset="0"/>
                      </a:endParaRPr>
                    </a:p>
                    <a:p>
                      <a:pPr marL="171450" indent="-171450" algn="l">
                        <a:buFont typeface="Wingdings" panose="05000000000000000000" pitchFamily="2" charset="2"/>
                        <a:buChar char="ü"/>
                      </a:pPr>
                      <a:r>
                        <a:rPr lang="en-US" sz="1100" b="0" kern="1200" baseline="0" dirty="0">
                          <a:solidFill>
                            <a:schemeClr val="tx1"/>
                          </a:solidFill>
                          <a:latin typeface="Verdana"/>
                          <a:ea typeface="Verdana" panose="020B0604030504040204" pitchFamily="34" charset="0"/>
                          <a:cs typeface="Verdana" panose="020B0604030504040204" pitchFamily="34" charset="0"/>
                        </a:rPr>
                        <a:t>Testing/ modifying input data as required </a:t>
                      </a:r>
                    </a:p>
                    <a:p>
                      <a:pPr marL="0" indent="0" algn="l">
                        <a:buFont typeface="Wingdings" panose="05000000000000000000" pitchFamily="2" charset="2"/>
                        <a:buNone/>
                      </a:pPr>
                      <a:r>
                        <a:rPr lang="en-US" sz="1100" b="1" i="1" kern="1200" baseline="0" dirty="0">
                          <a:solidFill>
                            <a:srgbClr val="002060"/>
                          </a:solidFill>
                          <a:latin typeface="Verdana"/>
                          <a:ea typeface="Verdana" panose="020B0604030504040204" pitchFamily="34" charset="0"/>
                          <a:cs typeface="Verdana" panose="020B0604030504040204" pitchFamily="34" charset="0"/>
                        </a:rPr>
                        <a:t>Deliverable: </a:t>
                      </a:r>
                      <a:r>
                        <a:rPr lang="en-US" sz="1100" b="0" kern="1200" dirty="0">
                          <a:solidFill>
                            <a:schemeClr val="tx1"/>
                          </a:solidFill>
                          <a:latin typeface="Verdana"/>
                          <a:ea typeface="Verdana" panose="020B0604030504040204" pitchFamily="34" charset="0"/>
                          <a:cs typeface="Verdana" panose="020B0604030504040204" pitchFamily="34" charset="0"/>
                        </a:rPr>
                        <a:t>Work-front tracker for highlighting work front constraints </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0558"/>
                  </a:ext>
                </a:extLst>
              </a:tr>
              <a:tr h="688817">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algn="l"/>
                      <a:r>
                        <a:rPr lang="en-US" sz="1100" b="1">
                          <a:solidFill>
                            <a:schemeClr val="tx1"/>
                          </a:solidFill>
                          <a:latin typeface="+mn-lt"/>
                          <a:ea typeface="Verdana" panose="020B0604030504040204" pitchFamily="34" charset="0"/>
                          <a:cs typeface="Verdana" panose="020B0604030504040204" pitchFamily="34" charset="0"/>
                        </a:rPr>
                        <a:t>Digital Reporting</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dk1"/>
                          </a:solidFill>
                          <a:latin typeface="Verdana"/>
                        </a:defRPr>
                      </a:lvl1pPr>
                      <a:lvl2pPr marL="609585" algn="l" defTabSz="1219170" rtl="0" eaLnBrk="1" latinLnBrk="0" hangingPunct="1">
                        <a:defRPr sz="2400" kern="1200">
                          <a:solidFill>
                            <a:schemeClr val="dk1"/>
                          </a:solidFill>
                          <a:latin typeface="Verdana"/>
                        </a:defRPr>
                      </a:lvl2pPr>
                      <a:lvl3pPr marL="1219170" algn="l" defTabSz="1219170" rtl="0" eaLnBrk="1" latinLnBrk="0" hangingPunct="1">
                        <a:defRPr sz="2400" kern="1200">
                          <a:solidFill>
                            <a:schemeClr val="dk1"/>
                          </a:solidFill>
                          <a:latin typeface="Verdana"/>
                        </a:defRPr>
                      </a:lvl3pPr>
                      <a:lvl4pPr marL="1828754" algn="l" defTabSz="1219170" rtl="0" eaLnBrk="1" latinLnBrk="0" hangingPunct="1">
                        <a:defRPr sz="2400" kern="1200">
                          <a:solidFill>
                            <a:schemeClr val="dk1"/>
                          </a:solidFill>
                          <a:latin typeface="Verdana"/>
                        </a:defRPr>
                      </a:lvl4pPr>
                      <a:lvl5pPr marL="2438339" algn="l" defTabSz="1219170" rtl="0" eaLnBrk="1" latinLnBrk="0" hangingPunct="1">
                        <a:defRPr sz="2400" kern="1200">
                          <a:solidFill>
                            <a:schemeClr val="dk1"/>
                          </a:solidFill>
                          <a:latin typeface="Verdana"/>
                        </a:defRPr>
                      </a:lvl5pPr>
                      <a:lvl6pPr marL="3047924" algn="l" defTabSz="1219170" rtl="0" eaLnBrk="1" latinLnBrk="0" hangingPunct="1">
                        <a:defRPr sz="2400" kern="1200">
                          <a:solidFill>
                            <a:schemeClr val="dk1"/>
                          </a:solidFill>
                          <a:latin typeface="Verdana"/>
                        </a:defRPr>
                      </a:lvl6pPr>
                      <a:lvl7pPr marL="3657509" algn="l" defTabSz="1219170" rtl="0" eaLnBrk="1" latinLnBrk="0" hangingPunct="1">
                        <a:defRPr sz="2400" kern="1200">
                          <a:solidFill>
                            <a:schemeClr val="dk1"/>
                          </a:solidFill>
                          <a:latin typeface="Verdana"/>
                        </a:defRPr>
                      </a:lvl7pPr>
                      <a:lvl8pPr marL="4267093" algn="l" defTabSz="1219170" rtl="0" eaLnBrk="1" latinLnBrk="0" hangingPunct="1">
                        <a:defRPr sz="2400" kern="1200">
                          <a:solidFill>
                            <a:schemeClr val="dk1"/>
                          </a:solidFill>
                          <a:latin typeface="Verdana"/>
                        </a:defRPr>
                      </a:lvl8pPr>
                      <a:lvl9pPr marL="4876678" algn="l" defTabSz="1219170" rtl="0" eaLnBrk="1" latinLnBrk="0" hangingPunct="1">
                        <a:defRPr sz="2400" kern="1200">
                          <a:solidFill>
                            <a:schemeClr val="dk1"/>
                          </a:solidFill>
                          <a:latin typeface="Verdana"/>
                        </a:defRPr>
                      </a:lvl9pPr>
                    </a:lstStyle>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Generate MIS reports and dashboards, based on updated schedule and progress</a:t>
                      </a:r>
                    </a:p>
                    <a:p>
                      <a:pPr marL="171450" indent="-171450" algn="l">
                        <a:buFont typeface="Wingdings" panose="05000000000000000000" pitchFamily="2" charset="2"/>
                        <a:buChar char="ü"/>
                      </a:pPr>
                      <a:r>
                        <a:rPr lang="en-US" sz="1100" b="0" kern="1200" dirty="0">
                          <a:solidFill>
                            <a:schemeClr val="tx1"/>
                          </a:solidFill>
                          <a:latin typeface="Verdana"/>
                          <a:ea typeface="Verdana" panose="020B0604030504040204" pitchFamily="34" charset="0"/>
                          <a:cs typeface="Verdana" panose="020B0604030504040204" pitchFamily="34" charset="0"/>
                        </a:rPr>
                        <a:t>Enable select reports with scheduled automated circulations to the stakeholders</a:t>
                      </a:r>
                    </a:p>
                    <a:p>
                      <a:pPr marL="0" indent="0" algn="l">
                        <a:buFont typeface="Wingdings" panose="05000000000000000000" pitchFamily="2" charset="2"/>
                        <a:buNone/>
                      </a:pPr>
                      <a:r>
                        <a:rPr lang="en-US" sz="1100" b="1" i="1" kern="1200" dirty="0">
                          <a:solidFill>
                            <a:srgbClr val="002060"/>
                          </a:solidFill>
                          <a:latin typeface="Verdana"/>
                          <a:ea typeface="Verdana" panose="020B0604030504040204" pitchFamily="34" charset="0"/>
                          <a:cs typeface="Verdana" panose="020B0604030504040204" pitchFamily="34" charset="0"/>
                        </a:rPr>
                        <a:t>Deliverables</a:t>
                      </a:r>
                      <a:r>
                        <a:rPr lang="en-US" sz="1100" b="0" kern="1200" dirty="0">
                          <a:solidFill>
                            <a:schemeClr val="tx1"/>
                          </a:solidFill>
                          <a:latin typeface="Verdana"/>
                          <a:ea typeface="Verdana" panose="020B0604030504040204" pitchFamily="34" charset="0"/>
                          <a:cs typeface="Verdana" panose="020B0604030504040204" pitchFamily="34" charset="0"/>
                        </a:rPr>
                        <a:t>: Customized reports and dashboards/ MIS Interface</a:t>
                      </a:r>
                    </a:p>
                  </a:txBody>
                  <a:tcPr anchor="ctr">
                    <a:lnL w="12700" cmpd="sng">
                      <a:noFill/>
                    </a:lnL>
                    <a:lnR w="12700" cmpd="sng">
                      <a:noFill/>
                    </a:lnR>
                    <a:lnT w="19050" cap="flat" cmpd="sng" algn="ctr">
                      <a:solidFill>
                        <a:srgbClr val="86BC25"/>
                      </a:solidFill>
                      <a:prstDash val="solid"/>
                      <a:round/>
                      <a:headEnd type="none" w="med" len="med"/>
                      <a:tailEnd type="none" w="med" len="med"/>
                    </a:lnT>
                    <a:lnB w="19050" cap="flat" cmpd="sng" algn="ctr">
                      <a:solidFill>
                        <a:srgbClr val="86BC2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345550"/>
                  </a:ext>
                </a:extLst>
              </a:tr>
            </a:tbl>
          </a:graphicData>
        </a:graphic>
      </p:graphicFrame>
      <p:pic>
        <p:nvPicPr>
          <p:cNvPr id="73" name="Picture 72">
            <a:extLst>
              <a:ext uri="{FF2B5EF4-FFF2-40B4-BE49-F238E27FC236}">
                <a16:creationId xmlns:a16="http://schemas.microsoft.com/office/drawing/2014/main" id="{50D25D2D-7F20-88EB-27C4-8461D9C1CEC6}"/>
              </a:ext>
            </a:extLst>
          </p:cNvPr>
          <p:cNvPicPr>
            <a:picLocks noChangeAspect="1"/>
          </p:cNvPicPr>
          <p:nvPr/>
        </p:nvPicPr>
        <p:blipFill>
          <a:blip r:embed="rId2"/>
          <a:stretch>
            <a:fillRect/>
          </a:stretch>
        </p:blipFill>
        <p:spPr>
          <a:xfrm>
            <a:off x="5651200" y="5436242"/>
            <a:ext cx="658493" cy="775504"/>
          </a:xfrm>
          <a:prstGeom prst="rect">
            <a:avLst/>
          </a:prstGeom>
        </p:spPr>
      </p:pic>
      <p:pic>
        <p:nvPicPr>
          <p:cNvPr id="77" name="Picture 76">
            <a:extLst>
              <a:ext uri="{FF2B5EF4-FFF2-40B4-BE49-F238E27FC236}">
                <a16:creationId xmlns:a16="http://schemas.microsoft.com/office/drawing/2014/main" id="{88BD2AF9-D371-2011-F2C2-9A08F44C289C}"/>
              </a:ext>
            </a:extLst>
          </p:cNvPr>
          <p:cNvPicPr>
            <a:picLocks noChangeAspect="1"/>
          </p:cNvPicPr>
          <p:nvPr/>
        </p:nvPicPr>
        <p:blipFill>
          <a:blip r:embed="rId3"/>
          <a:stretch>
            <a:fillRect/>
          </a:stretch>
        </p:blipFill>
        <p:spPr>
          <a:xfrm>
            <a:off x="5616475" y="4124719"/>
            <a:ext cx="698036" cy="1134257"/>
          </a:xfrm>
          <a:prstGeom prst="rect">
            <a:avLst/>
          </a:prstGeom>
        </p:spPr>
      </p:pic>
      <p:pic>
        <p:nvPicPr>
          <p:cNvPr id="95" name="Picture 94">
            <a:extLst>
              <a:ext uri="{FF2B5EF4-FFF2-40B4-BE49-F238E27FC236}">
                <a16:creationId xmlns:a16="http://schemas.microsoft.com/office/drawing/2014/main" id="{2E4463B0-6E10-C481-8570-6A013DA29CF4}"/>
              </a:ext>
            </a:extLst>
          </p:cNvPr>
          <p:cNvPicPr>
            <a:picLocks noChangeAspect="1"/>
          </p:cNvPicPr>
          <p:nvPr/>
        </p:nvPicPr>
        <p:blipFill>
          <a:blip r:embed="rId4"/>
          <a:stretch>
            <a:fillRect/>
          </a:stretch>
        </p:blipFill>
        <p:spPr>
          <a:xfrm>
            <a:off x="5581805" y="3109729"/>
            <a:ext cx="727887" cy="1014990"/>
          </a:xfrm>
          <a:prstGeom prst="rect">
            <a:avLst/>
          </a:prstGeom>
        </p:spPr>
      </p:pic>
      <p:pic>
        <p:nvPicPr>
          <p:cNvPr id="96" name="Picture 95">
            <a:extLst>
              <a:ext uri="{FF2B5EF4-FFF2-40B4-BE49-F238E27FC236}">
                <a16:creationId xmlns:a16="http://schemas.microsoft.com/office/drawing/2014/main" id="{DA47C473-29FD-63E6-C831-B6EA3EA7BC2A}"/>
              </a:ext>
            </a:extLst>
          </p:cNvPr>
          <p:cNvPicPr>
            <a:picLocks noChangeAspect="1"/>
          </p:cNvPicPr>
          <p:nvPr/>
        </p:nvPicPr>
        <p:blipFill>
          <a:blip r:embed="rId5"/>
          <a:stretch>
            <a:fillRect/>
          </a:stretch>
        </p:blipFill>
        <p:spPr>
          <a:xfrm>
            <a:off x="5666123" y="1629628"/>
            <a:ext cx="651504" cy="1070811"/>
          </a:xfrm>
          <a:prstGeom prst="rect">
            <a:avLst/>
          </a:prstGeom>
        </p:spPr>
      </p:pic>
    </p:spTree>
    <p:extLst>
      <p:ext uri="{BB962C8B-B14F-4D97-AF65-F5344CB8AC3E}">
        <p14:creationId xmlns:p14="http://schemas.microsoft.com/office/powerpoint/2010/main" val="32097767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3200" noProof="0"/>
              <a:t>Deloitte Team</a:t>
            </a:r>
          </a:p>
        </p:txBody>
      </p:sp>
      <p:sp>
        <p:nvSpPr>
          <p:cNvPr id="2" name="Text Placeholder 1"/>
          <p:cNvSpPr>
            <a:spLocks noGrp="1"/>
          </p:cNvSpPr>
          <p:nvPr>
            <p:ph type="body" idx="1"/>
          </p:nvPr>
        </p:nvSpPr>
        <p:spPr>
          <a:xfrm>
            <a:off x="469900" y="3585800"/>
            <a:ext cx="10418233" cy="1566532"/>
          </a:xfrm>
        </p:spPr>
        <p:txBody>
          <a:bodyPr/>
          <a:lstStyle/>
          <a:p>
            <a:r>
              <a:rPr lang="en-US" sz="2800"/>
              <a:t>Core Team &amp; Project Governance</a:t>
            </a:r>
            <a:endParaRPr lang="en-US" sz="2800" noProof="0"/>
          </a:p>
        </p:txBody>
      </p:sp>
      <p:grpSp>
        <p:nvGrpSpPr>
          <p:cNvPr id="3" name="Group 2">
            <a:extLst>
              <a:ext uri="{FF2B5EF4-FFF2-40B4-BE49-F238E27FC236}">
                <a16:creationId xmlns:a16="http://schemas.microsoft.com/office/drawing/2014/main" id="{0909780C-479E-A57A-A995-D57A125D897C}"/>
              </a:ext>
            </a:extLst>
          </p:cNvPr>
          <p:cNvGrpSpPr/>
          <p:nvPr/>
        </p:nvGrpSpPr>
        <p:grpSpPr>
          <a:xfrm>
            <a:off x="10404488" y="431939"/>
            <a:ext cx="1443600" cy="1422000"/>
            <a:chOff x="10404488" y="431939"/>
            <a:chExt cx="1443600" cy="1422000"/>
          </a:xfrm>
        </p:grpSpPr>
        <p:sp>
          <p:nvSpPr>
            <p:cNvPr id="4" name="Freeform 331">
              <a:extLst>
                <a:ext uri="{FF2B5EF4-FFF2-40B4-BE49-F238E27FC236}">
                  <a16:creationId xmlns:a16="http://schemas.microsoft.com/office/drawing/2014/main" id="{9446FBDD-3DEA-CF8D-E2C1-8B0D8CF784FE}"/>
                </a:ext>
              </a:extLst>
            </p:cNvPr>
            <p:cNvSpPr>
              <a:spLocks/>
            </p:cNvSpPr>
            <p:nvPr/>
          </p:nvSpPr>
          <p:spPr bwMode="auto">
            <a:xfrm>
              <a:off x="10404488" y="431939"/>
              <a:ext cx="1443600" cy="1422000"/>
            </a:xfrm>
            <a:custGeom>
              <a:avLst/>
              <a:gdLst>
                <a:gd name="T0" fmla="*/ 208 w 210"/>
                <a:gd name="T1" fmla="*/ 22 h 158"/>
                <a:gd name="T2" fmla="*/ 203 w 210"/>
                <a:gd name="T3" fmla="*/ 6 h 158"/>
                <a:gd name="T4" fmla="*/ 189 w 210"/>
                <a:gd name="T5" fmla="*/ 4 h 158"/>
                <a:gd name="T6" fmla="*/ 175 w 210"/>
                <a:gd name="T7" fmla="*/ 14 h 158"/>
                <a:gd name="T8" fmla="*/ 168 w 210"/>
                <a:gd name="T9" fmla="*/ 35 h 158"/>
                <a:gd name="T10" fmla="*/ 157 w 210"/>
                <a:gd name="T11" fmla="*/ 37 h 158"/>
                <a:gd name="T12" fmla="*/ 147 w 210"/>
                <a:gd name="T13" fmla="*/ 40 h 158"/>
                <a:gd name="T14" fmla="*/ 136 w 210"/>
                <a:gd name="T15" fmla="*/ 47 h 158"/>
                <a:gd name="T16" fmla="*/ 128 w 210"/>
                <a:gd name="T17" fmla="*/ 33 h 158"/>
                <a:gd name="T18" fmla="*/ 115 w 210"/>
                <a:gd name="T19" fmla="*/ 28 h 158"/>
                <a:gd name="T20" fmla="*/ 107 w 210"/>
                <a:gd name="T21" fmla="*/ 35 h 158"/>
                <a:gd name="T22" fmla="*/ 102 w 210"/>
                <a:gd name="T23" fmla="*/ 40 h 158"/>
                <a:gd name="T24" fmla="*/ 83 w 210"/>
                <a:gd name="T25" fmla="*/ 47 h 158"/>
                <a:gd name="T26" fmla="*/ 70 w 210"/>
                <a:gd name="T27" fmla="*/ 43 h 158"/>
                <a:gd name="T28" fmla="*/ 60 w 210"/>
                <a:gd name="T29" fmla="*/ 52 h 158"/>
                <a:gd name="T30" fmla="*/ 38 w 210"/>
                <a:gd name="T31" fmla="*/ 43 h 158"/>
                <a:gd name="T32" fmla="*/ 8 w 210"/>
                <a:gd name="T33" fmla="*/ 39 h 158"/>
                <a:gd name="T34" fmla="*/ 4 w 210"/>
                <a:gd name="T35" fmla="*/ 41 h 158"/>
                <a:gd name="T36" fmla="*/ 2 w 210"/>
                <a:gd name="T37" fmla="*/ 53 h 158"/>
                <a:gd name="T38" fmla="*/ 15 w 210"/>
                <a:gd name="T39" fmla="*/ 68 h 158"/>
                <a:gd name="T40" fmla="*/ 23 w 210"/>
                <a:gd name="T41" fmla="*/ 81 h 158"/>
                <a:gd name="T42" fmla="*/ 33 w 210"/>
                <a:gd name="T43" fmla="*/ 105 h 158"/>
                <a:gd name="T44" fmla="*/ 44 w 210"/>
                <a:gd name="T45" fmla="*/ 119 h 158"/>
                <a:gd name="T46" fmla="*/ 34 w 210"/>
                <a:gd name="T47" fmla="*/ 131 h 158"/>
                <a:gd name="T48" fmla="*/ 54 w 210"/>
                <a:gd name="T49" fmla="*/ 139 h 158"/>
                <a:gd name="T50" fmla="*/ 77 w 210"/>
                <a:gd name="T51" fmla="*/ 135 h 158"/>
                <a:gd name="T52" fmla="*/ 82 w 210"/>
                <a:gd name="T53" fmla="*/ 148 h 158"/>
                <a:gd name="T54" fmla="*/ 97 w 210"/>
                <a:gd name="T55" fmla="*/ 150 h 158"/>
                <a:gd name="T56" fmla="*/ 117 w 210"/>
                <a:gd name="T57" fmla="*/ 157 h 158"/>
                <a:gd name="T58" fmla="*/ 126 w 210"/>
                <a:gd name="T59" fmla="*/ 145 h 158"/>
                <a:gd name="T60" fmla="*/ 142 w 210"/>
                <a:gd name="T61" fmla="*/ 136 h 158"/>
                <a:gd name="T62" fmla="*/ 158 w 210"/>
                <a:gd name="T63" fmla="*/ 147 h 158"/>
                <a:gd name="T64" fmla="*/ 168 w 210"/>
                <a:gd name="T65" fmla="*/ 144 h 158"/>
                <a:gd name="T66" fmla="*/ 163 w 210"/>
                <a:gd name="T67" fmla="*/ 134 h 158"/>
                <a:gd name="T68" fmla="*/ 156 w 210"/>
                <a:gd name="T69" fmla="*/ 126 h 158"/>
                <a:gd name="T70" fmla="*/ 151 w 210"/>
                <a:gd name="T71" fmla="*/ 113 h 158"/>
                <a:gd name="T72" fmla="*/ 142 w 210"/>
                <a:gd name="T73" fmla="*/ 110 h 158"/>
                <a:gd name="T74" fmla="*/ 124 w 210"/>
                <a:gd name="T75" fmla="*/ 103 h 158"/>
                <a:gd name="T76" fmla="*/ 120 w 210"/>
                <a:gd name="T77" fmla="*/ 95 h 158"/>
                <a:gd name="T78" fmla="*/ 127 w 210"/>
                <a:gd name="T79" fmla="*/ 83 h 158"/>
                <a:gd name="T80" fmla="*/ 142 w 210"/>
                <a:gd name="T81" fmla="*/ 87 h 158"/>
                <a:gd name="T82" fmla="*/ 160 w 210"/>
                <a:gd name="T83" fmla="*/ 76 h 158"/>
                <a:gd name="T84" fmla="*/ 178 w 210"/>
                <a:gd name="T85" fmla="*/ 70 h 158"/>
                <a:gd name="T86" fmla="*/ 182 w 210"/>
                <a:gd name="T87" fmla="*/ 65 h 158"/>
                <a:gd name="T88" fmla="*/ 187 w 210"/>
                <a:gd name="T89" fmla="*/ 59 h 158"/>
                <a:gd name="T90" fmla="*/ 192 w 210"/>
                <a:gd name="T91" fmla="*/ 59 h 158"/>
                <a:gd name="T92" fmla="*/ 198 w 210"/>
                <a:gd name="T93" fmla="*/ 51 h 158"/>
                <a:gd name="T94" fmla="*/ 204 w 210"/>
                <a:gd name="T95" fmla="*/ 33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0" h="158">
                  <a:moveTo>
                    <a:pt x="209" y="27"/>
                  </a:moveTo>
                  <a:cubicBezTo>
                    <a:pt x="208" y="25"/>
                    <a:pt x="205" y="26"/>
                    <a:pt x="206" y="23"/>
                  </a:cubicBezTo>
                  <a:cubicBezTo>
                    <a:pt x="207" y="23"/>
                    <a:pt x="207" y="22"/>
                    <a:pt x="208" y="22"/>
                  </a:cubicBezTo>
                  <a:cubicBezTo>
                    <a:pt x="208" y="18"/>
                    <a:pt x="210" y="14"/>
                    <a:pt x="207" y="10"/>
                  </a:cubicBezTo>
                  <a:cubicBezTo>
                    <a:pt x="206" y="9"/>
                    <a:pt x="204" y="7"/>
                    <a:pt x="204" y="6"/>
                  </a:cubicBezTo>
                  <a:cubicBezTo>
                    <a:pt x="203" y="6"/>
                    <a:pt x="203" y="6"/>
                    <a:pt x="203" y="6"/>
                  </a:cubicBezTo>
                  <a:cubicBezTo>
                    <a:pt x="201" y="6"/>
                    <a:pt x="200" y="4"/>
                    <a:pt x="198" y="3"/>
                  </a:cubicBezTo>
                  <a:cubicBezTo>
                    <a:pt x="196" y="1"/>
                    <a:pt x="192" y="0"/>
                    <a:pt x="189" y="0"/>
                  </a:cubicBezTo>
                  <a:cubicBezTo>
                    <a:pt x="189" y="4"/>
                    <a:pt x="189" y="4"/>
                    <a:pt x="189" y="4"/>
                  </a:cubicBezTo>
                  <a:cubicBezTo>
                    <a:pt x="187" y="4"/>
                    <a:pt x="188" y="5"/>
                    <a:pt x="188" y="7"/>
                  </a:cubicBezTo>
                  <a:cubicBezTo>
                    <a:pt x="185" y="7"/>
                    <a:pt x="183" y="6"/>
                    <a:pt x="180" y="7"/>
                  </a:cubicBezTo>
                  <a:cubicBezTo>
                    <a:pt x="179" y="9"/>
                    <a:pt x="179" y="14"/>
                    <a:pt x="175" y="14"/>
                  </a:cubicBezTo>
                  <a:cubicBezTo>
                    <a:pt x="170" y="15"/>
                    <a:pt x="174" y="21"/>
                    <a:pt x="172" y="24"/>
                  </a:cubicBezTo>
                  <a:cubicBezTo>
                    <a:pt x="171" y="26"/>
                    <a:pt x="169" y="25"/>
                    <a:pt x="169" y="28"/>
                  </a:cubicBezTo>
                  <a:cubicBezTo>
                    <a:pt x="169" y="30"/>
                    <a:pt x="169" y="33"/>
                    <a:pt x="168" y="35"/>
                  </a:cubicBezTo>
                  <a:cubicBezTo>
                    <a:pt x="167" y="36"/>
                    <a:pt x="165" y="36"/>
                    <a:pt x="164" y="36"/>
                  </a:cubicBezTo>
                  <a:cubicBezTo>
                    <a:pt x="162" y="37"/>
                    <a:pt x="164" y="38"/>
                    <a:pt x="163" y="40"/>
                  </a:cubicBezTo>
                  <a:cubicBezTo>
                    <a:pt x="161" y="41"/>
                    <a:pt x="159" y="37"/>
                    <a:pt x="157" y="37"/>
                  </a:cubicBezTo>
                  <a:cubicBezTo>
                    <a:pt x="157" y="39"/>
                    <a:pt x="153" y="41"/>
                    <a:pt x="151" y="41"/>
                  </a:cubicBezTo>
                  <a:cubicBezTo>
                    <a:pt x="151" y="39"/>
                    <a:pt x="150" y="36"/>
                    <a:pt x="148" y="38"/>
                  </a:cubicBezTo>
                  <a:cubicBezTo>
                    <a:pt x="147" y="38"/>
                    <a:pt x="148" y="39"/>
                    <a:pt x="147" y="40"/>
                  </a:cubicBezTo>
                  <a:cubicBezTo>
                    <a:pt x="146" y="41"/>
                    <a:pt x="145" y="41"/>
                    <a:pt x="145" y="42"/>
                  </a:cubicBezTo>
                  <a:cubicBezTo>
                    <a:pt x="144" y="44"/>
                    <a:pt x="145" y="50"/>
                    <a:pt x="140" y="49"/>
                  </a:cubicBezTo>
                  <a:cubicBezTo>
                    <a:pt x="140" y="46"/>
                    <a:pt x="137" y="48"/>
                    <a:pt x="136" y="47"/>
                  </a:cubicBezTo>
                  <a:cubicBezTo>
                    <a:pt x="135" y="46"/>
                    <a:pt x="136" y="43"/>
                    <a:pt x="136" y="42"/>
                  </a:cubicBezTo>
                  <a:cubicBezTo>
                    <a:pt x="136" y="36"/>
                    <a:pt x="132" y="41"/>
                    <a:pt x="129" y="40"/>
                  </a:cubicBezTo>
                  <a:cubicBezTo>
                    <a:pt x="128" y="38"/>
                    <a:pt x="130" y="35"/>
                    <a:pt x="128" y="33"/>
                  </a:cubicBezTo>
                  <a:cubicBezTo>
                    <a:pt x="127" y="32"/>
                    <a:pt x="125" y="32"/>
                    <a:pt x="125" y="30"/>
                  </a:cubicBezTo>
                  <a:cubicBezTo>
                    <a:pt x="125" y="29"/>
                    <a:pt x="125" y="30"/>
                    <a:pt x="124" y="29"/>
                  </a:cubicBezTo>
                  <a:cubicBezTo>
                    <a:pt x="123" y="29"/>
                    <a:pt x="115" y="32"/>
                    <a:pt x="115" y="28"/>
                  </a:cubicBezTo>
                  <a:cubicBezTo>
                    <a:pt x="114" y="28"/>
                    <a:pt x="111" y="27"/>
                    <a:pt x="110" y="28"/>
                  </a:cubicBezTo>
                  <a:cubicBezTo>
                    <a:pt x="108" y="29"/>
                    <a:pt x="110" y="31"/>
                    <a:pt x="109" y="32"/>
                  </a:cubicBezTo>
                  <a:cubicBezTo>
                    <a:pt x="109" y="33"/>
                    <a:pt x="107" y="33"/>
                    <a:pt x="107" y="35"/>
                  </a:cubicBezTo>
                  <a:cubicBezTo>
                    <a:pt x="107" y="36"/>
                    <a:pt x="107" y="36"/>
                    <a:pt x="107" y="37"/>
                  </a:cubicBezTo>
                  <a:cubicBezTo>
                    <a:pt x="107" y="38"/>
                    <a:pt x="106" y="38"/>
                    <a:pt x="105" y="39"/>
                  </a:cubicBezTo>
                  <a:cubicBezTo>
                    <a:pt x="103" y="39"/>
                    <a:pt x="103" y="39"/>
                    <a:pt x="102" y="40"/>
                  </a:cubicBezTo>
                  <a:cubicBezTo>
                    <a:pt x="102" y="41"/>
                    <a:pt x="101" y="42"/>
                    <a:pt x="100" y="42"/>
                  </a:cubicBezTo>
                  <a:cubicBezTo>
                    <a:pt x="97" y="43"/>
                    <a:pt x="93" y="42"/>
                    <a:pt x="89" y="44"/>
                  </a:cubicBezTo>
                  <a:cubicBezTo>
                    <a:pt x="90" y="48"/>
                    <a:pt x="85" y="47"/>
                    <a:pt x="83" y="47"/>
                  </a:cubicBezTo>
                  <a:cubicBezTo>
                    <a:pt x="81" y="48"/>
                    <a:pt x="81" y="49"/>
                    <a:pt x="80" y="50"/>
                  </a:cubicBezTo>
                  <a:cubicBezTo>
                    <a:pt x="79" y="50"/>
                    <a:pt x="77" y="49"/>
                    <a:pt x="76" y="49"/>
                  </a:cubicBezTo>
                  <a:cubicBezTo>
                    <a:pt x="73" y="47"/>
                    <a:pt x="73" y="42"/>
                    <a:pt x="70" y="43"/>
                  </a:cubicBezTo>
                  <a:cubicBezTo>
                    <a:pt x="67" y="43"/>
                    <a:pt x="67" y="45"/>
                    <a:pt x="66" y="47"/>
                  </a:cubicBezTo>
                  <a:cubicBezTo>
                    <a:pt x="65" y="48"/>
                    <a:pt x="63" y="48"/>
                    <a:pt x="61" y="48"/>
                  </a:cubicBezTo>
                  <a:cubicBezTo>
                    <a:pt x="61" y="49"/>
                    <a:pt x="61" y="51"/>
                    <a:pt x="60" y="52"/>
                  </a:cubicBezTo>
                  <a:cubicBezTo>
                    <a:pt x="57" y="52"/>
                    <a:pt x="50" y="52"/>
                    <a:pt x="50" y="48"/>
                  </a:cubicBezTo>
                  <a:cubicBezTo>
                    <a:pt x="49" y="45"/>
                    <a:pt x="50" y="40"/>
                    <a:pt x="46" y="41"/>
                  </a:cubicBezTo>
                  <a:cubicBezTo>
                    <a:pt x="44" y="42"/>
                    <a:pt x="40" y="46"/>
                    <a:pt x="38" y="43"/>
                  </a:cubicBezTo>
                  <a:cubicBezTo>
                    <a:pt x="37" y="40"/>
                    <a:pt x="36" y="37"/>
                    <a:pt x="32" y="37"/>
                  </a:cubicBezTo>
                  <a:cubicBezTo>
                    <a:pt x="32" y="42"/>
                    <a:pt x="29" y="41"/>
                    <a:pt x="24" y="41"/>
                  </a:cubicBezTo>
                  <a:cubicBezTo>
                    <a:pt x="19" y="41"/>
                    <a:pt x="13" y="42"/>
                    <a:pt x="8" y="39"/>
                  </a:cubicBezTo>
                  <a:cubicBezTo>
                    <a:pt x="7" y="38"/>
                    <a:pt x="6" y="38"/>
                    <a:pt x="5" y="37"/>
                  </a:cubicBezTo>
                  <a:cubicBezTo>
                    <a:pt x="4" y="37"/>
                    <a:pt x="4" y="37"/>
                    <a:pt x="4" y="37"/>
                  </a:cubicBezTo>
                  <a:cubicBezTo>
                    <a:pt x="4" y="38"/>
                    <a:pt x="4" y="40"/>
                    <a:pt x="4" y="41"/>
                  </a:cubicBezTo>
                  <a:cubicBezTo>
                    <a:pt x="4" y="42"/>
                    <a:pt x="6" y="42"/>
                    <a:pt x="5" y="44"/>
                  </a:cubicBezTo>
                  <a:cubicBezTo>
                    <a:pt x="3" y="45"/>
                    <a:pt x="2" y="47"/>
                    <a:pt x="4" y="49"/>
                  </a:cubicBezTo>
                  <a:cubicBezTo>
                    <a:pt x="6" y="51"/>
                    <a:pt x="3" y="52"/>
                    <a:pt x="2" y="53"/>
                  </a:cubicBezTo>
                  <a:cubicBezTo>
                    <a:pt x="0" y="54"/>
                    <a:pt x="1" y="55"/>
                    <a:pt x="2" y="56"/>
                  </a:cubicBezTo>
                  <a:cubicBezTo>
                    <a:pt x="5" y="56"/>
                    <a:pt x="9" y="57"/>
                    <a:pt x="9" y="60"/>
                  </a:cubicBezTo>
                  <a:cubicBezTo>
                    <a:pt x="9" y="65"/>
                    <a:pt x="11" y="66"/>
                    <a:pt x="15" y="68"/>
                  </a:cubicBezTo>
                  <a:cubicBezTo>
                    <a:pt x="17" y="69"/>
                    <a:pt x="18" y="71"/>
                    <a:pt x="18" y="73"/>
                  </a:cubicBezTo>
                  <a:cubicBezTo>
                    <a:pt x="19" y="74"/>
                    <a:pt x="19" y="77"/>
                    <a:pt x="22" y="76"/>
                  </a:cubicBezTo>
                  <a:cubicBezTo>
                    <a:pt x="22" y="78"/>
                    <a:pt x="22" y="80"/>
                    <a:pt x="23" y="81"/>
                  </a:cubicBezTo>
                  <a:cubicBezTo>
                    <a:pt x="25" y="82"/>
                    <a:pt x="28" y="80"/>
                    <a:pt x="29" y="81"/>
                  </a:cubicBezTo>
                  <a:cubicBezTo>
                    <a:pt x="34" y="85"/>
                    <a:pt x="29" y="91"/>
                    <a:pt x="30" y="96"/>
                  </a:cubicBezTo>
                  <a:cubicBezTo>
                    <a:pt x="34" y="96"/>
                    <a:pt x="33" y="103"/>
                    <a:pt x="33" y="105"/>
                  </a:cubicBezTo>
                  <a:cubicBezTo>
                    <a:pt x="36" y="105"/>
                    <a:pt x="36" y="108"/>
                    <a:pt x="37" y="109"/>
                  </a:cubicBezTo>
                  <a:cubicBezTo>
                    <a:pt x="39" y="112"/>
                    <a:pt x="43" y="111"/>
                    <a:pt x="46" y="112"/>
                  </a:cubicBezTo>
                  <a:cubicBezTo>
                    <a:pt x="45" y="114"/>
                    <a:pt x="45" y="117"/>
                    <a:pt x="44" y="119"/>
                  </a:cubicBezTo>
                  <a:cubicBezTo>
                    <a:pt x="44" y="123"/>
                    <a:pt x="41" y="122"/>
                    <a:pt x="39" y="124"/>
                  </a:cubicBezTo>
                  <a:cubicBezTo>
                    <a:pt x="36" y="126"/>
                    <a:pt x="35" y="129"/>
                    <a:pt x="34" y="131"/>
                  </a:cubicBezTo>
                  <a:cubicBezTo>
                    <a:pt x="34" y="131"/>
                    <a:pt x="34" y="131"/>
                    <a:pt x="34" y="131"/>
                  </a:cubicBezTo>
                  <a:cubicBezTo>
                    <a:pt x="35" y="131"/>
                    <a:pt x="36" y="132"/>
                    <a:pt x="36" y="132"/>
                  </a:cubicBezTo>
                  <a:cubicBezTo>
                    <a:pt x="38" y="134"/>
                    <a:pt x="38" y="136"/>
                    <a:pt x="39" y="137"/>
                  </a:cubicBezTo>
                  <a:cubicBezTo>
                    <a:pt x="42" y="140"/>
                    <a:pt x="50" y="141"/>
                    <a:pt x="54" y="139"/>
                  </a:cubicBezTo>
                  <a:cubicBezTo>
                    <a:pt x="56" y="139"/>
                    <a:pt x="57" y="137"/>
                    <a:pt x="59" y="137"/>
                  </a:cubicBezTo>
                  <a:cubicBezTo>
                    <a:pt x="62" y="136"/>
                    <a:pt x="66" y="138"/>
                    <a:pt x="69" y="137"/>
                  </a:cubicBezTo>
                  <a:cubicBezTo>
                    <a:pt x="72" y="137"/>
                    <a:pt x="74" y="136"/>
                    <a:pt x="77" y="135"/>
                  </a:cubicBezTo>
                  <a:cubicBezTo>
                    <a:pt x="79" y="135"/>
                    <a:pt x="81" y="132"/>
                    <a:pt x="84" y="133"/>
                  </a:cubicBezTo>
                  <a:cubicBezTo>
                    <a:pt x="84" y="138"/>
                    <a:pt x="84" y="143"/>
                    <a:pt x="83" y="148"/>
                  </a:cubicBezTo>
                  <a:cubicBezTo>
                    <a:pt x="82" y="148"/>
                    <a:pt x="82" y="148"/>
                    <a:pt x="82" y="148"/>
                  </a:cubicBezTo>
                  <a:cubicBezTo>
                    <a:pt x="82" y="150"/>
                    <a:pt x="80" y="150"/>
                    <a:pt x="79" y="152"/>
                  </a:cubicBezTo>
                  <a:cubicBezTo>
                    <a:pt x="83" y="152"/>
                    <a:pt x="86" y="156"/>
                    <a:pt x="90" y="155"/>
                  </a:cubicBezTo>
                  <a:cubicBezTo>
                    <a:pt x="93" y="155"/>
                    <a:pt x="94" y="151"/>
                    <a:pt x="97" y="150"/>
                  </a:cubicBezTo>
                  <a:cubicBezTo>
                    <a:pt x="100" y="148"/>
                    <a:pt x="104" y="150"/>
                    <a:pt x="107" y="151"/>
                  </a:cubicBezTo>
                  <a:cubicBezTo>
                    <a:pt x="110" y="152"/>
                    <a:pt x="114" y="155"/>
                    <a:pt x="117" y="152"/>
                  </a:cubicBezTo>
                  <a:cubicBezTo>
                    <a:pt x="120" y="153"/>
                    <a:pt x="118" y="155"/>
                    <a:pt x="117" y="157"/>
                  </a:cubicBezTo>
                  <a:cubicBezTo>
                    <a:pt x="119" y="157"/>
                    <a:pt x="120" y="158"/>
                    <a:pt x="123" y="158"/>
                  </a:cubicBezTo>
                  <a:cubicBezTo>
                    <a:pt x="124" y="156"/>
                    <a:pt x="123" y="152"/>
                    <a:pt x="127" y="152"/>
                  </a:cubicBezTo>
                  <a:cubicBezTo>
                    <a:pt x="128" y="149"/>
                    <a:pt x="125" y="147"/>
                    <a:pt x="126" y="145"/>
                  </a:cubicBezTo>
                  <a:cubicBezTo>
                    <a:pt x="130" y="143"/>
                    <a:pt x="125" y="135"/>
                    <a:pt x="124" y="133"/>
                  </a:cubicBezTo>
                  <a:cubicBezTo>
                    <a:pt x="126" y="133"/>
                    <a:pt x="132" y="131"/>
                    <a:pt x="131" y="135"/>
                  </a:cubicBezTo>
                  <a:cubicBezTo>
                    <a:pt x="135" y="135"/>
                    <a:pt x="140" y="134"/>
                    <a:pt x="142" y="136"/>
                  </a:cubicBezTo>
                  <a:cubicBezTo>
                    <a:pt x="143" y="138"/>
                    <a:pt x="147" y="142"/>
                    <a:pt x="147" y="144"/>
                  </a:cubicBezTo>
                  <a:cubicBezTo>
                    <a:pt x="147" y="144"/>
                    <a:pt x="148" y="144"/>
                    <a:pt x="149" y="143"/>
                  </a:cubicBezTo>
                  <a:cubicBezTo>
                    <a:pt x="150" y="137"/>
                    <a:pt x="159" y="142"/>
                    <a:pt x="158" y="147"/>
                  </a:cubicBezTo>
                  <a:cubicBezTo>
                    <a:pt x="159" y="147"/>
                    <a:pt x="160" y="148"/>
                    <a:pt x="160" y="148"/>
                  </a:cubicBezTo>
                  <a:cubicBezTo>
                    <a:pt x="161" y="147"/>
                    <a:pt x="161" y="147"/>
                    <a:pt x="162" y="147"/>
                  </a:cubicBezTo>
                  <a:cubicBezTo>
                    <a:pt x="165" y="147"/>
                    <a:pt x="166" y="144"/>
                    <a:pt x="168" y="144"/>
                  </a:cubicBezTo>
                  <a:cubicBezTo>
                    <a:pt x="166" y="142"/>
                    <a:pt x="165" y="144"/>
                    <a:pt x="165" y="141"/>
                  </a:cubicBezTo>
                  <a:cubicBezTo>
                    <a:pt x="165" y="138"/>
                    <a:pt x="163" y="138"/>
                    <a:pt x="161" y="137"/>
                  </a:cubicBezTo>
                  <a:cubicBezTo>
                    <a:pt x="162" y="135"/>
                    <a:pt x="164" y="136"/>
                    <a:pt x="163" y="134"/>
                  </a:cubicBezTo>
                  <a:cubicBezTo>
                    <a:pt x="162" y="132"/>
                    <a:pt x="158" y="131"/>
                    <a:pt x="159" y="129"/>
                  </a:cubicBezTo>
                  <a:cubicBezTo>
                    <a:pt x="158" y="129"/>
                    <a:pt x="157" y="129"/>
                    <a:pt x="155" y="129"/>
                  </a:cubicBezTo>
                  <a:cubicBezTo>
                    <a:pt x="156" y="128"/>
                    <a:pt x="156" y="127"/>
                    <a:pt x="156" y="126"/>
                  </a:cubicBezTo>
                  <a:cubicBezTo>
                    <a:pt x="154" y="126"/>
                    <a:pt x="152" y="125"/>
                    <a:pt x="151" y="123"/>
                  </a:cubicBezTo>
                  <a:cubicBezTo>
                    <a:pt x="150" y="123"/>
                    <a:pt x="148" y="121"/>
                    <a:pt x="148" y="120"/>
                  </a:cubicBezTo>
                  <a:cubicBezTo>
                    <a:pt x="145" y="117"/>
                    <a:pt x="148" y="114"/>
                    <a:pt x="151" y="113"/>
                  </a:cubicBezTo>
                  <a:cubicBezTo>
                    <a:pt x="152" y="110"/>
                    <a:pt x="146" y="111"/>
                    <a:pt x="144" y="111"/>
                  </a:cubicBezTo>
                  <a:cubicBezTo>
                    <a:pt x="144" y="112"/>
                    <a:pt x="144" y="112"/>
                    <a:pt x="144" y="112"/>
                  </a:cubicBezTo>
                  <a:cubicBezTo>
                    <a:pt x="143" y="112"/>
                    <a:pt x="142" y="111"/>
                    <a:pt x="142" y="110"/>
                  </a:cubicBezTo>
                  <a:cubicBezTo>
                    <a:pt x="139" y="110"/>
                    <a:pt x="137" y="112"/>
                    <a:pt x="135" y="109"/>
                  </a:cubicBezTo>
                  <a:cubicBezTo>
                    <a:pt x="134" y="107"/>
                    <a:pt x="133" y="105"/>
                    <a:pt x="130" y="106"/>
                  </a:cubicBezTo>
                  <a:cubicBezTo>
                    <a:pt x="129" y="103"/>
                    <a:pt x="127" y="102"/>
                    <a:pt x="124" y="103"/>
                  </a:cubicBezTo>
                  <a:cubicBezTo>
                    <a:pt x="122" y="103"/>
                    <a:pt x="122" y="102"/>
                    <a:pt x="122" y="101"/>
                  </a:cubicBezTo>
                  <a:cubicBezTo>
                    <a:pt x="122" y="100"/>
                    <a:pt x="119" y="100"/>
                    <a:pt x="118" y="100"/>
                  </a:cubicBezTo>
                  <a:cubicBezTo>
                    <a:pt x="118" y="99"/>
                    <a:pt x="119" y="96"/>
                    <a:pt x="120" y="95"/>
                  </a:cubicBezTo>
                  <a:cubicBezTo>
                    <a:pt x="123" y="95"/>
                    <a:pt x="122" y="88"/>
                    <a:pt x="120" y="87"/>
                  </a:cubicBezTo>
                  <a:cubicBezTo>
                    <a:pt x="123" y="87"/>
                    <a:pt x="126" y="87"/>
                    <a:pt x="128" y="87"/>
                  </a:cubicBezTo>
                  <a:cubicBezTo>
                    <a:pt x="129" y="86"/>
                    <a:pt x="127" y="85"/>
                    <a:pt x="127" y="83"/>
                  </a:cubicBezTo>
                  <a:cubicBezTo>
                    <a:pt x="129" y="83"/>
                    <a:pt x="131" y="83"/>
                    <a:pt x="133" y="83"/>
                  </a:cubicBezTo>
                  <a:cubicBezTo>
                    <a:pt x="134" y="87"/>
                    <a:pt x="135" y="89"/>
                    <a:pt x="139" y="89"/>
                  </a:cubicBezTo>
                  <a:cubicBezTo>
                    <a:pt x="141" y="89"/>
                    <a:pt x="142" y="89"/>
                    <a:pt x="142" y="87"/>
                  </a:cubicBezTo>
                  <a:cubicBezTo>
                    <a:pt x="143" y="84"/>
                    <a:pt x="144" y="84"/>
                    <a:pt x="146" y="82"/>
                  </a:cubicBezTo>
                  <a:cubicBezTo>
                    <a:pt x="148" y="81"/>
                    <a:pt x="151" y="79"/>
                    <a:pt x="153" y="78"/>
                  </a:cubicBezTo>
                  <a:cubicBezTo>
                    <a:pt x="155" y="77"/>
                    <a:pt x="158" y="77"/>
                    <a:pt x="160" y="76"/>
                  </a:cubicBezTo>
                  <a:cubicBezTo>
                    <a:pt x="163" y="76"/>
                    <a:pt x="162" y="67"/>
                    <a:pt x="166" y="71"/>
                  </a:cubicBezTo>
                  <a:cubicBezTo>
                    <a:pt x="166" y="70"/>
                    <a:pt x="166" y="67"/>
                    <a:pt x="168" y="68"/>
                  </a:cubicBezTo>
                  <a:cubicBezTo>
                    <a:pt x="172" y="68"/>
                    <a:pt x="174" y="71"/>
                    <a:pt x="178" y="70"/>
                  </a:cubicBezTo>
                  <a:cubicBezTo>
                    <a:pt x="179" y="69"/>
                    <a:pt x="178" y="68"/>
                    <a:pt x="177" y="67"/>
                  </a:cubicBezTo>
                  <a:cubicBezTo>
                    <a:pt x="179" y="67"/>
                    <a:pt x="180" y="68"/>
                    <a:pt x="182" y="68"/>
                  </a:cubicBezTo>
                  <a:cubicBezTo>
                    <a:pt x="182" y="67"/>
                    <a:pt x="182" y="66"/>
                    <a:pt x="182" y="65"/>
                  </a:cubicBezTo>
                  <a:cubicBezTo>
                    <a:pt x="183" y="64"/>
                    <a:pt x="184" y="64"/>
                    <a:pt x="184" y="63"/>
                  </a:cubicBezTo>
                  <a:cubicBezTo>
                    <a:pt x="184" y="62"/>
                    <a:pt x="181" y="59"/>
                    <a:pt x="182" y="59"/>
                  </a:cubicBezTo>
                  <a:cubicBezTo>
                    <a:pt x="184" y="58"/>
                    <a:pt x="186" y="59"/>
                    <a:pt x="187" y="59"/>
                  </a:cubicBezTo>
                  <a:cubicBezTo>
                    <a:pt x="189" y="60"/>
                    <a:pt x="189" y="62"/>
                    <a:pt x="192" y="62"/>
                  </a:cubicBezTo>
                  <a:cubicBezTo>
                    <a:pt x="192" y="61"/>
                    <a:pt x="192" y="60"/>
                    <a:pt x="192" y="59"/>
                  </a:cubicBezTo>
                  <a:cubicBezTo>
                    <a:pt x="192" y="59"/>
                    <a:pt x="192" y="59"/>
                    <a:pt x="192" y="59"/>
                  </a:cubicBezTo>
                  <a:cubicBezTo>
                    <a:pt x="193" y="57"/>
                    <a:pt x="192" y="53"/>
                    <a:pt x="196" y="55"/>
                  </a:cubicBezTo>
                  <a:cubicBezTo>
                    <a:pt x="196" y="53"/>
                    <a:pt x="199" y="53"/>
                    <a:pt x="201" y="53"/>
                  </a:cubicBezTo>
                  <a:cubicBezTo>
                    <a:pt x="200" y="52"/>
                    <a:pt x="200" y="51"/>
                    <a:pt x="198" y="51"/>
                  </a:cubicBezTo>
                  <a:cubicBezTo>
                    <a:pt x="198" y="49"/>
                    <a:pt x="202" y="48"/>
                    <a:pt x="202" y="47"/>
                  </a:cubicBezTo>
                  <a:cubicBezTo>
                    <a:pt x="205" y="44"/>
                    <a:pt x="206" y="42"/>
                    <a:pt x="206" y="38"/>
                  </a:cubicBezTo>
                  <a:cubicBezTo>
                    <a:pt x="201" y="37"/>
                    <a:pt x="205" y="35"/>
                    <a:pt x="204" y="33"/>
                  </a:cubicBezTo>
                  <a:cubicBezTo>
                    <a:pt x="206" y="33"/>
                    <a:pt x="208" y="33"/>
                    <a:pt x="209" y="33"/>
                  </a:cubicBezTo>
                  <a:cubicBezTo>
                    <a:pt x="209" y="31"/>
                    <a:pt x="210" y="29"/>
                    <a:pt x="209" y="27"/>
                  </a:cubicBezTo>
                  <a:close/>
                </a:path>
              </a:pathLst>
            </a:custGeom>
            <a:solidFill>
              <a:schemeClr val="bg1"/>
            </a:solidFill>
            <a:ln w="3175">
              <a:solidFill>
                <a:schemeClr val="bg1"/>
              </a:solidFill>
              <a:round/>
              <a:headEnd/>
              <a:tailEnd/>
            </a:ln>
          </p:spPr>
          <p:txBody>
            <a:bodyPr vert="horz" wrap="square" lIns="87105" tIns="43552" rIns="87105" bIns="43552"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715" b="0" i="0" u="none" strike="noStrike" kern="1200" cap="none" spc="0" normalizeH="0" baseline="0" noProof="0">
                <a:ln>
                  <a:noFill/>
                </a:ln>
                <a:solidFill>
                  <a:prstClr val="black"/>
                </a:solidFill>
                <a:effectLst/>
                <a:uLnTx/>
                <a:uFillTx/>
                <a:latin typeface="Verdana"/>
                <a:ea typeface="+mn-ea"/>
                <a:cs typeface="+mn-cs"/>
              </a:endParaRPr>
            </a:p>
          </p:txBody>
        </p:sp>
        <p:pic>
          <p:nvPicPr>
            <p:cNvPr id="5" name="Graphic 4" descr="Renewable Energy with solid fill">
              <a:extLst>
                <a:ext uri="{FF2B5EF4-FFF2-40B4-BE49-F238E27FC236}">
                  <a16:creationId xmlns:a16="http://schemas.microsoft.com/office/drawing/2014/main" id="{B1EC56B0-15CC-9055-3751-D03A310D31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5288" y="990539"/>
              <a:ext cx="457200" cy="457200"/>
            </a:xfrm>
            <a:prstGeom prst="rect">
              <a:avLst/>
            </a:prstGeom>
          </p:spPr>
        </p:pic>
      </p:grpSp>
    </p:spTree>
    <p:extLst>
      <p:ext uri="{BB962C8B-B14F-4D97-AF65-F5344CB8AC3E}">
        <p14:creationId xmlns:p14="http://schemas.microsoft.com/office/powerpoint/2010/main" val="289295243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FD277B68-9D1A-4D21-9D70-25CC0992D8DC}"/>
              </a:ext>
            </a:extLst>
          </p:cNvPr>
          <p:cNvSpPr>
            <a:spLocks noGrp="1"/>
          </p:cNvSpPr>
          <p:nvPr>
            <p:ph type="title" idx="4294967295"/>
          </p:nvPr>
        </p:nvSpPr>
        <p:spPr>
          <a:xfrm>
            <a:off x="254316" y="110173"/>
            <a:ext cx="11252200" cy="327746"/>
          </a:xfrm>
        </p:spPr>
        <p:txBody>
          <a:bodyPr/>
          <a:lstStyle/>
          <a:p>
            <a:r>
              <a:rPr lang="en-US" dirty="0"/>
              <a:t>Details Of Our Team To Support JREDA </a:t>
            </a:r>
          </a:p>
        </p:txBody>
      </p:sp>
      <p:sp>
        <p:nvSpPr>
          <p:cNvPr id="7" name="Text Placeholder 1">
            <a:extLst>
              <a:ext uri="{FF2B5EF4-FFF2-40B4-BE49-F238E27FC236}">
                <a16:creationId xmlns:a16="http://schemas.microsoft.com/office/drawing/2014/main" id="{F8FD4353-AB26-40CB-8B99-DC2257A69BCD}"/>
              </a:ext>
            </a:extLst>
          </p:cNvPr>
          <p:cNvSpPr txBox="1">
            <a:spLocks/>
          </p:cNvSpPr>
          <p:nvPr/>
        </p:nvSpPr>
        <p:spPr>
          <a:xfrm>
            <a:off x="188173" y="398205"/>
            <a:ext cx="11777945" cy="471688"/>
          </a:xfrm>
          <a:prstGeom prst="rect">
            <a:avLst/>
          </a:prstGeom>
        </p:spPr>
        <p:txBody>
          <a:bodyPr/>
          <a:lstStyle>
            <a:lvl1pPr marL="0" indent="0" algn="l" defTabSz="990570" rtl="0" eaLnBrk="1" latinLnBrk="0" hangingPunct="1">
              <a:spcBef>
                <a:spcPts val="0"/>
              </a:spcBef>
              <a:spcAft>
                <a:spcPts val="1083"/>
              </a:spcAft>
              <a:buSzPct val="100000"/>
              <a:buFont typeface="Arial" panose="020B0604020202020204" pitchFamily="34" charset="0"/>
              <a:buNone/>
              <a:defRPr sz="1300" b="0" kern="1200">
                <a:solidFill>
                  <a:schemeClr val="tx1"/>
                </a:solidFill>
                <a:latin typeface="+mn-lt"/>
                <a:ea typeface="+mn-ea"/>
                <a:cs typeface="+mn-cs"/>
              </a:defRPr>
            </a:lvl1pPr>
            <a:lvl2pPr marL="0" indent="0" algn="l" defTabSz="990570" rtl="0" eaLnBrk="1" latinLnBrk="0" hangingPunct="1">
              <a:spcBef>
                <a:spcPts val="0"/>
              </a:spcBef>
              <a:spcAft>
                <a:spcPts val="1083"/>
              </a:spcAft>
              <a:buClrTx/>
              <a:buSzPct val="100000"/>
              <a:buFont typeface="Arial"/>
              <a:buNone/>
              <a:defRPr lang="en-US" sz="1300" b="1" kern="1200" dirty="0" smtClean="0">
                <a:solidFill>
                  <a:schemeClr val="tx1"/>
                </a:solidFill>
                <a:latin typeface="+mn-lt"/>
                <a:ea typeface="+mn-ea"/>
                <a:cs typeface="+mn-cs"/>
              </a:defRPr>
            </a:lvl2pPr>
            <a:lvl3pPr marL="191094" indent="-191094" algn="l" defTabSz="990570" rtl="0" eaLnBrk="1" latinLnBrk="0" hangingPunct="1">
              <a:spcBef>
                <a:spcPts val="0"/>
              </a:spcBef>
              <a:spcAft>
                <a:spcPts val="1083"/>
              </a:spcAft>
              <a:buClrTx/>
              <a:buSzPct val="100000"/>
              <a:buFont typeface="Arial" panose="020B0604020202020204" pitchFamily="34" charset="0"/>
              <a:buChar char="•"/>
              <a:defRPr lang="en-US" sz="1300" kern="1200" dirty="0" smtClean="0">
                <a:solidFill>
                  <a:schemeClr val="tx1"/>
                </a:solidFill>
                <a:latin typeface="+mn-lt"/>
                <a:ea typeface="+mn-ea"/>
                <a:cs typeface="+mn-cs"/>
              </a:defRPr>
            </a:lvl3pPr>
            <a:lvl4pPr marL="386088" indent="-191094" algn="l" defTabSz="990570" rtl="0" eaLnBrk="1" latinLnBrk="0" hangingPunct="1">
              <a:spcBef>
                <a:spcPts val="0"/>
              </a:spcBef>
              <a:spcAft>
                <a:spcPts val="1083"/>
              </a:spcAft>
              <a:buClrTx/>
              <a:buSzPct val="100000"/>
              <a:buFont typeface="Verdana" panose="020B0604030504040204" pitchFamily="34" charset="0"/>
              <a:buChar char="−"/>
              <a:defRPr lang="en-US" sz="1300" kern="1200" baseline="0" dirty="0" smtClean="0">
                <a:solidFill>
                  <a:schemeClr val="tx1"/>
                </a:solidFill>
                <a:latin typeface="+mn-lt"/>
                <a:ea typeface="+mn-ea"/>
                <a:cs typeface="+mn-cs"/>
              </a:defRPr>
            </a:lvl4pPr>
            <a:lvl5pPr marL="577182" indent="-191094" algn="l" defTabSz="865029" rtl="0" eaLnBrk="1" latinLnBrk="0" hangingPunct="1">
              <a:spcBef>
                <a:spcPts val="0"/>
              </a:spcBef>
              <a:spcAft>
                <a:spcPts val="1083"/>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mn-cs"/>
              </a:defRPr>
            </a:lvl5pPr>
            <a:lvl6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0"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0"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200" b="0" i="1" u="none" strike="noStrike" kern="1200" cap="none" spc="0" normalizeH="0" baseline="0" noProof="0" dirty="0">
                <a:ln>
                  <a:noFill/>
                </a:ln>
                <a:solidFill>
                  <a:srgbClr val="575757"/>
                </a:solidFill>
                <a:effectLst/>
                <a:uLnTx/>
                <a:uFillTx/>
                <a:latin typeface="Verdana"/>
                <a:ea typeface="+mn-ea"/>
                <a:cs typeface="+mn-cs"/>
              </a:rPr>
              <a:t>Individually and collectively, our team has the experience needed to deliver results in your business environment. The people in our team have led complex engagements and served major clients in your industry on similar engagements.</a:t>
            </a:r>
          </a:p>
        </p:txBody>
      </p:sp>
      <p:sp>
        <p:nvSpPr>
          <p:cNvPr id="116" name="Rectangle 2">
            <a:extLst>
              <a:ext uri="{FF2B5EF4-FFF2-40B4-BE49-F238E27FC236}">
                <a16:creationId xmlns:a16="http://schemas.microsoft.com/office/drawing/2014/main" id="{DE958CBA-E54F-28EB-462D-8B8670D94292}"/>
              </a:ext>
            </a:extLst>
          </p:cNvPr>
          <p:cNvSpPr txBox="1">
            <a:spLocks noChangeArrowheads="1"/>
          </p:cNvSpPr>
          <p:nvPr/>
        </p:nvSpPr>
        <p:spPr bwMode="gray">
          <a:xfrm>
            <a:off x="6261412" y="905650"/>
            <a:ext cx="5704707" cy="252000"/>
          </a:xfrm>
          <a:prstGeom prst="rect">
            <a:avLst/>
          </a:prstGeom>
          <a:solidFill>
            <a:srgbClr val="0D8390"/>
          </a:solidFill>
          <a:ln>
            <a:noFill/>
          </a:ln>
        </p:spPr>
        <p:txBody>
          <a:bodyPr wrap="square" lIns="81201" tIns="0" rIns="0" bIns="0" anchor="ctr">
            <a:noAutofit/>
          </a:bodyPr>
          <a:lstStyle>
            <a:lvl1pPr defTabSz="954088" eaLnBrk="0" hangingPunct="0">
              <a:defRPr>
                <a:solidFill>
                  <a:schemeClr val="tx1"/>
                </a:solidFill>
                <a:latin typeface="Arial" pitchFamily="34" charset="0"/>
                <a:cs typeface="Arial" pitchFamily="34" charset="0"/>
              </a:defRPr>
            </a:lvl1pPr>
            <a:lvl2pPr marL="742950" indent="-285750" defTabSz="954088" eaLnBrk="0" hangingPunct="0">
              <a:defRPr>
                <a:solidFill>
                  <a:schemeClr val="tx1"/>
                </a:solidFill>
                <a:latin typeface="Arial" pitchFamily="34" charset="0"/>
                <a:cs typeface="Arial" pitchFamily="34" charset="0"/>
              </a:defRPr>
            </a:lvl2pPr>
            <a:lvl3pPr marL="1143000" indent="-228600" defTabSz="954088" eaLnBrk="0" hangingPunct="0">
              <a:defRPr>
                <a:solidFill>
                  <a:schemeClr val="tx1"/>
                </a:solidFill>
                <a:latin typeface="Arial" pitchFamily="34" charset="0"/>
                <a:cs typeface="Arial" pitchFamily="34" charset="0"/>
              </a:defRPr>
            </a:lvl3pPr>
            <a:lvl4pPr marL="1600200" indent="-228600" defTabSz="954088" eaLnBrk="0" hangingPunct="0">
              <a:defRPr>
                <a:solidFill>
                  <a:schemeClr val="tx1"/>
                </a:solidFill>
                <a:latin typeface="Arial" pitchFamily="34" charset="0"/>
                <a:cs typeface="Arial" pitchFamily="34" charset="0"/>
              </a:defRPr>
            </a:lvl4pPr>
            <a:lvl5pPr marL="2057400" indent="-228600" defTabSz="954088" eaLnBrk="0" hangingPunct="0">
              <a:defRPr>
                <a:solidFill>
                  <a:schemeClr val="tx1"/>
                </a:solidFill>
                <a:latin typeface="Arial" pitchFamily="34" charset="0"/>
                <a:cs typeface="Arial" pitchFamily="34" charset="0"/>
              </a:defRPr>
            </a:lvl5pPr>
            <a:lvl6pPr marL="2514600" indent="-228600" defTabSz="954088"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954088"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954088"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954088"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ctr" defTabSz="717310" rtl="0" eaLnBrk="1" fontAlgn="auto" latinLnBrk="0" hangingPunct="1">
              <a:lnSpc>
                <a:spcPts val="1626"/>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rPr>
              <a:t>RESPONSIBILITIES</a:t>
            </a:r>
          </a:p>
        </p:txBody>
      </p:sp>
      <p:sp>
        <p:nvSpPr>
          <p:cNvPr id="119" name="Rectangle 15">
            <a:extLst>
              <a:ext uri="{FF2B5EF4-FFF2-40B4-BE49-F238E27FC236}">
                <a16:creationId xmlns:a16="http://schemas.microsoft.com/office/drawing/2014/main" id="{183F1F0B-1CF0-76A5-E34C-7368E629E2C7}"/>
              </a:ext>
            </a:extLst>
          </p:cNvPr>
          <p:cNvSpPr>
            <a:spLocks noChangeArrowheads="1"/>
          </p:cNvSpPr>
          <p:nvPr/>
        </p:nvSpPr>
        <p:spPr bwMode="gray">
          <a:xfrm>
            <a:off x="6261412" y="1193407"/>
            <a:ext cx="5695471" cy="3442093"/>
          </a:xfrm>
          <a:prstGeom prst="rect">
            <a:avLst/>
          </a:prstGeom>
          <a:solidFill>
            <a:srgbClr val="75787B">
              <a:lumMod val="20000"/>
              <a:lumOff val="80000"/>
              <a:alpha val="50000"/>
            </a:srgbClr>
          </a:solidFill>
          <a:ln w="3175" algn="ctr">
            <a:solidFill>
              <a:schemeClr val="accent5"/>
            </a:solidFill>
            <a:miter lim="800000"/>
            <a:headEnd/>
            <a:tailEnd/>
          </a:ln>
        </p:spPr>
        <p:txBody>
          <a:bodyPr lIns="81201" tIns="55489" rIns="81201" bIns="55489" anchor="ctr"/>
          <a:lstStyle/>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Manage relationship with your Top management.</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Make key decisions, sign-off on major deliverables and has overall project responsibility.</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Provide necessary guidance and oversight to the project team.</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Provide final review of engagement deliverables.</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Review all the documents and provide recommendation to JREDA.</a:t>
            </a:r>
          </a:p>
          <a:p>
            <a:pPr marL="171450" indent="-171450" defTabSz="702594">
              <a:buFont typeface="Arial" panose="020B0604020202020204" pitchFamily="34" charset="0"/>
              <a:buChar char="•"/>
              <a:defRPr/>
            </a:pPr>
            <a:r>
              <a:rPr lang="en-US" sz="1100" kern="0" dirty="0">
                <a:solidFill>
                  <a:prstClr val="black"/>
                </a:solidFill>
                <a:ea typeface="Verdana" panose="020B0604030504040204" pitchFamily="34" charset="0"/>
              </a:rPr>
              <a:t>Our experts bring in leading insights on RE Sector and Emerging Technologies.</a:t>
            </a:r>
            <a:endParaRPr lang="en-US" sz="1100" kern="0" dirty="0">
              <a:solidFill>
                <a:prstClr val="black"/>
              </a:solidFill>
              <a:ea typeface="Verdana" panose="020B0604030504040204" pitchFamily="34" charset="0"/>
              <a:cs typeface="Verdana" panose="020B0604030504040204" pitchFamily="34" charset="0"/>
            </a:endParaRP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Interact and coordinate with the Senior Management, key stakeholders of JREDA.</a:t>
            </a: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Ensure project objectives are met within timelines and scope outlined.</a:t>
            </a: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Provide progress update to JREDA management.</a:t>
            </a:r>
          </a:p>
          <a:p>
            <a:pPr marL="171450" indent="-171450" defTabSz="702594">
              <a:buFont typeface="Arial" panose="020B0604020202020204" pitchFamily="34" charset="0"/>
              <a:buChar char="•"/>
              <a:defRPr/>
            </a:pPr>
            <a:r>
              <a:rPr lang="en-US" sz="1100" kern="0" dirty="0">
                <a:solidFill>
                  <a:prstClr val="black"/>
                </a:solidFill>
                <a:ea typeface="Verdana" panose="020B0604030504040204" pitchFamily="34" charset="0"/>
              </a:rPr>
              <a:t>Part of the Steering Committee and shall join review meeting with the JREDA leadership.</a:t>
            </a:r>
            <a:endParaRPr lang="en-US" sz="1100" kern="0" dirty="0">
              <a:solidFill>
                <a:prstClr val="black"/>
              </a:solidFill>
              <a:ea typeface="Verdana" panose="020B0604030504040204" pitchFamily="34" charset="0"/>
              <a:cs typeface="Verdana" panose="020B0604030504040204" pitchFamily="34" charset="0"/>
            </a:endParaRP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Manage resources deployment and deliverable review.</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Conduct all assigned tasks in the project.</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Interface with client personnel on-site.</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Draft required deliverables.</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Support in Regulatory &amp; Policy related matters.</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End to End Support in Project and Project Management.</a:t>
            </a:r>
          </a:p>
        </p:txBody>
      </p:sp>
      <p:sp>
        <p:nvSpPr>
          <p:cNvPr id="122" name="Rectangle 15">
            <a:extLst>
              <a:ext uri="{FF2B5EF4-FFF2-40B4-BE49-F238E27FC236}">
                <a16:creationId xmlns:a16="http://schemas.microsoft.com/office/drawing/2014/main" id="{84754592-2DB5-2D11-E607-07151F0371C6}"/>
              </a:ext>
            </a:extLst>
          </p:cNvPr>
          <p:cNvSpPr>
            <a:spLocks noChangeArrowheads="1"/>
          </p:cNvSpPr>
          <p:nvPr/>
        </p:nvSpPr>
        <p:spPr bwMode="gray">
          <a:xfrm>
            <a:off x="6270648" y="4757871"/>
            <a:ext cx="5695470" cy="1701925"/>
          </a:xfrm>
          <a:prstGeom prst="rect">
            <a:avLst/>
          </a:prstGeom>
          <a:solidFill>
            <a:srgbClr val="75787B">
              <a:lumMod val="20000"/>
              <a:lumOff val="80000"/>
              <a:alpha val="50000"/>
            </a:srgbClr>
          </a:solidFill>
          <a:ln w="3175" algn="ctr">
            <a:solidFill>
              <a:schemeClr val="accent5"/>
            </a:solidFill>
            <a:miter lim="800000"/>
            <a:headEnd/>
            <a:tailEnd/>
          </a:ln>
        </p:spPr>
        <p:txBody>
          <a:bodyPr lIns="81201" tIns="55489" rIns="81201" bIns="55489" anchor="ctr"/>
          <a:lstStyle/>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Provide necessary guidance and oversight to the project team.</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Provide final review of engagement deliverables.</a:t>
            </a:r>
          </a:p>
          <a:p>
            <a:pPr marL="171450" indent="-171450" defTabSz="702594">
              <a:buFont typeface="Arial" panose="020B0604020202020204" pitchFamily="34" charset="0"/>
              <a:buChar char="•"/>
              <a:defRPr/>
            </a:pPr>
            <a:r>
              <a:rPr lang="en-US" sz="1100" kern="0" dirty="0">
                <a:solidFill>
                  <a:prstClr val="black"/>
                </a:solidFill>
                <a:ea typeface="Verdana" panose="020B0604030504040204" pitchFamily="34" charset="0"/>
              </a:rPr>
              <a:t>Our pool of support staff has rich experience of working with Jharkhand utilities, Energy Department of Jharkhand and will bring in their expertise of understanding the Jharkhand Energy Sector.</a:t>
            </a:r>
            <a:endParaRPr lang="en-US" sz="1100" kern="0" dirty="0">
              <a:solidFill>
                <a:prstClr val="black"/>
              </a:solidFill>
              <a:ea typeface="Verdana" panose="020B0604030504040204" pitchFamily="34" charset="0"/>
              <a:cs typeface="Verdana" panose="020B0604030504040204" pitchFamily="34" charset="0"/>
            </a:endParaRP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Assist Core Team in conducting all </a:t>
            </a:r>
            <a:r>
              <a:rPr lang="en-US" sz="1100" kern="0" dirty="0">
                <a:solidFill>
                  <a:prstClr val="black"/>
                </a:solidFill>
                <a:ea typeface="Verdana" panose="020B0604030504040204" pitchFamily="34" charset="0"/>
              </a:rPr>
              <a:t>assigned tasks in the project.</a:t>
            </a:r>
          </a:p>
          <a:p>
            <a:pPr marL="171450" indent="-171450" defTabSz="702594">
              <a:buFont typeface="Arial" panose="020B0604020202020204" pitchFamily="34" charset="0"/>
              <a:buChar char="•"/>
              <a:defRPr/>
            </a:pPr>
            <a:r>
              <a:rPr lang="en-US" sz="1100" kern="0" dirty="0">
                <a:solidFill>
                  <a:prstClr val="black"/>
                </a:solidFill>
                <a:ea typeface="Verdana" panose="020B0604030504040204" pitchFamily="34" charset="0"/>
              </a:rPr>
              <a:t>Support in Regulatory &amp; Policy related matters, Bid Process management.</a:t>
            </a:r>
            <a:endParaRPr lang="en-US" sz="1100" kern="0" dirty="0">
              <a:solidFill>
                <a:prstClr val="black"/>
              </a:solidFill>
              <a:ea typeface="Verdana" panose="020B0604030504040204" pitchFamily="34" charset="0"/>
              <a:cs typeface="Verdana" panose="020B0604030504040204" pitchFamily="34" charset="0"/>
            </a:endParaRP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cs typeface="Verdana" panose="020B0604030504040204" pitchFamily="34" charset="0"/>
              </a:rPr>
              <a:t>Support in required deliverables as and when required.</a:t>
            </a:r>
          </a:p>
          <a:p>
            <a:pPr marL="171450" indent="-171450" defTabSz="702594">
              <a:buFont typeface="Arial" panose="020B0604020202020204" pitchFamily="34" charset="0"/>
              <a:buChar char="•"/>
            </a:pPr>
            <a:r>
              <a:rPr lang="en-US" sz="1100" kern="0" dirty="0">
                <a:solidFill>
                  <a:prstClr val="black"/>
                </a:solidFill>
                <a:ea typeface="Verdana" panose="020B0604030504040204" pitchFamily="34" charset="0"/>
              </a:rPr>
              <a:t>End to End Support in Project and Project Management.</a:t>
            </a:r>
            <a:endParaRPr lang="en-US" sz="1100" kern="0" dirty="0">
              <a:solidFill>
                <a:prstClr val="black"/>
              </a:solidFill>
              <a:ea typeface="Verdana" panose="020B0604030504040204" pitchFamily="34" charset="0"/>
              <a:cs typeface="Verdana" panose="020B0604030504040204" pitchFamily="34" charset="0"/>
            </a:endParaRPr>
          </a:p>
          <a:p>
            <a:pPr marL="171450" lvl="0" indent="-171450" defTabSz="702594">
              <a:buFont typeface="Arial" panose="020B0604020202020204" pitchFamily="34" charset="0"/>
              <a:buChar char="•"/>
              <a:defRPr/>
            </a:pPr>
            <a:r>
              <a:rPr lang="en-US" sz="1100" kern="0" dirty="0">
                <a:solidFill>
                  <a:prstClr val="black"/>
                </a:solidFill>
                <a:ea typeface="Verdana" panose="020B0604030504040204" pitchFamily="34" charset="0"/>
              </a:rPr>
              <a:t>Stakeholder management, Awareness programmes.</a:t>
            </a:r>
          </a:p>
        </p:txBody>
      </p:sp>
      <p:grpSp>
        <p:nvGrpSpPr>
          <p:cNvPr id="72" name="Group 71">
            <a:extLst>
              <a:ext uri="{FF2B5EF4-FFF2-40B4-BE49-F238E27FC236}">
                <a16:creationId xmlns:a16="http://schemas.microsoft.com/office/drawing/2014/main" id="{620F1EF7-E9A1-2EBE-F2E2-12497B14FE3C}"/>
              </a:ext>
            </a:extLst>
          </p:cNvPr>
          <p:cNvGrpSpPr/>
          <p:nvPr/>
        </p:nvGrpSpPr>
        <p:grpSpPr>
          <a:xfrm>
            <a:off x="254316" y="884168"/>
            <a:ext cx="5953242" cy="5655829"/>
            <a:chOff x="173101" y="866876"/>
            <a:chExt cx="5953242" cy="5862131"/>
          </a:xfrm>
        </p:grpSpPr>
        <p:grpSp>
          <p:nvGrpSpPr>
            <p:cNvPr id="77" name="Group 76">
              <a:extLst>
                <a:ext uri="{FF2B5EF4-FFF2-40B4-BE49-F238E27FC236}">
                  <a16:creationId xmlns:a16="http://schemas.microsoft.com/office/drawing/2014/main" id="{3823B278-615A-CBC2-6D59-6447F0525357}"/>
                </a:ext>
              </a:extLst>
            </p:cNvPr>
            <p:cNvGrpSpPr/>
            <p:nvPr/>
          </p:nvGrpSpPr>
          <p:grpSpPr>
            <a:xfrm>
              <a:off x="2233528" y="2166695"/>
              <a:ext cx="1577414" cy="891901"/>
              <a:chOff x="4025392" y="749696"/>
              <a:chExt cx="2429108" cy="946197"/>
            </a:xfrm>
          </p:grpSpPr>
          <p:sp>
            <p:nvSpPr>
              <p:cNvPr id="108" name="Rectangle 107">
                <a:extLst>
                  <a:ext uri="{FF2B5EF4-FFF2-40B4-BE49-F238E27FC236}">
                    <a16:creationId xmlns:a16="http://schemas.microsoft.com/office/drawing/2014/main" id="{EA3BD042-2A81-5E0D-155D-25B591F4CF77}"/>
                  </a:ext>
                </a:extLst>
              </p:cNvPr>
              <p:cNvSpPr/>
              <p:nvPr/>
            </p:nvSpPr>
            <p:spPr>
              <a:xfrm>
                <a:off x="4084521" y="876308"/>
                <a:ext cx="2369979" cy="819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Arun K 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MBA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Verdana" panose="020B0604030504040204" pitchFamily="34" charset="0"/>
                    <a:ea typeface="Verdana" panose="020B0604030504040204" pitchFamily="34" charset="0"/>
                  </a:rPr>
                  <a:t>12+</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yrs. exp.</a:t>
                </a:r>
              </a:p>
            </p:txBody>
          </p:sp>
          <p:sp>
            <p:nvSpPr>
              <p:cNvPr id="109" name="Rectangle 108">
                <a:extLst>
                  <a:ext uri="{FF2B5EF4-FFF2-40B4-BE49-F238E27FC236}">
                    <a16:creationId xmlns:a16="http://schemas.microsoft.com/office/drawing/2014/main" id="{9809CFFF-D045-97D2-831D-95903B7A43DF}"/>
                  </a:ext>
                </a:extLst>
              </p:cNvPr>
              <p:cNvSpPr/>
              <p:nvPr/>
            </p:nvSpPr>
            <p:spPr>
              <a:xfrm>
                <a:off x="4025392" y="749696"/>
                <a:ext cx="2429108" cy="256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Team Leader</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78" name="Group 77">
              <a:extLst>
                <a:ext uri="{FF2B5EF4-FFF2-40B4-BE49-F238E27FC236}">
                  <a16:creationId xmlns:a16="http://schemas.microsoft.com/office/drawing/2014/main" id="{03E56481-E105-96D7-958E-50E6AA70EE02}"/>
                </a:ext>
              </a:extLst>
            </p:cNvPr>
            <p:cNvGrpSpPr/>
            <p:nvPr/>
          </p:nvGrpSpPr>
          <p:grpSpPr>
            <a:xfrm>
              <a:off x="240953" y="2967632"/>
              <a:ext cx="1577414" cy="949869"/>
              <a:chOff x="-1639637" y="1592879"/>
              <a:chExt cx="2429108" cy="1007692"/>
            </a:xfrm>
          </p:grpSpPr>
          <p:sp>
            <p:nvSpPr>
              <p:cNvPr id="106" name="Rectangle 105">
                <a:extLst>
                  <a:ext uri="{FF2B5EF4-FFF2-40B4-BE49-F238E27FC236}">
                    <a16:creationId xmlns:a16="http://schemas.microsoft.com/office/drawing/2014/main" id="{9B4D25AD-3D97-DAFC-85F0-AA7886D374D9}"/>
                  </a:ext>
                </a:extLst>
              </p:cNvPr>
              <p:cNvSpPr/>
              <p:nvPr/>
            </p:nvSpPr>
            <p:spPr>
              <a:xfrm>
                <a:off x="-1636200" y="1780986"/>
                <a:ext cx="2369979" cy="819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Karan Chopkar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MBA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 yrs. exp.</a:t>
                </a:r>
              </a:p>
            </p:txBody>
          </p:sp>
          <p:sp>
            <p:nvSpPr>
              <p:cNvPr id="107" name="Rectangle 106">
                <a:extLst>
                  <a:ext uri="{FF2B5EF4-FFF2-40B4-BE49-F238E27FC236}">
                    <a16:creationId xmlns:a16="http://schemas.microsoft.com/office/drawing/2014/main" id="{CEB56597-D4D9-05EF-58AC-E388054E10D0}"/>
                  </a:ext>
                </a:extLst>
              </p:cNvPr>
              <p:cNvSpPr/>
              <p:nvPr/>
            </p:nvSpPr>
            <p:spPr>
              <a:xfrm>
                <a:off x="-1639637" y="1592879"/>
                <a:ext cx="2429108" cy="2568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 Specialist</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79" name="Group 78">
              <a:extLst>
                <a:ext uri="{FF2B5EF4-FFF2-40B4-BE49-F238E27FC236}">
                  <a16:creationId xmlns:a16="http://schemas.microsoft.com/office/drawing/2014/main" id="{1568E737-BF95-2BA0-3FD8-3C42F31190E2}"/>
                </a:ext>
              </a:extLst>
            </p:cNvPr>
            <p:cNvGrpSpPr/>
            <p:nvPr/>
          </p:nvGrpSpPr>
          <p:grpSpPr>
            <a:xfrm>
              <a:off x="3953692" y="2938527"/>
              <a:ext cx="1585425" cy="909678"/>
              <a:chOff x="731084" y="1547535"/>
              <a:chExt cx="2441444" cy="965056"/>
            </a:xfrm>
          </p:grpSpPr>
          <p:sp>
            <p:nvSpPr>
              <p:cNvPr id="104" name="Rectangle 103">
                <a:extLst>
                  <a:ext uri="{FF2B5EF4-FFF2-40B4-BE49-F238E27FC236}">
                    <a16:creationId xmlns:a16="http://schemas.microsoft.com/office/drawing/2014/main" id="{D12A1019-E994-C41A-7E03-DFBB2A71678B}"/>
                  </a:ext>
                </a:extLst>
              </p:cNvPr>
              <p:cNvSpPr/>
              <p:nvPr/>
            </p:nvSpPr>
            <p:spPr>
              <a:xfrm>
                <a:off x="802549" y="1693006"/>
                <a:ext cx="2369979" cy="819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Pranav Bargotra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a:t>
                </a:r>
                <a:r>
                  <a:rPr lang="en-US" sz="1200" dirty="0">
                    <a:solidFill>
                      <a:prstClr val="black"/>
                    </a:solidFill>
                    <a:latin typeface="Verdana" panose="020B0604030504040204" pitchFamily="34" charset="0"/>
                    <a:ea typeface="Verdana" panose="020B0604030504040204" pitchFamily="34" charset="0"/>
                  </a:rPr>
                  <a:t>E</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M. Tech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Verdana" panose="020B0604030504040204" pitchFamily="34" charset="0"/>
                    <a:ea typeface="Verdana" panose="020B0604030504040204" pitchFamily="34" charset="0"/>
                  </a:rPr>
                  <a:t>08+</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yrs. exp.</a:t>
                </a:r>
              </a:p>
            </p:txBody>
          </p:sp>
          <p:sp>
            <p:nvSpPr>
              <p:cNvPr id="105" name="Rectangle 104">
                <a:extLst>
                  <a:ext uri="{FF2B5EF4-FFF2-40B4-BE49-F238E27FC236}">
                    <a16:creationId xmlns:a16="http://schemas.microsoft.com/office/drawing/2014/main" id="{07016C59-1033-B2F9-321D-708923A46F60}"/>
                  </a:ext>
                </a:extLst>
              </p:cNvPr>
              <p:cNvSpPr/>
              <p:nvPr/>
            </p:nvSpPr>
            <p:spPr>
              <a:xfrm>
                <a:off x="731084" y="1547535"/>
                <a:ext cx="2429108" cy="2568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TA Specialist</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80" name="Group 79">
              <a:extLst>
                <a:ext uri="{FF2B5EF4-FFF2-40B4-BE49-F238E27FC236}">
                  <a16:creationId xmlns:a16="http://schemas.microsoft.com/office/drawing/2014/main" id="{A97CB89C-125A-5373-2F17-2C257CD17811}"/>
                </a:ext>
              </a:extLst>
            </p:cNvPr>
            <p:cNvGrpSpPr/>
            <p:nvPr/>
          </p:nvGrpSpPr>
          <p:grpSpPr>
            <a:xfrm>
              <a:off x="240953" y="4006496"/>
              <a:ext cx="1980256" cy="875381"/>
              <a:chOff x="330845" y="1679424"/>
              <a:chExt cx="2429110" cy="928671"/>
            </a:xfrm>
          </p:grpSpPr>
          <p:sp>
            <p:nvSpPr>
              <p:cNvPr id="102" name="Rectangle 101">
                <a:extLst>
                  <a:ext uri="{FF2B5EF4-FFF2-40B4-BE49-F238E27FC236}">
                    <a16:creationId xmlns:a16="http://schemas.microsoft.com/office/drawing/2014/main" id="{4C2169CA-1300-0739-BE08-18F13A6080A6}"/>
                  </a:ext>
                </a:extLst>
              </p:cNvPr>
              <p:cNvSpPr/>
              <p:nvPr/>
            </p:nvSpPr>
            <p:spPr>
              <a:xfrm>
                <a:off x="360409" y="1788510"/>
                <a:ext cx="2369981" cy="819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Bapi Kumar Das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M.Tech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Verdana" panose="020B0604030504040204" pitchFamily="34" charset="0"/>
                    <a:ea typeface="Verdana" panose="020B0604030504040204" pitchFamily="34" charset="0"/>
                  </a:rPr>
                  <a:t>05+</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yrs. exp.</a:t>
                </a:r>
              </a:p>
            </p:txBody>
          </p:sp>
          <p:sp>
            <p:nvSpPr>
              <p:cNvPr id="103" name="Rectangle 102">
                <a:extLst>
                  <a:ext uri="{FF2B5EF4-FFF2-40B4-BE49-F238E27FC236}">
                    <a16:creationId xmlns:a16="http://schemas.microsoft.com/office/drawing/2014/main" id="{17D7F6AC-1C25-36F3-0D31-CF3F79250B9B}"/>
                  </a:ext>
                </a:extLst>
              </p:cNvPr>
              <p:cNvSpPr/>
              <p:nvPr/>
            </p:nvSpPr>
            <p:spPr>
              <a:xfrm>
                <a:off x="330845" y="1679424"/>
                <a:ext cx="2429110" cy="2568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Program Associate-1</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82" name="Group 81">
              <a:extLst>
                <a:ext uri="{FF2B5EF4-FFF2-40B4-BE49-F238E27FC236}">
                  <a16:creationId xmlns:a16="http://schemas.microsoft.com/office/drawing/2014/main" id="{22B72699-D7A2-5E3E-74ED-F13502BF51FF}"/>
                </a:ext>
              </a:extLst>
            </p:cNvPr>
            <p:cNvGrpSpPr/>
            <p:nvPr/>
          </p:nvGrpSpPr>
          <p:grpSpPr>
            <a:xfrm>
              <a:off x="3953555" y="4006778"/>
              <a:ext cx="2172788" cy="904258"/>
              <a:chOff x="1516731" y="1679720"/>
              <a:chExt cx="2429109" cy="959306"/>
            </a:xfrm>
          </p:grpSpPr>
          <p:sp>
            <p:nvSpPr>
              <p:cNvPr id="98" name="Rectangle 97">
                <a:extLst>
                  <a:ext uri="{FF2B5EF4-FFF2-40B4-BE49-F238E27FC236}">
                    <a16:creationId xmlns:a16="http://schemas.microsoft.com/office/drawing/2014/main" id="{4189B748-3FB7-D681-AB8F-B0D0FA6D051B}"/>
                  </a:ext>
                </a:extLst>
              </p:cNvPr>
              <p:cNvSpPr/>
              <p:nvPr/>
            </p:nvSpPr>
            <p:spPr>
              <a:xfrm>
                <a:off x="1546295" y="1819441"/>
                <a:ext cx="2369982" cy="819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Ranjeet Singh Ajji</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a:t>
                </a:r>
                <a:r>
                  <a:rPr lang="en-US" sz="1200" dirty="0">
                    <a:solidFill>
                      <a:prstClr val="black"/>
                    </a:solidFill>
                    <a:latin typeface="Verdana" panose="020B0604030504040204" pitchFamily="34" charset="0"/>
                    <a:ea typeface="Verdana" panose="020B0604030504040204" pitchFamily="34" charset="0"/>
                  </a:rPr>
                  <a:t>E</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M. Tech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Verdana" panose="020B0604030504040204" pitchFamily="34" charset="0"/>
                    <a:ea typeface="Verdana" panose="020B0604030504040204" pitchFamily="34" charset="0"/>
                  </a:rPr>
                  <a:t>05+</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yrs. exp.</a:t>
                </a:r>
              </a:p>
            </p:txBody>
          </p:sp>
          <p:sp>
            <p:nvSpPr>
              <p:cNvPr id="99" name="Rectangle 98">
                <a:extLst>
                  <a:ext uri="{FF2B5EF4-FFF2-40B4-BE49-F238E27FC236}">
                    <a16:creationId xmlns:a16="http://schemas.microsoft.com/office/drawing/2014/main" id="{FD13AFA7-39BC-EFC9-D422-F402F494D84E}"/>
                  </a:ext>
                </a:extLst>
              </p:cNvPr>
              <p:cNvSpPr/>
              <p:nvPr/>
            </p:nvSpPr>
            <p:spPr>
              <a:xfrm>
                <a:off x="1516731" y="1679720"/>
                <a:ext cx="2429109" cy="2568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Program Associate-2</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83" name="Group 82">
              <a:extLst>
                <a:ext uri="{FF2B5EF4-FFF2-40B4-BE49-F238E27FC236}">
                  <a16:creationId xmlns:a16="http://schemas.microsoft.com/office/drawing/2014/main" id="{FDF54C52-72C9-C729-094F-5AC9FEB861C0}"/>
                </a:ext>
              </a:extLst>
            </p:cNvPr>
            <p:cNvGrpSpPr/>
            <p:nvPr/>
          </p:nvGrpSpPr>
          <p:grpSpPr>
            <a:xfrm>
              <a:off x="2479977" y="5153754"/>
              <a:ext cx="2454009" cy="610276"/>
              <a:chOff x="4350916" y="1609271"/>
              <a:chExt cx="3779004" cy="647426"/>
            </a:xfrm>
          </p:grpSpPr>
          <p:sp>
            <p:nvSpPr>
              <p:cNvPr id="96" name="Rectangle 95">
                <a:extLst>
                  <a:ext uri="{FF2B5EF4-FFF2-40B4-BE49-F238E27FC236}">
                    <a16:creationId xmlns:a16="http://schemas.microsoft.com/office/drawing/2014/main" id="{57B909D7-D350-9501-C719-29BE1E68A005}"/>
                  </a:ext>
                </a:extLst>
              </p:cNvPr>
              <p:cNvSpPr/>
              <p:nvPr/>
            </p:nvSpPr>
            <p:spPr>
              <a:xfrm>
                <a:off x="4350916" y="1915132"/>
                <a:ext cx="3779004" cy="3415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Tanudeep Mallick</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MBA, 12+ yrs. exp.</a:t>
                </a:r>
              </a:p>
            </p:txBody>
          </p:sp>
          <p:sp>
            <p:nvSpPr>
              <p:cNvPr id="97" name="Rectangle 96">
                <a:extLst>
                  <a:ext uri="{FF2B5EF4-FFF2-40B4-BE49-F238E27FC236}">
                    <a16:creationId xmlns:a16="http://schemas.microsoft.com/office/drawing/2014/main" id="{39A82CFE-B180-988B-DC06-3A41AA4FA906}"/>
                  </a:ext>
                </a:extLst>
              </p:cNvPr>
              <p:cNvSpPr/>
              <p:nvPr/>
            </p:nvSpPr>
            <p:spPr>
              <a:xfrm>
                <a:off x="4350916" y="1609271"/>
                <a:ext cx="3089606" cy="275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200" b="1" dirty="0">
                    <a:solidFill>
                      <a:prstClr val="black"/>
                    </a:solidFill>
                    <a:latin typeface="Verdana" panose="020B0604030504040204" pitchFamily="34" charset="0"/>
                    <a:ea typeface="Verdana" panose="020B0604030504040204" pitchFamily="34" charset="0"/>
                  </a:rPr>
                  <a:t>P</a:t>
                </a:r>
                <a:r>
                  <a:rPr lang="en-US" sz="1200" b="1" dirty="0">
                    <a:solidFill>
                      <a:prstClr val="black"/>
                    </a:solidFill>
                    <a:latin typeface="Verdana" panose="020B0604030504040204" pitchFamily="34" charset="0"/>
                    <a:ea typeface="Verdana" panose="020B0604030504040204" pitchFamily="34" charset="0"/>
                  </a:rPr>
                  <a:t>MA &amp; TA Expert</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grpSp>
          <p:nvGrpSpPr>
            <p:cNvPr id="84" name="Group 83">
              <a:extLst>
                <a:ext uri="{FF2B5EF4-FFF2-40B4-BE49-F238E27FC236}">
                  <a16:creationId xmlns:a16="http://schemas.microsoft.com/office/drawing/2014/main" id="{A399D45D-6FC9-A0A0-7A92-B95B674106F2}"/>
                </a:ext>
              </a:extLst>
            </p:cNvPr>
            <p:cNvGrpSpPr/>
            <p:nvPr/>
          </p:nvGrpSpPr>
          <p:grpSpPr>
            <a:xfrm>
              <a:off x="2457885" y="5943906"/>
              <a:ext cx="3146463" cy="785101"/>
              <a:chOff x="3906961" y="1439832"/>
              <a:chExt cx="4270464" cy="832894"/>
            </a:xfrm>
          </p:grpSpPr>
          <p:sp>
            <p:nvSpPr>
              <p:cNvPr id="94" name="Rectangle 93">
                <a:extLst>
                  <a:ext uri="{FF2B5EF4-FFF2-40B4-BE49-F238E27FC236}">
                    <a16:creationId xmlns:a16="http://schemas.microsoft.com/office/drawing/2014/main" id="{BCF7F45D-24E5-0FCD-9D91-43198494A658}"/>
                  </a:ext>
                </a:extLst>
              </p:cNvPr>
              <p:cNvSpPr/>
              <p:nvPr/>
            </p:nvSpPr>
            <p:spPr>
              <a:xfrm>
                <a:off x="3921956" y="1539951"/>
                <a:ext cx="4240477" cy="732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Rishi Chatterjee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M.Tech, MBA, </a:t>
                </a:r>
                <a:r>
                  <a:rPr lang="en-US" sz="1200" dirty="0">
                    <a:solidFill>
                      <a:prstClr val="black"/>
                    </a:solidFill>
                    <a:latin typeface="Verdana" panose="020B0604030504040204" pitchFamily="34" charset="0"/>
                    <a:ea typeface="Verdana" panose="020B0604030504040204" pitchFamily="34" charset="0"/>
                  </a:rPr>
                  <a:t>05+</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yrs. exp.</a:t>
                </a:r>
              </a:p>
            </p:txBody>
          </p:sp>
          <p:sp>
            <p:nvSpPr>
              <p:cNvPr id="95" name="Rectangle 94">
                <a:extLst>
                  <a:ext uri="{FF2B5EF4-FFF2-40B4-BE49-F238E27FC236}">
                    <a16:creationId xmlns:a16="http://schemas.microsoft.com/office/drawing/2014/main" id="{95331E35-AB6F-745C-59DA-2418C5E93585}"/>
                  </a:ext>
                </a:extLst>
              </p:cNvPr>
              <p:cNvSpPr/>
              <p:nvPr/>
            </p:nvSpPr>
            <p:spPr>
              <a:xfrm>
                <a:off x="3906961" y="1439832"/>
                <a:ext cx="4270464" cy="222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Regulatory &amp; Commercial Expert</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sp>
          <p:nvSpPr>
            <p:cNvPr id="86" name="Rectangle 85">
              <a:extLst>
                <a:ext uri="{FF2B5EF4-FFF2-40B4-BE49-F238E27FC236}">
                  <a16:creationId xmlns:a16="http://schemas.microsoft.com/office/drawing/2014/main" id="{CABA3147-7B5A-A9FA-968A-C1147CFE4F22}"/>
                </a:ext>
              </a:extLst>
            </p:cNvPr>
            <p:cNvSpPr/>
            <p:nvPr/>
          </p:nvSpPr>
          <p:spPr bwMode="gray">
            <a:xfrm>
              <a:off x="265054" y="4905728"/>
              <a:ext cx="5724000" cy="242072"/>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white"/>
                  </a:solidFill>
                  <a:effectLst/>
                  <a:uLnTx/>
                  <a:uFillTx/>
                  <a:latin typeface="Verdana"/>
                  <a:ea typeface="+mn-ea"/>
                  <a:cs typeface="+mn-cs"/>
                </a:rPr>
                <a:t>Support Staff</a:t>
              </a:r>
            </a:p>
          </p:txBody>
        </p:sp>
        <p:sp>
          <p:nvSpPr>
            <p:cNvPr id="87" name="Rectangle 86">
              <a:extLst>
                <a:ext uri="{FF2B5EF4-FFF2-40B4-BE49-F238E27FC236}">
                  <a16:creationId xmlns:a16="http://schemas.microsoft.com/office/drawing/2014/main" id="{BA22FE35-2932-AB01-FA1C-7C0A5FB9CD0E}"/>
                </a:ext>
              </a:extLst>
            </p:cNvPr>
            <p:cNvSpPr/>
            <p:nvPr/>
          </p:nvSpPr>
          <p:spPr bwMode="gray">
            <a:xfrm>
              <a:off x="228252" y="905724"/>
              <a:ext cx="5760801" cy="190048"/>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white"/>
                  </a:solidFill>
                  <a:effectLst/>
                  <a:uLnTx/>
                  <a:uFillTx/>
                  <a:latin typeface="Verdana"/>
                  <a:ea typeface="+mn-ea"/>
                  <a:cs typeface="+mn-cs"/>
                </a:rPr>
                <a:t>Core Team</a:t>
              </a:r>
            </a:p>
          </p:txBody>
        </p:sp>
        <p:sp>
          <p:nvSpPr>
            <p:cNvPr id="89" name="Rectangle 88">
              <a:extLst>
                <a:ext uri="{FF2B5EF4-FFF2-40B4-BE49-F238E27FC236}">
                  <a16:creationId xmlns:a16="http://schemas.microsoft.com/office/drawing/2014/main" id="{46D23049-2D2F-4DC8-0BD6-3E1A19029F26}"/>
                </a:ext>
              </a:extLst>
            </p:cNvPr>
            <p:cNvSpPr/>
            <p:nvPr/>
          </p:nvSpPr>
          <p:spPr bwMode="gray">
            <a:xfrm>
              <a:off x="173101" y="866876"/>
              <a:ext cx="5876351" cy="5779004"/>
            </a:xfrm>
            <a:prstGeom prst="rect">
              <a:avLst/>
            </a:prstGeom>
            <a:noFill/>
            <a:ln w="19050" algn="ctr">
              <a:solidFill>
                <a:schemeClr val="accent1"/>
              </a:solidFill>
              <a:prstDash val="sysDot"/>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sp>
        <p:nvSpPr>
          <p:cNvPr id="2" name="Rectangle 1">
            <a:extLst>
              <a:ext uri="{FF2B5EF4-FFF2-40B4-BE49-F238E27FC236}">
                <a16:creationId xmlns:a16="http://schemas.microsoft.com/office/drawing/2014/main" id="{D9345CAB-DEE4-AABA-8E8B-4767E0278DC1}"/>
              </a:ext>
            </a:extLst>
          </p:cNvPr>
          <p:cNvSpPr/>
          <p:nvPr/>
        </p:nvSpPr>
        <p:spPr>
          <a:xfrm>
            <a:off x="2333565" y="1258781"/>
            <a:ext cx="1701205" cy="771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Rajneesh Sharma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B.Tech., MBA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16+ yrs. exp.</a:t>
            </a:r>
          </a:p>
        </p:txBody>
      </p:sp>
      <p:sp>
        <p:nvSpPr>
          <p:cNvPr id="3" name="Rectangle 2">
            <a:extLst>
              <a:ext uri="{FF2B5EF4-FFF2-40B4-BE49-F238E27FC236}">
                <a16:creationId xmlns:a16="http://schemas.microsoft.com/office/drawing/2014/main" id="{DA07549F-A91A-1C2D-DE72-3571F92A8058}"/>
              </a:ext>
            </a:extLst>
          </p:cNvPr>
          <p:cNvSpPr/>
          <p:nvPr/>
        </p:nvSpPr>
        <p:spPr>
          <a:xfrm>
            <a:off x="2314741" y="1150614"/>
            <a:ext cx="1577416" cy="233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Project </a:t>
            </a:r>
            <a:r>
              <a:rPr lang="en-US" sz="1200" b="1" dirty="0">
                <a:solidFill>
                  <a:prstClr val="black"/>
                </a:solidFill>
                <a:latin typeface="Verdana" panose="020B0604030504040204" pitchFamily="34" charset="0"/>
                <a:ea typeface="Verdana" panose="020B0604030504040204" pitchFamily="34" charset="0"/>
              </a:rPr>
              <a:t>Head</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4" name="Group 3">
            <a:extLst>
              <a:ext uri="{FF2B5EF4-FFF2-40B4-BE49-F238E27FC236}">
                <a16:creationId xmlns:a16="http://schemas.microsoft.com/office/drawing/2014/main" id="{526D606E-6AA5-4FF2-F9CF-450126B4B590}"/>
              </a:ext>
            </a:extLst>
          </p:cNvPr>
          <p:cNvGrpSpPr/>
          <p:nvPr/>
        </p:nvGrpSpPr>
        <p:grpSpPr>
          <a:xfrm>
            <a:off x="2368889" y="3066788"/>
            <a:ext cx="1207668" cy="650055"/>
            <a:chOff x="2430858" y="3473511"/>
            <a:chExt cx="1207668" cy="673766"/>
          </a:xfrm>
        </p:grpSpPr>
        <p:grpSp>
          <p:nvGrpSpPr>
            <p:cNvPr id="5" name="Group 4">
              <a:extLst>
                <a:ext uri="{FF2B5EF4-FFF2-40B4-BE49-F238E27FC236}">
                  <a16:creationId xmlns:a16="http://schemas.microsoft.com/office/drawing/2014/main" id="{4D1BB485-1A55-88F6-23E3-8BCF66F67551}"/>
                </a:ext>
              </a:extLst>
            </p:cNvPr>
            <p:cNvGrpSpPr/>
            <p:nvPr/>
          </p:nvGrpSpPr>
          <p:grpSpPr>
            <a:xfrm>
              <a:off x="2634210" y="3473511"/>
              <a:ext cx="277916" cy="511939"/>
              <a:chOff x="2387322" y="3473511"/>
              <a:chExt cx="277916" cy="511939"/>
            </a:xfrm>
          </p:grpSpPr>
          <p:sp>
            <p:nvSpPr>
              <p:cNvPr id="20" name="Freeform 94">
                <a:extLst>
                  <a:ext uri="{FF2B5EF4-FFF2-40B4-BE49-F238E27FC236}">
                    <a16:creationId xmlns:a16="http://schemas.microsoft.com/office/drawing/2014/main" id="{B15F812B-9564-F3D9-9136-BF516686875C}"/>
                  </a:ext>
                </a:extLst>
              </p:cNvPr>
              <p:cNvSpPr>
                <a:spLocks noEditPoints="1"/>
              </p:cNvSpPr>
              <p:nvPr/>
            </p:nvSpPr>
            <p:spPr bwMode="auto">
              <a:xfrm>
                <a:off x="2444288" y="3473511"/>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21" name="Freeform 93">
                <a:extLst>
                  <a:ext uri="{FF2B5EF4-FFF2-40B4-BE49-F238E27FC236}">
                    <a16:creationId xmlns:a16="http://schemas.microsoft.com/office/drawing/2014/main" id="{BE70EA8B-9869-F0C3-D157-72A65B245052}"/>
                  </a:ext>
                </a:extLst>
              </p:cNvPr>
              <p:cNvSpPr>
                <a:spLocks/>
              </p:cNvSpPr>
              <p:nvPr/>
            </p:nvSpPr>
            <p:spPr bwMode="auto">
              <a:xfrm>
                <a:off x="2387322" y="3891308"/>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8" name="Group 7">
              <a:extLst>
                <a:ext uri="{FF2B5EF4-FFF2-40B4-BE49-F238E27FC236}">
                  <a16:creationId xmlns:a16="http://schemas.microsoft.com/office/drawing/2014/main" id="{E0750200-09B4-7A4B-4D70-B7E84B34296C}"/>
                </a:ext>
              </a:extLst>
            </p:cNvPr>
            <p:cNvGrpSpPr/>
            <p:nvPr/>
          </p:nvGrpSpPr>
          <p:grpSpPr>
            <a:xfrm>
              <a:off x="2430858" y="3614923"/>
              <a:ext cx="277916" cy="511939"/>
              <a:chOff x="2387322" y="3473511"/>
              <a:chExt cx="277916" cy="511939"/>
            </a:xfrm>
          </p:grpSpPr>
          <p:sp>
            <p:nvSpPr>
              <p:cNvPr id="18" name="Freeform 94">
                <a:extLst>
                  <a:ext uri="{FF2B5EF4-FFF2-40B4-BE49-F238E27FC236}">
                    <a16:creationId xmlns:a16="http://schemas.microsoft.com/office/drawing/2014/main" id="{09E17E47-BEE2-A2EB-5170-56D82145D4A9}"/>
                  </a:ext>
                </a:extLst>
              </p:cNvPr>
              <p:cNvSpPr>
                <a:spLocks noEditPoints="1"/>
              </p:cNvSpPr>
              <p:nvPr/>
            </p:nvSpPr>
            <p:spPr bwMode="auto">
              <a:xfrm>
                <a:off x="2444288" y="3473511"/>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9" name="Freeform 93">
                <a:extLst>
                  <a:ext uri="{FF2B5EF4-FFF2-40B4-BE49-F238E27FC236}">
                    <a16:creationId xmlns:a16="http://schemas.microsoft.com/office/drawing/2014/main" id="{5043BF00-0A45-9C73-BC36-D943AA0B870C}"/>
                  </a:ext>
                </a:extLst>
              </p:cNvPr>
              <p:cNvSpPr>
                <a:spLocks/>
              </p:cNvSpPr>
              <p:nvPr/>
            </p:nvSpPr>
            <p:spPr bwMode="auto">
              <a:xfrm>
                <a:off x="2387322" y="3891308"/>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9" name="Group 8">
              <a:extLst>
                <a:ext uri="{FF2B5EF4-FFF2-40B4-BE49-F238E27FC236}">
                  <a16:creationId xmlns:a16="http://schemas.microsoft.com/office/drawing/2014/main" id="{D283B54B-CD33-8435-6982-5B19B2A567F5}"/>
                </a:ext>
              </a:extLst>
            </p:cNvPr>
            <p:cNvGrpSpPr/>
            <p:nvPr/>
          </p:nvGrpSpPr>
          <p:grpSpPr>
            <a:xfrm>
              <a:off x="2851482" y="3614923"/>
              <a:ext cx="277916" cy="511939"/>
              <a:chOff x="2387322" y="3473511"/>
              <a:chExt cx="277916" cy="511939"/>
            </a:xfrm>
          </p:grpSpPr>
          <p:sp>
            <p:nvSpPr>
              <p:cNvPr id="16" name="Freeform 94">
                <a:extLst>
                  <a:ext uri="{FF2B5EF4-FFF2-40B4-BE49-F238E27FC236}">
                    <a16:creationId xmlns:a16="http://schemas.microsoft.com/office/drawing/2014/main" id="{0F1CF6D3-F630-7BBE-C2A2-2CF41C939FBC}"/>
                  </a:ext>
                </a:extLst>
              </p:cNvPr>
              <p:cNvSpPr>
                <a:spLocks noEditPoints="1"/>
              </p:cNvSpPr>
              <p:nvPr/>
            </p:nvSpPr>
            <p:spPr bwMode="auto">
              <a:xfrm>
                <a:off x="2444288" y="3473511"/>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7" name="Freeform 93">
                <a:extLst>
                  <a:ext uri="{FF2B5EF4-FFF2-40B4-BE49-F238E27FC236}">
                    <a16:creationId xmlns:a16="http://schemas.microsoft.com/office/drawing/2014/main" id="{06B89265-A008-2B37-5054-0B211DC415E2}"/>
                  </a:ext>
                </a:extLst>
              </p:cNvPr>
              <p:cNvSpPr>
                <a:spLocks/>
              </p:cNvSpPr>
              <p:nvPr/>
            </p:nvSpPr>
            <p:spPr bwMode="auto">
              <a:xfrm>
                <a:off x="2387322" y="3891308"/>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10" name="Group 9">
              <a:extLst>
                <a:ext uri="{FF2B5EF4-FFF2-40B4-BE49-F238E27FC236}">
                  <a16:creationId xmlns:a16="http://schemas.microsoft.com/office/drawing/2014/main" id="{3AD32C57-5C9F-1836-3277-F52A03A7A115}"/>
                </a:ext>
              </a:extLst>
            </p:cNvPr>
            <p:cNvGrpSpPr/>
            <p:nvPr/>
          </p:nvGrpSpPr>
          <p:grpSpPr>
            <a:xfrm>
              <a:off x="3106919" y="3487038"/>
              <a:ext cx="277916" cy="511939"/>
              <a:chOff x="2387322" y="3473511"/>
              <a:chExt cx="277916" cy="511939"/>
            </a:xfrm>
          </p:grpSpPr>
          <p:sp>
            <p:nvSpPr>
              <p:cNvPr id="14" name="Freeform 94">
                <a:extLst>
                  <a:ext uri="{FF2B5EF4-FFF2-40B4-BE49-F238E27FC236}">
                    <a16:creationId xmlns:a16="http://schemas.microsoft.com/office/drawing/2014/main" id="{AD361886-2039-E139-2D46-0F609F90D070}"/>
                  </a:ext>
                </a:extLst>
              </p:cNvPr>
              <p:cNvSpPr>
                <a:spLocks noEditPoints="1"/>
              </p:cNvSpPr>
              <p:nvPr/>
            </p:nvSpPr>
            <p:spPr bwMode="auto">
              <a:xfrm>
                <a:off x="2444288" y="3473511"/>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5" name="Freeform 93">
                <a:extLst>
                  <a:ext uri="{FF2B5EF4-FFF2-40B4-BE49-F238E27FC236}">
                    <a16:creationId xmlns:a16="http://schemas.microsoft.com/office/drawing/2014/main" id="{2F71B1DB-3180-146C-B40C-6A2732C24EAC}"/>
                  </a:ext>
                </a:extLst>
              </p:cNvPr>
              <p:cNvSpPr>
                <a:spLocks/>
              </p:cNvSpPr>
              <p:nvPr/>
            </p:nvSpPr>
            <p:spPr bwMode="auto">
              <a:xfrm>
                <a:off x="2387322" y="3891308"/>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11" name="Group 10">
              <a:extLst>
                <a:ext uri="{FF2B5EF4-FFF2-40B4-BE49-F238E27FC236}">
                  <a16:creationId xmlns:a16="http://schemas.microsoft.com/office/drawing/2014/main" id="{C8919FC9-6AB4-B2F2-BEF7-8A49E642D842}"/>
                </a:ext>
              </a:extLst>
            </p:cNvPr>
            <p:cNvGrpSpPr/>
            <p:nvPr/>
          </p:nvGrpSpPr>
          <p:grpSpPr>
            <a:xfrm>
              <a:off x="3360610" y="3635338"/>
              <a:ext cx="277916" cy="511939"/>
              <a:chOff x="2387322" y="3473511"/>
              <a:chExt cx="277916" cy="511939"/>
            </a:xfrm>
          </p:grpSpPr>
          <p:sp>
            <p:nvSpPr>
              <p:cNvPr id="12" name="Freeform 94">
                <a:extLst>
                  <a:ext uri="{FF2B5EF4-FFF2-40B4-BE49-F238E27FC236}">
                    <a16:creationId xmlns:a16="http://schemas.microsoft.com/office/drawing/2014/main" id="{1B947042-83ED-D903-5F7F-F423B0D6FA01}"/>
                  </a:ext>
                </a:extLst>
              </p:cNvPr>
              <p:cNvSpPr>
                <a:spLocks noEditPoints="1"/>
              </p:cNvSpPr>
              <p:nvPr/>
            </p:nvSpPr>
            <p:spPr bwMode="auto">
              <a:xfrm>
                <a:off x="2444288" y="3473511"/>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 name="Freeform 93">
                <a:extLst>
                  <a:ext uri="{FF2B5EF4-FFF2-40B4-BE49-F238E27FC236}">
                    <a16:creationId xmlns:a16="http://schemas.microsoft.com/office/drawing/2014/main" id="{8BB6A29C-F8AC-51D2-4BFD-107B3B01DFB0}"/>
                  </a:ext>
                </a:extLst>
              </p:cNvPr>
              <p:cNvSpPr>
                <a:spLocks/>
              </p:cNvSpPr>
              <p:nvPr/>
            </p:nvSpPr>
            <p:spPr bwMode="auto">
              <a:xfrm>
                <a:off x="2387322" y="3891308"/>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solidFill>
                <a:srgbClr val="012169">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cxnSp>
        <p:nvCxnSpPr>
          <p:cNvPr id="23" name="Straight Arrow Connector 22">
            <a:extLst>
              <a:ext uri="{FF2B5EF4-FFF2-40B4-BE49-F238E27FC236}">
                <a16:creationId xmlns:a16="http://schemas.microsoft.com/office/drawing/2014/main" id="{C2F99458-0A66-D664-D80A-1E3A9A006AB8}"/>
              </a:ext>
            </a:extLst>
          </p:cNvPr>
          <p:cNvCxnSpPr/>
          <p:nvPr/>
        </p:nvCxnSpPr>
        <p:spPr>
          <a:xfrm>
            <a:off x="3006013" y="1921868"/>
            <a:ext cx="0" cy="20239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6A8BAF8-BF8E-8877-C558-F49DB760E3EC}"/>
              </a:ext>
            </a:extLst>
          </p:cNvPr>
          <p:cNvCxnSpPr>
            <a:stCxn id="108" idx="1"/>
            <a:endCxn id="107" idx="0"/>
          </p:cNvCxnSpPr>
          <p:nvPr/>
        </p:nvCxnSpPr>
        <p:spPr>
          <a:xfrm rot="10800000" flipV="1">
            <a:off x="1110876" y="2626073"/>
            <a:ext cx="1242265" cy="284920"/>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3C671D13-CCAF-9983-8AF8-968DCC981B0A}"/>
              </a:ext>
            </a:extLst>
          </p:cNvPr>
          <p:cNvCxnSpPr>
            <a:cxnSpLocks/>
          </p:cNvCxnSpPr>
          <p:nvPr/>
        </p:nvCxnSpPr>
        <p:spPr>
          <a:xfrm>
            <a:off x="3574657" y="2626073"/>
            <a:ext cx="931457" cy="256840"/>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DE38AED-6A97-D1B4-847E-C6C5CDD054FA}"/>
              </a:ext>
            </a:extLst>
          </p:cNvPr>
          <p:cNvCxnSpPr/>
          <p:nvPr/>
        </p:nvCxnSpPr>
        <p:spPr>
          <a:xfrm>
            <a:off x="1119308" y="3760577"/>
            <a:ext cx="0" cy="20239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9ECBB8E-ABDE-FF42-A1CC-B391C7CB5B5D}"/>
              </a:ext>
            </a:extLst>
          </p:cNvPr>
          <p:cNvCxnSpPr/>
          <p:nvPr/>
        </p:nvCxnSpPr>
        <p:spPr>
          <a:xfrm>
            <a:off x="4535608" y="3722881"/>
            <a:ext cx="0" cy="20239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6088F0D-3FA4-1D16-AF55-B51E3C283351}"/>
              </a:ext>
            </a:extLst>
          </p:cNvPr>
          <p:cNvSpPr/>
          <p:nvPr/>
        </p:nvSpPr>
        <p:spPr>
          <a:xfrm>
            <a:off x="254316" y="5394217"/>
            <a:ext cx="1539016" cy="7453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2B5E5"/>
                </a:solidFill>
                <a:effectLst/>
                <a:uLnTx/>
                <a:uFillTx/>
                <a:latin typeface="Verdana" panose="020B0604030504040204" pitchFamily="34" charset="0"/>
                <a:ea typeface="Verdana" panose="020B0604030504040204" pitchFamily="34" charset="0"/>
                <a:cs typeface="+mn-cs"/>
              </a:rPr>
              <a:t>Mohit Bhardwaj</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B.</a:t>
            </a:r>
            <a:r>
              <a:rPr lang="en-US" sz="1200" dirty="0">
                <a:solidFill>
                  <a:prstClr val="black"/>
                </a:solidFill>
                <a:latin typeface="Verdana" panose="020B0604030504040204" pitchFamily="34" charset="0"/>
                <a:ea typeface="Verdana" panose="020B0604030504040204" pitchFamily="34" charset="0"/>
              </a:rPr>
              <a:t>Com</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 MBA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16+ yrs. exp.</a:t>
            </a:r>
          </a:p>
        </p:txBody>
      </p:sp>
      <p:sp>
        <p:nvSpPr>
          <p:cNvPr id="31" name="Rectangle 30">
            <a:extLst>
              <a:ext uri="{FF2B5EF4-FFF2-40B4-BE49-F238E27FC236}">
                <a16:creationId xmlns:a16="http://schemas.microsoft.com/office/drawing/2014/main" id="{24785E77-5A7F-B82F-A914-923777EDFDFB}"/>
              </a:ext>
            </a:extLst>
          </p:cNvPr>
          <p:cNvSpPr/>
          <p:nvPr/>
        </p:nvSpPr>
        <p:spPr>
          <a:xfrm>
            <a:off x="269737" y="5246996"/>
            <a:ext cx="1577411" cy="233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IN" sz="1200" b="1" dirty="0">
                <a:solidFill>
                  <a:prstClr val="black"/>
                </a:solidFill>
                <a:latin typeface="Verdana" panose="020B0604030504040204" pitchFamily="34" charset="0"/>
                <a:ea typeface="Verdana" panose="020B0604030504040204" pitchFamily="34" charset="0"/>
              </a:rPr>
              <a:t>S</a:t>
            </a:r>
            <a:r>
              <a:rPr lang="en-US" sz="1200" b="1" dirty="0">
                <a:solidFill>
                  <a:prstClr val="black"/>
                </a:solidFill>
                <a:latin typeface="Verdana" panose="020B0604030504040204" pitchFamily="34" charset="0"/>
                <a:ea typeface="Verdana" panose="020B0604030504040204" pitchFamily="34" charset="0"/>
              </a:rPr>
              <a:t>trategy Expert</a:t>
            </a:r>
            <a:endParaRPr kumimoji="0" lang="en-IN"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grpSp>
        <p:nvGrpSpPr>
          <p:cNvPr id="39" name="Group 38">
            <a:extLst>
              <a:ext uri="{FF2B5EF4-FFF2-40B4-BE49-F238E27FC236}">
                <a16:creationId xmlns:a16="http://schemas.microsoft.com/office/drawing/2014/main" id="{97716174-17AA-3B58-2EBC-50236D74190A}"/>
              </a:ext>
            </a:extLst>
          </p:cNvPr>
          <p:cNvGrpSpPr/>
          <p:nvPr/>
        </p:nvGrpSpPr>
        <p:grpSpPr>
          <a:xfrm>
            <a:off x="1705393" y="5350345"/>
            <a:ext cx="756816" cy="852815"/>
            <a:chOff x="1223109" y="5943203"/>
            <a:chExt cx="756816" cy="852815"/>
          </a:xfrm>
        </p:grpSpPr>
        <p:cxnSp>
          <p:nvCxnSpPr>
            <p:cNvPr id="40" name="Connector: Elbow 39">
              <a:extLst>
                <a:ext uri="{FF2B5EF4-FFF2-40B4-BE49-F238E27FC236}">
                  <a16:creationId xmlns:a16="http://schemas.microsoft.com/office/drawing/2014/main" id="{67764530-D0D6-C060-378D-2CF6E6B5EFE1}"/>
                </a:ext>
              </a:extLst>
            </p:cNvPr>
            <p:cNvCxnSpPr/>
            <p:nvPr/>
          </p:nvCxnSpPr>
          <p:spPr>
            <a:xfrm flipV="1">
              <a:off x="1223109" y="5943203"/>
              <a:ext cx="756816" cy="412927"/>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E18478EB-2E95-B2BD-3401-1A2131D96BA8}"/>
                </a:ext>
              </a:extLst>
            </p:cNvPr>
            <p:cNvCxnSpPr/>
            <p:nvPr/>
          </p:nvCxnSpPr>
          <p:spPr>
            <a:xfrm>
              <a:off x="1325019" y="6356130"/>
              <a:ext cx="650566" cy="439888"/>
            </a:xfrm>
            <a:prstGeom prst="bentConnector3">
              <a:avLst>
                <a:gd name="adj1" fmla="val 42667"/>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69273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noProof="0"/>
              <a:t>Thanks</a:t>
            </a:r>
          </a:p>
        </p:txBody>
      </p:sp>
      <p:sp>
        <p:nvSpPr>
          <p:cNvPr id="2" name="Text Placeholder 1"/>
          <p:cNvSpPr>
            <a:spLocks noGrp="1"/>
          </p:cNvSpPr>
          <p:nvPr>
            <p:ph type="body" idx="1"/>
          </p:nvPr>
        </p:nvSpPr>
        <p:spPr/>
        <p:txBody>
          <a:bodyPr/>
          <a:lstStyle/>
          <a:p>
            <a:r>
              <a:rPr lang="en-US" sz="2400" noProof="0"/>
              <a:t>Looking forward to commencing </a:t>
            </a:r>
            <a:r>
              <a:rPr lang="en-US" sz="2400"/>
              <a:t>a long-term partnership</a:t>
            </a:r>
            <a:endParaRPr lang="en-US" sz="2400" noProof="0"/>
          </a:p>
        </p:txBody>
      </p:sp>
    </p:spTree>
    <p:extLst>
      <p:ext uri="{BB962C8B-B14F-4D97-AF65-F5344CB8AC3E}">
        <p14:creationId xmlns:p14="http://schemas.microsoft.com/office/powerpoint/2010/main" val="220102160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xI7QwSDGFEKBDcoj1l7Sd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I7QwSDGFEKBDcoj1l7Sd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4aXhO.L8MkGDUMS8mpxOD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4aXhO.L8MkGDUMS8mpxOD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4aXhO.L8MkGDUMS8mpxOD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4aXhO.L8MkGDUMS8mpxODw"/>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Presentation3" id="{B6131D4A-6D06-A545-84A0-5EA998671E86}" vid="{BE248F2D-C897-7A4C-A651-C1F199A639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9021E0-6C2D-44AB-AB69-370FF80D52D4}">
  <ds:schemaRefs>
    <ds:schemaRef ds:uri="d9aa9301-fa3b-4eab-99db-991e0fadbe09"/>
    <ds:schemaRef ds:uri="http://schemas.microsoft.com/office/2006/documentManagement/types"/>
    <ds:schemaRef ds:uri="http://purl.org/dc/dcmitype/"/>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09278C76-3584-44FD-BFC2-660A48918690}">
  <ds:schemaRefs>
    <ds:schemaRef ds:uri="http://schemas.microsoft.com/sharepoint/v3/contenttype/forms"/>
  </ds:schemaRefs>
</ds:datastoreItem>
</file>

<file path=customXml/itemProps3.xml><?xml version="1.0" encoding="utf-8"?>
<ds:datastoreItem xmlns:ds="http://schemas.openxmlformats.org/officeDocument/2006/customXml" ds:itemID="{BACFC9EA-7E4C-4FCF-8550-F5A71D8B7049}"/>
</file>

<file path=docProps/app.xml><?xml version="1.0" encoding="utf-8"?>
<Properties xmlns="http://schemas.openxmlformats.org/officeDocument/2006/extended-properties" xmlns:vt="http://schemas.openxmlformats.org/officeDocument/2006/docPropsVTypes">
  <Template/>
  <TotalTime>3793</TotalTime>
  <Words>4700</Words>
  <Application>Microsoft Office PowerPoint</Application>
  <PresentationFormat>Widescreen</PresentationFormat>
  <Paragraphs>1234</Paragraphs>
  <Slides>25</Slides>
  <Notes>15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5" baseType="lpstr">
      <vt:lpstr>Arial</vt:lpstr>
      <vt:lpstr>Calibri</vt:lpstr>
      <vt:lpstr>Calibri Light</vt:lpstr>
      <vt:lpstr>Courier New</vt:lpstr>
      <vt:lpstr>Google Sans</vt:lpstr>
      <vt:lpstr>Verdana</vt:lpstr>
      <vt:lpstr>Wingdings</vt:lpstr>
      <vt:lpstr>Wingdings 2</vt:lpstr>
      <vt:lpstr>Deloitte_US_Onscreen</vt:lpstr>
      <vt:lpstr>think-cell Slide</vt:lpstr>
      <vt:lpstr>Technical Presentation | JREDA</vt:lpstr>
      <vt:lpstr>PowerPoint Presentation</vt:lpstr>
      <vt:lpstr>Jharkhand Scenario</vt:lpstr>
      <vt:lpstr>Changing Trends in Jharkhand RE Sector</vt:lpstr>
      <vt:lpstr>Project Implementation Framework</vt:lpstr>
      <vt:lpstr>RE Project Implementation Framework – Solar Park, Floating Solar Park</vt:lpstr>
      <vt:lpstr>RE Project Implementation Framework – Rooftop Solar &amp; Solar Agriculture</vt:lpstr>
      <vt:lpstr>RE project implementation framework – New and advanced technologies</vt:lpstr>
      <vt:lpstr>Why Deloitte</vt:lpstr>
      <vt:lpstr>Deloitte’s varied experience with states- SNA/IT/Program Management</vt:lpstr>
      <vt:lpstr>Deloitte’s experience with states- Solar park, distributed solar/new areas</vt:lpstr>
      <vt:lpstr>Key assignments in Renewable Energy</vt:lpstr>
      <vt:lpstr>Approach and Work Plan</vt:lpstr>
      <vt:lpstr>PowerPoint Presentation</vt:lpstr>
      <vt:lpstr>Our Workplan to Support JREDA – Key Activities</vt:lpstr>
      <vt:lpstr>Methodology</vt:lpstr>
      <vt:lpstr>PowerPoint Presentation</vt:lpstr>
      <vt:lpstr>PowerPoint Presentation</vt:lpstr>
      <vt:lpstr>Bid Process Management</vt:lpstr>
      <vt:lpstr>PowerPoint Presentation</vt:lpstr>
      <vt:lpstr>Facilitation for seamless project execution</vt:lpstr>
      <vt:lpstr>Monitoring and evaluation framework</vt:lpstr>
      <vt:lpstr>Deloitte Team</vt:lpstr>
      <vt:lpstr>Details Of Our Team To Support JREDA </vt:lpstr>
      <vt:lpstr>Thanks</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Dwivedi, Anujesh (IN - Delhi)</dc:creator>
  <cp:lastModifiedBy>Chatterjee, Rishi</cp:lastModifiedBy>
  <cp:revision>67</cp:revision>
  <cp:lastPrinted>2023-05-24T11:47:07Z</cp:lastPrinted>
  <dcterms:created xsi:type="dcterms:W3CDTF">2018-08-07T09:56:03Z</dcterms:created>
  <dcterms:modified xsi:type="dcterms:W3CDTF">2023-09-20T10:59:25Z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2023-03-13T10:10:05Z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e9acf899-2f24-41ca-806b-3df05bc2c2dd</vt:lpwstr>
  </property>
  <property fmtid="{D5CDD505-2E9C-101B-9397-08002B2CF9AE}" pid="9" name="MSIP_Label_ea60d57e-af5b-4752-ac57-3e4f28ca11dc_ContentBits">
    <vt:lpwstr>0</vt:lpwstr>
  </property>
</Properties>
</file>