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slides/slide13.xml" ContentType="application/vnd.openxmlformats-officedocument.presentationml.slide+xml"/>
  <Override PartName="/ppt/diagrams/data2.xml" ContentType="application/vnd.openxmlformats-officedocument.drawingml.diagramData+xml"/>
  <Override PartName="/ppt/diagrams/data1.xml" ContentType="application/vnd.openxmlformats-officedocument.drawingml.diagramData+xml"/>
  <Override PartName="/ppt/presentation.xml" ContentType="application/vnd.openxmlformats-officedocument.presentationml.presentation.main+xml"/>
  <Override PartName="/ppt/slides/slide12.xml" ContentType="application/vnd.openxmlformats-officedocument.presentationml.slide+xml"/>
  <Override PartName="/ppt/slides/slide8.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9.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2.xml" ContentType="application/vnd.openxmlformats-officedocument.presentationml.slideMaster+xml"/>
  <Override PartName="/ppt/notesSlides/notesSlide6.xml" ContentType="application/vnd.openxmlformats-officedocument.presentationml.notesSlide+xml"/>
  <Override PartName="/ppt/notesSlides/notesSlide5.xml" ContentType="application/vnd.openxmlformats-officedocument.presentationml.notesSlide+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slideLayouts/slideLayout52.xml" ContentType="application/vnd.openxmlformats-officedocument.presentationml.slideLayout+xml"/>
  <Override PartName="/ppt/slideLayouts/slideLayout106.xml" ContentType="application/vnd.openxmlformats-officedocument.presentationml.slideLayout+xml"/>
  <Override PartName="/ppt/slideLayouts/slideLayout105.xml" ContentType="application/vnd.openxmlformats-officedocument.presentationml.slideLayout+xml"/>
  <Override PartName="/ppt/slideLayouts/slideLayout104.xml" ContentType="application/vnd.openxmlformats-officedocument.presentationml.slideLayout+xml"/>
  <Override PartName="/ppt/slideLayouts/slideLayout103.xml" ContentType="application/vnd.openxmlformats-officedocument.presentationml.slideLayout+xml"/>
  <Override PartName="/ppt/slideLayouts/slideLayout102.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3.xml" ContentType="application/vnd.openxmlformats-officedocument.presentationml.slideLayout+xml"/>
  <Override PartName="/ppt/slideLayouts/slideLayout112.xml" ContentType="application/vnd.openxmlformats-officedocument.presentationml.slideLayout+xml"/>
  <Override PartName="/ppt/slideLayouts/slideLayout111.xml" ContentType="application/vnd.openxmlformats-officedocument.presentationml.slideLayout+xml"/>
  <Override PartName="/ppt/slideLayouts/slideLayout110.xml" ContentType="application/vnd.openxmlformats-officedocument.presentationml.slideLayout+xml"/>
  <Override PartName="/ppt/slideLayouts/slideLayout101.xml" ContentType="application/vnd.openxmlformats-officedocument.presentationml.slideLayout+xml"/>
  <Override PartName="/ppt/slideLayouts/slideLayout100.xml" ContentType="application/vnd.openxmlformats-officedocument.presentationml.slideLayout+xml"/>
  <Override PartName="/ppt/slideLayouts/slideLayout99.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8.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8.xml" ContentType="application/vnd.openxmlformats-officedocument.presentationml.slideLayout+xml"/>
  <Override PartName="/ppt/slideLayouts/slideLayout97.xml" ContentType="application/vnd.openxmlformats-officedocument.presentationml.slideLayout+xml"/>
  <Override PartName="/ppt/slideLayouts/slideLayout96.xml" ContentType="application/vnd.openxmlformats-officedocument.presentationml.slideLayout+xml"/>
  <Override PartName="/ppt/slideLayouts/slideLayout95.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34.xml" ContentType="application/vnd.openxmlformats-officedocument.presentationml.slideLayout+xml"/>
  <Override PartName="/ppt/slideLayouts/slideLayout133.xml" ContentType="application/vnd.openxmlformats-officedocument.presentationml.slideLayout+xml"/>
  <Override PartName="/ppt/slideLayouts/slideLayout132.xml" ContentType="application/vnd.openxmlformats-officedocument.presentationml.slideLayout+xml"/>
  <Override PartName="/ppt/slideLayouts/slideLayout131.xml" ContentType="application/vnd.openxmlformats-officedocument.presentationml.slideLayout+xml"/>
  <Override PartName="/ppt/slideLayouts/slideLayout130.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139.xml" ContentType="application/vnd.openxmlformats-officedocument.presentationml.slideLayout+xml"/>
  <Override PartName="/ppt/slideLayouts/slideLayout138.xml" ContentType="application/vnd.openxmlformats-officedocument.presentationml.slideLayout+xml"/>
  <Override PartName="/ppt/slideLayouts/slideLayout129.xml" ContentType="application/vnd.openxmlformats-officedocument.presentationml.slideLayout+xml"/>
  <Override PartName="/ppt/slideLayouts/slideLayout128.xml" ContentType="application/vnd.openxmlformats-officedocument.presentationml.slideLayout+xml"/>
  <Override PartName="/ppt/slideLayouts/slideLayout127.xml" ContentType="application/vnd.openxmlformats-officedocument.presentationml.slideLayout+xml"/>
  <Override PartName="/ppt/slideLayouts/slideLayout119.xml" ContentType="application/vnd.openxmlformats-officedocument.presentationml.slideLayout+xml"/>
  <Override PartName="/ppt/slideLayouts/slideLayout27.xml" ContentType="application/vnd.openxmlformats-officedocument.presentationml.slideLayout+xml"/>
  <Override PartName="/ppt/slideLayouts/slideLayout118.xml" ContentType="application/vnd.openxmlformats-officedocument.presentationml.slideLayout+xml"/>
  <Override PartName="/ppt/slideLayouts/slideLayout117.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6.xml" ContentType="application/vnd.openxmlformats-officedocument.presentationml.slideLayout+xml"/>
  <Override PartName="/ppt/slideLayouts/slideLayout125.xml" ContentType="application/vnd.openxmlformats-officedocument.presentationml.slideLayout+xml"/>
  <Override PartName="/ppt/slideLayouts/slideLayout124.xml" ContentType="application/vnd.openxmlformats-officedocument.presentationml.slideLayout+xml"/>
  <Override PartName="/ppt/slideLayouts/slideLayout123.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57.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4.xml" ContentType="application/vnd.openxmlformats-officedocument.presentationml.slideLayout+xml"/>
  <Override PartName="/ppt/slideLayouts/slideLayout63.xml" ContentType="application/vnd.openxmlformats-officedocument.presentationml.slideLayout+xml"/>
  <Override PartName="/ppt/slideLayouts/slideLayout62.xml" ContentType="application/vnd.openxmlformats-officedocument.presentationml.slideLayout+xml"/>
  <Override PartName="/ppt/slideLayouts/slideLayout61.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3.xml" ContentType="application/vnd.openxmlformats-officedocument.presentationml.slideLayout+xml"/>
  <Override PartName="/ppt/slideLayouts/slideLayout47.xml" ContentType="application/vnd.openxmlformats-officedocument.presentationml.slideLayout+xml"/>
  <Override PartName="/ppt/slideLayouts/slideLayout46.xml" ContentType="application/vnd.openxmlformats-officedocument.presentationml.slideLayout+xml"/>
  <Override PartName="/ppt/slideLayouts/slideLayout45.xml" ContentType="application/vnd.openxmlformats-officedocument.presentationml.slideLayout+xml"/>
  <Override PartName="/ppt/slideLayouts/slideLayout44.xml" ContentType="application/vnd.openxmlformats-officedocument.presentationml.slideLayout+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85.xml" ContentType="application/vnd.openxmlformats-officedocument.presentationml.slideLayout+xml"/>
  <Override PartName="/ppt/slideLayouts/slideLayout84.xml" ContentType="application/vnd.openxmlformats-officedocument.presentationml.slideLayout+xml"/>
  <Override PartName="/ppt/slideLayouts/slideLayout83.xml" ContentType="application/vnd.openxmlformats-officedocument.presentationml.slideLayout+xml"/>
  <Override PartName="/ppt/slideLayouts/slideLayout82.xml" ContentType="application/vnd.openxmlformats-officedocument.presentationml.slideLayout+xml"/>
  <Override PartName="/ppt/slideLayouts/slideLayout81.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92.xml" ContentType="application/vnd.openxmlformats-officedocument.presentationml.slideLayout+xml"/>
  <Override PartName="/ppt/slideLayouts/slideLayout91.xml" ContentType="application/vnd.openxmlformats-officedocument.presentationml.slideLayout+xml"/>
  <Override PartName="/ppt/slideLayouts/slideLayout90.xml" ContentType="application/vnd.openxmlformats-officedocument.presentationml.slideLayout+xml"/>
  <Override PartName="/ppt/slideLayouts/slideLayout89.xml" ContentType="application/vnd.openxmlformats-officedocument.presentationml.slideLayout+xml"/>
  <Override PartName="/ppt/slideLayouts/slideLayout80.xml" ContentType="application/vnd.openxmlformats-officedocument.presentationml.slideLayout+xml"/>
  <Override PartName="/ppt/slideLayouts/slideLayout36.xml" ContentType="application/vnd.openxmlformats-officedocument.presentationml.slideLayout+xml"/>
  <Override PartName="/ppt/slideLayouts/slideLayout79.xml" ContentType="application/vnd.openxmlformats-officedocument.presentationml.slideLayout+xml"/>
  <Override PartName="/ppt/slideLayouts/slideLayout71.xml" ContentType="application/vnd.openxmlformats-officedocument.presentationml.slideLayout+xml"/>
  <Override PartName="/ppt/slideLayouts/slideLayout70.xml" ContentType="application/vnd.openxmlformats-officedocument.presentationml.slideLayout+xml"/>
  <Override PartName="/ppt/slideLayouts/slideLayout69.xml" ContentType="application/vnd.openxmlformats-officedocument.presentationml.slideLayout+xml"/>
  <Override PartName="/ppt/slideLayouts/slideLayout68.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8.xml" ContentType="application/vnd.openxmlformats-officedocument.presentationml.slideLayout+xml"/>
  <Override PartName="/ppt/slideLayouts/slideLayout77.xml" ContentType="application/vnd.openxmlformats-officedocument.presentationml.slideLayout+xml"/>
  <Override PartName="/ppt/slideLayouts/slideLayout76.xml" ContentType="application/vnd.openxmlformats-officedocument.presentationml.slideLayout+xml"/>
  <Override PartName="/ppt/slideLayouts/slideLayout7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04.xml" ContentType="application/vnd.openxmlformats-officedocument.presentationml.slideLayout+xml"/>
  <Override PartName="/ppt/slideLayouts/slideLayout203.xml" ContentType="application/vnd.openxmlformats-officedocument.presentationml.slideLayout+xml"/>
  <Override PartName="/ppt/slideLayouts/slideLayout202.xml" ContentType="application/vnd.openxmlformats-officedocument.presentationml.slideLayout+xml"/>
  <Override PartName="/ppt/slideLayouts/slideLayout201.xml" ContentType="application/vnd.openxmlformats-officedocument.presentationml.slideLayout+xml"/>
  <Override PartName="/ppt/slideLayouts/slideLayout200.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11.xml" ContentType="application/vnd.openxmlformats-officedocument.presentationml.slideLayout+xml"/>
  <Override PartName="/ppt/slideLayouts/slideLayout210.xml" ContentType="application/vnd.openxmlformats-officedocument.presentationml.slideLayout+xml"/>
  <Override PartName="/ppt/slideLayouts/slideLayout209.xml" ContentType="application/vnd.openxmlformats-officedocument.presentationml.slideLayout+xml"/>
  <Override PartName="/ppt/slideLayouts/slideLayout208.xml" ContentType="application/vnd.openxmlformats-officedocument.presentationml.slideLayout+xml"/>
  <Override PartName="/ppt/slideLayouts/slideLayout12.xml" ContentType="application/vnd.openxmlformats-officedocument.presentationml.slideLayout+xml"/>
  <Override PartName="/ppt/slideLayouts/slideLayout199.xml" ContentType="application/vnd.openxmlformats-officedocument.presentationml.slideLayout+xml"/>
  <Override PartName="/ppt/slideLayouts/slideLayout198.xml" ContentType="application/vnd.openxmlformats-officedocument.presentationml.slideLayout+xml"/>
  <Override PartName="/ppt/slideLayouts/slideLayout190.xml" ContentType="application/vnd.openxmlformats-officedocument.presentationml.slideLayout+xml"/>
  <Override PartName="/ppt/slideLayouts/slideLayout189.xml" ContentType="application/vnd.openxmlformats-officedocument.presentationml.slideLayout+xml"/>
  <Override PartName="/ppt/slideLayouts/slideLayout188.xml" ContentType="application/vnd.openxmlformats-officedocument.presentationml.slideLayout+xml"/>
  <Override PartName="/ppt/slideLayouts/slideLayout51.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7.xml" ContentType="application/vnd.openxmlformats-officedocument.presentationml.slideLayout+xml"/>
  <Override PartName="/ppt/slideLayouts/slideLayout196.xml" ContentType="application/vnd.openxmlformats-officedocument.presentationml.slideLayout+xml"/>
  <Override PartName="/ppt/slideLayouts/slideLayout195.xml" ContentType="application/vnd.openxmlformats-officedocument.presentationml.slideLayout+xml"/>
  <Override PartName="/ppt/slideLayouts/slideLayout194.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226.xml" ContentType="application/vnd.openxmlformats-officedocument.presentationml.slideLayout+xml"/>
  <Override PartName="/ppt/slideLayouts/slideLayout5.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225.xml" ContentType="application/vnd.openxmlformats-officedocument.presentationml.slideLayout+xml"/>
  <Override PartName="/ppt/slideLayouts/slideLayout224.xml" ContentType="application/vnd.openxmlformats-officedocument.presentationml.slideLayout+xml"/>
  <Override PartName="/ppt/slideLayouts/slideLayout223.xml" ContentType="application/vnd.openxmlformats-officedocument.presentationml.slideLayout+xml"/>
  <Override PartName="/ppt/slideLayouts/slideLayout218.xml" ContentType="application/vnd.openxmlformats-officedocument.presentationml.slideLayout+xml"/>
  <Override PartName="/ppt/slideLayouts/slideLayout217.xml" ContentType="application/vnd.openxmlformats-officedocument.presentationml.slideLayout+xml"/>
  <Override PartName="/ppt/slideLayouts/slideLayout216.xml" ContentType="application/vnd.openxmlformats-officedocument.presentationml.slideLayout+xml"/>
  <Override PartName="/ppt/slideLayouts/slideLayout215.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4.xml" ContentType="application/vnd.openxmlformats-officedocument.presentationml.slideLayout+xml"/>
  <Override PartName="/ppt/slideLayouts/slideLayout152.xml" ContentType="application/vnd.openxmlformats-officedocument.presentationml.slideLayout+xml"/>
  <Override PartName="/ppt/slideLayouts/slideLayout151.xml" ContentType="application/vnd.openxmlformats-officedocument.presentationml.slideLayout+xml"/>
  <Override PartName="/ppt/slideLayouts/slideLayout17.xml" ContentType="application/vnd.openxmlformats-officedocument.presentationml.slideLayout+xml"/>
  <Override PartName="/ppt/slideLayouts/slideLayout150.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85.xml" ContentType="application/vnd.openxmlformats-officedocument.presentationml.slideLayout+xml"/>
  <Override PartName="/ppt/slideLayouts/slideLayout158.xml" ContentType="application/vnd.openxmlformats-officedocument.presentationml.slideLayout+xml"/>
  <Override PartName="/ppt/slideLayouts/slideLayout157.xml" ContentType="application/vnd.openxmlformats-officedocument.presentationml.slideLayout+xml"/>
  <Override PartName="/ppt/slideLayouts/slideLayout156.xml" ContentType="application/vnd.openxmlformats-officedocument.presentationml.slideLayout+xml"/>
  <Override PartName="/ppt/slideLayouts/slideLayout149.xml" ContentType="application/vnd.openxmlformats-officedocument.presentationml.slideLayout+xml"/>
  <Override PartName="/ppt/slideLayouts/slideLayout148.xml" ContentType="application/vnd.openxmlformats-officedocument.presentationml.slideLayout+xml"/>
  <Override PartName="/ppt/slideLayouts/slideLayout18.xml" ContentType="application/vnd.openxmlformats-officedocument.presentationml.slideLayout+xml"/>
  <Override PartName="/ppt/slideLayouts/slideLayout141.xml" ContentType="application/vnd.openxmlformats-officedocument.presentationml.slideLayout+xml"/>
  <Override PartName="/ppt/slideLayouts/slideLayout140.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9.xml" ContentType="application/vnd.openxmlformats-officedocument.presentationml.slideLayout+xml"/>
  <Override PartName="/ppt/slideLayouts/slideLayout147.xml" ContentType="application/vnd.openxmlformats-officedocument.presentationml.slideLayout+xml"/>
  <Override PartName="/ppt/slideLayouts/slideLayout146.xml" ContentType="application/vnd.openxmlformats-officedocument.presentationml.slideLayout+xml"/>
  <Override PartName="/ppt/slideLayouts/slideLayout145.xml" ContentType="application/vnd.openxmlformats-officedocument.presentationml.slideLayout+xml"/>
  <Override PartName="/ppt/slideLayouts/slideLayout160.xml" ContentType="application/vnd.openxmlformats-officedocument.presentationml.slideLayout+xml"/>
  <Override PartName="/ppt/slideLayouts/slideLayout159.xml" ContentType="application/vnd.openxmlformats-officedocument.presentationml.slideLayout+xml"/>
  <Override PartName="/ppt/slideLayouts/slideLayout162.xml" ContentType="application/vnd.openxmlformats-officedocument.presentationml.slideLayout+xml"/>
  <Override PartName="/ppt/slideLayouts/slideLayout180.xml" ContentType="application/vnd.openxmlformats-officedocument.presentationml.slideLayout+xml"/>
  <Override PartName="/ppt/slideLayouts/slideLayout179.xml" ContentType="application/vnd.openxmlformats-officedocument.presentationml.slideLayout+xml"/>
  <Override PartName="/ppt/slideLayouts/slideLayout178.xml" ContentType="application/vnd.openxmlformats-officedocument.presentationml.slideLayout+xml"/>
  <Override PartName="/ppt/slideLayouts/slideLayout161.xml" ContentType="application/vnd.openxmlformats-officedocument.presentationml.slideLayout+xml"/>
  <Override PartName="/ppt/slideLayouts/slideLayout181.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83.xml" ContentType="application/vnd.openxmlformats-officedocument.presentationml.slideLayout+xml"/>
  <Override PartName="/ppt/slideLayouts/slideLayout18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4.xml" ContentType="application/vnd.openxmlformats-officedocument.presentationml.slideLayout+xml"/>
  <Override PartName="/ppt/slideLayouts/slideLayout166.xml" ContentType="application/vnd.openxmlformats-officedocument.presentationml.slideLayout+xml"/>
  <Override PartName="/ppt/slideLayouts/slideLayout165.xml" ContentType="application/vnd.openxmlformats-officedocument.presentationml.slideLayout+xml"/>
  <Override PartName="/ppt/slideLayouts/slideLayout164.xml" ContentType="application/vnd.openxmlformats-officedocument.presentationml.slideLayout+xml"/>
  <Override PartName="/ppt/slideLayouts/slideLayout163.xml" ContentType="application/vnd.openxmlformats-officedocument.presentationml.slideLayout+xml"/>
  <Override PartName="/ppt/slideLayouts/slideLayout167.xml" ContentType="application/vnd.openxmlformats-officedocument.presentationml.slideLayout+xml"/>
  <Override PartName="/ppt/slideLayouts/slideLayout175.xml" ContentType="application/vnd.openxmlformats-officedocument.presentationml.slideLayout+xml"/>
  <Override PartName="/ppt/slideLayouts/slideLayout169.xml" ContentType="application/vnd.openxmlformats-officedocument.presentationml.slideLayout+xml"/>
  <Override PartName="/ppt/slideLayouts/slideLayout173.xml" ContentType="application/vnd.openxmlformats-officedocument.presentationml.slideLayout+xml"/>
  <Override PartName="/ppt/slideLayouts/slideLayout168.xml" ContentType="application/vnd.openxmlformats-officedocument.presentationml.slideLayout+xml"/>
  <Override PartName="/ppt/slideLayouts/slideLayout172.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8.xml" ContentType="application/vnd.openxmlformats-officedocument.theme+xml"/>
  <Override PartName="/ppt/theme/theme2.xml" ContentType="application/vnd.openxmlformats-officedocument.theme+xml"/>
  <Override PartName="/ppt/theme/theme6.xml" ContentType="application/vnd.openxmlformats-officedocument.theme+xml"/>
  <Override PartName="/ppt/diagrams/drawing2.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7.xml" ContentType="application/vnd.openxmlformats-officedocument.theme+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theme/theme3.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ppt/tags/tag7.xml" ContentType="application/vnd.openxmlformats-officedocument.presentationml.tags+xml"/>
  <Override PartName="/ppt/tags/tag10.xml" ContentType="application/vnd.openxmlformats-officedocument.presentationml.tags+xml"/>
  <Override PartName="/ppt/tags/tag8.xml" ContentType="application/vnd.openxmlformats-officedocument.presentationml.tags+xml"/>
  <Override PartName="/ppt/tags/tag1.xml" ContentType="application/vnd.openxmlformats-officedocument.presentationml.tags+xml"/>
  <Override PartName="/ppt/tags/tag6.xml" ContentType="application/vnd.openxmlformats-officedocument.presentationml.tags+xml"/>
  <Override PartName="/ppt/tags/tag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9.xml" ContentType="application/vnd.openxmlformats-officedocument.presentationml.tags+xml"/>
  <Override PartName="/ppt/tags/tag5.xml" ContentType="application/vnd.openxmlformats-officedocument.presentationml.tag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703" r:id="rId3"/>
    <p:sldMasterId id="2147483708" r:id="rId4"/>
    <p:sldMasterId id="2147483745" r:id="rId5"/>
    <p:sldMasterId id="2147483793" r:id="rId6"/>
    <p:sldMasterId id="2147483836" r:id="rId7"/>
  </p:sldMasterIdLst>
  <p:notesMasterIdLst>
    <p:notesMasterId r:id="rId21"/>
  </p:notesMasterIdLst>
  <p:sldIdLst>
    <p:sldId id="257" r:id="rId8"/>
    <p:sldId id="264" r:id="rId9"/>
    <p:sldId id="276" r:id="rId10"/>
    <p:sldId id="277" r:id="rId11"/>
    <p:sldId id="273" r:id="rId12"/>
    <p:sldId id="278" r:id="rId13"/>
    <p:sldId id="263" r:id="rId14"/>
    <p:sldId id="262" r:id="rId15"/>
    <p:sldId id="267" r:id="rId16"/>
    <p:sldId id="279" r:id="rId17"/>
    <p:sldId id="284" r:id="rId18"/>
    <p:sldId id="283" r:id="rId19"/>
    <p:sldId id="28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6364" autoAdjust="0"/>
  </p:normalViewPr>
  <p:slideViewPr>
    <p:cSldViewPr snapToGrid="0">
      <p:cViewPr varScale="1">
        <p:scale>
          <a:sx n="76" d="100"/>
          <a:sy n="76" d="100"/>
        </p:scale>
        <p:origin x="946" y="4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customXml" Target="../customXml/item1.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viewProps" Target="viewProps.xml"/><Relationship Id="rId28" Type="http://schemas.openxmlformats.org/officeDocument/2006/relationships/customXml" Target="../customXml/item3.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presProps" Target="presProps.xml"/><Relationship Id="rId27" Type="http://schemas.openxmlformats.org/officeDocument/2006/relationships/customXml" Target="../customXml/item2.xml"/></Relationships>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03F479-9300-45C1-A059-B711D76E4C17}" type="doc">
      <dgm:prSet loTypeId="urn:microsoft.com/office/officeart/2008/layout/LinedList" loCatId="list" qsTypeId="urn:microsoft.com/office/officeart/2005/8/quickstyle/simple1" qsCatId="simple" csTypeId="urn:microsoft.com/office/officeart/2005/8/colors/accent1_5" csCatId="accent1" phldr="1"/>
      <dgm:spPr/>
      <dgm:t>
        <a:bodyPr/>
        <a:lstStyle/>
        <a:p>
          <a:endParaRPr lang="en-US"/>
        </a:p>
      </dgm:t>
    </dgm:pt>
    <dgm:pt modelId="{E0E85E3D-B329-4304-BB7C-22626589E064}">
      <dgm:prSet phldrT="[Text]" custT="1"/>
      <dgm:spPr/>
      <dgm:t>
        <a:bodyPr/>
        <a:lstStyle/>
        <a:p>
          <a:r>
            <a:rPr lang="en-US" sz="1050" b="1" dirty="0" smtClean="0">
              <a:solidFill>
                <a:schemeClr val="tx2"/>
              </a:solidFill>
              <a:latin typeface="Verdana" panose="020B0604030504040204" pitchFamily="34" charset="0"/>
              <a:ea typeface="Verdana" panose="020B0604030504040204" pitchFamily="34" charset="0"/>
            </a:rPr>
            <a:t>Public-private partnerships (PPPs) </a:t>
          </a:r>
          <a:r>
            <a:rPr lang="en-US" sz="1050" dirty="0" smtClean="0">
              <a:solidFill>
                <a:schemeClr val="tx2"/>
              </a:solidFill>
              <a:latin typeface="Verdana" panose="020B0604030504040204" pitchFamily="34" charset="0"/>
              <a:ea typeface="Verdana" panose="020B0604030504040204" pitchFamily="34" charset="0"/>
            </a:rPr>
            <a:t>can take a wide range of forms varying in the degree of purpose, involvement of the private entity, legal structure and risk sharing.</a:t>
          </a:r>
          <a:endParaRPr lang="en-US" sz="1200" dirty="0">
            <a:solidFill>
              <a:schemeClr val="tx2"/>
            </a:solidFill>
          </a:endParaRPr>
        </a:p>
      </dgm:t>
    </dgm:pt>
    <dgm:pt modelId="{9701BB20-2AA3-4DA6-9FAF-ECA6E252961C}" type="parTrans" cxnId="{12867F40-32FB-4F85-A992-DC0939FDC537}">
      <dgm:prSet/>
      <dgm:spPr/>
      <dgm:t>
        <a:bodyPr/>
        <a:lstStyle/>
        <a:p>
          <a:endParaRPr lang="en-US" sz="1200"/>
        </a:p>
      </dgm:t>
    </dgm:pt>
    <dgm:pt modelId="{505011C9-2CBD-47C4-9A71-CE9FB581EA01}" type="sibTrans" cxnId="{12867F40-32FB-4F85-A992-DC0939FDC537}">
      <dgm:prSet/>
      <dgm:spPr/>
      <dgm:t>
        <a:bodyPr/>
        <a:lstStyle/>
        <a:p>
          <a:endParaRPr lang="en-US" sz="1200"/>
        </a:p>
      </dgm:t>
    </dgm:pt>
    <dgm:pt modelId="{D699CB34-9E47-44D4-BFD4-9F7917538BEB}">
      <dgm:prSet phldrT="[Text]" custT="1"/>
      <dgm:spPr/>
      <dgm:t>
        <a:bodyPr/>
        <a:lstStyle/>
        <a:p>
          <a:r>
            <a:rPr lang="en-US" sz="1050" b="1" dirty="0" smtClean="0">
              <a:latin typeface="Verdana" panose="020B0604030504040204" pitchFamily="34" charset="0"/>
              <a:ea typeface="Verdana" panose="020B0604030504040204" pitchFamily="34" charset="0"/>
            </a:rPr>
            <a:t>DBFOT/BOT: </a:t>
          </a:r>
          <a:r>
            <a:rPr lang="en-US" sz="1050" dirty="0" smtClean="0">
              <a:latin typeface="Verdana" panose="020B0604030504040204" pitchFamily="34" charset="0"/>
              <a:ea typeface="Verdana" panose="020B0604030504040204" pitchFamily="34" charset="0"/>
            </a:rPr>
            <a:t>The private sector operator designs, builds, finances, owns and constructs the facility and operates it commercially for the concession period, after which the facility is transferred to the authority. In this case legal ownership of the asset vests with the public sector the concession period ends.</a:t>
          </a:r>
          <a:endParaRPr lang="en-US" sz="1050" dirty="0">
            <a:latin typeface="Verdana" panose="020B0604030504040204" pitchFamily="34" charset="0"/>
            <a:ea typeface="Verdana" panose="020B0604030504040204" pitchFamily="34" charset="0"/>
          </a:endParaRPr>
        </a:p>
      </dgm:t>
    </dgm:pt>
    <dgm:pt modelId="{2DBC3C70-6AF0-4712-8D1A-C322654E00B4}" type="parTrans" cxnId="{0776A1DA-025A-4D12-8C5B-CAC476E73083}">
      <dgm:prSet/>
      <dgm:spPr/>
      <dgm:t>
        <a:bodyPr/>
        <a:lstStyle/>
        <a:p>
          <a:endParaRPr lang="en-US" sz="1200"/>
        </a:p>
      </dgm:t>
    </dgm:pt>
    <dgm:pt modelId="{2B0A6E2E-79FC-48BF-8577-1359084C630A}" type="sibTrans" cxnId="{0776A1DA-025A-4D12-8C5B-CAC476E73083}">
      <dgm:prSet/>
      <dgm:spPr/>
      <dgm:t>
        <a:bodyPr/>
        <a:lstStyle/>
        <a:p>
          <a:endParaRPr lang="en-US" sz="1200"/>
        </a:p>
      </dgm:t>
    </dgm:pt>
    <dgm:pt modelId="{AA2DD32E-AA8C-43CA-B2DE-5C1AD73034FD}">
      <dgm:prSet phldrT="[Text]" custT="1"/>
      <dgm:spPr/>
      <dgm:t>
        <a:bodyPr/>
        <a:lstStyle/>
        <a:p>
          <a:r>
            <a:rPr lang="en-US" sz="1050" b="1" dirty="0" smtClean="0">
              <a:latin typeface="Verdana" panose="020B0604030504040204" pitchFamily="34" charset="0"/>
              <a:ea typeface="Verdana" panose="020B0604030504040204" pitchFamily="34" charset="0"/>
            </a:rPr>
            <a:t>Operations &amp; Maintenance (Service contract): T</a:t>
          </a:r>
          <a:r>
            <a:rPr lang="en-US" sz="1050" dirty="0" smtClean="0">
              <a:latin typeface="Verdana" panose="020B0604030504040204" pitchFamily="34" charset="0"/>
              <a:ea typeface="Verdana" panose="020B0604030504040204" pitchFamily="34" charset="0"/>
            </a:rPr>
            <a:t>he Government bids out the right to deliver a specific service or gives part of the undertaking to the private sector for operations and maintenance of the assets. Such contracts are normally of a shorter duration than concession contracts.</a:t>
          </a:r>
          <a:r>
            <a:rPr lang="en-US" sz="1050" dirty="0" smtClean="0"/>
            <a:t>       </a:t>
          </a:r>
          <a:endParaRPr lang="en-US" sz="1050" dirty="0"/>
        </a:p>
      </dgm:t>
    </dgm:pt>
    <dgm:pt modelId="{10D1F551-6D26-4423-AB45-4FA53E6B6CA0}" type="parTrans" cxnId="{4D10E7A5-3AF3-416B-B8C3-FBAFC275FAA5}">
      <dgm:prSet/>
      <dgm:spPr/>
      <dgm:t>
        <a:bodyPr/>
        <a:lstStyle/>
        <a:p>
          <a:endParaRPr lang="en-US" sz="1200"/>
        </a:p>
      </dgm:t>
    </dgm:pt>
    <dgm:pt modelId="{13023221-E30B-4607-A7A4-AB6A62AFF5FB}" type="sibTrans" cxnId="{4D10E7A5-3AF3-416B-B8C3-FBAFC275FAA5}">
      <dgm:prSet/>
      <dgm:spPr/>
      <dgm:t>
        <a:bodyPr/>
        <a:lstStyle/>
        <a:p>
          <a:endParaRPr lang="en-US" sz="1200"/>
        </a:p>
      </dgm:t>
    </dgm:pt>
    <dgm:pt modelId="{1D4F0B0C-75E0-4894-8B45-0F59859DB248}">
      <dgm:prSet phldrT="[Text]" custT="1"/>
      <dgm:spPr/>
      <dgm:t>
        <a:bodyPr/>
        <a:lstStyle/>
        <a:p>
          <a:r>
            <a:rPr lang="en-US" sz="1050" b="1" dirty="0" smtClean="0">
              <a:latin typeface="Verdana" panose="020B0604030504040204" pitchFamily="34" charset="0"/>
              <a:ea typeface="Verdana" panose="020B0604030504040204" pitchFamily="34" charset="0"/>
            </a:rPr>
            <a:t>Lease, Develop, Operate and Maintain (a variation of BOT):</a:t>
          </a:r>
          <a:r>
            <a:rPr lang="en-US" sz="1050" dirty="0" smtClean="0">
              <a:latin typeface="Verdana" panose="020B0604030504040204" pitchFamily="34" charset="0"/>
              <a:ea typeface="Verdana" panose="020B0604030504040204" pitchFamily="34" charset="0"/>
            </a:rPr>
            <a:t> Assets are leased out to the private sector under specific terms, to operate and maintain the asset for the term of the concession period.</a:t>
          </a:r>
          <a:r>
            <a:rPr lang="en-US" sz="1050" dirty="0" smtClean="0"/>
            <a:t> </a:t>
          </a:r>
          <a:endParaRPr lang="en-US" sz="1050" dirty="0"/>
        </a:p>
      </dgm:t>
    </dgm:pt>
    <dgm:pt modelId="{B9E8927C-A68B-459D-BEF2-06B97405E9CD}" type="parTrans" cxnId="{F2EB5AA2-1C43-4191-98E9-F0BC79B10887}">
      <dgm:prSet/>
      <dgm:spPr/>
      <dgm:t>
        <a:bodyPr/>
        <a:lstStyle/>
        <a:p>
          <a:endParaRPr lang="en-US" sz="1200"/>
        </a:p>
      </dgm:t>
    </dgm:pt>
    <dgm:pt modelId="{C054333D-F09F-4978-9816-5043D0D6E3AC}" type="sibTrans" cxnId="{F2EB5AA2-1C43-4191-98E9-F0BC79B10887}">
      <dgm:prSet/>
      <dgm:spPr/>
      <dgm:t>
        <a:bodyPr/>
        <a:lstStyle/>
        <a:p>
          <a:endParaRPr lang="en-US" sz="1200"/>
        </a:p>
      </dgm:t>
    </dgm:pt>
    <dgm:pt modelId="{C86A0E3C-5ECA-48CA-804A-4ADA436E085F}" type="pres">
      <dgm:prSet presAssocID="{D503F479-9300-45C1-A059-B711D76E4C17}" presName="vert0" presStyleCnt="0">
        <dgm:presLayoutVars>
          <dgm:dir/>
          <dgm:animOne val="branch"/>
          <dgm:animLvl val="lvl"/>
        </dgm:presLayoutVars>
      </dgm:prSet>
      <dgm:spPr/>
      <dgm:t>
        <a:bodyPr/>
        <a:lstStyle/>
        <a:p>
          <a:endParaRPr lang="en-US"/>
        </a:p>
      </dgm:t>
    </dgm:pt>
    <dgm:pt modelId="{A765EFAD-0C21-463B-81C1-AC8C15980142}" type="pres">
      <dgm:prSet presAssocID="{E0E85E3D-B329-4304-BB7C-22626589E064}" presName="thickLine" presStyleLbl="alignNode1" presStyleIdx="0" presStyleCnt="1"/>
      <dgm:spPr/>
    </dgm:pt>
    <dgm:pt modelId="{7C3B0F08-90D4-4ABE-875C-52DFA112F819}" type="pres">
      <dgm:prSet presAssocID="{E0E85E3D-B329-4304-BB7C-22626589E064}" presName="horz1" presStyleCnt="0"/>
      <dgm:spPr/>
    </dgm:pt>
    <dgm:pt modelId="{30CD6F2C-9665-4D75-A1DD-B74AA73AC0E8}" type="pres">
      <dgm:prSet presAssocID="{E0E85E3D-B329-4304-BB7C-22626589E064}" presName="tx1" presStyleLbl="revTx" presStyleIdx="0" presStyleCnt="4"/>
      <dgm:spPr/>
      <dgm:t>
        <a:bodyPr/>
        <a:lstStyle/>
        <a:p>
          <a:endParaRPr lang="en-US"/>
        </a:p>
      </dgm:t>
    </dgm:pt>
    <dgm:pt modelId="{045F2E46-519B-429F-A32D-DCF28EB149B2}" type="pres">
      <dgm:prSet presAssocID="{E0E85E3D-B329-4304-BB7C-22626589E064}" presName="vert1" presStyleCnt="0"/>
      <dgm:spPr/>
    </dgm:pt>
    <dgm:pt modelId="{1770009D-D51D-4C96-912C-E5E14053F31B}" type="pres">
      <dgm:prSet presAssocID="{D699CB34-9E47-44D4-BFD4-9F7917538BEB}" presName="vertSpace2a" presStyleCnt="0"/>
      <dgm:spPr/>
    </dgm:pt>
    <dgm:pt modelId="{D4FF0165-650D-4B08-B1F7-AA1034BD60B8}" type="pres">
      <dgm:prSet presAssocID="{D699CB34-9E47-44D4-BFD4-9F7917538BEB}" presName="horz2" presStyleCnt="0"/>
      <dgm:spPr/>
    </dgm:pt>
    <dgm:pt modelId="{ADC18B60-D010-4E2A-A5FB-99D35282DA85}" type="pres">
      <dgm:prSet presAssocID="{D699CB34-9E47-44D4-BFD4-9F7917538BEB}" presName="horzSpace2" presStyleCnt="0"/>
      <dgm:spPr/>
    </dgm:pt>
    <dgm:pt modelId="{5C38A0F9-DA0C-4A37-8F62-CD092B203084}" type="pres">
      <dgm:prSet presAssocID="{D699CB34-9E47-44D4-BFD4-9F7917538BEB}" presName="tx2" presStyleLbl="revTx" presStyleIdx="1" presStyleCnt="4" custScaleY="35448" custLinFactNeighborY="-2250"/>
      <dgm:spPr/>
      <dgm:t>
        <a:bodyPr/>
        <a:lstStyle/>
        <a:p>
          <a:endParaRPr lang="en-US"/>
        </a:p>
      </dgm:t>
    </dgm:pt>
    <dgm:pt modelId="{E967FA72-BB4D-4BCB-9A09-3AE825CBFAB2}" type="pres">
      <dgm:prSet presAssocID="{D699CB34-9E47-44D4-BFD4-9F7917538BEB}" presName="vert2" presStyleCnt="0"/>
      <dgm:spPr/>
    </dgm:pt>
    <dgm:pt modelId="{E4BFC8FA-8A9E-4D67-BD6F-5442408F410A}" type="pres">
      <dgm:prSet presAssocID="{D699CB34-9E47-44D4-BFD4-9F7917538BEB}" presName="thinLine2b" presStyleLbl="callout" presStyleIdx="0" presStyleCnt="3"/>
      <dgm:spPr/>
    </dgm:pt>
    <dgm:pt modelId="{09BA9F29-1F3A-450D-B353-5BD00FEDC705}" type="pres">
      <dgm:prSet presAssocID="{D699CB34-9E47-44D4-BFD4-9F7917538BEB}" presName="vertSpace2b" presStyleCnt="0"/>
      <dgm:spPr/>
    </dgm:pt>
    <dgm:pt modelId="{2211791C-E96C-41E8-826B-034FD9F4932A}" type="pres">
      <dgm:prSet presAssocID="{AA2DD32E-AA8C-43CA-B2DE-5C1AD73034FD}" presName="horz2" presStyleCnt="0"/>
      <dgm:spPr/>
    </dgm:pt>
    <dgm:pt modelId="{FC97B801-93D6-44D6-BEEB-4AB9D3440036}" type="pres">
      <dgm:prSet presAssocID="{AA2DD32E-AA8C-43CA-B2DE-5C1AD73034FD}" presName="horzSpace2" presStyleCnt="0"/>
      <dgm:spPr/>
    </dgm:pt>
    <dgm:pt modelId="{865D55D3-01C8-4C75-A6C9-EEB38A6359FD}" type="pres">
      <dgm:prSet presAssocID="{AA2DD32E-AA8C-43CA-B2DE-5C1AD73034FD}" presName="tx2" presStyleLbl="revTx" presStyleIdx="2" presStyleCnt="4" custScaleY="27462" custLinFactNeighborY="-3285"/>
      <dgm:spPr/>
      <dgm:t>
        <a:bodyPr/>
        <a:lstStyle/>
        <a:p>
          <a:endParaRPr lang="en-US"/>
        </a:p>
      </dgm:t>
    </dgm:pt>
    <dgm:pt modelId="{E15FA3B7-2068-4A94-831B-D9DEEA2D451D}" type="pres">
      <dgm:prSet presAssocID="{AA2DD32E-AA8C-43CA-B2DE-5C1AD73034FD}" presName="vert2" presStyleCnt="0"/>
      <dgm:spPr/>
    </dgm:pt>
    <dgm:pt modelId="{6C17D737-074C-432A-8B9F-08C8E295A732}" type="pres">
      <dgm:prSet presAssocID="{AA2DD32E-AA8C-43CA-B2DE-5C1AD73034FD}" presName="thinLine2b" presStyleLbl="callout" presStyleIdx="1" presStyleCnt="3"/>
      <dgm:spPr/>
    </dgm:pt>
    <dgm:pt modelId="{AC780FBA-A0D9-476A-84F7-4A26B49960E5}" type="pres">
      <dgm:prSet presAssocID="{AA2DD32E-AA8C-43CA-B2DE-5C1AD73034FD}" presName="vertSpace2b" presStyleCnt="0"/>
      <dgm:spPr/>
    </dgm:pt>
    <dgm:pt modelId="{0AC4E94E-8C98-491F-9E94-ECE2E0FE8B4B}" type="pres">
      <dgm:prSet presAssocID="{1D4F0B0C-75E0-4894-8B45-0F59859DB248}" presName="horz2" presStyleCnt="0"/>
      <dgm:spPr/>
    </dgm:pt>
    <dgm:pt modelId="{77374546-EADB-459C-8731-B1E4AA1B6ECA}" type="pres">
      <dgm:prSet presAssocID="{1D4F0B0C-75E0-4894-8B45-0F59859DB248}" presName="horzSpace2" presStyleCnt="0"/>
      <dgm:spPr/>
    </dgm:pt>
    <dgm:pt modelId="{E0F3CCC0-9C34-47B6-B4D8-27C4A900286B}" type="pres">
      <dgm:prSet presAssocID="{1D4F0B0C-75E0-4894-8B45-0F59859DB248}" presName="tx2" presStyleLbl="revTx" presStyleIdx="3" presStyleCnt="4" custScaleY="22328" custLinFactNeighborY="-2625"/>
      <dgm:spPr/>
      <dgm:t>
        <a:bodyPr/>
        <a:lstStyle/>
        <a:p>
          <a:endParaRPr lang="en-US"/>
        </a:p>
      </dgm:t>
    </dgm:pt>
    <dgm:pt modelId="{6BC57C5C-C82C-42AE-B2FA-3E49656D7D15}" type="pres">
      <dgm:prSet presAssocID="{1D4F0B0C-75E0-4894-8B45-0F59859DB248}" presName="vert2" presStyleCnt="0"/>
      <dgm:spPr/>
    </dgm:pt>
    <dgm:pt modelId="{71EB2230-CAE7-451C-B5C2-15FE5D7474B3}" type="pres">
      <dgm:prSet presAssocID="{1D4F0B0C-75E0-4894-8B45-0F59859DB248}" presName="thinLine2b" presStyleLbl="callout" presStyleIdx="2" presStyleCnt="3"/>
      <dgm:spPr/>
    </dgm:pt>
    <dgm:pt modelId="{F32BF865-BC4A-43EB-BA19-9CECB0F314B2}" type="pres">
      <dgm:prSet presAssocID="{1D4F0B0C-75E0-4894-8B45-0F59859DB248}" presName="vertSpace2b" presStyleCnt="0"/>
      <dgm:spPr/>
    </dgm:pt>
  </dgm:ptLst>
  <dgm:cxnLst>
    <dgm:cxn modelId="{73BACEF5-C01C-477C-8E86-1EB2E2977546}" type="presOf" srcId="{1D4F0B0C-75E0-4894-8B45-0F59859DB248}" destId="{E0F3CCC0-9C34-47B6-B4D8-27C4A900286B}" srcOrd="0" destOrd="0" presId="urn:microsoft.com/office/officeart/2008/layout/LinedList"/>
    <dgm:cxn modelId="{0776A1DA-025A-4D12-8C5B-CAC476E73083}" srcId="{E0E85E3D-B329-4304-BB7C-22626589E064}" destId="{D699CB34-9E47-44D4-BFD4-9F7917538BEB}" srcOrd="0" destOrd="0" parTransId="{2DBC3C70-6AF0-4712-8D1A-C322654E00B4}" sibTransId="{2B0A6E2E-79FC-48BF-8577-1359084C630A}"/>
    <dgm:cxn modelId="{4D10E7A5-3AF3-416B-B8C3-FBAFC275FAA5}" srcId="{E0E85E3D-B329-4304-BB7C-22626589E064}" destId="{AA2DD32E-AA8C-43CA-B2DE-5C1AD73034FD}" srcOrd="1" destOrd="0" parTransId="{10D1F551-6D26-4423-AB45-4FA53E6B6CA0}" sibTransId="{13023221-E30B-4607-A7A4-AB6A62AFF5FB}"/>
    <dgm:cxn modelId="{F2EB5AA2-1C43-4191-98E9-F0BC79B10887}" srcId="{E0E85E3D-B329-4304-BB7C-22626589E064}" destId="{1D4F0B0C-75E0-4894-8B45-0F59859DB248}" srcOrd="2" destOrd="0" parTransId="{B9E8927C-A68B-459D-BEF2-06B97405E9CD}" sibTransId="{C054333D-F09F-4978-9816-5043D0D6E3AC}"/>
    <dgm:cxn modelId="{B9A27C72-AAA8-456B-BA47-F61C7EAE2F50}" type="presOf" srcId="{D699CB34-9E47-44D4-BFD4-9F7917538BEB}" destId="{5C38A0F9-DA0C-4A37-8F62-CD092B203084}" srcOrd="0" destOrd="0" presId="urn:microsoft.com/office/officeart/2008/layout/LinedList"/>
    <dgm:cxn modelId="{09D823A1-3415-49A2-AA72-8918FFEA00F5}" type="presOf" srcId="{AA2DD32E-AA8C-43CA-B2DE-5C1AD73034FD}" destId="{865D55D3-01C8-4C75-A6C9-EEB38A6359FD}" srcOrd="0" destOrd="0" presId="urn:microsoft.com/office/officeart/2008/layout/LinedList"/>
    <dgm:cxn modelId="{12867F40-32FB-4F85-A992-DC0939FDC537}" srcId="{D503F479-9300-45C1-A059-B711D76E4C17}" destId="{E0E85E3D-B329-4304-BB7C-22626589E064}" srcOrd="0" destOrd="0" parTransId="{9701BB20-2AA3-4DA6-9FAF-ECA6E252961C}" sibTransId="{505011C9-2CBD-47C4-9A71-CE9FB581EA01}"/>
    <dgm:cxn modelId="{84AE733F-B114-4021-84D3-7424A8B3D629}" type="presOf" srcId="{D503F479-9300-45C1-A059-B711D76E4C17}" destId="{C86A0E3C-5ECA-48CA-804A-4ADA436E085F}" srcOrd="0" destOrd="0" presId="urn:microsoft.com/office/officeart/2008/layout/LinedList"/>
    <dgm:cxn modelId="{8B4A753C-6BC9-49DB-AD42-E3B897F3DDDB}" type="presOf" srcId="{E0E85E3D-B329-4304-BB7C-22626589E064}" destId="{30CD6F2C-9665-4D75-A1DD-B74AA73AC0E8}" srcOrd="0" destOrd="0" presId="urn:microsoft.com/office/officeart/2008/layout/LinedList"/>
    <dgm:cxn modelId="{B53A0EF1-F9C6-4933-9819-2211C6C79490}" type="presParOf" srcId="{C86A0E3C-5ECA-48CA-804A-4ADA436E085F}" destId="{A765EFAD-0C21-463B-81C1-AC8C15980142}" srcOrd="0" destOrd="0" presId="urn:microsoft.com/office/officeart/2008/layout/LinedList"/>
    <dgm:cxn modelId="{F4B72589-0C89-4F39-AE44-D09ADE37925E}" type="presParOf" srcId="{C86A0E3C-5ECA-48CA-804A-4ADA436E085F}" destId="{7C3B0F08-90D4-4ABE-875C-52DFA112F819}" srcOrd="1" destOrd="0" presId="urn:microsoft.com/office/officeart/2008/layout/LinedList"/>
    <dgm:cxn modelId="{A1B925EA-62DA-4065-A51F-0C679EB1C8BD}" type="presParOf" srcId="{7C3B0F08-90D4-4ABE-875C-52DFA112F819}" destId="{30CD6F2C-9665-4D75-A1DD-B74AA73AC0E8}" srcOrd="0" destOrd="0" presId="urn:microsoft.com/office/officeart/2008/layout/LinedList"/>
    <dgm:cxn modelId="{56581A4C-8EBD-44B2-8EDC-F85555BBB549}" type="presParOf" srcId="{7C3B0F08-90D4-4ABE-875C-52DFA112F819}" destId="{045F2E46-519B-429F-A32D-DCF28EB149B2}" srcOrd="1" destOrd="0" presId="urn:microsoft.com/office/officeart/2008/layout/LinedList"/>
    <dgm:cxn modelId="{C6CE3445-03F6-437E-9917-BD97810C247E}" type="presParOf" srcId="{045F2E46-519B-429F-A32D-DCF28EB149B2}" destId="{1770009D-D51D-4C96-912C-E5E14053F31B}" srcOrd="0" destOrd="0" presId="urn:microsoft.com/office/officeart/2008/layout/LinedList"/>
    <dgm:cxn modelId="{BAD3F69F-2BF9-4E25-8C41-13767427C9AA}" type="presParOf" srcId="{045F2E46-519B-429F-A32D-DCF28EB149B2}" destId="{D4FF0165-650D-4B08-B1F7-AA1034BD60B8}" srcOrd="1" destOrd="0" presId="urn:microsoft.com/office/officeart/2008/layout/LinedList"/>
    <dgm:cxn modelId="{61D412CE-7F40-4ABC-9861-47028241512D}" type="presParOf" srcId="{D4FF0165-650D-4B08-B1F7-AA1034BD60B8}" destId="{ADC18B60-D010-4E2A-A5FB-99D35282DA85}" srcOrd="0" destOrd="0" presId="urn:microsoft.com/office/officeart/2008/layout/LinedList"/>
    <dgm:cxn modelId="{C6259FAE-0D46-4A25-AF84-26EB9798154D}" type="presParOf" srcId="{D4FF0165-650D-4B08-B1F7-AA1034BD60B8}" destId="{5C38A0F9-DA0C-4A37-8F62-CD092B203084}" srcOrd="1" destOrd="0" presId="urn:microsoft.com/office/officeart/2008/layout/LinedList"/>
    <dgm:cxn modelId="{EF57F666-F466-4215-BAAB-6DA83735C8E0}" type="presParOf" srcId="{D4FF0165-650D-4B08-B1F7-AA1034BD60B8}" destId="{E967FA72-BB4D-4BCB-9A09-3AE825CBFAB2}" srcOrd="2" destOrd="0" presId="urn:microsoft.com/office/officeart/2008/layout/LinedList"/>
    <dgm:cxn modelId="{6828C0CB-F0F3-4636-B066-8175D52B56EB}" type="presParOf" srcId="{045F2E46-519B-429F-A32D-DCF28EB149B2}" destId="{E4BFC8FA-8A9E-4D67-BD6F-5442408F410A}" srcOrd="2" destOrd="0" presId="urn:microsoft.com/office/officeart/2008/layout/LinedList"/>
    <dgm:cxn modelId="{C41B4AFE-0054-4113-AF74-991437DEFB61}" type="presParOf" srcId="{045F2E46-519B-429F-A32D-DCF28EB149B2}" destId="{09BA9F29-1F3A-450D-B353-5BD00FEDC705}" srcOrd="3" destOrd="0" presId="urn:microsoft.com/office/officeart/2008/layout/LinedList"/>
    <dgm:cxn modelId="{9DA37E50-8779-4F08-B651-E488783FAE58}" type="presParOf" srcId="{045F2E46-519B-429F-A32D-DCF28EB149B2}" destId="{2211791C-E96C-41E8-826B-034FD9F4932A}" srcOrd="4" destOrd="0" presId="urn:microsoft.com/office/officeart/2008/layout/LinedList"/>
    <dgm:cxn modelId="{39E6181B-8F43-4F8F-825D-6B25E2E3AF7F}" type="presParOf" srcId="{2211791C-E96C-41E8-826B-034FD9F4932A}" destId="{FC97B801-93D6-44D6-BEEB-4AB9D3440036}" srcOrd="0" destOrd="0" presId="urn:microsoft.com/office/officeart/2008/layout/LinedList"/>
    <dgm:cxn modelId="{020810A9-386D-45C4-B3AC-72C8AD74F8FE}" type="presParOf" srcId="{2211791C-E96C-41E8-826B-034FD9F4932A}" destId="{865D55D3-01C8-4C75-A6C9-EEB38A6359FD}" srcOrd="1" destOrd="0" presId="urn:microsoft.com/office/officeart/2008/layout/LinedList"/>
    <dgm:cxn modelId="{711D9950-E1B6-4670-BFA9-2E304227F6C5}" type="presParOf" srcId="{2211791C-E96C-41E8-826B-034FD9F4932A}" destId="{E15FA3B7-2068-4A94-831B-D9DEEA2D451D}" srcOrd="2" destOrd="0" presId="urn:microsoft.com/office/officeart/2008/layout/LinedList"/>
    <dgm:cxn modelId="{7B68C999-9BA0-4D7B-87A4-EF14CCB8EFFC}" type="presParOf" srcId="{045F2E46-519B-429F-A32D-DCF28EB149B2}" destId="{6C17D737-074C-432A-8B9F-08C8E295A732}" srcOrd="5" destOrd="0" presId="urn:microsoft.com/office/officeart/2008/layout/LinedList"/>
    <dgm:cxn modelId="{2BD48E96-FB2D-4F34-9F60-6DD06A068510}" type="presParOf" srcId="{045F2E46-519B-429F-A32D-DCF28EB149B2}" destId="{AC780FBA-A0D9-476A-84F7-4A26B49960E5}" srcOrd="6" destOrd="0" presId="urn:microsoft.com/office/officeart/2008/layout/LinedList"/>
    <dgm:cxn modelId="{B99F0A57-27B6-4749-B331-3953AB49AD19}" type="presParOf" srcId="{045F2E46-519B-429F-A32D-DCF28EB149B2}" destId="{0AC4E94E-8C98-491F-9E94-ECE2E0FE8B4B}" srcOrd="7" destOrd="0" presId="urn:microsoft.com/office/officeart/2008/layout/LinedList"/>
    <dgm:cxn modelId="{36803744-C714-499A-9DCD-6796951F6A7D}" type="presParOf" srcId="{0AC4E94E-8C98-491F-9E94-ECE2E0FE8B4B}" destId="{77374546-EADB-459C-8731-B1E4AA1B6ECA}" srcOrd="0" destOrd="0" presId="urn:microsoft.com/office/officeart/2008/layout/LinedList"/>
    <dgm:cxn modelId="{6EA911AB-8BDA-4C30-AD1E-3D8D8F0A4937}" type="presParOf" srcId="{0AC4E94E-8C98-491F-9E94-ECE2E0FE8B4B}" destId="{E0F3CCC0-9C34-47B6-B4D8-27C4A900286B}" srcOrd="1" destOrd="0" presId="urn:microsoft.com/office/officeart/2008/layout/LinedList"/>
    <dgm:cxn modelId="{5AD479A0-F7F2-4DFF-B2E7-456E442056C4}" type="presParOf" srcId="{0AC4E94E-8C98-491F-9E94-ECE2E0FE8B4B}" destId="{6BC57C5C-C82C-42AE-B2FA-3E49656D7D15}" srcOrd="2" destOrd="0" presId="urn:microsoft.com/office/officeart/2008/layout/LinedList"/>
    <dgm:cxn modelId="{040C286C-4416-4A35-9617-B3A72ACCFBC9}" type="presParOf" srcId="{045F2E46-519B-429F-A32D-DCF28EB149B2}" destId="{71EB2230-CAE7-451C-B5C2-15FE5D7474B3}" srcOrd="8" destOrd="0" presId="urn:microsoft.com/office/officeart/2008/layout/LinedList"/>
    <dgm:cxn modelId="{4185AA0C-84C1-41BA-A121-AF9A0B3FAFB4}" type="presParOf" srcId="{045F2E46-519B-429F-A32D-DCF28EB149B2}" destId="{F32BF865-BC4A-43EB-BA19-9CECB0F314B2}" srcOrd="9"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65BCA3F-954F-4F66-9958-DF5289237A1C}" type="doc">
      <dgm:prSet loTypeId="urn:microsoft.com/office/officeart/2005/8/layout/vList5" loCatId="list" qsTypeId="urn:microsoft.com/office/officeart/2005/8/quickstyle/simple1" qsCatId="simple" csTypeId="urn:microsoft.com/office/officeart/2005/8/colors/colorful2" csCatId="colorful" phldr="1"/>
      <dgm:spPr/>
      <dgm:t>
        <a:bodyPr/>
        <a:lstStyle/>
        <a:p>
          <a:endParaRPr lang="en-US"/>
        </a:p>
      </dgm:t>
    </dgm:pt>
    <dgm:pt modelId="{429C756D-418F-419C-9E8C-47063F4BB38C}">
      <dgm:prSet phldrT="[Text]" custT="1"/>
      <dgm:spPr/>
      <dgm:t>
        <a:bodyPr/>
        <a:lstStyle/>
        <a:p>
          <a:r>
            <a:rPr kumimoji="0" lang="en-US" sz="1400" b="1" i="0" u="none" strike="noStrike" cap="none" spc="0" normalizeH="0" baseline="0" noProof="0" dirty="0" smtClean="0">
              <a:ln>
                <a:noFill/>
              </a:ln>
              <a:solidFill>
                <a:schemeClr val="bg1"/>
              </a:solidFill>
              <a:effectLst/>
              <a:uLnTx/>
              <a:uFillTx/>
              <a:latin typeface="Verdana"/>
              <a:ea typeface="+mn-ea"/>
              <a:cs typeface="+mn-cs"/>
            </a:rPr>
            <a:t>Airports Authority of </a:t>
          </a:r>
        </a:p>
        <a:p>
          <a:pPr rtl="0"/>
          <a:r>
            <a:rPr kumimoji="0" lang="en-US" sz="1400" b="1" i="0" u="none" strike="noStrike" cap="none" spc="0" normalizeH="0" baseline="0" noProof="0" dirty="0" smtClean="0">
              <a:ln>
                <a:noFill/>
              </a:ln>
              <a:solidFill>
                <a:schemeClr val="bg1"/>
              </a:solidFill>
              <a:effectLst/>
              <a:uLnTx/>
              <a:uFillTx/>
              <a:latin typeface="Verdana"/>
              <a:ea typeface="+mn-ea"/>
              <a:cs typeface="+mn-cs"/>
            </a:rPr>
            <a:t>India Act, 1994</a:t>
          </a:r>
          <a:endParaRPr lang="en-US" sz="1400" dirty="0">
            <a:solidFill>
              <a:schemeClr val="bg1"/>
            </a:solidFill>
          </a:endParaRPr>
        </a:p>
      </dgm:t>
    </dgm:pt>
    <dgm:pt modelId="{8AAD876C-ADE6-404F-A3AC-B4433ECF8959}" type="parTrans" cxnId="{9AB99A48-3037-480A-A9C9-6B9C8A4CD71A}">
      <dgm:prSet/>
      <dgm:spPr/>
      <dgm:t>
        <a:bodyPr/>
        <a:lstStyle/>
        <a:p>
          <a:endParaRPr lang="en-US" sz="1200"/>
        </a:p>
      </dgm:t>
    </dgm:pt>
    <dgm:pt modelId="{B80A8A83-EF99-4AD4-B6DC-B119A092BC88}" type="sibTrans" cxnId="{9AB99A48-3037-480A-A9C9-6B9C8A4CD71A}">
      <dgm:prSet/>
      <dgm:spPr/>
      <dgm:t>
        <a:bodyPr/>
        <a:lstStyle/>
        <a:p>
          <a:endParaRPr lang="en-US" sz="1200"/>
        </a:p>
      </dgm:t>
    </dgm:pt>
    <dgm:pt modelId="{6186D695-5848-47AA-BE36-6F3C4481BF91}">
      <dgm:prSet phldrT="[Text]" custT="1"/>
      <dgm:spPr/>
      <dgm:t>
        <a:bodyPr/>
        <a:lstStyle/>
        <a:p>
          <a:r>
            <a:rPr lang="en-US" sz="1050" dirty="0" smtClean="0"/>
            <a:t>This Act provides the legal framework for airport privatization.</a:t>
          </a:r>
          <a:endParaRPr lang="en-US" sz="1050" dirty="0"/>
        </a:p>
      </dgm:t>
    </dgm:pt>
    <dgm:pt modelId="{AF432758-6A0F-47EE-9CE7-0A1B8B6ACC31}" type="parTrans" cxnId="{46C73EB2-4E27-4E74-88F0-04D57905E6F0}">
      <dgm:prSet/>
      <dgm:spPr/>
      <dgm:t>
        <a:bodyPr/>
        <a:lstStyle/>
        <a:p>
          <a:endParaRPr lang="en-US" sz="1200"/>
        </a:p>
      </dgm:t>
    </dgm:pt>
    <dgm:pt modelId="{90F427DF-86E6-45EC-811D-609688B91B95}" type="sibTrans" cxnId="{46C73EB2-4E27-4E74-88F0-04D57905E6F0}">
      <dgm:prSet/>
      <dgm:spPr/>
      <dgm:t>
        <a:bodyPr/>
        <a:lstStyle/>
        <a:p>
          <a:endParaRPr lang="en-US" sz="1200"/>
        </a:p>
      </dgm:t>
    </dgm:pt>
    <dgm:pt modelId="{3B5F590D-F2C5-4AF0-995B-997A5495089E}">
      <dgm:prSet phldrT="[Text]" custT="1"/>
      <dgm:spPr/>
      <dgm:t>
        <a:bodyPr/>
        <a:lstStyle/>
        <a:p>
          <a:r>
            <a:rPr kumimoji="0" lang="en-US" sz="1400" b="1" i="0" u="none" strike="noStrike" cap="none" spc="0" normalizeH="0" baseline="0" noProof="0" dirty="0" smtClean="0">
              <a:ln>
                <a:noFill/>
              </a:ln>
              <a:solidFill>
                <a:schemeClr val="bg1"/>
              </a:solidFill>
              <a:effectLst/>
              <a:uLnTx/>
              <a:uFillTx/>
              <a:latin typeface="Verdana"/>
              <a:ea typeface="+mn-ea"/>
              <a:cs typeface="+mn-cs"/>
            </a:rPr>
            <a:t>Airports Economic </a:t>
          </a:r>
        </a:p>
        <a:p>
          <a:pPr rtl="0"/>
          <a:r>
            <a:rPr kumimoji="0" lang="en-US" sz="1400" b="1" i="0" u="none" strike="noStrike" cap="none" spc="0" normalizeH="0" baseline="0" noProof="0" dirty="0" smtClean="0">
              <a:ln>
                <a:noFill/>
              </a:ln>
              <a:solidFill>
                <a:schemeClr val="bg1"/>
              </a:solidFill>
              <a:effectLst/>
              <a:uLnTx/>
              <a:uFillTx/>
              <a:latin typeface="Verdana"/>
              <a:ea typeface="+mn-ea"/>
              <a:cs typeface="+mn-cs"/>
            </a:rPr>
            <a:t>Regulatory Authority </a:t>
          </a:r>
        </a:p>
        <a:p>
          <a:pPr rtl="0"/>
          <a:r>
            <a:rPr kumimoji="0" lang="en-US" sz="1400" b="1" i="0" u="none" strike="noStrike" cap="none" spc="0" normalizeH="0" baseline="0" noProof="0" dirty="0" smtClean="0">
              <a:ln>
                <a:noFill/>
              </a:ln>
              <a:solidFill>
                <a:schemeClr val="bg1"/>
              </a:solidFill>
              <a:effectLst/>
              <a:uLnTx/>
              <a:uFillTx/>
              <a:latin typeface="Verdana"/>
              <a:ea typeface="+mn-ea"/>
              <a:cs typeface="+mn-cs"/>
            </a:rPr>
            <a:t>Act, 2008</a:t>
          </a:r>
          <a:endParaRPr lang="en-US" sz="1400" dirty="0">
            <a:solidFill>
              <a:schemeClr val="bg1"/>
            </a:solidFill>
          </a:endParaRPr>
        </a:p>
      </dgm:t>
    </dgm:pt>
    <dgm:pt modelId="{33C3DC99-95B8-4086-B69F-DBD7A2979C28}" type="parTrans" cxnId="{400452B7-6D7E-40AF-B217-A781D2B57986}">
      <dgm:prSet/>
      <dgm:spPr/>
      <dgm:t>
        <a:bodyPr/>
        <a:lstStyle/>
        <a:p>
          <a:endParaRPr lang="en-US" sz="1200"/>
        </a:p>
      </dgm:t>
    </dgm:pt>
    <dgm:pt modelId="{6B65D45D-ECF0-4874-8217-E074236FFDDB}" type="sibTrans" cxnId="{400452B7-6D7E-40AF-B217-A781D2B57986}">
      <dgm:prSet/>
      <dgm:spPr/>
      <dgm:t>
        <a:bodyPr/>
        <a:lstStyle/>
        <a:p>
          <a:endParaRPr lang="en-US" sz="1200"/>
        </a:p>
      </dgm:t>
    </dgm:pt>
    <dgm:pt modelId="{320CDADE-0B02-4CA4-8C56-86BF1604800B}">
      <dgm:prSet phldrT="[Text]" custT="1"/>
      <dgm:spPr/>
      <dgm:t>
        <a:bodyPr/>
        <a:lstStyle/>
        <a:p>
          <a:r>
            <a:rPr lang="en-US" sz="1050" dirty="0" smtClean="0"/>
            <a:t>The Airport Economic Regulatory Authority (AERA) is an autonomous body established in 2009 under the aegis of the AERA Act. </a:t>
          </a:r>
          <a:endParaRPr lang="en-US" sz="1050" dirty="0"/>
        </a:p>
      </dgm:t>
    </dgm:pt>
    <dgm:pt modelId="{ECF3E287-AAA9-426A-A45A-FE5725BD8AE3}" type="parTrans" cxnId="{CEAB32A1-A191-4C6D-BC69-DFA526A27AFE}">
      <dgm:prSet/>
      <dgm:spPr/>
      <dgm:t>
        <a:bodyPr/>
        <a:lstStyle/>
        <a:p>
          <a:endParaRPr lang="en-US" sz="1200"/>
        </a:p>
      </dgm:t>
    </dgm:pt>
    <dgm:pt modelId="{B3F752D9-EA39-44E1-9929-17DB674BE2E4}" type="sibTrans" cxnId="{CEAB32A1-A191-4C6D-BC69-DFA526A27AFE}">
      <dgm:prSet/>
      <dgm:spPr/>
      <dgm:t>
        <a:bodyPr/>
        <a:lstStyle/>
        <a:p>
          <a:endParaRPr lang="en-US" sz="1200"/>
        </a:p>
      </dgm:t>
    </dgm:pt>
    <dgm:pt modelId="{D38287AD-4964-47DF-B50F-12B88BDB3537}">
      <dgm:prSet phldrT="[Text]" custT="1"/>
      <dgm:spPr/>
      <dgm:t>
        <a:bodyPr/>
        <a:lstStyle/>
        <a:p>
          <a:r>
            <a:rPr kumimoji="0" lang="en-US" sz="1400" b="1" i="0" u="none" strike="noStrike" cap="none" spc="0" normalizeH="0" baseline="0" noProof="0" dirty="0" smtClean="0">
              <a:ln>
                <a:noFill/>
              </a:ln>
              <a:solidFill>
                <a:schemeClr val="bg1"/>
              </a:solidFill>
              <a:effectLst/>
              <a:uLnTx/>
              <a:uFillTx/>
              <a:latin typeface="Verdana"/>
              <a:ea typeface="+mn-ea"/>
              <a:cs typeface="+mn-cs"/>
            </a:rPr>
            <a:t>Policy on Airport </a:t>
          </a:r>
        </a:p>
        <a:p>
          <a:pPr rtl="0"/>
          <a:r>
            <a:rPr kumimoji="0" lang="en-US" sz="1400" b="1" i="0" u="none" strike="noStrike" cap="none" spc="0" normalizeH="0" baseline="0" noProof="0" dirty="0" smtClean="0">
              <a:ln>
                <a:noFill/>
              </a:ln>
              <a:solidFill>
                <a:schemeClr val="bg1"/>
              </a:solidFill>
              <a:effectLst/>
              <a:uLnTx/>
              <a:uFillTx/>
              <a:latin typeface="Verdana"/>
              <a:ea typeface="+mn-ea"/>
              <a:cs typeface="+mn-cs"/>
            </a:rPr>
            <a:t>Infrastructure of </a:t>
          </a:r>
        </a:p>
        <a:p>
          <a:pPr rtl="0"/>
          <a:r>
            <a:rPr kumimoji="0" lang="en-US" sz="1400" b="1" i="0" u="none" strike="noStrike" cap="none" spc="0" normalizeH="0" baseline="0" noProof="0" dirty="0" smtClean="0">
              <a:ln>
                <a:noFill/>
              </a:ln>
              <a:solidFill>
                <a:schemeClr val="bg1"/>
              </a:solidFill>
              <a:effectLst/>
              <a:uLnTx/>
              <a:uFillTx/>
              <a:latin typeface="Verdana"/>
              <a:ea typeface="+mn-ea"/>
              <a:cs typeface="+mn-cs"/>
            </a:rPr>
            <a:t>India, 2011</a:t>
          </a:r>
          <a:endParaRPr lang="en-US" sz="1400" dirty="0">
            <a:solidFill>
              <a:schemeClr val="bg1"/>
            </a:solidFill>
          </a:endParaRPr>
        </a:p>
      </dgm:t>
    </dgm:pt>
    <dgm:pt modelId="{2E392583-15E7-48D8-8541-6031D1AC54EB}" type="parTrans" cxnId="{7AF5A0B8-CB2D-4BE8-A935-7673E9E8984A}">
      <dgm:prSet/>
      <dgm:spPr/>
      <dgm:t>
        <a:bodyPr/>
        <a:lstStyle/>
        <a:p>
          <a:endParaRPr lang="en-US" sz="1200"/>
        </a:p>
      </dgm:t>
    </dgm:pt>
    <dgm:pt modelId="{7DA17115-7E49-471D-B865-54571192746F}" type="sibTrans" cxnId="{7AF5A0B8-CB2D-4BE8-A935-7673E9E8984A}">
      <dgm:prSet/>
      <dgm:spPr/>
      <dgm:t>
        <a:bodyPr/>
        <a:lstStyle/>
        <a:p>
          <a:endParaRPr lang="en-US" sz="1200"/>
        </a:p>
      </dgm:t>
    </dgm:pt>
    <dgm:pt modelId="{EA84C9DC-D508-4779-B015-234704048130}">
      <dgm:prSet phldrT="[Text]" custT="1"/>
      <dgm:spPr/>
      <dgm:t>
        <a:bodyPr/>
        <a:lstStyle/>
        <a:p>
          <a:r>
            <a:rPr lang="en-US" sz="1050" dirty="0" smtClean="0"/>
            <a:t>Objective of the policy is to:</a:t>
          </a:r>
          <a:endParaRPr lang="en-US" sz="1050" dirty="0"/>
        </a:p>
      </dgm:t>
    </dgm:pt>
    <dgm:pt modelId="{BAEDE7CE-85A0-4C50-B0A7-DB76B4609C2C}" type="parTrans" cxnId="{3B48EE15-FFD2-4FB1-A707-C8389B9DA228}">
      <dgm:prSet/>
      <dgm:spPr/>
      <dgm:t>
        <a:bodyPr/>
        <a:lstStyle/>
        <a:p>
          <a:endParaRPr lang="en-US" sz="1200"/>
        </a:p>
      </dgm:t>
    </dgm:pt>
    <dgm:pt modelId="{345BE5C5-5D44-4F43-BC3C-48B51B2DBBC8}" type="sibTrans" cxnId="{3B48EE15-FFD2-4FB1-A707-C8389B9DA228}">
      <dgm:prSet/>
      <dgm:spPr/>
      <dgm:t>
        <a:bodyPr/>
        <a:lstStyle/>
        <a:p>
          <a:endParaRPr lang="en-US" sz="1200"/>
        </a:p>
      </dgm:t>
    </dgm:pt>
    <dgm:pt modelId="{D43BEEB3-B0E1-471B-BD7F-6CEA7C7A0F4C}">
      <dgm:prSet custT="1"/>
      <dgm:spPr/>
      <dgm:t>
        <a:bodyPr/>
        <a:lstStyle/>
        <a:p>
          <a:r>
            <a:rPr lang="en-US" sz="1050" dirty="0" smtClean="0"/>
            <a:t>As per the Act it shall be the function of AAI to manage the airports, the civil enclaves and the aeronautical communication stations efficiently.</a:t>
          </a:r>
          <a:endParaRPr lang="en-US" sz="1050" dirty="0"/>
        </a:p>
      </dgm:t>
    </dgm:pt>
    <dgm:pt modelId="{431A4E0E-E7FF-4A16-A69F-17F15AEED848}" type="parTrans" cxnId="{B89AAC5F-04E2-4B97-8CE3-AAA7759E6EAC}">
      <dgm:prSet/>
      <dgm:spPr/>
      <dgm:t>
        <a:bodyPr/>
        <a:lstStyle/>
        <a:p>
          <a:endParaRPr lang="en-US"/>
        </a:p>
      </dgm:t>
    </dgm:pt>
    <dgm:pt modelId="{3B2B6A65-6808-4CA5-869F-A980CADFEA91}" type="sibTrans" cxnId="{B89AAC5F-04E2-4B97-8CE3-AAA7759E6EAC}">
      <dgm:prSet/>
      <dgm:spPr/>
      <dgm:t>
        <a:bodyPr/>
        <a:lstStyle/>
        <a:p>
          <a:endParaRPr lang="en-US"/>
        </a:p>
      </dgm:t>
    </dgm:pt>
    <dgm:pt modelId="{7901712A-8480-4355-988E-3A50FEFCB08F}">
      <dgm:prSet custT="1"/>
      <dgm:spPr/>
      <dgm:t>
        <a:bodyPr/>
        <a:lstStyle/>
        <a:p>
          <a:r>
            <a:rPr lang="en-US" sz="1050" smtClean="0"/>
            <a:t>It is the duty of AAI to provide air traffic service and air transport service at any airport and civil enclaves.</a:t>
          </a:r>
          <a:endParaRPr lang="en-US" sz="1050"/>
        </a:p>
      </dgm:t>
    </dgm:pt>
    <dgm:pt modelId="{EEC2E0C2-D7B4-406D-81CA-8158DAE7CF0E}" type="parTrans" cxnId="{7D2C67C1-4087-4027-A889-B2C585EA2638}">
      <dgm:prSet/>
      <dgm:spPr/>
      <dgm:t>
        <a:bodyPr/>
        <a:lstStyle/>
        <a:p>
          <a:endParaRPr lang="en-US"/>
        </a:p>
      </dgm:t>
    </dgm:pt>
    <dgm:pt modelId="{7B71CB9E-72E1-401B-8FED-C071CC8A562D}" type="sibTrans" cxnId="{7D2C67C1-4087-4027-A889-B2C585EA2638}">
      <dgm:prSet/>
      <dgm:spPr/>
      <dgm:t>
        <a:bodyPr/>
        <a:lstStyle/>
        <a:p>
          <a:endParaRPr lang="en-US"/>
        </a:p>
      </dgm:t>
    </dgm:pt>
    <dgm:pt modelId="{190BDE01-2195-496B-80BA-B36426F18027}">
      <dgm:prSet custT="1"/>
      <dgm:spPr/>
      <dgm:t>
        <a:bodyPr/>
        <a:lstStyle/>
        <a:p>
          <a:r>
            <a:rPr lang="en-US" sz="1050" smtClean="0"/>
            <a:t>This Act allows the AAI to assist in the establishment of private airports by way of technical, financial or other assistance. </a:t>
          </a:r>
          <a:endParaRPr lang="en-US" sz="1050"/>
        </a:p>
      </dgm:t>
    </dgm:pt>
    <dgm:pt modelId="{96131BB9-1A2A-427C-A67C-1568ED146D17}" type="parTrans" cxnId="{4282CDC2-73E4-4B6E-917E-6C7BBB7045B5}">
      <dgm:prSet/>
      <dgm:spPr/>
      <dgm:t>
        <a:bodyPr/>
        <a:lstStyle/>
        <a:p>
          <a:endParaRPr lang="en-US"/>
        </a:p>
      </dgm:t>
    </dgm:pt>
    <dgm:pt modelId="{3261503D-F117-44AE-A929-61CBB755F5DF}" type="sibTrans" cxnId="{4282CDC2-73E4-4B6E-917E-6C7BBB7045B5}">
      <dgm:prSet/>
      <dgm:spPr/>
      <dgm:t>
        <a:bodyPr/>
        <a:lstStyle/>
        <a:p>
          <a:endParaRPr lang="en-US"/>
        </a:p>
      </dgm:t>
    </dgm:pt>
    <dgm:pt modelId="{C65675E3-54C1-4F23-9135-CFF257B179CF}">
      <dgm:prSet custT="1"/>
      <dgm:spPr/>
      <dgm:t>
        <a:bodyPr/>
        <a:lstStyle/>
        <a:p>
          <a:r>
            <a:rPr lang="en-US" sz="1050" dirty="0" smtClean="0"/>
            <a:t>The premises of an airport may be leased out in interest of better management.</a:t>
          </a:r>
          <a:endParaRPr lang="en-US" sz="1050" dirty="0"/>
        </a:p>
      </dgm:t>
    </dgm:pt>
    <dgm:pt modelId="{654E2553-E70F-4543-B6AE-26468404C6E5}" type="parTrans" cxnId="{EA315AF1-E61B-4DD4-BE3F-69B81FD7A5A9}">
      <dgm:prSet/>
      <dgm:spPr/>
      <dgm:t>
        <a:bodyPr/>
        <a:lstStyle/>
        <a:p>
          <a:endParaRPr lang="en-US"/>
        </a:p>
      </dgm:t>
    </dgm:pt>
    <dgm:pt modelId="{AB97A491-4C66-4CBB-95A1-BAA81A945080}" type="sibTrans" cxnId="{EA315AF1-E61B-4DD4-BE3F-69B81FD7A5A9}">
      <dgm:prSet/>
      <dgm:spPr/>
      <dgm:t>
        <a:bodyPr/>
        <a:lstStyle/>
        <a:p>
          <a:endParaRPr lang="en-US"/>
        </a:p>
      </dgm:t>
    </dgm:pt>
    <dgm:pt modelId="{1CDFEF0B-9988-4308-BF98-5C10918F436B}">
      <dgm:prSet custT="1"/>
      <dgm:spPr/>
      <dgm:t>
        <a:bodyPr/>
        <a:lstStyle/>
        <a:p>
          <a:r>
            <a:rPr lang="en-US" sz="1050" dirty="0" smtClean="0"/>
            <a:t>The functions of AERA include fixing, reviewing and approving tariff structure for the aeronautical services and users’ fees which may be levied by the service providers for airport development and monitoring prescribed performance standards relating to quality, continuity and reliability of service.</a:t>
          </a:r>
          <a:endParaRPr lang="en-US" sz="1050" dirty="0"/>
        </a:p>
      </dgm:t>
    </dgm:pt>
    <dgm:pt modelId="{A47D3640-4BDF-4021-9444-82B637ADCACF}" type="parTrans" cxnId="{7AED4AC8-79B1-4963-AB03-10DAE8A5F2BE}">
      <dgm:prSet/>
      <dgm:spPr/>
      <dgm:t>
        <a:bodyPr/>
        <a:lstStyle/>
        <a:p>
          <a:endParaRPr lang="en-US"/>
        </a:p>
      </dgm:t>
    </dgm:pt>
    <dgm:pt modelId="{00B16D2F-3752-4F5A-8A22-C5911BBF5D5C}" type="sibTrans" cxnId="{7AED4AC8-79B1-4963-AB03-10DAE8A5F2BE}">
      <dgm:prSet/>
      <dgm:spPr/>
      <dgm:t>
        <a:bodyPr/>
        <a:lstStyle/>
        <a:p>
          <a:endParaRPr lang="en-US"/>
        </a:p>
      </dgm:t>
    </dgm:pt>
    <dgm:pt modelId="{42AD1AFF-6175-4BDC-A311-CC297FC9474C}">
      <dgm:prSet custT="1"/>
      <dgm:spPr/>
      <dgm:t>
        <a:bodyPr/>
        <a:lstStyle/>
        <a:p>
          <a:r>
            <a:rPr lang="en-US" sz="1050" dirty="0" smtClean="0"/>
            <a:t>The AERA Act also provides for the constitution of a tribunal to adjudicate dispute between two or more providers of aeronautical services, and between a service provider and a group of consumers.</a:t>
          </a:r>
          <a:endParaRPr lang="en-US" sz="1050" dirty="0"/>
        </a:p>
      </dgm:t>
    </dgm:pt>
    <dgm:pt modelId="{01D595C6-EE30-448B-AF77-6BF51D864008}" type="parTrans" cxnId="{E5BFD8B5-8CE6-46A2-A711-1659C4229FD7}">
      <dgm:prSet/>
      <dgm:spPr/>
      <dgm:t>
        <a:bodyPr/>
        <a:lstStyle/>
        <a:p>
          <a:endParaRPr lang="en-US"/>
        </a:p>
      </dgm:t>
    </dgm:pt>
    <dgm:pt modelId="{BDF79BAE-1C2A-4228-A0A0-2366AC5DEFA5}" type="sibTrans" cxnId="{E5BFD8B5-8CE6-46A2-A711-1659C4229FD7}">
      <dgm:prSet/>
      <dgm:spPr/>
      <dgm:t>
        <a:bodyPr/>
        <a:lstStyle/>
        <a:p>
          <a:endParaRPr lang="en-US"/>
        </a:p>
      </dgm:t>
    </dgm:pt>
    <dgm:pt modelId="{F9723742-C544-495F-BB1B-C1EDDC9055B9}">
      <dgm:prSet custT="1"/>
      <dgm:spPr/>
      <dgm:t>
        <a:bodyPr/>
        <a:lstStyle/>
        <a:p>
          <a:r>
            <a:rPr lang="en-US" sz="1050" smtClean="0"/>
            <a:t>provide a boost to international trade and tourism,</a:t>
          </a:r>
          <a:endParaRPr lang="en-US" sz="1050"/>
        </a:p>
      </dgm:t>
    </dgm:pt>
    <dgm:pt modelId="{2A2E84AE-A2CA-45B6-BE9F-E5D951987EDB}" type="parTrans" cxnId="{BB201682-DD1F-48F1-A34A-EE2017BF06F0}">
      <dgm:prSet/>
      <dgm:spPr/>
      <dgm:t>
        <a:bodyPr/>
        <a:lstStyle/>
        <a:p>
          <a:endParaRPr lang="en-US"/>
        </a:p>
      </dgm:t>
    </dgm:pt>
    <dgm:pt modelId="{A9E8ECE3-21A6-4966-A752-5033BBD5AF8D}" type="sibTrans" cxnId="{BB201682-DD1F-48F1-A34A-EE2017BF06F0}">
      <dgm:prSet/>
      <dgm:spPr/>
      <dgm:t>
        <a:bodyPr/>
        <a:lstStyle/>
        <a:p>
          <a:endParaRPr lang="en-US"/>
        </a:p>
      </dgm:t>
    </dgm:pt>
    <dgm:pt modelId="{51F7341F-B52F-4C40-AF64-CA3BE917D104}">
      <dgm:prSet custT="1"/>
      <dgm:spPr/>
      <dgm:t>
        <a:bodyPr/>
        <a:lstStyle/>
        <a:p>
          <a:r>
            <a:rPr lang="en-US" sz="1050" smtClean="0"/>
            <a:t>provide airport capacity ahead of demand, which includes development of Greenfield airports,</a:t>
          </a:r>
          <a:endParaRPr lang="en-US" sz="1050"/>
        </a:p>
      </dgm:t>
    </dgm:pt>
    <dgm:pt modelId="{54B8AAA2-1D34-4E36-8AF1-C830F6C6DE49}" type="parTrans" cxnId="{3C67EF94-1222-4E70-9188-4A163F0D0138}">
      <dgm:prSet/>
      <dgm:spPr/>
      <dgm:t>
        <a:bodyPr/>
        <a:lstStyle/>
        <a:p>
          <a:endParaRPr lang="en-US"/>
        </a:p>
      </dgm:t>
    </dgm:pt>
    <dgm:pt modelId="{6AE18DDA-BB10-428C-B944-D7F7C727BF05}" type="sibTrans" cxnId="{3C67EF94-1222-4E70-9188-4A163F0D0138}">
      <dgm:prSet/>
      <dgm:spPr/>
      <dgm:t>
        <a:bodyPr/>
        <a:lstStyle/>
        <a:p>
          <a:endParaRPr lang="en-US"/>
        </a:p>
      </dgm:t>
    </dgm:pt>
    <dgm:pt modelId="{535DB766-D4AC-434B-9E5F-2C9B79E7FF73}">
      <dgm:prSet custT="1"/>
      <dgm:spPr/>
      <dgm:t>
        <a:bodyPr/>
        <a:lstStyle/>
        <a:p>
          <a:r>
            <a:rPr lang="en-US" sz="1050" smtClean="0"/>
            <a:t>enhance airport facilities,</a:t>
          </a:r>
          <a:endParaRPr lang="en-US" sz="1050"/>
        </a:p>
      </dgm:t>
    </dgm:pt>
    <dgm:pt modelId="{31733A74-041A-4C26-BBF3-69AE3BEAC54F}" type="parTrans" cxnId="{49B43C10-2BB0-457A-88DA-FB118540D226}">
      <dgm:prSet/>
      <dgm:spPr/>
      <dgm:t>
        <a:bodyPr/>
        <a:lstStyle/>
        <a:p>
          <a:endParaRPr lang="en-US"/>
        </a:p>
      </dgm:t>
    </dgm:pt>
    <dgm:pt modelId="{58AEB943-3E6E-41F9-80EC-D600D58FF9D5}" type="sibTrans" cxnId="{49B43C10-2BB0-457A-88DA-FB118540D226}">
      <dgm:prSet/>
      <dgm:spPr/>
      <dgm:t>
        <a:bodyPr/>
        <a:lstStyle/>
        <a:p>
          <a:endParaRPr lang="en-US"/>
        </a:p>
      </dgm:t>
    </dgm:pt>
    <dgm:pt modelId="{C0EBC40E-E907-4A7E-8B52-AF6F525CAA42}">
      <dgm:prSet custT="1"/>
      <dgm:spPr/>
      <dgm:t>
        <a:bodyPr/>
        <a:lstStyle/>
        <a:p>
          <a:r>
            <a:rPr lang="en-US" sz="1050" smtClean="0"/>
            <a:t>ensure total safety and security of aircraft operations,</a:t>
          </a:r>
          <a:endParaRPr lang="en-US" sz="1050"/>
        </a:p>
      </dgm:t>
    </dgm:pt>
    <dgm:pt modelId="{C7EEC219-ABF8-412E-A0A8-8C5EC8ED08DF}" type="parTrans" cxnId="{B170E8FC-01BE-491F-A10B-184905BA43F1}">
      <dgm:prSet/>
      <dgm:spPr/>
      <dgm:t>
        <a:bodyPr/>
        <a:lstStyle/>
        <a:p>
          <a:endParaRPr lang="en-US"/>
        </a:p>
      </dgm:t>
    </dgm:pt>
    <dgm:pt modelId="{C7B6FCEB-E65A-4A5F-9985-8627BB2A337C}" type="sibTrans" cxnId="{B170E8FC-01BE-491F-A10B-184905BA43F1}">
      <dgm:prSet/>
      <dgm:spPr/>
      <dgm:t>
        <a:bodyPr/>
        <a:lstStyle/>
        <a:p>
          <a:endParaRPr lang="en-US"/>
        </a:p>
      </dgm:t>
    </dgm:pt>
    <dgm:pt modelId="{BE7AD713-BDAB-439C-93AA-55FB1EE1AE08}">
      <dgm:prSet custT="1"/>
      <dgm:spPr/>
      <dgm:t>
        <a:bodyPr/>
        <a:lstStyle/>
        <a:p>
          <a:r>
            <a:rPr lang="en-US" sz="1050" smtClean="0"/>
            <a:t>provide multi-modal linkages,</a:t>
          </a:r>
          <a:endParaRPr lang="en-US" sz="1050"/>
        </a:p>
      </dgm:t>
    </dgm:pt>
    <dgm:pt modelId="{F8F04376-805A-42ED-82FF-FC4090233A91}" type="parTrans" cxnId="{86D81B71-652E-48A3-85B5-B2A3EEC7C1B3}">
      <dgm:prSet/>
      <dgm:spPr/>
      <dgm:t>
        <a:bodyPr/>
        <a:lstStyle/>
        <a:p>
          <a:endParaRPr lang="en-US"/>
        </a:p>
      </dgm:t>
    </dgm:pt>
    <dgm:pt modelId="{E491F4ED-270B-4B66-A287-AE236A97B700}" type="sibTrans" cxnId="{86D81B71-652E-48A3-85B5-B2A3EEC7C1B3}">
      <dgm:prSet/>
      <dgm:spPr/>
      <dgm:t>
        <a:bodyPr/>
        <a:lstStyle/>
        <a:p>
          <a:endParaRPr lang="en-US"/>
        </a:p>
      </dgm:t>
    </dgm:pt>
    <dgm:pt modelId="{188921DE-6815-4D7E-BEC7-A7753F4756C7}">
      <dgm:prSet custT="1"/>
      <dgm:spPr/>
      <dgm:t>
        <a:bodyPr/>
        <a:lstStyle/>
        <a:p>
          <a:r>
            <a:rPr lang="en-US" sz="1050" smtClean="0"/>
            <a:t>provide a market orientation to the present structure by bringing in private sector participation and</a:t>
          </a:r>
          <a:endParaRPr lang="en-US" sz="1050"/>
        </a:p>
      </dgm:t>
    </dgm:pt>
    <dgm:pt modelId="{BE245701-E010-4793-B3DF-046427B31D31}" type="parTrans" cxnId="{A96E6AA4-2EE3-4605-B851-CDA383F7D2BB}">
      <dgm:prSet/>
      <dgm:spPr/>
      <dgm:t>
        <a:bodyPr/>
        <a:lstStyle/>
        <a:p>
          <a:endParaRPr lang="en-US"/>
        </a:p>
      </dgm:t>
    </dgm:pt>
    <dgm:pt modelId="{197DE8A2-6ABA-407D-9380-B50A216C84C2}" type="sibTrans" cxnId="{A96E6AA4-2EE3-4605-B851-CDA383F7D2BB}">
      <dgm:prSet/>
      <dgm:spPr/>
      <dgm:t>
        <a:bodyPr/>
        <a:lstStyle/>
        <a:p>
          <a:endParaRPr lang="en-US"/>
        </a:p>
      </dgm:t>
    </dgm:pt>
    <dgm:pt modelId="{02612DE1-9D2B-41B1-BBD3-57B6F87C590A}">
      <dgm:prSet custT="1"/>
      <dgm:spPr/>
      <dgm:t>
        <a:bodyPr/>
        <a:lstStyle/>
        <a:p>
          <a:r>
            <a:rPr lang="en-US" sz="1050" dirty="0" smtClean="0"/>
            <a:t>foster the development of a strong airport infrastructure.</a:t>
          </a:r>
          <a:endParaRPr lang="en-US" sz="1050" dirty="0"/>
        </a:p>
      </dgm:t>
    </dgm:pt>
    <dgm:pt modelId="{418BB261-89EB-48B2-9055-E9F36A6BD3FC}" type="parTrans" cxnId="{F791680D-F2A2-4A57-A824-A22E2624254A}">
      <dgm:prSet/>
      <dgm:spPr/>
      <dgm:t>
        <a:bodyPr/>
        <a:lstStyle/>
        <a:p>
          <a:endParaRPr lang="en-US"/>
        </a:p>
      </dgm:t>
    </dgm:pt>
    <dgm:pt modelId="{0F2A6F25-EC20-4B3F-82AE-6D3987CD9100}" type="sibTrans" cxnId="{F791680D-F2A2-4A57-A824-A22E2624254A}">
      <dgm:prSet/>
      <dgm:spPr/>
      <dgm:t>
        <a:bodyPr/>
        <a:lstStyle/>
        <a:p>
          <a:endParaRPr lang="en-US"/>
        </a:p>
      </dgm:t>
    </dgm:pt>
    <dgm:pt modelId="{AD3A47B5-6FEB-4AEB-BA5D-AF62231A6F1E}" type="pres">
      <dgm:prSet presAssocID="{765BCA3F-954F-4F66-9958-DF5289237A1C}" presName="Name0" presStyleCnt="0">
        <dgm:presLayoutVars>
          <dgm:dir/>
          <dgm:animLvl val="lvl"/>
          <dgm:resizeHandles val="exact"/>
        </dgm:presLayoutVars>
      </dgm:prSet>
      <dgm:spPr/>
      <dgm:t>
        <a:bodyPr/>
        <a:lstStyle/>
        <a:p>
          <a:endParaRPr lang="en-US"/>
        </a:p>
      </dgm:t>
    </dgm:pt>
    <dgm:pt modelId="{9AB22852-A7AD-4613-89ED-18EFAD833B1B}" type="pres">
      <dgm:prSet presAssocID="{429C756D-418F-419C-9E8C-47063F4BB38C}" presName="linNode" presStyleCnt="0"/>
      <dgm:spPr/>
    </dgm:pt>
    <dgm:pt modelId="{0BB90670-D334-4D41-A03B-9B89A15AB63F}" type="pres">
      <dgm:prSet presAssocID="{429C756D-418F-419C-9E8C-47063F4BB38C}" presName="parentText" presStyleLbl="node1" presStyleIdx="0" presStyleCnt="3" custScaleX="68809">
        <dgm:presLayoutVars>
          <dgm:chMax val="1"/>
          <dgm:bulletEnabled val="1"/>
        </dgm:presLayoutVars>
      </dgm:prSet>
      <dgm:spPr/>
      <dgm:t>
        <a:bodyPr/>
        <a:lstStyle/>
        <a:p>
          <a:endParaRPr lang="en-US"/>
        </a:p>
      </dgm:t>
    </dgm:pt>
    <dgm:pt modelId="{A7A7DD0D-13CF-4541-B16B-29C0B306E538}" type="pres">
      <dgm:prSet presAssocID="{429C756D-418F-419C-9E8C-47063F4BB38C}" presName="descendantText" presStyleLbl="alignAccFollowNode1" presStyleIdx="0" presStyleCnt="3" custScaleY="106582">
        <dgm:presLayoutVars>
          <dgm:bulletEnabled val="1"/>
        </dgm:presLayoutVars>
      </dgm:prSet>
      <dgm:spPr/>
      <dgm:t>
        <a:bodyPr/>
        <a:lstStyle/>
        <a:p>
          <a:endParaRPr lang="en-US"/>
        </a:p>
      </dgm:t>
    </dgm:pt>
    <dgm:pt modelId="{231EF1C4-0F46-4455-B0C6-CD4924DD2CB9}" type="pres">
      <dgm:prSet presAssocID="{B80A8A83-EF99-4AD4-B6DC-B119A092BC88}" presName="sp" presStyleCnt="0"/>
      <dgm:spPr/>
    </dgm:pt>
    <dgm:pt modelId="{5F7036A3-C838-4F2E-9CA3-79654CCA629E}" type="pres">
      <dgm:prSet presAssocID="{3B5F590D-F2C5-4AF0-995B-997A5495089E}" presName="linNode" presStyleCnt="0"/>
      <dgm:spPr/>
    </dgm:pt>
    <dgm:pt modelId="{1EC4A9B2-6A13-4D1D-BA95-FC001782D12C}" type="pres">
      <dgm:prSet presAssocID="{3B5F590D-F2C5-4AF0-995B-997A5495089E}" presName="parentText" presStyleLbl="node1" presStyleIdx="1" presStyleCnt="3" custScaleX="67188">
        <dgm:presLayoutVars>
          <dgm:chMax val="1"/>
          <dgm:bulletEnabled val="1"/>
        </dgm:presLayoutVars>
      </dgm:prSet>
      <dgm:spPr/>
      <dgm:t>
        <a:bodyPr/>
        <a:lstStyle/>
        <a:p>
          <a:endParaRPr lang="en-US"/>
        </a:p>
      </dgm:t>
    </dgm:pt>
    <dgm:pt modelId="{B6509EA7-435E-40C4-8430-44E33CE4B0FF}" type="pres">
      <dgm:prSet presAssocID="{3B5F590D-F2C5-4AF0-995B-997A5495089E}" presName="descendantText" presStyleLbl="alignAccFollowNode1" presStyleIdx="1" presStyleCnt="3" custScaleY="113045">
        <dgm:presLayoutVars>
          <dgm:bulletEnabled val="1"/>
        </dgm:presLayoutVars>
      </dgm:prSet>
      <dgm:spPr/>
      <dgm:t>
        <a:bodyPr/>
        <a:lstStyle/>
        <a:p>
          <a:endParaRPr lang="en-US"/>
        </a:p>
      </dgm:t>
    </dgm:pt>
    <dgm:pt modelId="{4C3F1F6E-1E81-42FE-AE75-0D78EC8C8C20}" type="pres">
      <dgm:prSet presAssocID="{6B65D45D-ECF0-4874-8217-E074236FFDDB}" presName="sp" presStyleCnt="0"/>
      <dgm:spPr/>
    </dgm:pt>
    <dgm:pt modelId="{C105213F-1F94-404B-935C-3C459EEA73AA}" type="pres">
      <dgm:prSet presAssocID="{D38287AD-4964-47DF-B50F-12B88BDB3537}" presName="linNode" presStyleCnt="0"/>
      <dgm:spPr/>
    </dgm:pt>
    <dgm:pt modelId="{6B7D4B0D-715D-4A1F-A7A0-759FE1E79D22}" type="pres">
      <dgm:prSet presAssocID="{D38287AD-4964-47DF-B50F-12B88BDB3537}" presName="parentText" presStyleLbl="node1" presStyleIdx="2" presStyleCnt="3" custScaleX="67189">
        <dgm:presLayoutVars>
          <dgm:chMax val="1"/>
          <dgm:bulletEnabled val="1"/>
        </dgm:presLayoutVars>
      </dgm:prSet>
      <dgm:spPr/>
      <dgm:t>
        <a:bodyPr/>
        <a:lstStyle/>
        <a:p>
          <a:endParaRPr lang="en-US"/>
        </a:p>
      </dgm:t>
    </dgm:pt>
    <dgm:pt modelId="{705C38BA-B978-4626-82FF-C6DB675C771C}" type="pres">
      <dgm:prSet presAssocID="{D38287AD-4964-47DF-B50F-12B88BDB3537}" presName="descendantText" presStyleLbl="alignAccFollowNode1" presStyleIdx="2" presStyleCnt="3" custScaleY="119508">
        <dgm:presLayoutVars>
          <dgm:bulletEnabled val="1"/>
        </dgm:presLayoutVars>
      </dgm:prSet>
      <dgm:spPr/>
      <dgm:t>
        <a:bodyPr/>
        <a:lstStyle/>
        <a:p>
          <a:endParaRPr lang="en-US"/>
        </a:p>
      </dgm:t>
    </dgm:pt>
  </dgm:ptLst>
  <dgm:cxnLst>
    <dgm:cxn modelId="{FAC4D56A-1CAF-4259-A799-FF997E725155}" type="presOf" srcId="{3B5F590D-F2C5-4AF0-995B-997A5495089E}" destId="{1EC4A9B2-6A13-4D1D-BA95-FC001782D12C}" srcOrd="0" destOrd="0" presId="urn:microsoft.com/office/officeart/2005/8/layout/vList5"/>
    <dgm:cxn modelId="{CEAB32A1-A191-4C6D-BC69-DFA526A27AFE}" srcId="{3B5F590D-F2C5-4AF0-995B-997A5495089E}" destId="{320CDADE-0B02-4CA4-8C56-86BF1604800B}" srcOrd="0" destOrd="0" parTransId="{ECF3E287-AAA9-426A-A45A-FE5725BD8AE3}" sibTransId="{B3F752D9-EA39-44E1-9929-17DB674BE2E4}"/>
    <dgm:cxn modelId="{F791680D-F2A2-4A57-A824-A22E2624254A}" srcId="{D38287AD-4964-47DF-B50F-12B88BDB3537}" destId="{02612DE1-9D2B-41B1-BBD3-57B6F87C590A}" srcOrd="7" destOrd="0" parTransId="{418BB261-89EB-48B2-9055-E9F36A6BD3FC}" sibTransId="{0F2A6F25-EC20-4B3F-82AE-6D3987CD9100}"/>
    <dgm:cxn modelId="{7D2C67C1-4087-4027-A889-B2C585EA2638}" srcId="{429C756D-418F-419C-9E8C-47063F4BB38C}" destId="{7901712A-8480-4355-988E-3A50FEFCB08F}" srcOrd="2" destOrd="0" parTransId="{EEC2E0C2-D7B4-406D-81CA-8158DAE7CF0E}" sibTransId="{7B71CB9E-72E1-401B-8FED-C071CC8A562D}"/>
    <dgm:cxn modelId="{D1393C73-CD89-4529-8187-6FB1666A6A7B}" type="presOf" srcId="{1CDFEF0B-9988-4308-BF98-5C10918F436B}" destId="{B6509EA7-435E-40C4-8430-44E33CE4B0FF}" srcOrd="0" destOrd="1" presId="urn:microsoft.com/office/officeart/2005/8/layout/vList5"/>
    <dgm:cxn modelId="{BD228A79-82C2-4D7E-BA00-E09FDB050187}" type="presOf" srcId="{429C756D-418F-419C-9E8C-47063F4BB38C}" destId="{0BB90670-D334-4D41-A03B-9B89A15AB63F}" srcOrd="0" destOrd="0" presId="urn:microsoft.com/office/officeart/2005/8/layout/vList5"/>
    <dgm:cxn modelId="{EA315AF1-E61B-4DD4-BE3F-69B81FD7A5A9}" srcId="{429C756D-418F-419C-9E8C-47063F4BB38C}" destId="{C65675E3-54C1-4F23-9135-CFF257B179CF}" srcOrd="4" destOrd="0" parTransId="{654E2553-E70F-4543-B6AE-26468404C6E5}" sibTransId="{AB97A491-4C66-4CBB-95A1-BAA81A945080}"/>
    <dgm:cxn modelId="{4940730D-7CD8-45A5-B25E-CEA97D493098}" type="presOf" srcId="{F9723742-C544-495F-BB1B-C1EDDC9055B9}" destId="{705C38BA-B978-4626-82FF-C6DB675C771C}" srcOrd="0" destOrd="1" presId="urn:microsoft.com/office/officeart/2005/8/layout/vList5"/>
    <dgm:cxn modelId="{3C67EF94-1222-4E70-9188-4A163F0D0138}" srcId="{D38287AD-4964-47DF-B50F-12B88BDB3537}" destId="{51F7341F-B52F-4C40-AF64-CA3BE917D104}" srcOrd="2" destOrd="0" parTransId="{54B8AAA2-1D34-4E36-8AF1-C830F6C6DE49}" sibTransId="{6AE18DDA-BB10-428C-B944-D7F7C727BF05}"/>
    <dgm:cxn modelId="{A96E6AA4-2EE3-4605-B851-CDA383F7D2BB}" srcId="{D38287AD-4964-47DF-B50F-12B88BDB3537}" destId="{188921DE-6815-4D7E-BEC7-A7753F4756C7}" srcOrd="6" destOrd="0" parTransId="{BE245701-E010-4793-B3DF-046427B31D31}" sibTransId="{197DE8A2-6ABA-407D-9380-B50A216C84C2}"/>
    <dgm:cxn modelId="{E78738CF-4E46-4C32-8DC3-885C732AD9B1}" type="presOf" srcId="{51F7341F-B52F-4C40-AF64-CA3BE917D104}" destId="{705C38BA-B978-4626-82FF-C6DB675C771C}" srcOrd="0" destOrd="2" presId="urn:microsoft.com/office/officeart/2005/8/layout/vList5"/>
    <dgm:cxn modelId="{A6215BDF-DCAA-45CF-8D95-09431361AC60}" type="presOf" srcId="{02612DE1-9D2B-41B1-BBD3-57B6F87C590A}" destId="{705C38BA-B978-4626-82FF-C6DB675C771C}" srcOrd="0" destOrd="7" presId="urn:microsoft.com/office/officeart/2005/8/layout/vList5"/>
    <dgm:cxn modelId="{BB201682-DD1F-48F1-A34A-EE2017BF06F0}" srcId="{D38287AD-4964-47DF-B50F-12B88BDB3537}" destId="{F9723742-C544-495F-BB1B-C1EDDC9055B9}" srcOrd="1" destOrd="0" parTransId="{2A2E84AE-A2CA-45B6-BE9F-E5D951987EDB}" sibTransId="{A9E8ECE3-21A6-4966-A752-5033BBD5AF8D}"/>
    <dgm:cxn modelId="{B61BCF94-5C7A-43BF-A79B-F392B3ED64EE}" type="presOf" srcId="{188921DE-6815-4D7E-BEC7-A7753F4756C7}" destId="{705C38BA-B978-4626-82FF-C6DB675C771C}" srcOrd="0" destOrd="6" presId="urn:microsoft.com/office/officeart/2005/8/layout/vList5"/>
    <dgm:cxn modelId="{642D6FF7-E429-43D2-BDD0-4635139FB97F}" type="presOf" srcId="{42AD1AFF-6175-4BDC-A311-CC297FC9474C}" destId="{B6509EA7-435E-40C4-8430-44E33CE4B0FF}" srcOrd="0" destOrd="2" presId="urn:microsoft.com/office/officeart/2005/8/layout/vList5"/>
    <dgm:cxn modelId="{4282CDC2-73E4-4B6E-917E-6C7BBB7045B5}" srcId="{429C756D-418F-419C-9E8C-47063F4BB38C}" destId="{190BDE01-2195-496B-80BA-B36426F18027}" srcOrd="3" destOrd="0" parTransId="{96131BB9-1A2A-427C-A67C-1568ED146D17}" sibTransId="{3261503D-F117-44AE-A929-61CBB755F5DF}"/>
    <dgm:cxn modelId="{84C2253E-831B-4C94-8747-D8F1144BFD78}" type="presOf" srcId="{C65675E3-54C1-4F23-9135-CFF257B179CF}" destId="{A7A7DD0D-13CF-4541-B16B-29C0B306E538}" srcOrd="0" destOrd="4" presId="urn:microsoft.com/office/officeart/2005/8/layout/vList5"/>
    <dgm:cxn modelId="{7AED4AC8-79B1-4963-AB03-10DAE8A5F2BE}" srcId="{3B5F590D-F2C5-4AF0-995B-997A5495089E}" destId="{1CDFEF0B-9988-4308-BF98-5C10918F436B}" srcOrd="1" destOrd="0" parTransId="{A47D3640-4BDF-4021-9444-82B637ADCACF}" sibTransId="{00B16D2F-3752-4F5A-8A22-C5911BBF5D5C}"/>
    <dgm:cxn modelId="{B89AAC5F-04E2-4B97-8CE3-AAA7759E6EAC}" srcId="{429C756D-418F-419C-9E8C-47063F4BB38C}" destId="{D43BEEB3-B0E1-471B-BD7F-6CEA7C7A0F4C}" srcOrd="1" destOrd="0" parTransId="{431A4E0E-E7FF-4A16-A69F-17F15AEED848}" sibTransId="{3B2B6A65-6808-4CA5-869F-A980CADFEA91}"/>
    <dgm:cxn modelId="{E242563C-1892-49B1-88D2-AF5DAC4B20B6}" type="presOf" srcId="{D43BEEB3-B0E1-471B-BD7F-6CEA7C7A0F4C}" destId="{A7A7DD0D-13CF-4541-B16B-29C0B306E538}" srcOrd="0" destOrd="1" presId="urn:microsoft.com/office/officeart/2005/8/layout/vList5"/>
    <dgm:cxn modelId="{B170E8FC-01BE-491F-A10B-184905BA43F1}" srcId="{D38287AD-4964-47DF-B50F-12B88BDB3537}" destId="{C0EBC40E-E907-4A7E-8B52-AF6F525CAA42}" srcOrd="4" destOrd="0" parTransId="{C7EEC219-ABF8-412E-A0A8-8C5EC8ED08DF}" sibTransId="{C7B6FCEB-E65A-4A5F-9985-8627BB2A337C}"/>
    <dgm:cxn modelId="{E5BFD8B5-8CE6-46A2-A711-1659C4229FD7}" srcId="{3B5F590D-F2C5-4AF0-995B-997A5495089E}" destId="{42AD1AFF-6175-4BDC-A311-CC297FC9474C}" srcOrd="2" destOrd="0" parTransId="{01D595C6-EE30-448B-AF77-6BF51D864008}" sibTransId="{BDF79BAE-1C2A-4228-A0A0-2366AC5DEFA5}"/>
    <dgm:cxn modelId="{7AF5A0B8-CB2D-4BE8-A935-7673E9E8984A}" srcId="{765BCA3F-954F-4F66-9958-DF5289237A1C}" destId="{D38287AD-4964-47DF-B50F-12B88BDB3537}" srcOrd="2" destOrd="0" parTransId="{2E392583-15E7-48D8-8541-6031D1AC54EB}" sibTransId="{7DA17115-7E49-471D-B865-54571192746F}"/>
    <dgm:cxn modelId="{86D81B71-652E-48A3-85B5-B2A3EEC7C1B3}" srcId="{D38287AD-4964-47DF-B50F-12B88BDB3537}" destId="{BE7AD713-BDAB-439C-93AA-55FB1EE1AE08}" srcOrd="5" destOrd="0" parTransId="{F8F04376-805A-42ED-82FF-FC4090233A91}" sibTransId="{E491F4ED-270B-4B66-A287-AE236A97B700}"/>
    <dgm:cxn modelId="{91CCC85F-A776-45C7-BC1F-221FD9FC2637}" type="presOf" srcId="{D38287AD-4964-47DF-B50F-12B88BDB3537}" destId="{6B7D4B0D-715D-4A1F-A7A0-759FE1E79D22}" srcOrd="0" destOrd="0" presId="urn:microsoft.com/office/officeart/2005/8/layout/vList5"/>
    <dgm:cxn modelId="{5600B224-ED42-4E1B-9C18-DC54D1709A8D}" type="presOf" srcId="{6186D695-5848-47AA-BE36-6F3C4481BF91}" destId="{A7A7DD0D-13CF-4541-B16B-29C0B306E538}" srcOrd="0" destOrd="0" presId="urn:microsoft.com/office/officeart/2005/8/layout/vList5"/>
    <dgm:cxn modelId="{93B162BC-1304-4C83-993A-3DE28FB2B05A}" type="presOf" srcId="{535DB766-D4AC-434B-9E5F-2C9B79E7FF73}" destId="{705C38BA-B978-4626-82FF-C6DB675C771C}" srcOrd="0" destOrd="3" presId="urn:microsoft.com/office/officeart/2005/8/layout/vList5"/>
    <dgm:cxn modelId="{AD9E8E75-B168-4383-A916-197FEF6AF3FB}" type="presOf" srcId="{C0EBC40E-E907-4A7E-8B52-AF6F525CAA42}" destId="{705C38BA-B978-4626-82FF-C6DB675C771C}" srcOrd="0" destOrd="4" presId="urn:microsoft.com/office/officeart/2005/8/layout/vList5"/>
    <dgm:cxn modelId="{46C73EB2-4E27-4E74-88F0-04D57905E6F0}" srcId="{429C756D-418F-419C-9E8C-47063F4BB38C}" destId="{6186D695-5848-47AA-BE36-6F3C4481BF91}" srcOrd="0" destOrd="0" parTransId="{AF432758-6A0F-47EE-9CE7-0A1B8B6ACC31}" sibTransId="{90F427DF-86E6-45EC-811D-609688B91B95}"/>
    <dgm:cxn modelId="{3B48EE15-FFD2-4FB1-A707-C8389B9DA228}" srcId="{D38287AD-4964-47DF-B50F-12B88BDB3537}" destId="{EA84C9DC-D508-4779-B015-234704048130}" srcOrd="0" destOrd="0" parTransId="{BAEDE7CE-85A0-4C50-B0A7-DB76B4609C2C}" sibTransId="{345BE5C5-5D44-4F43-BC3C-48B51B2DBBC8}"/>
    <dgm:cxn modelId="{6230920D-18CF-48F6-BBFA-1411B888C639}" type="presOf" srcId="{BE7AD713-BDAB-439C-93AA-55FB1EE1AE08}" destId="{705C38BA-B978-4626-82FF-C6DB675C771C}" srcOrd="0" destOrd="5" presId="urn:microsoft.com/office/officeart/2005/8/layout/vList5"/>
    <dgm:cxn modelId="{400452B7-6D7E-40AF-B217-A781D2B57986}" srcId="{765BCA3F-954F-4F66-9958-DF5289237A1C}" destId="{3B5F590D-F2C5-4AF0-995B-997A5495089E}" srcOrd="1" destOrd="0" parTransId="{33C3DC99-95B8-4086-B69F-DBD7A2979C28}" sibTransId="{6B65D45D-ECF0-4874-8217-E074236FFDDB}"/>
    <dgm:cxn modelId="{9C611069-C1CB-4A77-8593-484BE4CDB5AA}" type="presOf" srcId="{190BDE01-2195-496B-80BA-B36426F18027}" destId="{A7A7DD0D-13CF-4541-B16B-29C0B306E538}" srcOrd="0" destOrd="3" presId="urn:microsoft.com/office/officeart/2005/8/layout/vList5"/>
    <dgm:cxn modelId="{36FAF1E1-FED3-4E92-AB90-792F6CC828D2}" type="presOf" srcId="{320CDADE-0B02-4CA4-8C56-86BF1604800B}" destId="{B6509EA7-435E-40C4-8430-44E33CE4B0FF}" srcOrd="0" destOrd="0" presId="urn:microsoft.com/office/officeart/2005/8/layout/vList5"/>
    <dgm:cxn modelId="{49B43C10-2BB0-457A-88DA-FB118540D226}" srcId="{D38287AD-4964-47DF-B50F-12B88BDB3537}" destId="{535DB766-D4AC-434B-9E5F-2C9B79E7FF73}" srcOrd="3" destOrd="0" parTransId="{31733A74-041A-4C26-BBF3-69AE3BEAC54F}" sibTransId="{58AEB943-3E6E-41F9-80EC-D600D58FF9D5}"/>
    <dgm:cxn modelId="{C368E1CD-7E81-41C0-8C50-7062BED0262E}" type="presOf" srcId="{765BCA3F-954F-4F66-9958-DF5289237A1C}" destId="{AD3A47B5-6FEB-4AEB-BA5D-AF62231A6F1E}" srcOrd="0" destOrd="0" presId="urn:microsoft.com/office/officeart/2005/8/layout/vList5"/>
    <dgm:cxn modelId="{9AB99A48-3037-480A-A9C9-6B9C8A4CD71A}" srcId="{765BCA3F-954F-4F66-9958-DF5289237A1C}" destId="{429C756D-418F-419C-9E8C-47063F4BB38C}" srcOrd="0" destOrd="0" parTransId="{8AAD876C-ADE6-404F-A3AC-B4433ECF8959}" sibTransId="{B80A8A83-EF99-4AD4-B6DC-B119A092BC88}"/>
    <dgm:cxn modelId="{6C34FD13-CF7E-44ED-9C99-E5210341324A}" type="presOf" srcId="{EA84C9DC-D508-4779-B015-234704048130}" destId="{705C38BA-B978-4626-82FF-C6DB675C771C}" srcOrd="0" destOrd="0" presId="urn:microsoft.com/office/officeart/2005/8/layout/vList5"/>
    <dgm:cxn modelId="{53EE89DE-9B5B-4F59-B93C-427190284A73}" type="presOf" srcId="{7901712A-8480-4355-988E-3A50FEFCB08F}" destId="{A7A7DD0D-13CF-4541-B16B-29C0B306E538}" srcOrd="0" destOrd="2" presId="urn:microsoft.com/office/officeart/2005/8/layout/vList5"/>
    <dgm:cxn modelId="{6F5A2D41-EC4D-44DC-8074-AA8EC967626E}" type="presParOf" srcId="{AD3A47B5-6FEB-4AEB-BA5D-AF62231A6F1E}" destId="{9AB22852-A7AD-4613-89ED-18EFAD833B1B}" srcOrd="0" destOrd="0" presId="urn:microsoft.com/office/officeart/2005/8/layout/vList5"/>
    <dgm:cxn modelId="{E42087AF-9817-46E9-97A4-F6CE8924CDB4}" type="presParOf" srcId="{9AB22852-A7AD-4613-89ED-18EFAD833B1B}" destId="{0BB90670-D334-4D41-A03B-9B89A15AB63F}" srcOrd="0" destOrd="0" presId="urn:microsoft.com/office/officeart/2005/8/layout/vList5"/>
    <dgm:cxn modelId="{5E194607-EB4D-480B-A2FF-B5A3697D05D8}" type="presParOf" srcId="{9AB22852-A7AD-4613-89ED-18EFAD833B1B}" destId="{A7A7DD0D-13CF-4541-B16B-29C0B306E538}" srcOrd="1" destOrd="0" presId="urn:microsoft.com/office/officeart/2005/8/layout/vList5"/>
    <dgm:cxn modelId="{47BC57B0-86B5-4D3D-B832-E2F5F934F76D}" type="presParOf" srcId="{AD3A47B5-6FEB-4AEB-BA5D-AF62231A6F1E}" destId="{231EF1C4-0F46-4455-B0C6-CD4924DD2CB9}" srcOrd="1" destOrd="0" presId="urn:microsoft.com/office/officeart/2005/8/layout/vList5"/>
    <dgm:cxn modelId="{291E99F8-CEE6-4534-9FE7-CD8E33022779}" type="presParOf" srcId="{AD3A47B5-6FEB-4AEB-BA5D-AF62231A6F1E}" destId="{5F7036A3-C838-4F2E-9CA3-79654CCA629E}" srcOrd="2" destOrd="0" presId="urn:microsoft.com/office/officeart/2005/8/layout/vList5"/>
    <dgm:cxn modelId="{4F6E74C9-2400-42D4-9D20-2EF046C8EC4B}" type="presParOf" srcId="{5F7036A3-C838-4F2E-9CA3-79654CCA629E}" destId="{1EC4A9B2-6A13-4D1D-BA95-FC001782D12C}" srcOrd="0" destOrd="0" presId="urn:microsoft.com/office/officeart/2005/8/layout/vList5"/>
    <dgm:cxn modelId="{9DD8FC58-C745-4C9F-B10C-27CE5FFA45E1}" type="presParOf" srcId="{5F7036A3-C838-4F2E-9CA3-79654CCA629E}" destId="{B6509EA7-435E-40C4-8430-44E33CE4B0FF}" srcOrd="1" destOrd="0" presId="urn:microsoft.com/office/officeart/2005/8/layout/vList5"/>
    <dgm:cxn modelId="{8048BBE9-EA2D-4297-947F-000B5F60238C}" type="presParOf" srcId="{AD3A47B5-6FEB-4AEB-BA5D-AF62231A6F1E}" destId="{4C3F1F6E-1E81-42FE-AE75-0D78EC8C8C20}" srcOrd="3" destOrd="0" presId="urn:microsoft.com/office/officeart/2005/8/layout/vList5"/>
    <dgm:cxn modelId="{B1100A54-AD3F-4252-8A96-A5CC1A39621B}" type="presParOf" srcId="{AD3A47B5-6FEB-4AEB-BA5D-AF62231A6F1E}" destId="{C105213F-1F94-404B-935C-3C459EEA73AA}" srcOrd="4" destOrd="0" presId="urn:microsoft.com/office/officeart/2005/8/layout/vList5"/>
    <dgm:cxn modelId="{6D68F306-26B3-45CD-B4F5-E316B42C3730}" type="presParOf" srcId="{C105213F-1F94-404B-935C-3C459EEA73AA}" destId="{6B7D4B0D-715D-4A1F-A7A0-759FE1E79D22}" srcOrd="0" destOrd="0" presId="urn:microsoft.com/office/officeart/2005/8/layout/vList5"/>
    <dgm:cxn modelId="{58AEA2D9-2495-48DF-B325-26B65A144FC7}" type="presParOf" srcId="{C105213F-1F94-404B-935C-3C459EEA73AA}" destId="{705C38BA-B978-4626-82FF-C6DB675C771C}"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65EFAD-0C21-463B-81C1-AC8C15980142}">
      <dsp:nvSpPr>
        <dsp:cNvPr id="0" name=""/>
        <dsp:cNvSpPr/>
      </dsp:nvSpPr>
      <dsp:spPr>
        <a:xfrm>
          <a:off x="0" y="859"/>
          <a:ext cx="10794999" cy="0"/>
        </a:xfrm>
        <a:prstGeom prst="line">
          <a:avLst/>
        </a:prstGeom>
        <a:solidFill>
          <a:schemeClr val="accent1">
            <a:alpha val="9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CD6F2C-9665-4D75-A1DD-B74AA73AC0E8}">
      <dsp:nvSpPr>
        <dsp:cNvPr id="0" name=""/>
        <dsp:cNvSpPr/>
      </dsp:nvSpPr>
      <dsp:spPr>
        <a:xfrm>
          <a:off x="0" y="859"/>
          <a:ext cx="2158999" cy="1759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lvl="0" algn="l" defTabSz="466725">
            <a:lnSpc>
              <a:spcPct val="90000"/>
            </a:lnSpc>
            <a:spcBef>
              <a:spcPct val="0"/>
            </a:spcBef>
            <a:spcAft>
              <a:spcPct val="35000"/>
            </a:spcAft>
          </a:pPr>
          <a:r>
            <a:rPr lang="en-US" sz="1050" b="1" kern="1200" dirty="0" smtClean="0">
              <a:solidFill>
                <a:schemeClr val="tx2"/>
              </a:solidFill>
              <a:latin typeface="Verdana" panose="020B0604030504040204" pitchFamily="34" charset="0"/>
              <a:ea typeface="Verdana" panose="020B0604030504040204" pitchFamily="34" charset="0"/>
            </a:rPr>
            <a:t>Public-private partnerships (PPPs) </a:t>
          </a:r>
          <a:r>
            <a:rPr lang="en-US" sz="1050" kern="1200" dirty="0" smtClean="0">
              <a:solidFill>
                <a:schemeClr val="tx2"/>
              </a:solidFill>
              <a:latin typeface="Verdana" panose="020B0604030504040204" pitchFamily="34" charset="0"/>
              <a:ea typeface="Verdana" panose="020B0604030504040204" pitchFamily="34" charset="0"/>
            </a:rPr>
            <a:t>can take a wide range of forms varying in the degree of purpose, involvement of the private entity, legal structure and risk sharing.</a:t>
          </a:r>
          <a:endParaRPr lang="en-US" sz="1200" kern="1200" dirty="0">
            <a:solidFill>
              <a:schemeClr val="tx2"/>
            </a:solidFill>
          </a:endParaRPr>
        </a:p>
      </dsp:txBody>
      <dsp:txXfrm>
        <a:off x="0" y="859"/>
        <a:ext cx="2158999" cy="1759000"/>
      </dsp:txXfrm>
    </dsp:sp>
    <dsp:sp modelId="{5C38A0F9-DA0C-4A37-8F62-CD092B203084}">
      <dsp:nvSpPr>
        <dsp:cNvPr id="0" name=""/>
        <dsp:cNvSpPr/>
      </dsp:nvSpPr>
      <dsp:spPr>
        <a:xfrm>
          <a:off x="2320924" y="46823"/>
          <a:ext cx="8474074" cy="5924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lvl="0" algn="l" defTabSz="466725">
            <a:lnSpc>
              <a:spcPct val="90000"/>
            </a:lnSpc>
            <a:spcBef>
              <a:spcPct val="0"/>
            </a:spcBef>
            <a:spcAft>
              <a:spcPct val="35000"/>
            </a:spcAft>
          </a:pPr>
          <a:r>
            <a:rPr lang="en-US" sz="1050" b="1" kern="1200" dirty="0" smtClean="0">
              <a:latin typeface="Verdana" panose="020B0604030504040204" pitchFamily="34" charset="0"/>
              <a:ea typeface="Verdana" panose="020B0604030504040204" pitchFamily="34" charset="0"/>
            </a:rPr>
            <a:t>DBFOT/BOT: </a:t>
          </a:r>
          <a:r>
            <a:rPr lang="en-US" sz="1050" kern="1200" dirty="0" smtClean="0">
              <a:latin typeface="Verdana" panose="020B0604030504040204" pitchFamily="34" charset="0"/>
              <a:ea typeface="Verdana" panose="020B0604030504040204" pitchFamily="34" charset="0"/>
            </a:rPr>
            <a:t>The private sector operator designs, builds, finances, owns and constructs the facility and operates it commercially for the concession period, after which the facility is transferred to the authority. In this case legal ownership of the asset vests with the public sector the concession period ends.</a:t>
          </a:r>
          <a:endParaRPr lang="en-US" sz="1050" kern="1200" dirty="0">
            <a:latin typeface="Verdana" panose="020B0604030504040204" pitchFamily="34" charset="0"/>
            <a:ea typeface="Verdana" panose="020B0604030504040204" pitchFamily="34" charset="0"/>
          </a:endParaRPr>
        </a:p>
      </dsp:txBody>
      <dsp:txXfrm>
        <a:off x="2320924" y="46823"/>
        <a:ext cx="8474074" cy="592475"/>
      </dsp:txXfrm>
    </dsp:sp>
    <dsp:sp modelId="{E4BFC8FA-8A9E-4D67-BD6F-5442408F410A}">
      <dsp:nvSpPr>
        <dsp:cNvPr id="0" name=""/>
        <dsp:cNvSpPr/>
      </dsp:nvSpPr>
      <dsp:spPr>
        <a:xfrm>
          <a:off x="2158999" y="676905"/>
          <a:ext cx="86359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65D55D3-01C8-4C75-A6C9-EEB38A6359FD}">
      <dsp:nvSpPr>
        <dsp:cNvPr id="0" name=""/>
        <dsp:cNvSpPr/>
      </dsp:nvSpPr>
      <dsp:spPr>
        <a:xfrm>
          <a:off x="2320924" y="705569"/>
          <a:ext cx="8474074" cy="4589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lvl="0" algn="l" defTabSz="466725">
            <a:lnSpc>
              <a:spcPct val="90000"/>
            </a:lnSpc>
            <a:spcBef>
              <a:spcPct val="0"/>
            </a:spcBef>
            <a:spcAft>
              <a:spcPct val="35000"/>
            </a:spcAft>
          </a:pPr>
          <a:r>
            <a:rPr lang="en-US" sz="1050" b="1" kern="1200" dirty="0" smtClean="0">
              <a:latin typeface="Verdana" panose="020B0604030504040204" pitchFamily="34" charset="0"/>
              <a:ea typeface="Verdana" panose="020B0604030504040204" pitchFamily="34" charset="0"/>
            </a:rPr>
            <a:t>Operations &amp; Maintenance (Service contract): T</a:t>
          </a:r>
          <a:r>
            <a:rPr lang="en-US" sz="1050" kern="1200" dirty="0" smtClean="0">
              <a:latin typeface="Verdana" panose="020B0604030504040204" pitchFamily="34" charset="0"/>
              <a:ea typeface="Verdana" panose="020B0604030504040204" pitchFamily="34" charset="0"/>
            </a:rPr>
            <a:t>he Government bids out the right to deliver a specific service or gives part of the undertaking to the private sector for operations and maintenance of the assets. Such contracts are normally of a shorter duration than concession contracts.</a:t>
          </a:r>
          <a:r>
            <a:rPr lang="en-US" sz="1050" kern="1200" dirty="0" smtClean="0"/>
            <a:t>       </a:t>
          </a:r>
          <a:endParaRPr lang="en-US" sz="1050" kern="1200" dirty="0"/>
        </a:p>
      </dsp:txBody>
      <dsp:txXfrm>
        <a:off x="2320924" y="705569"/>
        <a:ext cx="8474074" cy="458998"/>
      </dsp:txXfrm>
    </dsp:sp>
    <dsp:sp modelId="{6C17D737-074C-432A-8B9F-08C8E295A732}">
      <dsp:nvSpPr>
        <dsp:cNvPr id="0" name=""/>
        <dsp:cNvSpPr/>
      </dsp:nvSpPr>
      <dsp:spPr>
        <a:xfrm>
          <a:off x="2158999" y="1219473"/>
          <a:ext cx="86359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0F3CCC0-9C34-47B6-B4D8-27C4A900286B}">
      <dsp:nvSpPr>
        <dsp:cNvPr id="0" name=""/>
        <dsp:cNvSpPr/>
      </dsp:nvSpPr>
      <dsp:spPr>
        <a:xfrm>
          <a:off x="2320924" y="1259168"/>
          <a:ext cx="8474074" cy="373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lvl="0" algn="l" defTabSz="466725">
            <a:lnSpc>
              <a:spcPct val="90000"/>
            </a:lnSpc>
            <a:spcBef>
              <a:spcPct val="0"/>
            </a:spcBef>
            <a:spcAft>
              <a:spcPct val="35000"/>
            </a:spcAft>
          </a:pPr>
          <a:r>
            <a:rPr lang="en-US" sz="1050" b="1" kern="1200" dirty="0" smtClean="0">
              <a:latin typeface="Verdana" panose="020B0604030504040204" pitchFamily="34" charset="0"/>
              <a:ea typeface="Verdana" panose="020B0604030504040204" pitchFamily="34" charset="0"/>
            </a:rPr>
            <a:t>Lease, Develop, Operate and Maintain (a variation of BOT):</a:t>
          </a:r>
          <a:r>
            <a:rPr lang="en-US" sz="1050" kern="1200" dirty="0" smtClean="0">
              <a:latin typeface="Verdana" panose="020B0604030504040204" pitchFamily="34" charset="0"/>
              <a:ea typeface="Verdana" panose="020B0604030504040204" pitchFamily="34" charset="0"/>
            </a:rPr>
            <a:t> Assets are leased out to the private sector under specific terms, to operate and maintain the asset for the term of the concession period.</a:t>
          </a:r>
          <a:r>
            <a:rPr lang="en-US" sz="1050" kern="1200" dirty="0" smtClean="0"/>
            <a:t> </a:t>
          </a:r>
          <a:endParaRPr lang="en-US" sz="1050" kern="1200" dirty="0"/>
        </a:p>
      </dsp:txBody>
      <dsp:txXfrm>
        <a:off x="2320924" y="1259168"/>
        <a:ext cx="8474074" cy="373188"/>
      </dsp:txXfrm>
    </dsp:sp>
    <dsp:sp modelId="{71EB2230-CAE7-451C-B5C2-15FE5D7474B3}">
      <dsp:nvSpPr>
        <dsp:cNvPr id="0" name=""/>
        <dsp:cNvSpPr/>
      </dsp:nvSpPr>
      <dsp:spPr>
        <a:xfrm>
          <a:off x="2158999" y="1676231"/>
          <a:ext cx="86359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A7DD0D-13CF-4541-B16B-29C0B306E538}">
      <dsp:nvSpPr>
        <dsp:cNvPr id="0" name=""/>
        <dsp:cNvSpPr/>
      </dsp:nvSpPr>
      <dsp:spPr>
        <a:xfrm rot="5400000">
          <a:off x="6319775" y="-2797645"/>
          <a:ext cx="1338554" cy="7169911"/>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66725">
            <a:lnSpc>
              <a:spcPct val="90000"/>
            </a:lnSpc>
            <a:spcBef>
              <a:spcPct val="0"/>
            </a:spcBef>
            <a:spcAft>
              <a:spcPct val="15000"/>
            </a:spcAft>
            <a:buChar char="••"/>
          </a:pPr>
          <a:r>
            <a:rPr lang="en-US" sz="1050" kern="1200" dirty="0" smtClean="0"/>
            <a:t>This Act provides the legal framework for airport privatization.</a:t>
          </a:r>
          <a:endParaRPr lang="en-US" sz="1050" kern="1200" dirty="0"/>
        </a:p>
        <a:p>
          <a:pPr marL="57150" lvl="1" indent="-57150" algn="l" defTabSz="466725">
            <a:lnSpc>
              <a:spcPct val="90000"/>
            </a:lnSpc>
            <a:spcBef>
              <a:spcPct val="0"/>
            </a:spcBef>
            <a:spcAft>
              <a:spcPct val="15000"/>
            </a:spcAft>
            <a:buChar char="••"/>
          </a:pPr>
          <a:r>
            <a:rPr lang="en-US" sz="1050" kern="1200" dirty="0" smtClean="0"/>
            <a:t>As per the Act it shall be the function of AAI to manage the airports, the civil enclaves and the aeronautical communication stations efficiently.</a:t>
          </a:r>
          <a:endParaRPr lang="en-US" sz="1050" kern="1200" dirty="0"/>
        </a:p>
        <a:p>
          <a:pPr marL="57150" lvl="1" indent="-57150" algn="l" defTabSz="466725">
            <a:lnSpc>
              <a:spcPct val="90000"/>
            </a:lnSpc>
            <a:spcBef>
              <a:spcPct val="0"/>
            </a:spcBef>
            <a:spcAft>
              <a:spcPct val="15000"/>
            </a:spcAft>
            <a:buChar char="••"/>
          </a:pPr>
          <a:r>
            <a:rPr lang="en-US" sz="1050" kern="1200" smtClean="0"/>
            <a:t>It is the duty of AAI to provide air traffic service and air transport service at any airport and civil enclaves.</a:t>
          </a:r>
          <a:endParaRPr lang="en-US" sz="1050" kern="1200"/>
        </a:p>
        <a:p>
          <a:pPr marL="57150" lvl="1" indent="-57150" algn="l" defTabSz="466725">
            <a:lnSpc>
              <a:spcPct val="90000"/>
            </a:lnSpc>
            <a:spcBef>
              <a:spcPct val="0"/>
            </a:spcBef>
            <a:spcAft>
              <a:spcPct val="15000"/>
            </a:spcAft>
            <a:buChar char="••"/>
          </a:pPr>
          <a:r>
            <a:rPr lang="en-US" sz="1050" kern="1200" smtClean="0"/>
            <a:t>This Act allows the AAI to assist in the establishment of private airports by way of technical, financial or other assistance. </a:t>
          </a:r>
          <a:endParaRPr lang="en-US" sz="1050" kern="1200"/>
        </a:p>
        <a:p>
          <a:pPr marL="57150" lvl="1" indent="-57150" algn="l" defTabSz="466725">
            <a:lnSpc>
              <a:spcPct val="90000"/>
            </a:lnSpc>
            <a:spcBef>
              <a:spcPct val="0"/>
            </a:spcBef>
            <a:spcAft>
              <a:spcPct val="15000"/>
            </a:spcAft>
            <a:buChar char="••"/>
          </a:pPr>
          <a:r>
            <a:rPr lang="en-US" sz="1050" kern="1200" dirty="0" smtClean="0"/>
            <a:t>The premises of an airport may be leased out in interest of better management.</a:t>
          </a:r>
          <a:endParaRPr lang="en-US" sz="1050" kern="1200" dirty="0"/>
        </a:p>
      </dsp:txBody>
      <dsp:txXfrm rot="-5400000">
        <a:off x="3404097" y="183376"/>
        <a:ext cx="7104568" cy="1207868"/>
      </dsp:txXfrm>
    </dsp:sp>
    <dsp:sp modelId="{0BB90670-D334-4D41-A03B-9B89A15AB63F}">
      <dsp:nvSpPr>
        <dsp:cNvPr id="0" name=""/>
        <dsp:cNvSpPr/>
      </dsp:nvSpPr>
      <dsp:spPr>
        <a:xfrm>
          <a:off x="628978" y="2378"/>
          <a:ext cx="2775118" cy="1569864"/>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lvl="0" algn="ctr" defTabSz="622300">
            <a:lnSpc>
              <a:spcPct val="90000"/>
            </a:lnSpc>
            <a:spcBef>
              <a:spcPct val="0"/>
            </a:spcBef>
            <a:spcAft>
              <a:spcPct val="35000"/>
            </a:spcAft>
          </a:pPr>
          <a:r>
            <a:rPr kumimoji="0" lang="en-US" sz="1400" b="1" i="0" u="none" strike="noStrike" kern="1200" cap="none" spc="0" normalizeH="0" baseline="0" noProof="0" dirty="0" smtClean="0">
              <a:ln>
                <a:noFill/>
              </a:ln>
              <a:solidFill>
                <a:schemeClr val="bg1"/>
              </a:solidFill>
              <a:effectLst/>
              <a:uLnTx/>
              <a:uFillTx/>
              <a:latin typeface="Verdana"/>
              <a:ea typeface="+mn-ea"/>
              <a:cs typeface="+mn-cs"/>
            </a:rPr>
            <a:t>Airports Authority of </a:t>
          </a:r>
        </a:p>
        <a:p>
          <a:pPr lvl="0" algn="ctr" defTabSz="622300" rtl="0">
            <a:lnSpc>
              <a:spcPct val="90000"/>
            </a:lnSpc>
            <a:spcBef>
              <a:spcPct val="0"/>
            </a:spcBef>
            <a:spcAft>
              <a:spcPct val="35000"/>
            </a:spcAft>
          </a:pPr>
          <a:r>
            <a:rPr kumimoji="0" lang="en-US" sz="1400" b="1" i="0" u="none" strike="noStrike" kern="1200" cap="none" spc="0" normalizeH="0" baseline="0" noProof="0" dirty="0" smtClean="0">
              <a:ln>
                <a:noFill/>
              </a:ln>
              <a:solidFill>
                <a:schemeClr val="bg1"/>
              </a:solidFill>
              <a:effectLst/>
              <a:uLnTx/>
              <a:uFillTx/>
              <a:latin typeface="Verdana"/>
              <a:ea typeface="+mn-ea"/>
              <a:cs typeface="+mn-cs"/>
            </a:rPr>
            <a:t>India Act, 1994</a:t>
          </a:r>
          <a:endParaRPr lang="en-US" sz="1400" kern="1200" dirty="0">
            <a:solidFill>
              <a:schemeClr val="bg1"/>
            </a:solidFill>
          </a:endParaRPr>
        </a:p>
      </dsp:txBody>
      <dsp:txXfrm>
        <a:off x="705612" y="79012"/>
        <a:ext cx="2621850" cy="1416596"/>
      </dsp:txXfrm>
    </dsp:sp>
    <dsp:sp modelId="{B6509EA7-435E-40C4-8430-44E33CE4B0FF}">
      <dsp:nvSpPr>
        <dsp:cNvPr id="0" name=""/>
        <dsp:cNvSpPr/>
      </dsp:nvSpPr>
      <dsp:spPr>
        <a:xfrm rot="5400000">
          <a:off x="6213815" y="-1149287"/>
          <a:ext cx="1419722" cy="7169911"/>
        </a:xfrm>
        <a:prstGeom prst="round2SameRect">
          <a:avLst/>
        </a:prstGeom>
        <a:solidFill>
          <a:schemeClr val="accent2">
            <a:tint val="40000"/>
            <a:alpha val="90000"/>
            <a:hueOff val="2137891"/>
            <a:satOff val="27224"/>
            <a:lumOff val="3949"/>
            <a:alphaOff val="0"/>
          </a:schemeClr>
        </a:solidFill>
        <a:ln w="25400" cap="flat" cmpd="sng" algn="ctr">
          <a:solidFill>
            <a:schemeClr val="accent2">
              <a:tint val="40000"/>
              <a:alpha val="90000"/>
              <a:hueOff val="2137891"/>
              <a:satOff val="27224"/>
              <a:lumOff val="394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66725">
            <a:lnSpc>
              <a:spcPct val="90000"/>
            </a:lnSpc>
            <a:spcBef>
              <a:spcPct val="0"/>
            </a:spcBef>
            <a:spcAft>
              <a:spcPct val="15000"/>
            </a:spcAft>
            <a:buChar char="••"/>
          </a:pPr>
          <a:r>
            <a:rPr lang="en-US" sz="1050" kern="1200" dirty="0" smtClean="0"/>
            <a:t>The Airport Economic Regulatory Authority (AERA) is an autonomous body established in 2009 under the aegis of the AERA Act. </a:t>
          </a:r>
          <a:endParaRPr lang="en-US" sz="1050" kern="1200" dirty="0"/>
        </a:p>
        <a:p>
          <a:pPr marL="57150" lvl="1" indent="-57150" algn="l" defTabSz="466725">
            <a:lnSpc>
              <a:spcPct val="90000"/>
            </a:lnSpc>
            <a:spcBef>
              <a:spcPct val="0"/>
            </a:spcBef>
            <a:spcAft>
              <a:spcPct val="15000"/>
            </a:spcAft>
            <a:buChar char="••"/>
          </a:pPr>
          <a:r>
            <a:rPr lang="en-US" sz="1050" kern="1200" dirty="0" smtClean="0"/>
            <a:t>The functions of AERA include fixing, reviewing and approving tariff structure for the aeronautical services and users’ fees which may be levied by the service providers for airport development and monitoring prescribed performance standards relating to quality, continuity and reliability of service.</a:t>
          </a:r>
          <a:endParaRPr lang="en-US" sz="1050" kern="1200" dirty="0"/>
        </a:p>
        <a:p>
          <a:pPr marL="57150" lvl="1" indent="-57150" algn="l" defTabSz="466725">
            <a:lnSpc>
              <a:spcPct val="90000"/>
            </a:lnSpc>
            <a:spcBef>
              <a:spcPct val="0"/>
            </a:spcBef>
            <a:spcAft>
              <a:spcPct val="15000"/>
            </a:spcAft>
            <a:buChar char="••"/>
          </a:pPr>
          <a:r>
            <a:rPr lang="en-US" sz="1050" kern="1200" dirty="0" smtClean="0"/>
            <a:t>The AERA Act also provides for the constitution of a tribunal to adjudicate dispute between two or more providers of aeronautical services, and between a service provider and a group of consumers.</a:t>
          </a:r>
          <a:endParaRPr lang="en-US" sz="1050" kern="1200" dirty="0"/>
        </a:p>
      </dsp:txBody>
      <dsp:txXfrm rot="-5400000">
        <a:off x="3338721" y="1795112"/>
        <a:ext cx="7100606" cy="1281112"/>
      </dsp:txXfrm>
    </dsp:sp>
    <dsp:sp modelId="{1EC4A9B2-6A13-4D1D-BA95-FC001782D12C}">
      <dsp:nvSpPr>
        <dsp:cNvPr id="0" name=""/>
        <dsp:cNvSpPr/>
      </dsp:nvSpPr>
      <dsp:spPr>
        <a:xfrm>
          <a:off x="628978" y="1650736"/>
          <a:ext cx="2709742" cy="1569864"/>
        </a:xfrm>
        <a:prstGeom prst="roundRect">
          <a:avLst/>
        </a:prstGeom>
        <a:solidFill>
          <a:schemeClr val="accent2">
            <a:hueOff val="1541731"/>
            <a:satOff val="-10583"/>
            <a:lumOff val="212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lvl="0" algn="ctr" defTabSz="622300">
            <a:lnSpc>
              <a:spcPct val="90000"/>
            </a:lnSpc>
            <a:spcBef>
              <a:spcPct val="0"/>
            </a:spcBef>
            <a:spcAft>
              <a:spcPct val="35000"/>
            </a:spcAft>
          </a:pPr>
          <a:r>
            <a:rPr kumimoji="0" lang="en-US" sz="1400" b="1" i="0" u="none" strike="noStrike" kern="1200" cap="none" spc="0" normalizeH="0" baseline="0" noProof="0" dirty="0" smtClean="0">
              <a:ln>
                <a:noFill/>
              </a:ln>
              <a:solidFill>
                <a:schemeClr val="bg1"/>
              </a:solidFill>
              <a:effectLst/>
              <a:uLnTx/>
              <a:uFillTx/>
              <a:latin typeface="Verdana"/>
              <a:ea typeface="+mn-ea"/>
              <a:cs typeface="+mn-cs"/>
            </a:rPr>
            <a:t>Airports Economic </a:t>
          </a:r>
        </a:p>
        <a:p>
          <a:pPr lvl="0" algn="ctr" defTabSz="622300" rtl="0">
            <a:lnSpc>
              <a:spcPct val="90000"/>
            </a:lnSpc>
            <a:spcBef>
              <a:spcPct val="0"/>
            </a:spcBef>
            <a:spcAft>
              <a:spcPct val="35000"/>
            </a:spcAft>
          </a:pPr>
          <a:r>
            <a:rPr kumimoji="0" lang="en-US" sz="1400" b="1" i="0" u="none" strike="noStrike" kern="1200" cap="none" spc="0" normalizeH="0" baseline="0" noProof="0" dirty="0" smtClean="0">
              <a:ln>
                <a:noFill/>
              </a:ln>
              <a:solidFill>
                <a:schemeClr val="bg1"/>
              </a:solidFill>
              <a:effectLst/>
              <a:uLnTx/>
              <a:uFillTx/>
              <a:latin typeface="Verdana"/>
              <a:ea typeface="+mn-ea"/>
              <a:cs typeface="+mn-cs"/>
            </a:rPr>
            <a:t>Regulatory Authority </a:t>
          </a:r>
        </a:p>
        <a:p>
          <a:pPr lvl="0" algn="ctr" defTabSz="622300" rtl="0">
            <a:lnSpc>
              <a:spcPct val="90000"/>
            </a:lnSpc>
            <a:spcBef>
              <a:spcPct val="0"/>
            </a:spcBef>
            <a:spcAft>
              <a:spcPct val="35000"/>
            </a:spcAft>
          </a:pPr>
          <a:r>
            <a:rPr kumimoji="0" lang="en-US" sz="1400" b="1" i="0" u="none" strike="noStrike" kern="1200" cap="none" spc="0" normalizeH="0" baseline="0" noProof="0" dirty="0" smtClean="0">
              <a:ln>
                <a:noFill/>
              </a:ln>
              <a:solidFill>
                <a:schemeClr val="bg1"/>
              </a:solidFill>
              <a:effectLst/>
              <a:uLnTx/>
              <a:uFillTx/>
              <a:latin typeface="Verdana"/>
              <a:ea typeface="+mn-ea"/>
              <a:cs typeface="+mn-cs"/>
            </a:rPr>
            <a:t>Act, 2008</a:t>
          </a:r>
          <a:endParaRPr lang="en-US" sz="1400" kern="1200" dirty="0">
            <a:solidFill>
              <a:schemeClr val="bg1"/>
            </a:solidFill>
          </a:endParaRPr>
        </a:p>
      </dsp:txBody>
      <dsp:txXfrm>
        <a:off x="705612" y="1727370"/>
        <a:ext cx="2556474" cy="1416596"/>
      </dsp:txXfrm>
    </dsp:sp>
    <dsp:sp modelId="{705C38BA-B978-4626-82FF-C6DB675C771C}">
      <dsp:nvSpPr>
        <dsp:cNvPr id="0" name=""/>
        <dsp:cNvSpPr/>
      </dsp:nvSpPr>
      <dsp:spPr>
        <a:xfrm rot="5400000">
          <a:off x="6173271" y="499070"/>
          <a:ext cx="1500890" cy="7169911"/>
        </a:xfrm>
        <a:prstGeom prst="round2SameRect">
          <a:avLst/>
        </a:prstGeom>
        <a:solidFill>
          <a:schemeClr val="accent2">
            <a:tint val="40000"/>
            <a:alpha val="90000"/>
            <a:hueOff val="4275783"/>
            <a:satOff val="54448"/>
            <a:lumOff val="7898"/>
            <a:alphaOff val="0"/>
          </a:schemeClr>
        </a:solidFill>
        <a:ln w="25400" cap="flat" cmpd="sng" algn="ctr">
          <a:solidFill>
            <a:schemeClr val="accent2">
              <a:tint val="40000"/>
              <a:alpha val="90000"/>
              <a:hueOff val="4275783"/>
              <a:satOff val="54448"/>
              <a:lumOff val="789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66725">
            <a:lnSpc>
              <a:spcPct val="90000"/>
            </a:lnSpc>
            <a:spcBef>
              <a:spcPct val="0"/>
            </a:spcBef>
            <a:spcAft>
              <a:spcPct val="15000"/>
            </a:spcAft>
            <a:buChar char="••"/>
          </a:pPr>
          <a:r>
            <a:rPr lang="en-US" sz="1050" kern="1200" dirty="0" smtClean="0"/>
            <a:t>Objective of the policy is to:</a:t>
          </a:r>
          <a:endParaRPr lang="en-US" sz="1050" kern="1200" dirty="0"/>
        </a:p>
        <a:p>
          <a:pPr marL="57150" lvl="1" indent="-57150" algn="l" defTabSz="466725">
            <a:lnSpc>
              <a:spcPct val="90000"/>
            </a:lnSpc>
            <a:spcBef>
              <a:spcPct val="0"/>
            </a:spcBef>
            <a:spcAft>
              <a:spcPct val="15000"/>
            </a:spcAft>
            <a:buChar char="••"/>
          </a:pPr>
          <a:r>
            <a:rPr lang="en-US" sz="1050" kern="1200" smtClean="0"/>
            <a:t>provide a boost to international trade and tourism,</a:t>
          </a:r>
          <a:endParaRPr lang="en-US" sz="1050" kern="1200"/>
        </a:p>
        <a:p>
          <a:pPr marL="57150" lvl="1" indent="-57150" algn="l" defTabSz="466725">
            <a:lnSpc>
              <a:spcPct val="90000"/>
            </a:lnSpc>
            <a:spcBef>
              <a:spcPct val="0"/>
            </a:spcBef>
            <a:spcAft>
              <a:spcPct val="15000"/>
            </a:spcAft>
            <a:buChar char="••"/>
          </a:pPr>
          <a:r>
            <a:rPr lang="en-US" sz="1050" kern="1200" smtClean="0"/>
            <a:t>provide airport capacity ahead of demand, which includes development of Greenfield airports,</a:t>
          </a:r>
          <a:endParaRPr lang="en-US" sz="1050" kern="1200"/>
        </a:p>
        <a:p>
          <a:pPr marL="57150" lvl="1" indent="-57150" algn="l" defTabSz="466725">
            <a:lnSpc>
              <a:spcPct val="90000"/>
            </a:lnSpc>
            <a:spcBef>
              <a:spcPct val="0"/>
            </a:spcBef>
            <a:spcAft>
              <a:spcPct val="15000"/>
            </a:spcAft>
            <a:buChar char="••"/>
          </a:pPr>
          <a:r>
            <a:rPr lang="en-US" sz="1050" kern="1200" smtClean="0"/>
            <a:t>enhance airport facilities,</a:t>
          </a:r>
          <a:endParaRPr lang="en-US" sz="1050" kern="1200"/>
        </a:p>
        <a:p>
          <a:pPr marL="57150" lvl="1" indent="-57150" algn="l" defTabSz="466725">
            <a:lnSpc>
              <a:spcPct val="90000"/>
            </a:lnSpc>
            <a:spcBef>
              <a:spcPct val="0"/>
            </a:spcBef>
            <a:spcAft>
              <a:spcPct val="15000"/>
            </a:spcAft>
            <a:buChar char="••"/>
          </a:pPr>
          <a:r>
            <a:rPr lang="en-US" sz="1050" kern="1200" smtClean="0"/>
            <a:t>ensure total safety and security of aircraft operations,</a:t>
          </a:r>
          <a:endParaRPr lang="en-US" sz="1050" kern="1200"/>
        </a:p>
        <a:p>
          <a:pPr marL="57150" lvl="1" indent="-57150" algn="l" defTabSz="466725">
            <a:lnSpc>
              <a:spcPct val="90000"/>
            </a:lnSpc>
            <a:spcBef>
              <a:spcPct val="0"/>
            </a:spcBef>
            <a:spcAft>
              <a:spcPct val="15000"/>
            </a:spcAft>
            <a:buChar char="••"/>
          </a:pPr>
          <a:r>
            <a:rPr lang="en-US" sz="1050" kern="1200" smtClean="0"/>
            <a:t>provide multi-modal linkages,</a:t>
          </a:r>
          <a:endParaRPr lang="en-US" sz="1050" kern="1200"/>
        </a:p>
        <a:p>
          <a:pPr marL="57150" lvl="1" indent="-57150" algn="l" defTabSz="466725">
            <a:lnSpc>
              <a:spcPct val="90000"/>
            </a:lnSpc>
            <a:spcBef>
              <a:spcPct val="0"/>
            </a:spcBef>
            <a:spcAft>
              <a:spcPct val="15000"/>
            </a:spcAft>
            <a:buChar char="••"/>
          </a:pPr>
          <a:r>
            <a:rPr lang="en-US" sz="1050" kern="1200" smtClean="0"/>
            <a:t>provide a market orientation to the present structure by bringing in private sector participation and</a:t>
          </a:r>
          <a:endParaRPr lang="en-US" sz="1050" kern="1200"/>
        </a:p>
        <a:p>
          <a:pPr marL="57150" lvl="1" indent="-57150" algn="l" defTabSz="466725">
            <a:lnSpc>
              <a:spcPct val="90000"/>
            </a:lnSpc>
            <a:spcBef>
              <a:spcPct val="0"/>
            </a:spcBef>
            <a:spcAft>
              <a:spcPct val="15000"/>
            </a:spcAft>
            <a:buChar char="••"/>
          </a:pPr>
          <a:r>
            <a:rPr lang="en-US" sz="1050" kern="1200" dirty="0" smtClean="0"/>
            <a:t>foster the development of a strong airport infrastructure.</a:t>
          </a:r>
          <a:endParaRPr lang="en-US" sz="1050" kern="1200" dirty="0"/>
        </a:p>
      </dsp:txBody>
      <dsp:txXfrm rot="-5400000">
        <a:off x="3338761" y="3406848"/>
        <a:ext cx="7096644" cy="1354356"/>
      </dsp:txXfrm>
    </dsp:sp>
    <dsp:sp modelId="{6B7D4B0D-715D-4A1F-A7A0-759FE1E79D22}">
      <dsp:nvSpPr>
        <dsp:cNvPr id="0" name=""/>
        <dsp:cNvSpPr/>
      </dsp:nvSpPr>
      <dsp:spPr>
        <a:xfrm>
          <a:off x="628978" y="3299093"/>
          <a:ext cx="2709782" cy="1569864"/>
        </a:xfrm>
        <a:prstGeom prst="roundRect">
          <a:avLst/>
        </a:prstGeom>
        <a:solidFill>
          <a:schemeClr val="accent2">
            <a:hueOff val="3083462"/>
            <a:satOff val="-21166"/>
            <a:lumOff val="425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lvl="0" algn="ctr" defTabSz="622300">
            <a:lnSpc>
              <a:spcPct val="90000"/>
            </a:lnSpc>
            <a:spcBef>
              <a:spcPct val="0"/>
            </a:spcBef>
            <a:spcAft>
              <a:spcPct val="35000"/>
            </a:spcAft>
          </a:pPr>
          <a:r>
            <a:rPr kumimoji="0" lang="en-US" sz="1400" b="1" i="0" u="none" strike="noStrike" kern="1200" cap="none" spc="0" normalizeH="0" baseline="0" noProof="0" dirty="0" smtClean="0">
              <a:ln>
                <a:noFill/>
              </a:ln>
              <a:solidFill>
                <a:schemeClr val="bg1"/>
              </a:solidFill>
              <a:effectLst/>
              <a:uLnTx/>
              <a:uFillTx/>
              <a:latin typeface="Verdana"/>
              <a:ea typeface="+mn-ea"/>
              <a:cs typeface="+mn-cs"/>
            </a:rPr>
            <a:t>Policy on Airport </a:t>
          </a:r>
        </a:p>
        <a:p>
          <a:pPr lvl="0" algn="ctr" defTabSz="622300" rtl="0">
            <a:lnSpc>
              <a:spcPct val="90000"/>
            </a:lnSpc>
            <a:spcBef>
              <a:spcPct val="0"/>
            </a:spcBef>
            <a:spcAft>
              <a:spcPct val="35000"/>
            </a:spcAft>
          </a:pPr>
          <a:r>
            <a:rPr kumimoji="0" lang="en-US" sz="1400" b="1" i="0" u="none" strike="noStrike" kern="1200" cap="none" spc="0" normalizeH="0" baseline="0" noProof="0" dirty="0" smtClean="0">
              <a:ln>
                <a:noFill/>
              </a:ln>
              <a:solidFill>
                <a:schemeClr val="bg1"/>
              </a:solidFill>
              <a:effectLst/>
              <a:uLnTx/>
              <a:uFillTx/>
              <a:latin typeface="Verdana"/>
              <a:ea typeface="+mn-ea"/>
              <a:cs typeface="+mn-cs"/>
            </a:rPr>
            <a:t>Infrastructure of </a:t>
          </a:r>
        </a:p>
        <a:p>
          <a:pPr lvl="0" algn="ctr" defTabSz="622300" rtl="0">
            <a:lnSpc>
              <a:spcPct val="90000"/>
            </a:lnSpc>
            <a:spcBef>
              <a:spcPct val="0"/>
            </a:spcBef>
            <a:spcAft>
              <a:spcPct val="35000"/>
            </a:spcAft>
          </a:pPr>
          <a:r>
            <a:rPr kumimoji="0" lang="en-US" sz="1400" b="1" i="0" u="none" strike="noStrike" kern="1200" cap="none" spc="0" normalizeH="0" baseline="0" noProof="0" dirty="0" smtClean="0">
              <a:ln>
                <a:noFill/>
              </a:ln>
              <a:solidFill>
                <a:schemeClr val="bg1"/>
              </a:solidFill>
              <a:effectLst/>
              <a:uLnTx/>
              <a:uFillTx/>
              <a:latin typeface="Verdana"/>
              <a:ea typeface="+mn-ea"/>
              <a:cs typeface="+mn-cs"/>
            </a:rPr>
            <a:t>India, 2011</a:t>
          </a:r>
          <a:endParaRPr lang="en-US" sz="1400" kern="1200" dirty="0">
            <a:solidFill>
              <a:schemeClr val="bg1"/>
            </a:solidFill>
          </a:endParaRPr>
        </a:p>
      </dsp:txBody>
      <dsp:txXfrm>
        <a:off x="705612" y="3375727"/>
        <a:ext cx="2556514" cy="141659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279A3F-46E9-4608-807E-07CF019F5BED}" type="datetimeFigureOut">
              <a:rPr lang="en-IN" smtClean="0"/>
              <a:t>30-01-2020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4327B7-6931-4ED0-9E30-CC306C7B6987}" type="slidenum">
              <a:rPr lang="en-IN" smtClean="0"/>
              <a:t>‹#›</a:t>
            </a:fld>
            <a:endParaRPr lang="en-IN"/>
          </a:p>
        </p:txBody>
      </p:sp>
    </p:spTree>
    <p:extLst>
      <p:ext uri="{BB962C8B-B14F-4D97-AF65-F5344CB8AC3E}">
        <p14:creationId xmlns:p14="http://schemas.microsoft.com/office/powerpoint/2010/main" val="4241402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smtClean="0"/>
              <a:t>https://www.pppinindia.gov.in/faqs#q1</a:t>
            </a:r>
          </a:p>
          <a:p>
            <a:pPr marL="228600" indent="-228600">
              <a:buAutoNum type="arabicParenR"/>
            </a:pPr>
            <a:endParaRPr lang="en-IN" dirty="0"/>
          </a:p>
        </p:txBody>
      </p:sp>
      <p:sp>
        <p:nvSpPr>
          <p:cNvPr id="4" name="Slide Number Placeholder 3"/>
          <p:cNvSpPr>
            <a:spLocks noGrp="1"/>
          </p:cNvSpPr>
          <p:nvPr>
            <p:ph type="sldNum" sz="quarter" idx="10"/>
          </p:nvPr>
        </p:nvSpPr>
        <p:spPr/>
        <p:txBody>
          <a:bodyPr/>
          <a:lstStyle/>
          <a:p>
            <a:fld id="{424327B7-6931-4ED0-9E30-CC306C7B6987}" type="slidenum">
              <a:rPr lang="en-IN" smtClean="0"/>
              <a:t>1</a:t>
            </a:fld>
            <a:endParaRPr lang="en-IN"/>
          </a:p>
        </p:txBody>
      </p:sp>
    </p:spTree>
    <p:extLst>
      <p:ext uri="{BB962C8B-B14F-4D97-AF65-F5344CB8AC3E}">
        <p14:creationId xmlns:p14="http://schemas.microsoft.com/office/powerpoint/2010/main" val="40844837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Change headings</a:t>
            </a:r>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E0C014-7DE1-463F-8BB9-069360188280}"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2018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5" name="Slide Image Placeholder 1"/>
          <p:cNvSpPr>
            <a:spLocks noGrp="1" noRot="1" noChangeAspect="1"/>
          </p:cNvSpPr>
          <p:nvPr>
            <p:ph type="sldImg"/>
          </p:nvPr>
        </p:nvSpPr>
        <p:spPr bwMode="auto">
          <a:noFill/>
          <a:ln>
            <a:solidFill>
              <a:srgbClr val="000000"/>
            </a:solidFill>
            <a:miter lim="800000"/>
            <a:headEnd/>
            <a:tailEnd/>
          </a:ln>
        </p:spPr>
      </p:sp>
      <p:sp>
        <p:nvSpPr>
          <p:cNvPr id="845826" name="Notes Placeholder 2"/>
          <p:cNvSpPr>
            <a:spLocks noGrp="1"/>
          </p:cNvSpPr>
          <p:nvPr>
            <p:ph type="body" idx="1"/>
          </p:nvPr>
        </p:nvSpPr>
        <p:spPr>
          <a:noFill/>
          <a:ln/>
        </p:spPr>
        <p:txBody>
          <a:bodyPr/>
          <a:lstStyle/>
          <a:p>
            <a:pPr marL="228600" indent="-228600">
              <a:buAutoNum type="arabicParenR"/>
            </a:pPr>
            <a:r>
              <a:rPr lang="en-US" dirty="0" smtClean="0"/>
              <a:t>“Public-Private Partnership (PPP) Role in</a:t>
            </a:r>
            <a:r>
              <a:rPr lang="en-US" baseline="0" dirty="0" smtClean="0"/>
              <a:t> </a:t>
            </a:r>
            <a:r>
              <a:rPr lang="en-US" dirty="0" smtClean="0"/>
              <a:t>Infrastructure Development in India in</a:t>
            </a:r>
            <a:r>
              <a:rPr lang="en-US" baseline="0" dirty="0" smtClean="0"/>
              <a:t> </a:t>
            </a:r>
            <a:r>
              <a:rPr lang="en-US" dirty="0" smtClean="0"/>
              <a:t>Transportation Sector’, </a:t>
            </a:r>
            <a:r>
              <a:rPr lang="en-US" dirty="0" err="1" smtClean="0"/>
              <a:t>Aarti</a:t>
            </a:r>
            <a:r>
              <a:rPr lang="en-US" dirty="0" smtClean="0"/>
              <a:t> </a:t>
            </a:r>
            <a:r>
              <a:rPr lang="en-US" dirty="0" err="1" smtClean="0"/>
              <a:t>Dawra</a:t>
            </a:r>
            <a:r>
              <a:rPr lang="en-US" dirty="0" smtClean="0"/>
              <a:t> and </a:t>
            </a:r>
            <a:r>
              <a:rPr lang="en-US" dirty="0" err="1" smtClean="0"/>
              <a:t>Meenal</a:t>
            </a:r>
            <a:r>
              <a:rPr lang="en-US" dirty="0" smtClean="0"/>
              <a:t> Sharma </a:t>
            </a:r>
            <a:r>
              <a:rPr lang="en-US" dirty="0" err="1" smtClean="0"/>
              <a:t>Jagtap</a:t>
            </a:r>
            <a:r>
              <a:rPr lang="en-US" dirty="0" smtClean="0"/>
              <a:t>, http://www.krishisanskriti.org/Publication.html</a:t>
            </a:r>
          </a:p>
          <a:p>
            <a:pPr marL="228600" indent="-228600">
              <a:buAutoNum type="arabicParenR"/>
            </a:pPr>
            <a:r>
              <a:rPr lang="en-IN" dirty="0" smtClean="0"/>
              <a:t>https://www.cenfa.org/blog/infrastructure-finance-in-india-and-the-public-private-partnerships/</a:t>
            </a:r>
          </a:p>
          <a:p>
            <a:endParaRPr lang="en-US" dirty="0"/>
          </a:p>
        </p:txBody>
      </p:sp>
      <p:sp>
        <p:nvSpPr>
          <p:cNvPr id="845827" name="Slide Number Placeholder 3"/>
          <p:cNvSpPr>
            <a:spLocks noGrp="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59B68C-5915-4D23-A2C6-5B96549FD7A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30853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811846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E0C014-7DE1-463F-8BB9-069360188280}"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4555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marL="0" marR="0" lvl="0" indent="0" algn="r" defTabSz="1042873"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042873"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0158603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E0C014-7DE1-463F-8BB9-069360188280}"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58549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 “Successful Examples of Public-Private Partnerships and</a:t>
            </a:r>
            <a:r>
              <a:rPr lang="en-US" baseline="0" dirty="0" smtClean="0"/>
              <a:t> </a:t>
            </a:r>
            <a:r>
              <a:rPr lang="en-US" dirty="0" smtClean="0"/>
              <a:t>Private Sector Involvement in</a:t>
            </a:r>
            <a:r>
              <a:rPr lang="en-US" baseline="0" dirty="0" smtClean="0"/>
              <a:t> </a:t>
            </a:r>
            <a:r>
              <a:rPr lang="en-US" dirty="0" smtClean="0"/>
              <a:t>Transport Infrastructure Development”, Virtuosity Consulting</a:t>
            </a:r>
            <a:endParaRPr lang="en-IN" dirty="0"/>
          </a:p>
        </p:txBody>
      </p:sp>
      <p:sp>
        <p:nvSpPr>
          <p:cNvPr id="4" name="Slide Number Placeholder 3"/>
          <p:cNvSpPr>
            <a:spLocks noGrp="1"/>
          </p:cNvSpPr>
          <p:nvPr>
            <p:ph type="sldNum" sz="quarter" idx="10"/>
          </p:nvPr>
        </p:nvSpPr>
        <p:spPr/>
        <p:txBody>
          <a:bodyPr/>
          <a:lstStyle/>
          <a:p>
            <a:fld id="{424327B7-6931-4ED0-9E30-CC306C7B6987}" type="slidenum">
              <a:rPr lang="en-IN" smtClean="0"/>
              <a:t>11</a:t>
            </a:fld>
            <a:endParaRPr lang="en-IN"/>
          </a:p>
        </p:txBody>
      </p:sp>
    </p:spTree>
    <p:extLst>
      <p:ext uri="{BB962C8B-B14F-4D97-AF65-F5344CB8AC3E}">
        <p14:creationId xmlns:p14="http://schemas.microsoft.com/office/powerpoint/2010/main" val="426069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smtClean="0"/>
              <a:t>“</a:t>
            </a:r>
            <a:r>
              <a:rPr lang="en-US" sz="1200" b="0" i="0" u="none" strike="noStrike" kern="1200" baseline="0" dirty="0" smtClean="0">
                <a:solidFill>
                  <a:schemeClr val="tx1"/>
                </a:solidFill>
                <a:latin typeface="+mn-lt"/>
                <a:ea typeface="+mn-ea"/>
                <a:cs typeface="+mn-cs"/>
              </a:rPr>
              <a:t>Public-Private Partnership Experience in India: Challenges and Prospects”, </a:t>
            </a:r>
            <a:r>
              <a:rPr lang="en-US" sz="1200" b="0" i="0" u="none" strike="noStrike" kern="1200" baseline="0" dirty="0" err="1" smtClean="0">
                <a:solidFill>
                  <a:schemeClr val="tx1"/>
                </a:solidFill>
                <a:latin typeface="+mn-lt"/>
                <a:ea typeface="+mn-ea"/>
                <a:cs typeface="+mn-cs"/>
              </a:rPr>
              <a:t>Ashwani</a:t>
            </a:r>
            <a:r>
              <a:rPr lang="en-US" sz="1200" b="0" i="0" u="none" strike="noStrike" kern="1200" baseline="0" dirty="0" smtClean="0">
                <a:solidFill>
                  <a:schemeClr val="tx1"/>
                </a:solidFill>
                <a:latin typeface="+mn-lt"/>
                <a:ea typeface="+mn-ea"/>
                <a:cs typeface="+mn-cs"/>
              </a:rPr>
              <a:t>, Int. Journal of Management and Development Studies.</a:t>
            </a:r>
          </a:p>
          <a:p>
            <a:pPr marL="228600" indent="-228600">
              <a:buAutoNum type="arabicParenR"/>
            </a:pPr>
            <a:r>
              <a:rPr lang="en-US" sz="1200" b="0" i="0" u="none" strike="noStrike" kern="1200" baseline="0" dirty="0" smtClean="0">
                <a:solidFill>
                  <a:schemeClr val="tx1"/>
                </a:solidFill>
                <a:latin typeface="+mn-lt"/>
                <a:ea typeface="+mn-ea"/>
                <a:cs typeface="+mn-cs"/>
              </a:rPr>
              <a:t>“Public-Private Partnership (PPP) Role in Infrastructure Development in India in Transportation Sector”, </a:t>
            </a:r>
            <a:r>
              <a:rPr lang="en-US" sz="1200" b="0" i="0" u="none" strike="noStrike" kern="1200" baseline="0" dirty="0" err="1" smtClean="0">
                <a:solidFill>
                  <a:schemeClr val="tx1"/>
                </a:solidFill>
                <a:latin typeface="+mn-lt"/>
                <a:ea typeface="+mn-ea"/>
                <a:cs typeface="+mn-cs"/>
              </a:rPr>
              <a:t>Aarti</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Dawra</a:t>
            </a:r>
            <a:r>
              <a:rPr lang="en-US" sz="1200" b="0" i="0" u="none" strike="noStrike" kern="1200" baseline="0" dirty="0" smtClean="0">
                <a:solidFill>
                  <a:schemeClr val="tx1"/>
                </a:solidFill>
                <a:latin typeface="+mn-lt"/>
                <a:ea typeface="+mn-ea"/>
                <a:cs typeface="+mn-cs"/>
              </a:rPr>
              <a:t> and </a:t>
            </a:r>
            <a:r>
              <a:rPr lang="en-US" sz="1200" b="0" i="0" u="none" strike="noStrike" kern="1200" baseline="0" dirty="0" err="1" smtClean="0">
                <a:solidFill>
                  <a:schemeClr val="tx1"/>
                </a:solidFill>
                <a:latin typeface="+mn-lt"/>
                <a:ea typeface="+mn-ea"/>
                <a:cs typeface="+mn-cs"/>
              </a:rPr>
              <a:t>Meenal</a:t>
            </a:r>
            <a:r>
              <a:rPr lang="en-US" sz="1200" b="0" i="0" u="none" strike="noStrike" kern="1200" baseline="0" dirty="0" smtClean="0">
                <a:solidFill>
                  <a:schemeClr val="tx1"/>
                </a:solidFill>
                <a:latin typeface="+mn-lt"/>
                <a:ea typeface="+mn-ea"/>
                <a:cs typeface="+mn-cs"/>
              </a:rPr>
              <a:t> Sharma </a:t>
            </a:r>
            <a:r>
              <a:rPr lang="en-US" sz="1200" b="0" i="0" u="none" strike="noStrike" kern="1200" baseline="0" dirty="0" err="1" smtClean="0">
                <a:solidFill>
                  <a:schemeClr val="tx1"/>
                </a:solidFill>
                <a:latin typeface="+mn-lt"/>
                <a:ea typeface="+mn-ea"/>
                <a:cs typeface="+mn-cs"/>
              </a:rPr>
              <a:t>Jagtap</a:t>
            </a:r>
            <a:r>
              <a:rPr lang="en-US" sz="1200" b="0" i="0" u="none" strike="noStrike" kern="1200" baseline="0" dirty="0" smtClean="0">
                <a:solidFill>
                  <a:schemeClr val="tx1"/>
                </a:solidFill>
                <a:latin typeface="+mn-lt"/>
                <a:ea typeface="+mn-ea"/>
                <a:cs typeface="+mn-cs"/>
              </a:rPr>
              <a:t>, http://www.krishisanskriti.org/Publication.html.</a:t>
            </a:r>
            <a:endParaRPr lang="en-IN" b="0" dirty="0"/>
          </a:p>
        </p:txBody>
      </p:sp>
      <p:sp>
        <p:nvSpPr>
          <p:cNvPr id="4" name="Slide Number Placeholder 3"/>
          <p:cNvSpPr>
            <a:spLocks noGrp="1"/>
          </p:cNvSpPr>
          <p:nvPr>
            <p:ph type="sldNum" sz="quarter" idx="10"/>
          </p:nvPr>
        </p:nvSpPr>
        <p:spPr/>
        <p:txBody>
          <a:bodyPr/>
          <a:lstStyle/>
          <a:p>
            <a:fld id="{424327B7-6931-4ED0-9E30-CC306C7B6987}" type="slidenum">
              <a:rPr lang="en-IN" smtClean="0"/>
              <a:t>13</a:t>
            </a:fld>
            <a:endParaRPr lang="en-IN"/>
          </a:p>
        </p:txBody>
      </p:sp>
    </p:spTree>
    <p:extLst>
      <p:ext uri="{BB962C8B-B14F-4D97-AF65-F5344CB8AC3E}">
        <p14:creationId xmlns:p14="http://schemas.microsoft.com/office/powerpoint/2010/main" val="2538983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3.xml"/><Relationship Id="rId1" Type="http://schemas.openxmlformats.org/officeDocument/2006/relationships/vmlDrawing" Target="../drawings/vmlDrawing3.vml"/><Relationship Id="rId5" Type="http://schemas.openxmlformats.org/officeDocument/2006/relationships/image" Target="../media/image3.emf"/><Relationship Id="rId4" Type="http://schemas.openxmlformats.org/officeDocument/2006/relationships/oleObject" Target="../embeddings/oleObject3.bin"/></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Master" Target="../slideMasters/slideMaster7.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4E4C3D3-18C3-4EE8-A5A7-E29183D8AA6E}" type="datetimeFigureOut">
              <a:rPr lang="en-IN" smtClean="0"/>
              <a:t>30-01-2020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02C3A6D-778F-4E3B-B664-E81633ACD7A3}" type="slidenum">
              <a:rPr lang="en-IN" smtClean="0"/>
              <a:t>‹#›</a:t>
            </a:fld>
            <a:endParaRPr lang="en-IN"/>
          </a:p>
        </p:txBody>
      </p:sp>
    </p:spTree>
    <p:extLst>
      <p:ext uri="{BB962C8B-B14F-4D97-AF65-F5344CB8AC3E}">
        <p14:creationId xmlns:p14="http://schemas.microsoft.com/office/powerpoint/2010/main" val="2826465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E4C3D3-18C3-4EE8-A5A7-E29183D8AA6E}" type="datetimeFigureOut">
              <a:rPr lang="en-IN" smtClean="0"/>
              <a:t>30-01-2020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02C3A6D-778F-4E3B-B664-E81633ACD7A3}" type="slidenum">
              <a:rPr lang="en-IN" smtClean="0"/>
              <a:t>‹#›</a:t>
            </a:fld>
            <a:endParaRPr lang="en-IN"/>
          </a:p>
        </p:txBody>
      </p:sp>
    </p:spTree>
    <p:extLst>
      <p:ext uri="{BB962C8B-B14F-4D97-AF65-F5344CB8AC3E}">
        <p14:creationId xmlns:p14="http://schemas.microsoft.com/office/powerpoint/2010/main" val="1824240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4E4C3D3-18C3-4EE8-A5A7-E29183D8AA6E}" type="datetimeFigureOut">
              <a:rPr lang="en-IN" smtClean="0"/>
              <a:t>30-01-2020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02C3A6D-778F-4E3B-B664-E81633ACD7A3}" type="slidenum">
              <a:rPr lang="en-IN" smtClean="0"/>
              <a:t>‹#›</a:t>
            </a:fld>
            <a:endParaRPr lang="en-IN"/>
          </a:p>
        </p:txBody>
      </p:sp>
    </p:spTree>
    <p:extLst>
      <p:ext uri="{BB962C8B-B14F-4D97-AF65-F5344CB8AC3E}">
        <p14:creationId xmlns:p14="http://schemas.microsoft.com/office/powerpoint/2010/main" val="4196355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4E4C3D3-18C3-4EE8-A5A7-E29183D8AA6E}" type="datetimeFigureOut">
              <a:rPr lang="en-IN" smtClean="0"/>
              <a:t>30-01-2020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202C3A6D-778F-4E3B-B664-E81633ACD7A3}" type="slidenum">
              <a:rPr lang="en-IN" smtClean="0"/>
              <a:t>‹#›</a:t>
            </a:fld>
            <a:endParaRPr lang="en-IN"/>
          </a:p>
        </p:txBody>
      </p:sp>
    </p:spTree>
    <p:extLst>
      <p:ext uri="{BB962C8B-B14F-4D97-AF65-F5344CB8AC3E}">
        <p14:creationId xmlns:p14="http://schemas.microsoft.com/office/powerpoint/2010/main" val="639021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4E4C3D3-18C3-4EE8-A5A7-E29183D8AA6E}" type="datetimeFigureOut">
              <a:rPr lang="en-IN" smtClean="0"/>
              <a:t>30-01-2020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202C3A6D-778F-4E3B-B664-E81633ACD7A3}" type="slidenum">
              <a:rPr lang="en-IN" smtClean="0"/>
              <a:t>‹#›</a:t>
            </a:fld>
            <a:endParaRPr lang="en-IN"/>
          </a:p>
        </p:txBody>
      </p:sp>
    </p:spTree>
    <p:extLst>
      <p:ext uri="{BB962C8B-B14F-4D97-AF65-F5344CB8AC3E}">
        <p14:creationId xmlns:p14="http://schemas.microsoft.com/office/powerpoint/2010/main" val="2285240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4E4C3D3-18C3-4EE8-A5A7-E29183D8AA6E}" type="datetimeFigureOut">
              <a:rPr lang="en-IN" smtClean="0"/>
              <a:t>30-01-2020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202C3A6D-778F-4E3B-B664-E81633ACD7A3}" type="slidenum">
              <a:rPr lang="en-IN" smtClean="0"/>
              <a:t>‹#›</a:t>
            </a:fld>
            <a:endParaRPr lang="en-IN"/>
          </a:p>
        </p:txBody>
      </p:sp>
    </p:spTree>
    <p:extLst>
      <p:ext uri="{BB962C8B-B14F-4D97-AF65-F5344CB8AC3E}">
        <p14:creationId xmlns:p14="http://schemas.microsoft.com/office/powerpoint/2010/main" val="3507098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E4C3D3-18C3-4EE8-A5A7-E29183D8AA6E}" type="datetimeFigureOut">
              <a:rPr lang="en-IN" smtClean="0"/>
              <a:t>30-01-2020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202C3A6D-778F-4E3B-B664-E81633ACD7A3}" type="slidenum">
              <a:rPr lang="en-IN" smtClean="0"/>
              <a:t>‹#›</a:t>
            </a:fld>
            <a:endParaRPr lang="en-IN"/>
          </a:p>
        </p:txBody>
      </p:sp>
    </p:spTree>
    <p:extLst>
      <p:ext uri="{BB962C8B-B14F-4D97-AF65-F5344CB8AC3E}">
        <p14:creationId xmlns:p14="http://schemas.microsoft.com/office/powerpoint/2010/main" val="702304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4E4C3D3-18C3-4EE8-A5A7-E29183D8AA6E}" type="datetimeFigureOut">
              <a:rPr lang="en-IN" smtClean="0"/>
              <a:t>30-01-2020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202C3A6D-778F-4E3B-B664-E81633ACD7A3}" type="slidenum">
              <a:rPr lang="en-IN" smtClean="0"/>
              <a:t>‹#›</a:t>
            </a:fld>
            <a:endParaRPr lang="en-IN"/>
          </a:p>
        </p:txBody>
      </p:sp>
    </p:spTree>
    <p:extLst>
      <p:ext uri="{BB962C8B-B14F-4D97-AF65-F5344CB8AC3E}">
        <p14:creationId xmlns:p14="http://schemas.microsoft.com/office/powerpoint/2010/main" val="2558269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4E4C3D3-18C3-4EE8-A5A7-E29183D8AA6E}" type="datetimeFigureOut">
              <a:rPr lang="en-IN" smtClean="0"/>
              <a:t>30-01-2020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202C3A6D-778F-4E3B-B664-E81633ACD7A3}" type="slidenum">
              <a:rPr lang="en-IN" smtClean="0"/>
              <a:t>‹#›</a:t>
            </a:fld>
            <a:endParaRPr lang="en-IN"/>
          </a:p>
        </p:txBody>
      </p:sp>
    </p:spTree>
    <p:extLst>
      <p:ext uri="{BB962C8B-B14F-4D97-AF65-F5344CB8AC3E}">
        <p14:creationId xmlns:p14="http://schemas.microsoft.com/office/powerpoint/2010/main" val="4258137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E4C3D3-18C3-4EE8-A5A7-E29183D8AA6E}" type="datetimeFigureOut">
              <a:rPr lang="en-IN" smtClean="0"/>
              <a:t>30-01-2020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02C3A6D-778F-4E3B-B664-E81633ACD7A3}" type="slidenum">
              <a:rPr lang="en-IN" smtClean="0"/>
              <a:t>‹#›</a:t>
            </a:fld>
            <a:endParaRPr lang="en-IN"/>
          </a:p>
        </p:txBody>
      </p:sp>
    </p:spTree>
    <p:extLst>
      <p:ext uri="{BB962C8B-B14F-4D97-AF65-F5344CB8AC3E}">
        <p14:creationId xmlns:p14="http://schemas.microsoft.com/office/powerpoint/2010/main" val="1206719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E4C3D3-18C3-4EE8-A5A7-E29183D8AA6E}" type="datetimeFigureOut">
              <a:rPr lang="en-IN" smtClean="0"/>
              <a:t>30-01-2020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02C3A6D-778F-4E3B-B664-E81633ACD7A3}" type="slidenum">
              <a:rPr lang="en-IN" smtClean="0"/>
              <a:t>‹#›</a:t>
            </a:fld>
            <a:endParaRPr lang="en-IN"/>
          </a:p>
        </p:txBody>
      </p:sp>
    </p:spTree>
    <p:extLst>
      <p:ext uri="{BB962C8B-B14F-4D97-AF65-F5344CB8AC3E}">
        <p14:creationId xmlns:p14="http://schemas.microsoft.com/office/powerpoint/2010/main" val="33686158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smtClean="0"/>
              <a:t>Click icon to add picture</a:t>
            </a:r>
            <a:endParaRPr lang="en-US" noProof="0" dirty="0"/>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17"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dirty="0"/>
              <a:t>Click to edit Master title style</a:t>
            </a:r>
          </a:p>
          <a:p>
            <a:pPr marL="0" marR="0" lvl="1" indent="0" algn="l" defTabSz="914417"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p:txBody>
      </p:sp>
      <p:grpSp>
        <p:nvGrpSpPr>
          <p:cNvPr id="22" name="Group 21"/>
          <p:cNvGrpSpPr>
            <a:grpSpLocks noChangeAspect="1"/>
          </p:cNvGrpSpPr>
          <p:nvPr userDrawn="1"/>
        </p:nvGrpSpPr>
        <p:grpSpPr>
          <a:xfrm>
            <a:off x="501649" y="378001"/>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grpSp>
    </p:spTree>
    <p:extLst>
      <p:ext uri="{BB962C8B-B14F-4D97-AF65-F5344CB8AC3E}">
        <p14:creationId xmlns:p14="http://schemas.microsoft.com/office/powerpoint/2010/main" val="2859076637"/>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50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noProof="0" dirty="0" smtClean="0"/>
              <a:t>Click icon to add picture</a:t>
            </a:r>
            <a:endParaRPr lang="en-US" noProof="0" dirty="0"/>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914417" indent="0" algn="ctr">
              <a:buNone/>
              <a:defRPr sz="1800"/>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p:txBody>
      </p:sp>
      <p:grpSp>
        <p:nvGrpSpPr>
          <p:cNvPr id="7" name="Group 6"/>
          <p:cNvGrpSpPr/>
          <p:nvPr userDrawn="1"/>
        </p:nvGrpSpPr>
        <p:grpSpPr>
          <a:xfrm>
            <a:off x="503988" y="378000"/>
            <a:ext cx="2160000" cy="307976"/>
            <a:chOff x="398463" y="404813"/>
            <a:chExt cx="1627187" cy="307976"/>
          </a:xfrm>
          <a:solidFill>
            <a:schemeClr val="tx1"/>
          </a:solidFill>
        </p:grpSpPr>
        <p:sp>
          <p:nvSpPr>
            <p:cNvPr id="8"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dirty="0">
                <a:solidFill>
                  <a:schemeClr val="bg1"/>
                </a:solidFill>
              </a:endParaRPr>
            </a:p>
          </p:txBody>
        </p:sp>
        <p:sp>
          <p:nvSpPr>
            <p:cNvPr id="1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dirty="0">
                <a:solidFill>
                  <a:schemeClr val="bg1"/>
                </a:solidFill>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053" noProof="0" dirty="0">
                <a:solidFill>
                  <a:schemeClr val="bg1"/>
                </a:solidFill>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dirty="0">
                <a:solidFill>
                  <a:schemeClr val="bg1"/>
                </a:solidFill>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053" noProof="0" dirty="0">
                <a:solidFill>
                  <a:schemeClr val="bg1"/>
                </a:solidFill>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053" noProof="0" dirty="0">
                <a:solidFill>
                  <a:schemeClr val="bg1"/>
                </a:solidFill>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dirty="0">
                <a:solidFill>
                  <a:schemeClr val="bg1"/>
                </a:solidFill>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dirty="0">
                <a:solidFill>
                  <a:schemeClr val="bg1"/>
                </a:solidFill>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dirty="0">
                <a:solidFill>
                  <a:schemeClr val="bg1"/>
                </a:solidFill>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dirty="0">
                <a:solidFill>
                  <a:schemeClr val="bg1"/>
                </a:solidFill>
              </a:endParaRPr>
            </a:p>
          </p:txBody>
        </p:sp>
      </p:grpSp>
    </p:spTree>
    <p:extLst>
      <p:ext uri="{BB962C8B-B14F-4D97-AF65-F5344CB8AC3E}">
        <p14:creationId xmlns:p14="http://schemas.microsoft.com/office/powerpoint/2010/main" val="445158746"/>
      </p:ext>
    </p:extLst>
  </p:cSld>
  <p:clrMapOvr>
    <a:masterClrMapping/>
  </p:clrMapOvr>
  <p:transition>
    <p:fade/>
  </p:transition>
  <p:extLst mod="1">
    <p:ext uri="{DCECCB84-F9BA-43D5-87BE-67443E8EF086}">
      <p15:sldGuideLst xmlns:p15="http://schemas.microsoft.com/office/powerpoint/2012/main">
        <p15:guide id="1" orient="horz" pos="450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bg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457209" indent="0" algn="ctr">
              <a:buNone/>
              <a:defRPr sz="2000"/>
            </a:lvl2pPr>
            <a:lvl3pPr marL="914417" indent="0" algn="ctr">
              <a:buNone/>
              <a:defRPr sz="1800"/>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smtClean="0"/>
              <a:t>Click to edit Master subtitle style</a:t>
            </a:r>
            <a:endParaRPr lang="en-US" noProof="0" dirty="0"/>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p:txBody>
      </p:sp>
      <p:grpSp>
        <p:nvGrpSpPr>
          <p:cNvPr id="22" name="Group 21"/>
          <p:cNvGrpSpPr>
            <a:grpSpLocks noChangeAspect="1"/>
          </p:cNvGrpSpPr>
          <p:nvPr userDrawn="1"/>
        </p:nvGrpSpPr>
        <p:grpSpPr>
          <a:xfrm>
            <a:off x="501649" y="378001"/>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grpSp>
    </p:spTree>
    <p:extLst>
      <p:ext uri="{BB962C8B-B14F-4D97-AF65-F5344CB8AC3E}">
        <p14:creationId xmlns:p14="http://schemas.microsoft.com/office/powerpoint/2010/main" val="3336006371"/>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50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tx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457209" indent="0" algn="ctr">
              <a:buNone/>
              <a:defRPr sz="2000"/>
            </a:lvl2pPr>
            <a:lvl3pPr marL="914417" indent="0" algn="ctr">
              <a:buNone/>
              <a:defRPr sz="1800"/>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smtClean="0"/>
              <a:t>Click to edit Master subtitle style</a:t>
            </a:r>
            <a:endParaRPr lang="en-US" noProof="0" dirty="0"/>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p:txBody>
      </p:sp>
      <p:grpSp>
        <p:nvGrpSpPr>
          <p:cNvPr id="4" name="Group 3"/>
          <p:cNvGrpSpPr/>
          <p:nvPr userDrawn="1"/>
        </p:nvGrpSpPr>
        <p:grpSpPr>
          <a:xfrm>
            <a:off x="501649" y="378001"/>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grpSp>
    </p:spTree>
    <p:extLst>
      <p:ext uri="{BB962C8B-B14F-4D97-AF65-F5344CB8AC3E}">
        <p14:creationId xmlns:p14="http://schemas.microsoft.com/office/powerpoint/2010/main" val="2794078865"/>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50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dirty="0" smtClean="0"/>
              <a:t>Click to edit Master text styles</a:t>
            </a:r>
          </a:p>
        </p:txBody>
      </p:sp>
      <p:sp>
        <p:nvSpPr>
          <p:cNvPr id="5" name="TextBox 4"/>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8" name="TextBox 7"/>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444190965"/>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501651" y="3429001"/>
            <a:ext cx="10544067"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dirty="0" smtClean="0"/>
              <a:t>Click to edit Master text styles</a:t>
            </a:r>
          </a:p>
        </p:txBody>
      </p:sp>
      <p:sp>
        <p:nvSpPr>
          <p:cNvPr id="13" name="TextBox 12"/>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258090082"/>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dirty="0" smtClean="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41568689"/>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dirty="0" smtClean="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701476572"/>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dirty="0" smtClean="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512470043"/>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tx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tx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dirty="0" smtClean="0"/>
              <a:t>Click to edit Master text styles</a:t>
            </a:r>
          </a:p>
        </p:txBody>
      </p:sp>
    </p:spTree>
    <p:extLst>
      <p:ext uri="{BB962C8B-B14F-4D97-AF65-F5344CB8AC3E}">
        <p14:creationId xmlns:p14="http://schemas.microsoft.com/office/powerpoint/2010/main" val="710081396"/>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152370" cy="4752975"/>
          </a:xfrm>
          <a:prstGeom prst="rect">
            <a:avLst/>
          </a:prstGeom>
        </p:spPr>
        <p:txBody>
          <a:bodyPr>
            <a:noAutofit/>
          </a:bodyPr>
          <a:lstStyle>
            <a:lvl1pPr>
              <a:spcBef>
                <a:spcPts val="3600"/>
              </a:spcBef>
              <a:defRPr sz="2720">
                <a:solidFill>
                  <a:schemeClr val="bg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dirty="0" smtClean="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550831439"/>
      </p:ext>
    </p:extLst>
  </p:cSld>
  <p:clrMapOvr>
    <a:masterClrMapping/>
  </p:clrMapOvr>
  <p:transition>
    <p:fade/>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7200"/>
            <a:ext cx="9277349" cy="4759584"/>
          </a:xfrm>
          <a:prstGeom prst="rect">
            <a:avLst/>
          </a:prstGeom>
        </p:spPr>
        <p:txBody>
          <a:bodyPr>
            <a:noAutofit/>
          </a:bodyPr>
          <a:lstStyle>
            <a:lvl1pPr>
              <a:spcBef>
                <a:spcPts val="3600"/>
              </a:spcBef>
              <a:defRPr sz="2720">
                <a:solidFill>
                  <a:schemeClr val="bg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dirty="0" smtClean="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308624085"/>
      </p:ext>
    </p:extLst>
  </p:cSld>
  <p:clrMapOvr>
    <a:masterClrMapping/>
  </p:clrMapOvr>
  <p:transition>
    <p:fad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Autofit/>
          </a:bodyPr>
          <a:lstStyle>
            <a:lvl1pPr>
              <a:spcBef>
                <a:spcPts val="3600"/>
              </a:spcBef>
              <a:defRPr sz="2720">
                <a:solidFill>
                  <a:schemeClr val="bg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dirty="0" smtClean="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447452354"/>
      </p:ext>
    </p:extLst>
  </p:cSld>
  <p:clrMapOvr>
    <a:masterClrMapping/>
  </p:clrMapOvr>
  <p:transition>
    <p:fad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Autofit/>
          </a:bodyPr>
          <a:lstStyle>
            <a:lvl1pPr>
              <a:spcBef>
                <a:spcPts val="3600"/>
              </a:spcBef>
              <a:defRPr sz="2720">
                <a:solidFill>
                  <a:schemeClr val="bg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dirty="0" smtClean="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4126567468"/>
      </p:ext>
    </p:extLst>
  </p:cSld>
  <p:clrMapOvr>
    <a:masterClrMapping/>
  </p:clrMapOvr>
  <p:transition>
    <p:fad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Autofit/>
          </a:bodyPr>
          <a:lstStyle>
            <a:lvl1pPr>
              <a:spcBef>
                <a:spcPts val="3600"/>
              </a:spcBef>
              <a:defRPr sz="2720">
                <a:solidFill>
                  <a:schemeClr val="tx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dirty="0" smtClean="0"/>
              <a:t>Click to edit Master text styles</a:t>
            </a:r>
          </a:p>
        </p:txBody>
      </p:sp>
    </p:spTree>
    <p:extLst>
      <p:ext uri="{BB962C8B-B14F-4D97-AF65-F5344CB8AC3E}">
        <p14:creationId xmlns:p14="http://schemas.microsoft.com/office/powerpoint/2010/main" val="2343974927"/>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lstStyle>
            <a:lvl1pPr>
              <a:tabLst>
                <a:tab pos="6729541" algn="r"/>
              </a:tabLst>
              <a:defRPr/>
            </a:lvl1pPr>
            <a:lvl2pPr>
              <a:tabLst>
                <a:tab pos="6729541" algn="r"/>
              </a:tabLst>
              <a:defRPr/>
            </a:lvl2pPr>
            <a:lvl3pPr>
              <a:tabLst>
                <a:tab pos="6729541" algn="r"/>
              </a:tabLst>
              <a:defRPr/>
            </a:lvl3pPr>
            <a:lvl4pPr>
              <a:tabLst>
                <a:tab pos="6729541" algn="r"/>
              </a:tabLst>
              <a:defRPr/>
            </a:lvl4pPr>
            <a:lvl5pPr>
              <a:tabLst>
                <a:tab pos="5029296" algn="r"/>
              </a:tabLst>
              <a:defRPr baseline="0"/>
            </a:lvl5pPr>
            <a:lvl6pPr>
              <a:tabLst>
                <a:tab pos="6729541" algn="r"/>
              </a:tabLst>
              <a:defRPr/>
            </a:lvl6pPr>
            <a:lvl7pPr>
              <a:tabLst>
                <a:tab pos="6729541" algn="r"/>
              </a:tabLst>
              <a:defRPr/>
            </a:lvl7pPr>
            <a:lvl8pPr>
              <a:tabLst>
                <a:tab pos="6729541" algn="r"/>
              </a:tabLst>
              <a:defRPr/>
            </a:lvl8pPr>
            <a:lvl9pPr>
              <a:tabLst>
                <a:tab pos="6729541" algn="r"/>
              </a:tabLst>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4114155235"/>
      </p:ext>
    </p:extLst>
  </p:cSld>
  <p:clrMapOvr>
    <a:masterClrMapping/>
  </p:clrMapOvr>
  <p:transition>
    <p:fade/>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dirty="0" smtClean="0"/>
              <a:t>Click icon to add picture</a:t>
            </a:r>
            <a:endParaRPr lang="en-US" noProof="0" dirty="0"/>
          </a:p>
        </p:txBody>
      </p:sp>
      <p:sp>
        <p:nvSpPr>
          <p:cNvPr id="6" name="Content Placeholder 3"/>
          <p:cNvSpPr>
            <a:spLocks noGrp="1"/>
          </p:cNvSpPr>
          <p:nvPr>
            <p:ph sz="quarter" idx="10"/>
          </p:nvPr>
        </p:nvSpPr>
        <p:spPr>
          <a:xfrm>
            <a:off x="501652" y="1665289"/>
            <a:ext cx="4456429" cy="4716463"/>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93075072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noProof="0" smtClean="0"/>
              <a:t>Click to edit Master title style</a:t>
            </a:r>
            <a:endParaRPr lang="en-US" noProof="0" dirty="0"/>
          </a:p>
        </p:txBody>
      </p:sp>
      <p:sp>
        <p:nvSpPr>
          <p:cNvPr id="14" name="Text Placeholder 18"/>
          <p:cNvSpPr>
            <a:spLocks noGrp="1"/>
          </p:cNvSpPr>
          <p:nvPr>
            <p:ph idx="1"/>
          </p:nvPr>
        </p:nvSpPr>
        <p:spPr>
          <a:xfrm>
            <a:off x="501652" y="1665289"/>
            <a:ext cx="11165416" cy="4716463"/>
          </a:xfrm>
          <a:prstGeom prst="rect">
            <a:avLst/>
          </a:prstGeom>
        </p:spPr>
        <p:txBody>
          <a:bodyPr vert="horz"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1198543028"/>
      </p:ext>
    </p:extLst>
  </p:cSld>
  <p:clrMapOvr>
    <a:masterClrMapping/>
  </p:clrMapOvr>
  <p:transition>
    <p:fade/>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0" y="317500"/>
            <a:ext cx="11162350" cy="334101"/>
          </a:xfrm>
          <a:prstGeom prst="rect">
            <a:avLst/>
          </a:prstGeom>
        </p:spPr>
        <p:txBody>
          <a:bodyPr vert="horz" lIns="0" tIns="0" rIns="0" bIns="0" rtlCol="0" anchor="t" anchorCtr="0">
            <a:noAutofit/>
          </a:bodyPr>
          <a:lstStyle>
            <a:lvl1pPr>
              <a:defRPr/>
            </a:lvl1pPr>
          </a:lstStyle>
          <a:p>
            <a:r>
              <a:rPr lang="en-US" noProof="0" smtClean="0"/>
              <a:t>Click to edit Master title style</a:t>
            </a:r>
            <a:endParaRPr lang="en-US" noProof="0" dirty="0"/>
          </a:p>
        </p:txBody>
      </p:sp>
      <p:sp>
        <p:nvSpPr>
          <p:cNvPr id="8" name="Text Placeholder 18"/>
          <p:cNvSpPr>
            <a:spLocks noGrp="1"/>
          </p:cNvSpPr>
          <p:nvPr>
            <p:ph idx="1"/>
          </p:nvPr>
        </p:nvSpPr>
        <p:spPr>
          <a:xfrm>
            <a:off x="501652" y="1665288"/>
            <a:ext cx="11165416" cy="4713911"/>
          </a:xfrm>
          <a:prstGeom prst="rect">
            <a:avLst/>
          </a:prstGeom>
        </p:spPr>
        <p:txBody>
          <a:bodyPr vert="horz"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250025045"/>
      </p:ext>
    </p:extLst>
  </p:cSld>
  <p:clrMapOvr>
    <a:masterClrMapping/>
  </p:clrMapOvr>
  <p:transition>
    <p:fade/>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0" y="317500"/>
            <a:ext cx="11162350" cy="334101"/>
          </a:xfrm>
          <a:prstGeom prst="rect">
            <a:avLst/>
          </a:prstGeom>
        </p:spPr>
        <p:txBody>
          <a:bodyPr vert="horz" lIns="0" tIns="0" rIns="0" bIns="0" rtlCol="0" anchor="t" anchorCtr="0">
            <a:noAutofit/>
          </a:bodyPr>
          <a:lstStyle>
            <a:lvl1pPr>
              <a:defRPr/>
            </a:lvl1pPr>
          </a:lstStyle>
          <a:p>
            <a:r>
              <a:rPr lang="en-US" noProof="0" smtClean="0"/>
              <a:t>Click to edit Master title style</a:t>
            </a:r>
            <a:endParaRPr lang="en-US" noProof="0" dirty="0"/>
          </a:p>
        </p:txBody>
      </p:sp>
      <p:sp>
        <p:nvSpPr>
          <p:cNvPr id="8" name="Text Placeholder 18"/>
          <p:cNvSpPr>
            <a:spLocks noGrp="1"/>
          </p:cNvSpPr>
          <p:nvPr>
            <p:ph idx="1"/>
          </p:nvPr>
        </p:nvSpPr>
        <p:spPr>
          <a:xfrm>
            <a:off x="501652" y="1700213"/>
            <a:ext cx="11165416" cy="4678986"/>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2501805974"/>
      </p:ext>
    </p:extLst>
  </p:cSld>
  <p:clrMapOvr>
    <a:masterClrMapping/>
  </p:clrMapOvr>
  <p:transition>
    <p:fade/>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1653" y="2052000"/>
            <a:ext cx="11188699" cy="4069013"/>
          </a:xfrm>
          <a:prstGeom prst="rect">
            <a:avLst/>
          </a:prstGeom>
        </p:spPr>
        <p:txBody>
          <a:bodyPr/>
          <a:lstStyle/>
          <a:p>
            <a:r>
              <a:rPr lang="en-US" noProof="0" dirty="0" smtClean="0"/>
              <a:t>Click icon to add chart</a:t>
            </a:r>
            <a:endParaRPr lang="en-US" noProof="0" dirty="0"/>
          </a:p>
        </p:txBody>
      </p:sp>
      <p:sp>
        <p:nvSpPr>
          <p:cNvPr id="18" name="Text Placeholder 8"/>
          <p:cNvSpPr>
            <a:spLocks noGrp="1"/>
          </p:cNvSpPr>
          <p:nvPr>
            <p:ph type="body" sz="quarter" idx="18"/>
          </p:nvPr>
        </p:nvSpPr>
        <p:spPr>
          <a:xfrm>
            <a:off x="501653" y="1665289"/>
            <a:ext cx="11188699" cy="392112"/>
          </a:xfrm>
        </p:spPr>
        <p:txBody>
          <a:bodyPr/>
          <a:lstStyle/>
          <a:p>
            <a:pPr lvl="0"/>
            <a:r>
              <a:rPr lang="en-US" noProof="0" smtClean="0"/>
              <a:t>Click to edit Master text styles</a:t>
            </a:r>
          </a:p>
        </p:txBody>
      </p:sp>
      <p:sp>
        <p:nvSpPr>
          <p:cNvPr id="19" name="Text Placeholder 7"/>
          <p:cNvSpPr>
            <a:spLocks noGrp="1"/>
          </p:cNvSpPr>
          <p:nvPr>
            <p:ph type="body" sz="quarter" idx="23"/>
          </p:nvPr>
        </p:nvSpPr>
        <p:spPr>
          <a:xfrm>
            <a:off x="501651" y="6121014"/>
            <a:ext cx="11188700" cy="260737"/>
          </a:xfrm>
        </p:spPr>
        <p:txBody>
          <a:bodyPr>
            <a:noAutofit/>
          </a:bodyPr>
          <a:lstStyle>
            <a:lvl1pPr>
              <a:spcAft>
                <a:spcPts val="0"/>
              </a:spcAft>
              <a:defRPr sz="907"/>
            </a:lvl1pPr>
          </a:lstStyle>
          <a:p>
            <a:pPr lvl="0"/>
            <a:r>
              <a:rPr lang="en-US" noProof="0" smtClean="0"/>
              <a:t>Click to edit Master text styles</a:t>
            </a:r>
          </a:p>
        </p:txBody>
      </p:sp>
    </p:spTree>
    <p:extLst>
      <p:ext uri="{BB962C8B-B14F-4D97-AF65-F5344CB8AC3E}">
        <p14:creationId xmlns:p14="http://schemas.microsoft.com/office/powerpoint/2010/main" val="1546822380"/>
      </p:ext>
    </p:extLst>
  </p:cSld>
  <p:clrMapOvr>
    <a:masterClrMapping/>
  </p:clrMapOvr>
  <p:transition>
    <p:fade/>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dirty="0" smtClean="0"/>
              <a:t>Click icon to add chart</a:t>
            </a:r>
            <a:endParaRPr lang="en-US" noProof="0" dirty="0"/>
          </a:p>
        </p:txBody>
      </p:sp>
      <p:sp>
        <p:nvSpPr>
          <p:cNvPr id="18" name="Text Placeholder 8"/>
          <p:cNvSpPr>
            <a:spLocks noGrp="1"/>
          </p:cNvSpPr>
          <p:nvPr>
            <p:ph type="body" sz="quarter" idx="18"/>
          </p:nvPr>
        </p:nvSpPr>
        <p:spPr>
          <a:xfrm>
            <a:off x="501650" y="1665289"/>
            <a:ext cx="3562351" cy="392112"/>
          </a:xfrm>
        </p:spPr>
        <p:txBody>
          <a:bodyPr/>
          <a:lstStyle/>
          <a:p>
            <a:pPr lvl="0"/>
            <a:r>
              <a:rPr lang="en-US" noProof="0" smtClean="0"/>
              <a:t>Click to edit Master text styles</a:t>
            </a:r>
          </a:p>
        </p:txBody>
      </p:sp>
      <p:sp>
        <p:nvSpPr>
          <p:cNvPr id="7" name="Chart Placeholder 3"/>
          <p:cNvSpPr>
            <a:spLocks noGrp="1"/>
          </p:cNvSpPr>
          <p:nvPr>
            <p:ph type="chart" sz="quarter" idx="19"/>
          </p:nvPr>
        </p:nvSpPr>
        <p:spPr>
          <a:xfrm>
            <a:off x="4303184" y="2051999"/>
            <a:ext cx="3561616" cy="4069014"/>
          </a:xfrm>
          <a:prstGeom prst="rect">
            <a:avLst/>
          </a:prstGeom>
        </p:spPr>
        <p:txBody>
          <a:bodyPr/>
          <a:lstStyle/>
          <a:p>
            <a:r>
              <a:rPr lang="en-US" noProof="0" dirty="0" smtClean="0"/>
              <a:t>Click icon to add chart</a:t>
            </a:r>
            <a:endParaRPr lang="en-US" noProof="0" dirty="0"/>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smtClean="0"/>
              <a:t>Click to 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dirty="0" smtClean="0"/>
              <a:t>Click icon to add chart</a:t>
            </a:r>
            <a:endParaRPr lang="en-US" noProof="0" dirty="0"/>
          </a:p>
        </p:txBody>
      </p:sp>
      <p:sp>
        <p:nvSpPr>
          <p:cNvPr id="10" name="Text Placeholder 8"/>
          <p:cNvSpPr>
            <a:spLocks noGrp="1"/>
          </p:cNvSpPr>
          <p:nvPr>
            <p:ph type="body" sz="quarter" idx="22"/>
          </p:nvPr>
        </p:nvSpPr>
        <p:spPr>
          <a:xfrm>
            <a:off x="8126397" y="1659145"/>
            <a:ext cx="3563954" cy="398256"/>
          </a:xfrm>
        </p:spPr>
        <p:txBody>
          <a:bodyPr/>
          <a:lstStyle/>
          <a:p>
            <a:pPr lvl="0"/>
            <a:r>
              <a:rPr lang="en-US" noProof="0" smtClean="0"/>
              <a:t>Click to edit Master text styles</a:t>
            </a:r>
          </a:p>
        </p:txBody>
      </p:sp>
      <p:sp>
        <p:nvSpPr>
          <p:cNvPr id="12" name="Text Placeholder 7"/>
          <p:cNvSpPr>
            <a:spLocks noGrp="1"/>
          </p:cNvSpPr>
          <p:nvPr>
            <p:ph type="body" sz="quarter" idx="23"/>
          </p:nvPr>
        </p:nvSpPr>
        <p:spPr>
          <a:xfrm>
            <a:off x="501649" y="6121014"/>
            <a:ext cx="11165419" cy="260737"/>
          </a:xfrm>
        </p:spPr>
        <p:txBody>
          <a:bodyPr>
            <a:noAutofit/>
          </a:bodyPr>
          <a:lstStyle>
            <a:lvl1pPr>
              <a:spcAft>
                <a:spcPts val="0"/>
              </a:spcAft>
              <a:defRPr sz="907"/>
            </a:lvl1pPr>
          </a:lstStyle>
          <a:p>
            <a:pPr lvl="0"/>
            <a:r>
              <a:rPr lang="en-US" noProof="0" smtClean="0"/>
              <a:t>Click to edit Master text styles</a:t>
            </a:r>
          </a:p>
        </p:txBody>
      </p:sp>
    </p:spTree>
    <p:extLst>
      <p:ext uri="{BB962C8B-B14F-4D97-AF65-F5344CB8AC3E}">
        <p14:creationId xmlns:p14="http://schemas.microsoft.com/office/powerpoint/2010/main" val="980295828"/>
      </p:ext>
    </p:extLst>
  </p:cSld>
  <p:clrMapOvr>
    <a:masterClrMapping/>
  </p:clrMapOvr>
  <p:transition>
    <p:fade/>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1" y="317500"/>
            <a:ext cx="1120266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501651" y="651601"/>
            <a:ext cx="1120266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5" name="Content Placeholder 3"/>
          <p:cNvSpPr>
            <a:spLocks noGrp="1"/>
          </p:cNvSpPr>
          <p:nvPr>
            <p:ph sz="quarter" idx="20"/>
          </p:nvPr>
        </p:nvSpPr>
        <p:spPr>
          <a:xfrm>
            <a:off x="6381539" y="1665288"/>
            <a:ext cx="5322782" cy="4716461"/>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2141612254"/>
      </p:ext>
    </p:extLst>
  </p:cSld>
  <p:clrMapOvr>
    <a:masterClrMapping/>
  </p:clrMapOvr>
  <p:transition>
    <p:fade/>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0" y="317500"/>
            <a:ext cx="11188700"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501650" y="1665288"/>
            <a:ext cx="5305581" cy="4716461"/>
          </a:xfrm>
          <a:prstGeom prst="rect">
            <a:avLst/>
          </a:prstGeom>
        </p:spPr>
        <p:txBody>
          <a:bodyPr>
            <a:noAutofit/>
          </a:bodyPr>
          <a:lstStyle>
            <a:lvl1pPr>
              <a:tabLst>
                <a:tab pos="5029296" algn="r"/>
              </a:tabLst>
              <a:defRPr sz="1600"/>
            </a:lvl1pPr>
            <a:lvl2pPr>
              <a:tabLst>
                <a:tab pos="5029296" algn="r"/>
              </a:tabLst>
              <a:defRPr sz="1600"/>
            </a:lvl2pPr>
            <a:lvl3pPr>
              <a:tabLst>
                <a:tab pos="5029296" algn="r"/>
              </a:tabLst>
              <a:defRPr sz="1600"/>
            </a:lvl3pPr>
            <a:lvl4pPr>
              <a:tabLst>
                <a:tab pos="5029296" algn="r"/>
              </a:tabLst>
              <a:defRPr sz="1600"/>
            </a:lvl4pPr>
            <a:lvl5pPr>
              <a:tabLst>
                <a:tab pos="5029296" algn="r"/>
              </a:tabLst>
              <a:defRPr baseline="0"/>
            </a:lvl5pPr>
            <a:lvl6pPr>
              <a:defRPr sz="1600"/>
            </a:lvl6pPr>
            <a:lvl7pPr>
              <a:defRPr sz="1600"/>
            </a:lvl7pPr>
            <a:lvl8pPr>
              <a:defRPr sz="1600"/>
            </a:lvl8pPr>
            <a:lvl9pPr>
              <a:defRPr sz="1600"/>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3" name="Content Placeholder 3"/>
          <p:cNvSpPr>
            <a:spLocks noGrp="1"/>
          </p:cNvSpPr>
          <p:nvPr>
            <p:ph sz="quarter" idx="20"/>
          </p:nvPr>
        </p:nvSpPr>
        <p:spPr>
          <a:xfrm>
            <a:off x="6384000" y="1665288"/>
            <a:ext cx="5306350" cy="4716461"/>
          </a:xfrm>
          <a:prstGeom prst="rect">
            <a:avLst/>
          </a:prstGeom>
        </p:spPr>
        <p:txBody>
          <a:bodyPr>
            <a:noAutofit/>
          </a:bodyPr>
          <a:lstStyle>
            <a:lvl1pPr>
              <a:tabLst>
                <a:tab pos="5029296" algn="r"/>
              </a:tabLst>
              <a:defRPr sz="1600"/>
            </a:lvl1pPr>
            <a:lvl2pPr>
              <a:tabLst>
                <a:tab pos="5029296" algn="r"/>
              </a:tabLst>
              <a:defRPr sz="1600"/>
            </a:lvl2pPr>
            <a:lvl3pPr>
              <a:tabLst>
                <a:tab pos="5029296" algn="r"/>
              </a:tabLst>
              <a:defRPr sz="1600"/>
            </a:lvl3pPr>
            <a:lvl4pPr>
              <a:tabLst>
                <a:tab pos="5029296" algn="r"/>
              </a:tabLst>
              <a:defRPr sz="1600"/>
            </a:lvl4pPr>
            <a:lvl5pPr>
              <a:tabLst>
                <a:tab pos="5029296" algn="r"/>
              </a:tabLst>
              <a:defRPr baseline="0"/>
            </a:lvl5pPr>
            <a:lvl6pPr>
              <a:defRPr sz="1600"/>
            </a:lvl6pPr>
            <a:lvl7pPr>
              <a:defRPr sz="1600"/>
            </a:lvl7pPr>
            <a:lvl8pPr>
              <a:defRPr sz="1600"/>
            </a:lvl8pPr>
            <a:lvl9pPr>
              <a:defRPr sz="1600"/>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2931571175"/>
      </p:ext>
    </p:extLst>
  </p:cSld>
  <p:clrMapOvr>
    <a:masterClrMapping/>
  </p:clrMapOvr>
  <p:transition>
    <p:fade/>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6" cy="4455725"/>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lstStyle/>
          <a:p>
            <a:r>
              <a:rPr lang="en-US" noProof="0" dirty="0" smtClean="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smtClean="0"/>
              <a:t>Click to edit Master text styles</a:t>
            </a:r>
          </a:p>
        </p:txBody>
      </p:sp>
      <p:sp>
        <p:nvSpPr>
          <p:cNvPr id="11"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907"/>
            </a:lvl1pPr>
          </a:lstStyle>
          <a:p>
            <a:pPr lvl="0"/>
            <a:r>
              <a:rPr lang="en-US" noProof="0" smtClean="0"/>
              <a:t>Click to edit Master text styles</a:t>
            </a:r>
          </a:p>
        </p:txBody>
      </p:sp>
    </p:spTree>
    <p:extLst>
      <p:ext uri="{BB962C8B-B14F-4D97-AF65-F5344CB8AC3E}">
        <p14:creationId xmlns:p14="http://schemas.microsoft.com/office/powerpoint/2010/main" val="3238887460"/>
      </p:ext>
    </p:extLst>
  </p:cSld>
  <p:clrMapOvr>
    <a:masterClrMapping/>
  </p:clrMapOvr>
  <p:transition>
    <p:fade/>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noProof="0" dirty="0" smtClean="0"/>
              <a:t>Click icon to add chart</a:t>
            </a:r>
            <a:endParaRPr lang="en-US" noProof="0" dirty="0"/>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smtClean="0"/>
              <a:t>Click to edit Master text styles</a:t>
            </a:r>
          </a:p>
        </p:txBody>
      </p:sp>
      <p:sp>
        <p:nvSpPr>
          <p:cNvPr id="11"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907"/>
            </a:lvl1pPr>
          </a:lstStyle>
          <a:p>
            <a:pPr lvl="0"/>
            <a:r>
              <a:rPr lang="en-US" noProof="0" smtClean="0"/>
              <a:t>Click to edit Master text styles</a:t>
            </a:r>
          </a:p>
        </p:txBody>
      </p:sp>
      <p:sp>
        <p:nvSpPr>
          <p:cNvPr id="9" name="Chart Placeholder 2"/>
          <p:cNvSpPr>
            <a:spLocks noGrp="1"/>
          </p:cNvSpPr>
          <p:nvPr>
            <p:ph type="chart" sz="quarter" idx="24"/>
          </p:nvPr>
        </p:nvSpPr>
        <p:spPr>
          <a:xfrm>
            <a:off x="501651" y="2125013"/>
            <a:ext cx="5339063" cy="3996000"/>
          </a:xfrm>
        </p:spPr>
        <p:txBody>
          <a:bodyPr/>
          <a:lstStyle/>
          <a:p>
            <a:r>
              <a:rPr lang="en-US" noProof="0" dirty="0" smtClean="0"/>
              <a:t>Click icon to add chart</a:t>
            </a:r>
            <a:endParaRPr lang="en-US" noProof="0" dirty="0"/>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smtClean="0"/>
              <a:t>Click to edit Master text styles</a:t>
            </a:r>
          </a:p>
        </p:txBody>
      </p:sp>
    </p:spTree>
    <p:extLst>
      <p:ext uri="{BB962C8B-B14F-4D97-AF65-F5344CB8AC3E}">
        <p14:creationId xmlns:p14="http://schemas.microsoft.com/office/powerpoint/2010/main" val="2291555549"/>
      </p:ext>
    </p:extLst>
  </p:cSld>
  <p:clrMapOvr>
    <a:masterClrMapping/>
  </p:clrMapOvr>
  <p:transition>
    <p:fade/>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3" y="317500"/>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501651" y="1665289"/>
            <a:ext cx="4431857" cy="4716463"/>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8" name="Content Placeholder 3"/>
          <p:cNvSpPr>
            <a:spLocks noGrp="1"/>
          </p:cNvSpPr>
          <p:nvPr>
            <p:ph sz="quarter" idx="16"/>
          </p:nvPr>
        </p:nvSpPr>
        <p:spPr>
          <a:xfrm>
            <a:off x="5450350" y="1700214"/>
            <a:ext cx="6240000" cy="4681537"/>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284739281"/>
      </p:ext>
    </p:extLst>
  </p:cSld>
  <p:clrMapOvr>
    <a:masterClrMapping/>
  </p:clrMapOvr>
  <p:transition>
    <p:fade/>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700"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029296" algn="r"/>
              </a:tabLst>
              <a:defRPr sz="2400">
                <a:solidFill>
                  <a:schemeClr val="accent3"/>
                </a:solidFill>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smtClean="0"/>
              <a:t>Click to edit Master text styles</a:t>
            </a:r>
          </a:p>
        </p:txBody>
      </p:sp>
      <p:sp>
        <p:nvSpPr>
          <p:cNvPr id="8" name="Content Placeholder 3"/>
          <p:cNvSpPr>
            <a:spLocks noGrp="1"/>
          </p:cNvSpPr>
          <p:nvPr>
            <p:ph sz="quarter" idx="16"/>
          </p:nvPr>
        </p:nvSpPr>
        <p:spPr>
          <a:xfrm>
            <a:off x="501651" y="1665289"/>
            <a:ext cx="6506348" cy="4716462"/>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13" hasCustomPrompt="1"/>
          </p:nvPr>
        </p:nvSpPr>
        <p:spPr>
          <a:xfrm>
            <a:off x="501653"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215108097"/>
      </p:ext>
    </p:extLst>
  </p:cSld>
  <p:clrMapOvr>
    <a:masterClrMapping/>
  </p:clrMapOvr>
  <p:transition>
    <p:fade/>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smtClean="0"/>
              <a:t>Click to edit Master title style</a:t>
            </a:r>
            <a:endParaRPr lang="en-US" noProof="0" dirty="0"/>
          </a:p>
        </p:txBody>
      </p:sp>
      <p:sp>
        <p:nvSpPr>
          <p:cNvPr id="4" name="Picture Placeholder 6"/>
          <p:cNvSpPr>
            <a:spLocks noGrp="1"/>
          </p:cNvSpPr>
          <p:nvPr>
            <p:ph type="pic" sz="quarter" idx="13"/>
          </p:nvPr>
        </p:nvSpPr>
        <p:spPr>
          <a:xfrm>
            <a:off x="501650" y="1700213"/>
            <a:ext cx="2712000" cy="1260000"/>
          </a:xfrm>
        </p:spPr>
        <p:txBody>
          <a:bodyPr lIns="0" tIns="0" rIns="0" bIns="0">
            <a:noAutofit/>
          </a:bodyPr>
          <a:lstStyle/>
          <a:p>
            <a:r>
              <a:rPr lang="en-US" noProof="0" dirty="0" smtClean="0"/>
              <a:t>Click icon to add picture</a:t>
            </a:r>
            <a:endParaRPr lang="en-US" noProof="0" dirty="0"/>
          </a:p>
        </p:txBody>
      </p:sp>
      <p:sp>
        <p:nvSpPr>
          <p:cNvPr id="5" name="Picture Placeholder 6"/>
          <p:cNvSpPr>
            <a:spLocks noGrp="1"/>
          </p:cNvSpPr>
          <p:nvPr>
            <p:ph type="pic" sz="quarter" idx="14"/>
          </p:nvPr>
        </p:nvSpPr>
        <p:spPr>
          <a:xfrm>
            <a:off x="3327217" y="1700213"/>
            <a:ext cx="2712000" cy="1260000"/>
          </a:xfrm>
        </p:spPr>
        <p:txBody>
          <a:bodyPr lIns="0" tIns="0" rIns="0" bIns="0">
            <a:noAutofit/>
          </a:bodyPr>
          <a:lstStyle/>
          <a:p>
            <a:r>
              <a:rPr lang="en-US" noProof="0" dirty="0" smtClean="0"/>
              <a:t>Click icon to add picture</a:t>
            </a:r>
            <a:endParaRPr lang="en-US" noProof="0" dirty="0"/>
          </a:p>
        </p:txBody>
      </p:sp>
      <p:sp>
        <p:nvSpPr>
          <p:cNvPr id="6" name="Picture Placeholder 6"/>
          <p:cNvSpPr>
            <a:spLocks noGrp="1"/>
          </p:cNvSpPr>
          <p:nvPr>
            <p:ph type="pic" sz="quarter" idx="15"/>
          </p:nvPr>
        </p:nvSpPr>
        <p:spPr>
          <a:xfrm>
            <a:off x="6152783" y="1700213"/>
            <a:ext cx="2712000" cy="1260000"/>
          </a:xfrm>
        </p:spPr>
        <p:txBody>
          <a:bodyPr lIns="0" tIns="0" rIns="0" bIns="0">
            <a:noAutofit/>
          </a:bodyPr>
          <a:lstStyle/>
          <a:p>
            <a:r>
              <a:rPr lang="en-US" noProof="0" dirty="0" smtClean="0"/>
              <a:t>Click icon to add picture</a:t>
            </a:r>
            <a:endParaRPr lang="en-US" noProof="0" dirty="0"/>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dirty="0" smtClean="0"/>
              <a:t>Click icon to add picture</a:t>
            </a:r>
            <a:endParaRPr lang="en-US" noProof="0" dirty="0"/>
          </a:p>
        </p:txBody>
      </p:sp>
      <p:sp>
        <p:nvSpPr>
          <p:cNvPr id="9" name="Text Placeholder 8"/>
          <p:cNvSpPr>
            <a:spLocks noGrp="1"/>
          </p:cNvSpPr>
          <p:nvPr>
            <p:ph type="body" sz="quarter" idx="17"/>
          </p:nvPr>
        </p:nvSpPr>
        <p:spPr>
          <a:xfrm>
            <a:off x="501651"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0" name="Text Placeholder 8"/>
          <p:cNvSpPr>
            <a:spLocks noGrp="1"/>
          </p:cNvSpPr>
          <p:nvPr>
            <p:ph type="body" sz="quarter" idx="18"/>
          </p:nvPr>
        </p:nvSpPr>
        <p:spPr>
          <a:xfrm>
            <a:off x="6149964"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1" name="Text Placeholder 8"/>
          <p:cNvSpPr>
            <a:spLocks noGrp="1"/>
          </p:cNvSpPr>
          <p:nvPr>
            <p:ph type="body" sz="quarter" idx="19"/>
          </p:nvPr>
        </p:nvSpPr>
        <p:spPr>
          <a:xfrm>
            <a:off x="3330041" y="3124200"/>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2" name="Text Placeholder 8"/>
          <p:cNvSpPr>
            <a:spLocks noGrp="1"/>
          </p:cNvSpPr>
          <p:nvPr>
            <p:ph type="body" sz="quarter" idx="20"/>
          </p:nvPr>
        </p:nvSpPr>
        <p:spPr>
          <a:xfrm>
            <a:off x="8993169" y="3108508"/>
            <a:ext cx="2697182" cy="3273240"/>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3" name="Text Placeholder 8"/>
          <p:cNvSpPr>
            <a:spLocks noGrp="1"/>
          </p:cNvSpPr>
          <p:nvPr>
            <p:ph type="body" sz="quarter" idx="21" hasCustomPrompt="1"/>
          </p:nvPr>
        </p:nvSpPr>
        <p:spPr>
          <a:xfrm>
            <a:off x="501651" y="651601"/>
            <a:ext cx="11188701"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499186572"/>
      </p:ext>
    </p:extLst>
  </p:cSld>
  <p:clrMapOvr>
    <a:masterClrMapping/>
  </p:clrMapOvr>
  <p:transition>
    <p:fade/>
  </p:transition>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smtClean="0"/>
              <a:t>Click to edit Master title style</a:t>
            </a:r>
            <a:endParaRPr lang="en-US" noProof="0" dirty="0"/>
          </a:p>
        </p:txBody>
      </p:sp>
      <p:sp>
        <p:nvSpPr>
          <p:cNvPr id="4" name="Rectangle 3"/>
          <p:cNvSpPr/>
          <p:nvPr userDrawn="1"/>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userDrawn="1"/>
        </p:nvSpPr>
        <p:spPr>
          <a:xfrm>
            <a:off x="6224087" y="1700213"/>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userDrawn="1"/>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7" name="Rectangle 6"/>
          <p:cNvSpPr/>
          <p:nvPr userDrawn="1"/>
        </p:nvSpPr>
        <p:spPr>
          <a:xfrm>
            <a:off x="6224087"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8" name="Picture Placeholder 11"/>
          <p:cNvSpPr>
            <a:spLocks noGrp="1"/>
          </p:cNvSpPr>
          <p:nvPr>
            <p:ph type="pic" sz="quarter" idx="25"/>
          </p:nvPr>
        </p:nvSpPr>
        <p:spPr>
          <a:xfrm>
            <a:off x="504000" y="1880213"/>
            <a:ext cx="1968000" cy="1476000"/>
          </a:xfrm>
        </p:spPr>
        <p:txBody>
          <a:bodyPr/>
          <a:lstStyle>
            <a:lvl1pPr algn="ctr">
              <a:defRPr/>
            </a:lvl1pPr>
          </a:lstStyle>
          <a:p>
            <a:r>
              <a:rPr lang="en-US" noProof="0" dirty="0" smtClean="0"/>
              <a:t>Click icon to add picture</a:t>
            </a:r>
            <a:endParaRPr lang="en-US" noProof="0" dirty="0"/>
          </a:p>
        </p:txBody>
      </p:sp>
      <p:sp>
        <p:nvSpPr>
          <p:cNvPr id="9" name="Picture Placeholder 11"/>
          <p:cNvSpPr>
            <a:spLocks noGrp="1"/>
          </p:cNvSpPr>
          <p:nvPr>
            <p:ph type="pic" sz="quarter" idx="27"/>
          </p:nvPr>
        </p:nvSpPr>
        <p:spPr>
          <a:xfrm>
            <a:off x="6224086" y="1880213"/>
            <a:ext cx="1968000" cy="1476000"/>
          </a:xfrm>
        </p:spPr>
        <p:txBody>
          <a:bodyPr/>
          <a:lstStyle>
            <a:lvl1pPr algn="ctr">
              <a:defRPr/>
            </a:lvl1pPr>
          </a:lstStyle>
          <a:p>
            <a:r>
              <a:rPr lang="en-US" noProof="0" dirty="0" smtClean="0"/>
              <a:t>Click icon to add picture</a:t>
            </a:r>
            <a:endParaRPr lang="en-US" noProof="0"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noProof="0" dirty="0" smtClean="0"/>
              <a:t>Click icon to add picture</a:t>
            </a:r>
            <a:endParaRPr lang="en-US" noProof="0" dirty="0"/>
          </a:p>
        </p:txBody>
      </p:sp>
      <p:sp>
        <p:nvSpPr>
          <p:cNvPr id="11" name="Picture Placeholder 11"/>
          <p:cNvSpPr>
            <a:spLocks noGrp="1"/>
          </p:cNvSpPr>
          <p:nvPr>
            <p:ph type="pic" sz="quarter" idx="31"/>
          </p:nvPr>
        </p:nvSpPr>
        <p:spPr>
          <a:xfrm>
            <a:off x="6224086" y="4256213"/>
            <a:ext cx="1968000" cy="1476000"/>
          </a:xfrm>
        </p:spPr>
        <p:txBody>
          <a:bodyPr/>
          <a:lstStyle>
            <a:lvl1pPr algn="ctr">
              <a:defRPr/>
            </a:lvl1pPr>
          </a:lstStyle>
          <a:p>
            <a:r>
              <a:rPr lang="en-US" noProof="0" dirty="0" smtClean="0"/>
              <a:t>Click icon to add picture</a:t>
            </a:r>
            <a:endParaRPr lang="en-US" noProof="0" dirty="0"/>
          </a:p>
        </p:txBody>
      </p:sp>
      <p:sp>
        <p:nvSpPr>
          <p:cNvPr id="13" name="Text Placeholder 12"/>
          <p:cNvSpPr>
            <a:spLocks noGrp="1"/>
          </p:cNvSpPr>
          <p:nvPr>
            <p:ph type="body" sz="quarter" idx="32"/>
          </p:nvPr>
        </p:nvSpPr>
        <p:spPr>
          <a:xfrm>
            <a:off x="2683483" y="1880213"/>
            <a:ext cx="3288000" cy="1944000"/>
          </a:xfrm>
        </p:spPr>
        <p:txBody>
          <a:bodyPr/>
          <a:lstStyle>
            <a:lvl1pPr>
              <a:spcAft>
                <a:spcPts val="0"/>
              </a:spcAft>
              <a:defRPr b="1"/>
            </a:lvl1pPr>
            <a:lvl2pPr>
              <a:spcAft>
                <a:spcPts val="0"/>
              </a:spcAft>
              <a:defRPr b="0"/>
            </a:lvl2pPr>
          </a:lstStyle>
          <a:p>
            <a:pPr lvl="0"/>
            <a:r>
              <a:rPr lang="en-US" noProof="0" dirty="0" smtClean="0"/>
              <a:t>Click to edit Master text styles</a:t>
            </a:r>
          </a:p>
          <a:p>
            <a:pPr lvl="1"/>
            <a:r>
              <a:rPr lang="en-US" noProof="0" dirty="0" smtClean="0"/>
              <a:t>Second level</a:t>
            </a:r>
          </a:p>
        </p:txBody>
      </p:sp>
      <p:sp>
        <p:nvSpPr>
          <p:cNvPr id="14" name="Text Placeholder 12"/>
          <p:cNvSpPr>
            <a:spLocks noGrp="1"/>
          </p:cNvSpPr>
          <p:nvPr>
            <p:ph type="body" sz="quarter" idx="33"/>
          </p:nvPr>
        </p:nvSpPr>
        <p:spPr>
          <a:xfrm>
            <a:off x="8396561" y="1880213"/>
            <a:ext cx="3302591" cy="1944000"/>
          </a:xfrm>
        </p:spPr>
        <p:txBody>
          <a:bodyPr/>
          <a:lstStyle>
            <a:lvl1pPr>
              <a:spcAft>
                <a:spcPts val="0"/>
              </a:spcAft>
              <a:defRPr b="1"/>
            </a:lvl1pPr>
            <a:lvl2pPr>
              <a:spcAft>
                <a:spcPts val="0"/>
              </a:spcAft>
              <a:defRPr b="0"/>
            </a:lvl2pPr>
          </a:lstStyle>
          <a:p>
            <a:pPr lvl="0"/>
            <a:r>
              <a:rPr lang="en-US" noProof="0" smtClean="0"/>
              <a:t>Click to edit Master text styles</a:t>
            </a:r>
          </a:p>
          <a:p>
            <a:pPr lvl="1"/>
            <a:r>
              <a:rPr lang="en-US" noProof="0" smtClean="0"/>
              <a:t>Second level</a:t>
            </a:r>
          </a:p>
        </p:txBody>
      </p:sp>
      <p:sp>
        <p:nvSpPr>
          <p:cNvPr id="15" name="Text Placeholder 12"/>
          <p:cNvSpPr>
            <a:spLocks noGrp="1"/>
          </p:cNvSpPr>
          <p:nvPr>
            <p:ph type="body" sz="quarter" idx="34"/>
          </p:nvPr>
        </p:nvSpPr>
        <p:spPr>
          <a:xfrm>
            <a:off x="2683483" y="4256213"/>
            <a:ext cx="3288000" cy="1944000"/>
          </a:xfrm>
        </p:spPr>
        <p:txBody>
          <a:bodyPr/>
          <a:lstStyle>
            <a:lvl1pPr>
              <a:spcAft>
                <a:spcPts val="0"/>
              </a:spcAft>
              <a:defRPr b="1"/>
            </a:lvl1pPr>
            <a:lvl2pPr>
              <a:spcAft>
                <a:spcPts val="0"/>
              </a:spcAft>
              <a:defRPr b="0"/>
            </a:lvl2pPr>
          </a:lstStyle>
          <a:p>
            <a:pPr lvl="0"/>
            <a:r>
              <a:rPr lang="en-US" noProof="0" smtClean="0"/>
              <a:t>Click to edit Master text styles</a:t>
            </a:r>
          </a:p>
          <a:p>
            <a:pPr lvl="1"/>
            <a:r>
              <a:rPr lang="en-US" noProof="0" smtClean="0"/>
              <a:t>Second level</a:t>
            </a:r>
          </a:p>
        </p:txBody>
      </p:sp>
      <p:sp>
        <p:nvSpPr>
          <p:cNvPr id="16" name="Text Placeholder 12"/>
          <p:cNvSpPr>
            <a:spLocks noGrp="1"/>
          </p:cNvSpPr>
          <p:nvPr>
            <p:ph type="body" sz="quarter" idx="35"/>
          </p:nvPr>
        </p:nvSpPr>
        <p:spPr>
          <a:xfrm>
            <a:off x="8396561" y="4256213"/>
            <a:ext cx="3302591" cy="1944000"/>
          </a:xfrm>
        </p:spPr>
        <p:txBody>
          <a:bodyPr/>
          <a:lstStyle>
            <a:lvl1pPr>
              <a:spcAft>
                <a:spcPts val="0"/>
              </a:spcAft>
              <a:defRPr b="1"/>
            </a:lvl1pPr>
            <a:lvl2pPr>
              <a:spcAft>
                <a:spcPts val="0"/>
              </a:spcAft>
              <a:defRPr b="0"/>
            </a:lvl2pPr>
          </a:lstStyle>
          <a:p>
            <a:pPr lvl="0"/>
            <a:r>
              <a:rPr lang="en-US" noProof="0" smtClean="0"/>
              <a:t>Click to edit Master text styles</a:t>
            </a:r>
          </a:p>
          <a:p>
            <a:pPr lvl="1"/>
            <a:r>
              <a:rPr lang="en-US" noProof="0" smtClean="0"/>
              <a:t>Second level</a:t>
            </a:r>
          </a:p>
        </p:txBody>
      </p:sp>
      <p:sp>
        <p:nvSpPr>
          <p:cNvPr id="17"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00665090"/>
      </p:ext>
    </p:extLst>
  </p:cSld>
  <p:clrMapOvr>
    <a:masterClrMapping/>
  </p:clrMapOvr>
  <p:transition>
    <p:fade/>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smtClean="0"/>
              <a:t>Click to edit Master title style</a:t>
            </a:r>
            <a:endParaRPr lang="en-US" noProof="0" dirty="0"/>
          </a:p>
        </p:txBody>
      </p:sp>
      <p:sp>
        <p:nvSpPr>
          <p:cNvPr id="4" name="Picture Placeholder 7"/>
          <p:cNvSpPr>
            <a:spLocks noGrp="1"/>
          </p:cNvSpPr>
          <p:nvPr>
            <p:ph type="pic" sz="quarter" idx="13"/>
          </p:nvPr>
        </p:nvSpPr>
        <p:spPr>
          <a:xfrm>
            <a:off x="501652" y="1700214"/>
            <a:ext cx="3695700" cy="1971675"/>
          </a:xfrm>
        </p:spPr>
        <p:txBody>
          <a:bodyPr/>
          <a:lstStyle/>
          <a:p>
            <a:r>
              <a:rPr lang="en-US" noProof="0" dirty="0" smtClean="0"/>
              <a:t>Click icon to add picture</a:t>
            </a:r>
            <a:endParaRPr lang="en-US" noProof="0" dirty="0"/>
          </a:p>
        </p:txBody>
      </p:sp>
      <p:sp>
        <p:nvSpPr>
          <p:cNvPr id="5" name="Picture Placeholder 7"/>
          <p:cNvSpPr>
            <a:spLocks noGrp="1"/>
          </p:cNvSpPr>
          <p:nvPr>
            <p:ph type="pic" sz="quarter" idx="14"/>
          </p:nvPr>
        </p:nvSpPr>
        <p:spPr>
          <a:xfrm>
            <a:off x="8006399" y="1700214"/>
            <a:ext cx="3683953" cy="1971675"/>
          </a:xfrm>
        </p:spPr>
        <p:txBody>
          <a:bodyPr/>
          <a:lstStyle/>
          <a:p>
            <a:r>
              <a:rPr lang="en-US" noProof="0" dirty="0" smtClean="0"/>
              <a:t>Click icon to add picture</a:t>
            </a:r>
            <a:endParaRPr lang="en-US" noProof="0" dirty="0"/>
          </a:p>
        </p:txBody>
      </p:sp>
      <p:sp>
        <p:nvSpPr>
          <p:cNvPr id="6" name="Picture Placeholder 7"/>
          <p:cNvSpPr>
            <a:spLocks noGrp="1"/>
          </p:cNvSpPr>
          <p:nvPr>
            <p:ph type="pic" sz="quarter" idx="15"/>
          </p:nvPr>
        </p:nvSpPr>
        <p:spPr>
          <a:xfrm>
            <a:off x="4273075" y="1700214"/>
            <a:ext cx="3657600" cy="1971675"/>
          </a:xfrm>
        </p:spPr>
        <p:txBody>
          <a:bodyPr/>
          <a:lstStyle/>
          <a:p>
            <a:r>
              <a:rPr lang="en-US" noProof="0" dirty="0" smtClean="0"/>
              <a:t>Click icon to add picture</a:t>
            </a:r>
            <a:endParaRPr lang="en-US" noProof="0" dirty="0"/>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1" y="3832225"/>
            <a:ext cx="365760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9" y="3832225"/>
            <a:ext cx="3683953"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729033154"/>
      </p:ext>
    </p:extLst>
  </p:cSld>
  <p:clrMapOvr>
    <a:masterClrMapping/>
  </p:clrMapOvr>
  <p:transition>
    <p:fade/>
  </p:transition>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343080937"/>
      </p:ext>
    </p:extLst>
  </p:cSld>
  <p:clrMapOvr>
    <a:masterClrMapping/>
  </p:clrMapOvr>
  <p:transition>
    <p:fade/>
  </p:transition>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3"/>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9" name="Text Placeholder 8"/>
          <p:cNvSpPr>
            <a:spLocks noGrp="1"/>
          </p:cNvSpPr>
          <p:nvPr>
            <p:ph type="body" sz="quarter" idx="21"/>
          </p:nvPr>
        </p:nvSpPr>
        <p:spPr>
          <a:xfrm>
            <a:off x="6246195" y="1857893"/>
            <a:ext cx="5444156"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2" name="Title 1"/>
          <p:cNvSpPr>
            <a:spLocks noGrp="1"/>
          </p:cNvSpPr>
          <p:nvPr>
            <p:ph type="title"/>
          </p:nvPr>
        </p:nvSpPr>
        <p:spPr>
          <a:xfrm>
            <a:off x="501651" y="317502"/>
            <a:ext cx="11188700" cy="334099"/>
          </a:xfrm>
        </p:spPr>
        <p:txBody>
          <a:bodyPr/>
          <a:lstStyle/>
          <a:p>
            <a:r>
              <a:rPr lang="en-US" noProof="0" smtClean="0"/>
              <a:t>Click to edit Master title style</a:t>
            </a:r>
            <a:endParaRPr lang="en-US" noProof="0" dirty="0"/>
          </a:p>
        </p:txBody>
      </p:sp>
      <p:sp>
        <p:nvSpPr>
          <p:cNvPr id="4" name="Rectangle 3"/>
          <p:cNvSpPr/>
          <p:nvPr userDrawn="1"/>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userDrawn="1"/>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3" y="1863917"/>
            <a:ext cx="1210206"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764712065"/>
      </p:ext>
    </p:extLst>
  </p:cSld>
  <p:clrMapOvr>
    <a:masterClrMapping/>
  </p:clrMapOvr>
  <p:transition>
    <p:fade/>
  </p:transition>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3"/>
            <a:ext cx="5468941"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21"/>
          </p:nvPr>
        </p:nvSpPr>
        <p:spPr>
          <a:xfrm>
            <a:off x="6246195" y="1857893"/>
            <a:ext cx="545466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2" name="Title 1"/>
          <p:cNvSpPr>
            <a:spLocks noGrp="1"/>
          </p:cNvSpPr>
          <p:nvPr>
            <p:ph type="title"/>
          </p:nvPr>
        </p:nvSpPr>
        <p:spPr>
          <a:xfrm>
            <a:off x="501651" y="317502"/>
            <a:ext cx="11188700" cy="334099"/>
          </a:xfrm>
        </p:spPr>
        <p:txBody>
          <a:bodyPr/>
          <a:lstStyle/>
          <a:p>
            <a:r>
              <a:rPr lang="en-US" noProof="0" smtClean="0"/>
              <a:t>Click to edit Master title style</a:t>
            </a:r>
            <a:endParaRPr lang="en-US" noProof="0" dirty="0"/>
          </a:p>
        </p:txBody>
      </p:sp>
      <p:sp>
        <p:nvSpPr>
          <p:cNvPr id="4" name="Rectangle 3"/>
          <p:cNvSpPr/>
          <p:nvPr userDrawn="1"/>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userDrawn="1"/>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4000" y="4249683"/>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1" name="Text Placeholder 8"/>
          <p:cNvSpPr>
            <a:spLocks noGrp="1"/>
          </p:cNvSpPr>
          <p:nvPr>
            <p:ph type="body" sz="quarter" idx="23"/>
          </p:nvPr>
        </p:nvSpPr>
        <p:spPr>
          <a:xfrm>
            <a:off x="6246195" y="4249683"/>
            <a:ext cx="545295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13" name="Rectangle 12"/>
          <p:cNvSpPr/>
          <p:nvPr userDrawn="1"/>
        </p:nvSpPr>
        <p:spPr>
          <a:xfrm>
            <a:off x="6246195"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14" name="Picture Placeholder 29"/>
          <p:cNvSpPr>
            <a:spLocks noGrp="1"/>
          </p:cNvSpPr>
          <p:nvPr>
            <p:ph type="pic" sz="quarter" idx="24" hasCustomPrompt="1"/>
          </p:nvPr>
        </p:nvSpPr>
        <p:spPr>
          <a:xfrm>
            <a:off x="4754494" y="4255707"/>
            <a:ext cx="1239382"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9493" y="1863917"/>
            <a:ext cx="1210206"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Tree>
    <p:extLst>
      <p:ext uri="{BB962C8B-B14F-4D97-AF65-F5344CB8AC3E}">
        <p14:creationId xmlns:p14="http://schemas.microsoft.com/office/powerpoint/2010/main" val="3210859235"/>
      </p:ext>
    </p:extLst>
  </p:cSld>
  <p:clrMapOvr>
    <a:masterClrMapping/>
  </p:clrMapOvr>
  <p:transition>
    <p:fade/>
  </p:transition>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smtClean="0"/>
              <a:t>Click to edit Master title style</a:t>
            </a:r>
            <a:endParaRPr lang="en-US" noProof="0" dirty="0"/>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19"/>
          </p:nvPr>
        </p:nvSpPr>
        <p:spPr>
          <a:xfrm>
            <a:off x="8127999" y="1851441"/>
            <a:ext cx="3571153"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0"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473571815"/>
      </p:ext>
    </p:extLst>
  </p:cSld>
  <p:clrMapOvr>
    <a:masterClrMapping/>
  </p:clrMapOvr>
  <p:transition>
    <p:fade/>
  </p:transition>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smtClean="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8"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031882152"/>
      </p:ext>
    </p:extLst>
  </p:cSld>
  <p:clrMapOvr>
    <a:masterClrMapping/>
  </p:clrMapOvr>
  <p:transition>
    <p:fade/>
  </p:transition>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1" cy="370193"/>
          </a:xfrm>
        </p:spPr>
        <p:txBody>
          <a:bodyPr/>
          <a:lstStyle>
            <a:lvl1pPr>
              <a:defRPr>
                <a:solidFill>
                  <a:schemeClr val="bg1"/>
                </a:solidFill>
              </a:defRPr>
            </a:lvl1pPr>
          </a:lstStyle>
          <a:p>
            <a:r>
              <a:rPr lang="en-US" noProof="0" dirty="0" smtClean="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8" name="Text Placeholder 8"/>
          <p:cNvSpPr>
            <a:spLocks noGrp="1"/>
          </p:cNvSpPr>
          <p:nvPr>
            <p:ph type="body" sz="quarter" idx="13" hasCustomPrompt="1"/>
          </p:nvPr>
        </p:nvSpPr>
        <p:spPr>
          <a:xfrm>
            <a:off x="501651" y="687694"/>
            <a:ext cx="11188701" cy="757255"/>
          </a:xfrm>
          <a:prstGeom prst="rect">
            <a:avLst/>
          </a:prstGeom>
        </p:spPr>
        <p:txBody>
          <a:bodyPr lIns="0" tIns="0" rIns="0" bIns="0">
            <a:noAutofit/>
          </a:bodyPr>
          <a:lstStyle>
            <a:lvl1pPr marL="0" indent="0">
              <a:buNone/>
              <a:defRPr sz="1814" b="0">
                <a:solidFill>
                  <a:schemeClr val="bg1"/>
                </a:solidFill>
              </a:defRPr>
            </a:lvl1pPr>
          </a:lstStyle>
          <a:p>
            <a:pPr lvl="0"/>
            <a:r>
              <a:rPr lang="en-US" noProof="0" dirty="0"/>
              <a:t>Click to add subtitle</a:t>
            </a:r>
          </a:p>
        </p:txBody>
      </p:sp>
      <p:sp>
        <p:nvSpPr>
          <p:cNvPr id="13" name="TextBox 12"/>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51689192"/>
      </p:ext>
    </p:extLst>
  </p:cSld>
  <p:clrMapOvr>
    <a:masterClrMapping/>
  </p:clrMapOvr>
  <p:transition>
    <p:fade/>
  </p:transition>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501651" y="1665289"/>
            <a:ext cx="5594351" cy="4716463"/>
          </a:xfrm>
          <a:prstGeom prst="rect">
            <a:avLst/>
          </a:prstGeom>
        </p:spPr>
        <p:txBody>
          <a:bodyPr vert="horz"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1517692616"/>
      </p:ext>
    </p:extLst>
  </p:cSld>
  <p:clrMapOvr>
    <a:masterClrMapping/>
  </p:clrMapOvr>
  <p:transition>
    <p:fade/>
  </p:transition>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smtClean="0"/>
              <a:t>Click to edit Master title style</a:t>
            </a:r>
            <a:endParaRPr lang="en-US" noProof="0" dirty="0"/>
          </a:p>
        </p:txBody>
      </p:sp>
    </p:spTree>
    <p:extLst>
      <p:ext uri="{BB962C8B-B14F-4D97-AF65-F5344CB8AC3E}">
        <p14:creationId xmlns:p14="http://schemas.microsoft.com/office/powerpoint/2010/main" val="575368626"/>
      </p:ext>
    </p:extLst>
  </p:cSld>
  <p:clrMapOvr>
    <a:masterClrMapping/>
  </p:clrMapOvr>
  <p:transition>
    <p:fade/>
  </p:transition>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283176"/>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2" y="4211955"/>
            <a:ext cx="8528936" cy="2169796"/>
          </a:xfrm>
        </p:spPr>
        <p:txBody>
          <a:bodyPr anchor="b" anchorCtr="0"/>
          <a:lstStyle>
            <a:lvl1pPr>
              <a:lnSpc>
                <a:spcPct val="100000"/>
              </a:lnSpc>
              <a:spcAft>
                <a:spcPts val="566"/>
              </a:spcAft>
              <a:defRPr sz="856"/>
            </a:lvl1pPr>
          </a:lstStyle>
          <a:p>
            <a:pPr lvl="0"/>
            <a:r>
              <a:rPr lang="en-US" noProof="0" dirty="0" smtClean="0"/>
              <a:t>Deloitte refers to one or more of Deloitte </a:t>
            </a:r>
            <a:r>
              <a:rPr lang="en-US" noProof="0" dirty="0" err="1" smtClean="0"/>
              <a:t>Touche</a:t>
            </a:r>
            <a:r>
              <a:rPr lang="en-US" noProof="0" dirty="0" smtClean="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smtClean="0"/>
              <a:t>This material has been prepared by Deloitte </a:t>
            </a:r>
            <a:r>
              <a:rPr lang="en-US" noProof="0" dirty="0" err="1" smtClean="0"/>
              <a:t>Touche</a:t>
            </a:r>
            <a:r>
              <a:rPr lang="en-US" noProof="0" dirty="0" smtClean="0"/>
              <a:t> Tohmatsu India LLP (“DTTILLP”), a member of Deloitte </a:t>
            </a:r>
            <a:r>
              <a:rPr lang="en-US" noProof="0" dirty="0" err="1" smtClean="0"/>
              <a:t>Touche</a:t>
            </a:r>
            <a:r>
              <a:rPr lang="en-US" noProof="0" dirty="0" smtClean="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smtClean="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smtClean="0"/>
              <a:t>©2016 Deloitte </a:t>
            </a:r>
            <a:r>
              <a:rPr lang="en-US" noProof="0" dirty="0" err="1" smtClean="0"/>
              <a:t>Touche</a:t>
            </a:r>
            <a:r>
              <a:rPr lang="en-US" noProof="0" dirty="0" smtClean="0"/>
              <a:t> Tohmatsu India LLP. Member of Deloitte </a:t>
            </a:r>
            <a:r>
              <a:rPr lang="en-US" noProof="0" dirty="0" err="1" smtClean="0"/>
              <a:t>Touche</a:t>
            </a:r>
            <a:r>
              <a:rPr lang="en-US" noProof="0" dirty="0" smtClean="0"/>
              <a:t> Tohmatsu Limited</a:t>
            </a:r>
          </a:p>
          <a:p>
            <a:pPr lvl="0"/>
            <a:r>
              <a:rPr lang="en-US" noProof="0" dirty="0" smtClean="0"/>
              <a:t>Deloitte </a:t>
            </a:r>
            <a:r>
              <a:rPr lang="en-US" noProof="0" dirty="0" err="1" smtClean="0"/>
              <a:t>Touche</a:t>
            </a:r>
            <a:r>
              <a:rPr lang="en-US" noProof="0" dirty="0" smtClean="0"/>
              <a:t> Tohmatsu India Private Limited (U74140MH199 5PTC093339), a private company limited by shares, was converted into Deloitte </a:t>
            </a:r>
            <a:r>
              <a:rPr lang="en-US" noProof="0" dirty="0" err="1" smtClean="0"/>
              <a:t>Touche</a:t>
            </a:r>
            <a:r>
              <a:rPr lang="en-US" noProof="0" dirty="0" smtClean="0"/>
              <a:t> Tohmatsu India LLP, a limited liability partnership (LLP Identification No. AAE-8458),with effect from October 1, 2015.</a:t>
            </a:r>
          </a:p>
        </p:txBody>
      </p:sp>
      <p:grpSp>
        <p:nvGrpSpPr>
          <p:cNvPr id="20" name="Group 19"/>
          <p:cNvGrpSpPr/>
          <p:nvPr userDrawn="1"/>
        </p:nvGrpSpPr>
        <p:grpSpPr>
          <a:xfrm>
            <a:off x="501649" y="378002"/>
            <a:ext cx="2159032" cy="326302"/>
            <a:chOff x="439792" y="416850"/>
            <a:chExt cx="1892808" cy="359839"/>
          </a:xfrm>
        </p:grpSpPr>
        <p:sp>
          <p:nvSpPr>
            <p:cNvPr id="21"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892195"/>
              <a:endParaRPr lang="en-US" sz="1756" dirty="0">
                <a:solidFill>
                  <a:prstClr val="white"/>
                </a:solidFill>
              </a:endParaRPr>
            </a:p>
          </p:txBody>
        </p:sp>
        <p:sp>
          <p:nvSpPr>
            <p:cNvPr id="22"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pPr defTabSz="892195"/>
              <a:endParaRPr lang="en-US" sz="1756" dirty="0">
                <a:solidFill>
                  <a:prstClr val="white"/>
                </a:solidFill>
              </a:endParaRPr>
            </a:p>
          </p:txBody>
        </p:sp>
        <p:sp>
          <p:nvSpPr>
            <p:cNvPr id="23" name="Rectangle 7"/>
            <p:cNvSpPr>
              <a:spLocks noChangeArrowheads="1"/>
            </p:cNvSpPr>
            <p:nvPr userDrawn="1"/>
          </p:nvSpPr>
          <p:spPr bwMode="auto">
            <a:xfrm>
              <a:off x="1030718" y="416850"/>
              <a:ext cx="86792" cy="354274"/>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pPr defTabSz="892195"/>
              <a:endParaRPr lang="en-US" sz="1756" dirty="0">
                <a:solidFill>
                  <a:prstClr val="white"/>
                </a:solidFill>
              </a:endParaRPr>
            </a:p>
          </p:txBody>
        </p:sp>
        <p:sp>
          <p:nvSpPr>
            <p:cNvPr id="24"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pPr defTabSz="892195"/>
              <a:endParaRPr lang="en-US" sz="1756" dirty="0">
                <a:solidFill>
                  <a:prstClr val="white"/>
                </a:solidFill>
              </a:endParaRPr>
            </a:p>
          </p:txBody>
        </p:sp>
        <p:sp>
          <p:nvSpPr>
            <p:cNvPr id="25" name="Rectangle 9"/>
            <p:cNvSpPr>
              <a:spLocks noChangeArrowheads="1"/>
            </p:cNvSpPr>
            <p:nvPr userDrawn="1"/>
          </p:nvSpPr>
          <p:spPr bwMode="auto">
            <a:xfrm>
              <a:off x="1438825" y="507737"/>
              <a:ext cx="86792" cy="263386"/>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pPr defTabSz="892195"/>
              <a:endParaRPr lang="en-US" sz="1756" dirty="0">
                <a:solidFill>
                  <a:prstClr val="white"/>
                </a:solidFill>
              </a:endParaRPr>
            </a:p>
          </p:txBody>
        </p:sp>
        <p:sp>
          <p:nvSpPr>
            <p:cNvPr id="26" name="Rectangle 10"/>
            <p:cNvSpPr>
              <a:spLocks noChangeArrowheads="1"/>
            </p:cNvSpPr>
            <p:nvPr userDrawn="1"/>
          </p:nvSpPr>
          <p:spPr bwMode="auto">
            <a:xfrm>
              <a:off x="1438825" y="416850"/>
              <a:ext cx="86792" cy="59355"/>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pPr defTabSz="892195"/>
              <a:endParaRPr lang="en-US" sz="1756" dirty="0">
                <a:solidFill>
                  <a:prstClr val="white"/>
                </a:solidFill>
              </a:endParaRPr>
            </a:p>
          </p:txBody>
        </p:sp>
        <p:sp>
          <p:nvSpPr>
            <p:cNvPr id="27"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pPr defTabSz="892195"/>
              <a:endParaRPr lang="en-US" sz="1756" dirty="0">
                <a:solidFill>
                  <a:prstClr val="white"/>
                </a:solidFill>
              </a:endParaRPr>
            </a:p>
          </p:txBody>
        </p:sp>
        <p:sp>
          <p:nvSpPr>
            <p:cNvPr id="28"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pPr defTabSz="892195"/>
              <a:endParaRPr lang="en-US" sz="1756" dirty="0">
                <a:solidFill>
                  <a:prstClr val="white"/>
                </a:solidFill>
              </a:endParaRPr>
            </a:p>
          </p:txBody>
        </p:sp>
        <p:sp>
          <p:nvSpPr>
            <p:cNvPr id="29"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pPr defTabSz="892195"/>
              <a:endParaRPr lang="en-US" sz="1756" dirty="0">
                <a:solidFill>
                  <a:prstClr val="white"/>
                </a:solidFill>
              </a:endParaRPr>
            </a:p>
          </p:txBody>
        </p:sp>
        <p:sp>
          <p:nvSpPr>
            <p:cNvPr id="30"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pPr defTabSz="892195"/>
              <a:endParaRPr lang="en-US" sz="1756" dirty="0">
                <a:solidFill>
                  <a:prstClr val="white"/>
                </a:solidFill>
              </a:endParaRPr>
            </a:p>
          </p:txBody>
        </p:sp>
      </p:grpSp>
    </p:spTree>
    <p:extLst>
      <p:ext uri="{BB962C8B-B14F-4D97-AF65-F5344CB8AC3E}">
        <p14:creationId xmlns:p14="http://schemas.microsoft.com/office/powerpoint/2010/main" val="101920177"/>
      </p:ext>
    </p:extLst>
  </p:cSld>
  <p:clrMapOvr>
    <a:masterClrMapping/>
  </p:clrMapOvr>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1"/>
            <a:ext cx="11162349" cy="757255"/>
          </a:xfrm>
          <a:prstGeom prst="rect">
            <a:avLst/>
          </a:prstGeom>
        </p:spPr>
        <p:txBody>
          <a:bodyPr lIns="0" tIns="0" rIns="0" bIns="0">
            <a:noAutofit/>
          </a:bodyPr>
          <a:lstStyle>
            <a:lvl1pPr marL="0" indent="0">
              <a:buNone/>
              <a:defRPr sz="1590" b="0">
                <a:solidFill>
                  <a:schemeClr val="tx2"/>
                </a:solidFill>
              </a:defRPr>
            </a:lvl1pPr>
          </a:lstStyle>
          <a:p>
            <a:pPr lvl="0"/>
            <a:r>
              <a:rPr lang="en-US" noProof="0" dirty="0"/>
              <a:t>Click to add subtitle</a:t>
            </a:r>
          </a:p>
        </p:txBody>
      </p:sp>
      <p:sp>
        <p:nvSpPr>
          <p:cNvPr id="8" name="Text Placeholder 18"/>
          <p:cNvSpPr>
            <a:spLocks noGrp="1"/>
          </p:cNvSpPr>
          <p:nvPr>
            <p:ph idx="1"/>
          </p:nvPr>
        </p:nvSpPr>
        <p:spPr>
          <a:xfrm>
            <a:off x="501652" y="1665289"/>
            <a:ext cx="11165416" cy="4713911"/>
          </a:xfrm>
          <a:prstGeom prst="rect">
            <a:avLst/>
          </a:prstGeom>
        </p:spPr>
        <p:txBody>
          <a:bodyPr vert="horz"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2522256387"/>
      </p:ext>
    </p:extLst>
  </p:cSld>
  <p:clrMapOvr>
    <a:masterClrMapping/>
  </p:clrMapOvr>
  <p:transition>
    <p:fade/>
  </p:transition>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3 char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spid="_x0000_s3187"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15" name="Text Placeholder 8"/>
          <p:cNvSpPr>
            <a:spLocks noGrp="1"/>
          </p:cNvSpPr>
          <p:nvPr>
            <p:ph type="body" sz="quarter" idx="13" hasCustomPrompt="1"/>
          </p:nvPr>
        </p:nvSpPr>
        <p:spPr>
          <a:xfrm>
            <a:off x="501652" y="651600"/>
            <a:ext cx="111887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860032374"/>
      </p:ext>
    </p:extLst>
  </p:cSld>
  <p:clrMapOvr>
    <a:masterClrMapping/>
  </p:clrMapOvr>
  <p:transition>
    <p:fade/>
  </p:transition>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94199" y="650501"/>
            <a:ext cx="11201796" cy="757255"/>
          </a:xfrm>
          <a:prstGeom prst="rect">
            <a:avLst/>
          </a:prstGeom>
        </p:spPr>
        <p:txBody>
          <a:bodyPr lIns="0" tIns="0" rIns="0" bIns="0">
            <a:noAutofit/>
          </a:bodyPr>
          <a:lstStyle>
            <a:lvl1pPr marL="0" indent="0">
              <a:buNone/>
              <a:defRPr sz="1710" b="0">
                <a:solidFill>
                  <a:srgbClr val="575757"/>
                </a:solidFill>
              </a:defRPr>
            </a:lvl1pPr>
          </a:lstStyle>
          <a:p>
            <a:pPr lvl="0"/>
            <a:r>
              <a:rPr lang="en-AU" dirty="0"/>
              <a:t>Click to add subtitle</a:t>
            </a:r>
            <a:endParaRPr lang="en-AU"/>
          </a:p>
        </p:txBody>
      </p:sp>
      <p:sp>
        <p:nvSpPr>
          <p:cNvPr id="16" name="Title Placeholder 1"/>
          <p:cNvSpPr>
            <a:spLocks noGrp="1"/>
          </p:cNvSpPr>
          <p:nvPr>
            <p:ph type="title" hasCustomPrompt="1"/>
          </p:nvPr>
        </p:nvSpPr>
        <p:spPr>
          <a:xfrm>
            <a:off x="494202" y="317505"/>
            <a:ext cx="11201796" cy="332995"/>
          </a:xfrm>
          <a:prstGeom prst="rect">
            <a:avLst/>
          </a:prstGeom>
        </p:spPr>
        <p:txBody>
          <a:bodyPr vert="horz" lIns="0" tIns="0" rIns="0" bIns="0" rtlCol="0" anchor="t" anchorCtr="0">
            <a:noAutofit/>
          </a:bodyPr>
          <a:lstStyle>
            <a:lvl1pPr>
              <a:defRPr/>
            </a:lvl1pPr>
          </a:lstStyle>
          <a:p>
            <a:r>
              <a:rPr lang="en-AU" dirty="0"/>
              <a:t>Click to add title</a:t>
            </a:r>
            <a:endParaRPr lang="en-AU"/>
          </a:p>
        </p:txBody>
      </p:sp>
      <p:sp>
        <p:nvSpPr>
          <p:cNvPr id="17" name="Chart Placeholder 3"/>
          <p:cNvSpPr>
            <a:spLocks noGrp="1"/>
          </p:cNvSpPr>
          <p:nvPr>
            <p:ph type="chart" sz="quarter" idx="15"/>
          </p:nvPr>
        </p:nvSpPr>
        <p:spPr>
          <a:xfrm>
            <a:off x="494198" y="2052006"/>
            <a:ext cx="11201796" cy="4069013"/>
          </a:xfrm>
          <a:prstGeom prst="rect">
            <a:avLst/>
          </a:prstGeom>
        </p:spPr>
        <p:txBody>
          <a:bodyPr/>
          <a:lstStyle/>
          <a:p>
            <a:r>
              <a:rPr lang="en-AU" dirty="0"/>
              <a:t>Click icon to add chart</a:t>
            </a:r>
          </a:p>
        </p:txBody>
      </p:sp>
      <p:sp>
        <p:nvSpPr>
          <p:cNvPr id="18" name="Text Placeholder 8"/>
          <p:cNvSpPr>
            <a:spLocks noGrp="1"/>
          </p:cNvSpPr>
          <p:nvPr>
            <p:ph type="body" sz="quarter" idx="18"/>
          </p:nvPr>
        </p:nvSpPr>
        <p:spPr>
          <a:xfrm>
            <a:off x="494198" y="1666256"/>
            <a:ext cx="11201796" cy="366387"/>
          </a:xfrm>
        </p:spPr>
        <p:txBody>
          <a:bodyPr/>
          <a:lstStyle/>
          <a:p>
            <a:pPr lvl="0"/>
            <a:r>
              <a:rPr lang="en-AU" noProof="0" dirty="0"/>
              <a:t>Click to edit Master text styles</a:t>
            </a:r>
            <a:endParaRPr lang="en-AU"/>
          </a:p>
        </p:txBody>
      </p:sp>
      <p:sp>
        <p:nvSpPr>
          <p:cNvPr id="19" name="Text Placeholder 7"/>
          <p:cNvSpPr>
            <a:spLocks noGrp="1"/>
          </p:cNvSpPr>
          <p:nvPr>
            <p:ph type="body" sz="quarter" idx="23"/>
          </p:nvPr>
        </p:nvSpPr>
        <p:spPr>
          <a:xfrm>
            <a:off x="494202" y="6121019"/>
            <a:ext cx="11201796" cy="260737"/>
          </a:xfrm>
        </p:spPr>
        <p:txBody>
          <a:bodyPr>
            <a:noAutofit/>
          </a:bodyPr>
          <a:lstStyle>
            <a:lvl1pPr>
              <a:spcAft>
                <a:spcPts val="0"/>
              </a:spcAft>
              <a:defRPr sz="855"/>
            </a:lvl1pPr>
          </a:lstStyle>
          <a:p>
            <a:pPr lvl="0"/>
            <a:r>
              <a:rPr lang="en-AU" dirty="0"/>
              <a:t>Click to edit Master text styles</a:t>
            </a:r>
            <a:endParaRPr lang="en-AU"/>
          </a:p>
        </p:txBody>
      </p:sp>
      <p:sp>
        <p:nvSpPr>
          <p:cNvPr id="2" name="Footer Placeholder 1"/>
          <p:cNvSpPr>
            <a:spLocks noGrp="1"/>
          </p:cNvSpPr>
          <p:nvPr>
            <p:ph type="ftr" sz="quarter" idx="24"/>
          </p:nvPr>
        </p:nvSpPr>
        <p:spPr/>
        <p:txBody>
          <a:bodyPr/>
          <a:lstStyle/>
          <a:p>
            <a:endParaRPr lang="en-AU" dirty="0"/>
          </a:p>
        </p:txBody>
      </p:sp>
    </p:spTree>
    <p:extLst>
      <p:ext uri="{BB962C8B-B14F-4D97-AF65-F5344CB8AC3E}">
        <p14:creationId xmlns:p14="http://schemas.microsoft.com/office/powerpoint/2010/main" val="339921370"/>
      </p:ext>
    </p:extLst>
  </p:cSld>
  <p:clrMapOvr>
    <a:masterClrMapping/>
  </p:clrMapOvr>
  <p:transition>
    <p:fade/>
  </p:transition>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94198" y="316834"/>
            <a:ext cx="11201796" cy="698500"/>
          </a:xfrm>
          <a:prstGeom prst="rect">
            <a:avLst/>
          </a:prstGeom>
        </p:spPr>
        <p:txBody>
          <a:bodyPr vert="horz" lIns="0" tIns="0" rIns="0" bIns="0" rtlCol="0" anchor="t" anchorCtr="0">
            <a:noAutofit/>
          </a:bodyPr>
          <a:lstStyle>
            <a:lvl1pPr>
              <a:defRPr/>
            </a:lvl1pPr>
          </a:lstStyle>
          <a:p>
            <a:r>
              <a:rPr lang="en-AU" noProof="0" dirty="0"/>
              <a:t>Click to add title</a:t>
            </a:r>
            <a:endParaRPr lang="en-AU"/>
          </a:p>
        </p:txBody>
      </p:sp>
      <p:sp>
        <p:nvSpPr>
          <p:cNvPr id="5" name="Picture Placeholder 9"/>
          <p:cNvSpPr>
            <a:spLocks noGrp="1"/>
          </p:cNvSpPr>
          <p:nvPr>
            <p:ph type="pic" sz="quarter" idx="15"/>
          </p:nvPr>
        </p:nvSpPr>
        <p:spPr>
          <a:xfrm>
            <a:off x="5485791" y="1701804"/>
            <a:ext cx="6210203" cy="4679950"/>
          </a:xfrm>
        </p:spPr>
        <p:txBody>
          <a:bodyPr/>
          <a:lstStyle/>
          <a:p>
            <a:r>
              <a:rPr lang="en-AU" noProof="0" dirty="0"/>
              <a:t>Drag picture to placeholder or click icon to add</a:t>
            </a:r>
            <a:endParaRPr lang="en-AU" dirty="0"/>
          </a:p>
        </p:txBody>
      </p:sp>
      <p:sp>
        <p:nvSpPr>
          <p:cNvPr id="6" name="Content Placeholder 3"/>
          <p:cNvSpPr>
            <a:spLocks noGrp="1"/>
          </p:cNvSpPr>
          <p:nvPr>
            <p:ph sz="quarter" idx="10"/>
          </p:nvPr>
        </p:nvSpPr>
        <p:spPr>
          <a:xfrm>
            <a:off x="494198" y="1665292"/>
            <a:ext cx="4463887" cy="4716463"/>
          </a:xfrm>
          <a:prstGeom prst="rect">
            <a:avLst/>
          </a:prstGeom>
        </p:spPr>
        <p:txBody>
          <a:bodyPr/>
          <a:lstStyle>
            <a:lvl1pPr>
              <a:tabLst>
                <a:tab pos="4659247" algn="r"/>
              </a:tabLst>
              <a:defRPr/>
            </a:lvl1pPr>
            <a:lvl2pPr>
              <a:tabLst>
                <a:tab pos="4659247" algn="r"/>
              </a:tabLst>
              <a:defRPr/>
            </a:lvl2pPr>
            <a:lvl3pPr>
              <a:tabLst>
                <a:tab pos="4659247" algn="r"/>
              </a:tabLst>
              <a:defRPr/>
            </a:lvl3pPr>
            <a:lvl4pPr>
              <a:tabLst>
                <a:tab pos="4659247" algn="r"/>
              </a:tabLst>
              <a:defRPr/>
            </a:lvl4pPr>
            <a:lvl5pPr>
              <a:tabLst>
                <a:tab pos="4659247" algn="r"/>
              </a:tabLst>
              <a:defRPr baseline="0"/>
            </a:lvl5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2" name="Footer Placeholder 1"/>
          <p:cNvSpPr>
            <a:spLocks noGrp="1"/>
          </p:cNvSpPr>
          <p:nvPr>
            <p:ph type="ftr" sz="quarter" idx="16"/>
          </p:nvPr>
        </p:nvSpPr>
        <p:spPr/>
        <p:txBody>
          <a:bodyPr/>
          <a:lstStyle/>
          <a:p>
            <a:endParaRPr lang="en-AU" dirty="0"/>
          </a:p>
        </p:txBody>
      </p:sp>
    </p:spTree>
    <p:extLst>
      <p:ext uri="{BB962C8B-B14F-4D97-AF65-F5344CB8AC3E}">
        <p14:creationId xmlns:p14="http://schemas.microsoft.com/office/powerpoint/2010/main" val="2589180414"/>
      </p:ext>
    </p:extLst>
  </p:cSld>
  <p:clrMapOvr>
    <a:masterClrMapping/>
  </p:clrMapOvr>
  <p:transition>
    <p:fade/>
  </p:transition>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22" name="LAN_peProposalTitle"/>
          <p:cNvSpPr>
            <a:spLocks noGrp="1"/>
          </p:cNvSpPr>
          <p:nvPr>
            <p:ph type="ctrTitle" hasCustomPrompt="1"/>
          </p:nvPr>
        </p:nvSpPr>
        <p:spPr bwMode="gray">
          <a:xfrm>
            <a:off x="475252" y="5527074"/>
            <a:ext cx="5511493" cy="347587"/>
          </a:xfrm>
        </p:spPr>
        <p:txBody>
          <a:bodyPr anchor="b" anchorCtr="0">
            <a:noAutofit/>
          </a:bodyPr>
          <a:lstStyle>
            <a:lvl1pPr algn="l">
              <a:lnSpc>
                <a:spcPct val="100000"/>
              </a:lnSpc>
              <a:defRPr sz="1881" b="1">
                <a:solidFill>
                  <a:schemeClr val="tx1"/>
                </a:solidFill>
                <a:latin typeface="+mj-lt"/>
                <a:ea typeface="Open Sans" panose="020B0606030504020204" pitchFamily="34" charset="0"/>
                <a:cs typeface="Open Sans" panose="020B0606030504020204" pitchFamily="34" charset="0"/>
              </a:defRPr>
            </a:lvl1pPr>
          </a:lstStyle>
          <a:p>
            <a:r>
              <a:rPr lang="en-AU" noProof="0" dirty="0"/>
              <a:t>Title runs here</a:t>
            </a:r>
          </a:p>
        </p:txBody>
      </p:sp>
      <p:sp>
        <p:nvSpPr>
          <p:cNvPr id="24" name="LAN_pePresentationSubtitle"/>
          <p:cNvSpPr>
            <a:spLocks noGrp="1"/>
          </p:cNvSpPr>
          <p:nvPr>
            <p:ph type="subTitle" idx="1" hasCustomPrompt="1"/>
          </p:nvPr>
        </p:nvSpPr>
        <p:spPr bwMode="gray">
          <a:xfrm>
            <a:off x="471955" y="5874547"/>
            <a:ext cx="5512715" cy="507204"/>
          </a:xfrm>
          <a:prstGeom prst="rect">
            <a:avLst/>
          </a:prstGeom>
        </p:spPr>
        <p:txBody>
          <a:bodyPr lIns="0" tIns="0" rIns="0" bIns="0">
            <a:noAutofit/>
          </a:bodyPr>
          <a:lstStyle>
            <a:lvl1pPr marL="0" indent="0" algn="l">
              <a:lnSpc>
                <a:spcPct val="100000"/>
              </a:lnSpc>
              <a:spcAft>
                <a:spcPts val="0"/>
              </a:spcAft>
              <a:buNone/>
              <a:defRPr sz="1539">
                <a:solidFill>
                  <a:schemeClr val="tx1"/>
                </a:solidFill>
              </a:defRPr>
            </a:lvl1pPr>
            <a:lvl2pPr marL="423566" indent="0" algn="ctr">
              <a:buNone/>
              <a:defRPr sz="1853"/>
            </a:lvl2pPr>
            <a:lvl3pPr marL="847130" indent="0" algn="ctr">
              <a:buNone/>
              <a:defRPr sz="1668"/>
            </a:lvl3pPr>
            <a:lvl4pPr marL="1270695" indent="0" algn="ctr">
              <a:buNone/>
              <a:defRPr sz="1482"/>
            </a:lvl4pPr>
            <a:lvl5pPr marL="1694260" indent="0" algn="ctr">
              <a:buNone/>
              <a:defRPr sz="1482"/>
            </a:lvl5pPr>
            <a:lvl6pPr marL="2117826" indent="0" algn="ctr">
              <a:buNone/>
              <a:defRPr sz="1482"/>
            </a:lvl6pPr>
            <a:lvl7pPr marL="2541391" indent="0" algn="ctr">
              <a:buNone/>
              <a:defRPr sz="1482"/>
            </a:lvl7pPr>
            <a:lvl8pPr marL="2964955" indent="0" algn="ctr">
              <a:buNone/>
              <a:defRPr sz="1482"/>
            </a:lvl8pPr>
            <a:lvl9pPr marL="3388520" indent="0" algn="ctr">
              <a:buNone/>
              <a:defRPr sz="1482"/>
            </a:lvl9pPr>
          </a:lstStyle>
          <a:p>
            <a:pPr lvl="0"/>
            <a:r>
              <a:rPr lang="en-AU"/>
              <a:t>Subtitle here two lines max</a:t>
            </a:r>
          </a:p>
        </p:txBody>
      </p:sp>
      <p:sp>
        <p:nvSpPr>
          <p:cNvPr id="9" name="Picture Placeholder 8"/>
          <p:cNvSpPr>
            <a:spLocks noGrp="1" noChangeAspect="1"/>
          </p:cNvSpPr>
          <p:nvPr>
            <p:ph type="pic" sz="quarter" idx="11"/>
          </p:nvPr>
        </p:nvSpPr>
        <p:spPr>
          <a:xfrm>
            <a:off x="3018063" y="711296"/>
            <a:ext cx="6157684" cy="4898782"/>
          </a:xfrm>
          <a:prstGeom prst="rect">
            <a:avLst/>
          </a:prstGeom>
        </p:spPr>
        <p:txBody>
          <a:bodyPr/>
          <a:lstStyle/>
          <a:p>
            <a:r>
              <a:rPr lang="en-AU" dirty="0"/>
              <a:t>Drag picture to placeholder or click icon to add</a:t>
            </a:r>
            <a:endParaRPr lang="en-AU"/>
          </a:p>
        </p:txBody>
      </p:sp>
      <p:sp>
        <p:nvSpPr>
          <p:cNvPr id="2" name="Footer Placeholder 1" hidden="1"/>
          <p:cNvSpPr>
            <a:spLocks noGrp="1"/>
          </p:cNvSpPr>
          <p:nvPr>
            <p:ph type="ftr" sz="quarter" idx="12"/>
          </p:nvPr>
        </p:nvSpPr>
        <p:spPr/>
        <p:txBody>
          <a:bodyPr/>
          <a:lstStyle>
            <a:lvl1pPr>
              <a:defRPr>
                <a:solidFill>
                  <a:schemeClr val="bg1"/>
                </a:solidFill>
              </a:defRPr>
            </a:lvl1pPr>
          </a:lstStyle>
          <a:p>
            <a:endParaRPr lang="en-AU" dirty="0"/>
          </a:p>
        </p:txBody>
      </p:sp>
      <p:pic>
        <p:nvPicPr>
          <p:cNvPr id="723132955" name="LogoDisclaimerPage"/>
          <p:cNvPicPr>
            <a:picLocks noChangeAspect="1"/>
          </p:cNvPicPr>
          <p:nvPr/>
        </p:nvPicPr>
        <p:blipFill>
          <a:blip r:embed="rId2">
            <a:extLst/>
          </a:blip>
          <a:stretch>
            <a:fillRect/>
          </a:stretch>
        </p:blipFill>
        <p:spPr>
          <a:xfrm>
            <a:off x="472088" y="359245"/>
            <a:ext cx="2879403" cy="659703"/>
          </a:xfrm>
          <a:prstGeom prst="rect">
            <a:avLst/>
          </a:prstGeom>
        </p:spPr>
      </p:pic>
      <p:sp>
        <p:nvSpPr>
          <p:cNvPr id="3" name="Date_DateCustomA"/>
          <p:cNvSpPr>
            <a:spLocks noGrp="1"/>
          </p:cNvSpPr>
          <p:nvPr>
            <p:ph type="dt" sz="half" idx="13"/>
          </p:nvPr>
        </p:nvSpPr>
        <p:spPr>
          <a:xfrm>
            <a:off x="502583" y="6525513"/>
            <a:ext cx="5482087" cy="146521"/>
          </a:xfrm>
          <a:prstGeom prst="rect">
            <a:avLst/>
          </a:prstGeom>
        </p:spPr>
        <p:txBody>
          <a:bodyPr/>
          <a:lstStyle/>
          <a:p>
            <a:r>
              <a:rPr lang="en-AU" dirty="0"/>
              <a:t>4 December 2017</a:t>
            </a:r>
          </a:p>
        </p:txBody>
      </p:sp>
      <p:sp>
        <p:nvSpPr>
          <p:cNvPr id="12" name="USR_Name"/>
          <p:cNvSpPr>
            <a:spLocks noGrp="1"/>
          </p:cNvSpPr>
          <p:nvPr>
            <p:ph type="body" sz="quarter" idx="14" hasCustomPrompt="1"/>
          </p:nvPr>
        </p:nvSpPr>
        <p:spPr>
          <a:xfrm>
            <a:off x="502585" y="6381310"/>
            <a:ext cx="5482087" cy="144202"/>
          </a:xfrm>
        </p:spPr>
        <p:txBody>
          <a:bodyPr/>
          <a:lstStyle>
            <a:lvl1pPr>
              <a:defRPr sz="855"/>
            </a:lvl1pPr>
          </a:lstStyle>
          <a:p>
            <a:pPr lvl="0"/>
            <a:r>
              <a:rPr lang="en-AU"/>
              <a:t>Nick Hull</a:t>
            </a:r>
          </a:p>
        </p:txBody>
      </p:sp>
    </p:spTree>
    <p:extLst>
      <p:ext uri="{BB962C8B-B14F-4D97-AF65-F5344CB8AC3E}">
        <p14:creationId xmlns:p14="http://schemas.microsoft.com/office/powerpoint/2010/main" val="220340297"/>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507">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11202" y="1705676"/>
            <a:ext cx="10513159" cy="1592403"/>
          </a:xfrm>
        </p:spPr>
        <p:txBody>
          <a:bodyPr anchor="b"/>
          <a:lstStyle>
            <a:lvl1pPr>
              <a:lnSpc>
                <a:spcPct val="95000"/>
              </a:lnSpc>
              <a:defRPr sz="3335" b="1">
                <a:solidFill>
                  <a:schemeClr val="tx1"/>
                </a:solidFill>
                <a:latin typeface="+mj-lt"/>
                <a:ea typeface="Open Sans" panose="020B0606030504020204" pitchFamily="34" charset="0"/>
                <a:cs typeface="Open Sans" panose="020B0606030504020204" pitchFamily="34" charset="0"/>
              </a:defRPr>
            </a:lvl1pPr>
          </a:lstStyle>
          <a:p>
            <a:r>
              <a:rPr lang="en-AU" noProof="0" dirty="0"/>
              <a:t>Click to edit Master title style</a:t>
            </a:r>
            <a:endParaRPr lang="en-AU"/>
          </a:p>
        </p:txBody>
      </p:sp>
      <p:sp>
        <p:nvSpPr>
          <p:cNvPr id="3" name="Text Placeholder 2"/>
          <p:cNvSpPr>
            <a:spLocks noGrp="1"/>
          </p:cNvSpPr>
          <p:nvPr>
            <p:ph type="body" idx="1"/>
          </p:nvPr>
        </p:nvSpPr>
        <p:spPr bwMode="gray">
          <a:xfrm>
            <a:off x="511202" y="3429002"/>
            <a:ext cx="10513159" cy="1566533"/>
          </a:xfrm>
        </p:spPr>
        <p:txBody>
          <a:bodyPr lIns="0" tIns="0" rIns="0" bIns="0">
            <a:noAutofit/>
          </a:bodyPr>
          <a:lstStyle>
            <a:lvl1pPr marL="0" indent="0">
              <a:lnSpc>
                <a:spcPct val="95000"/>
              </a:lnSpc>
              <a:spcAft>
                <a:spcPts val="0"/>
              </a:spcAft>
              <a:buNone/>
              <a:defRPr sz="3335">
                <a:solidFill>
                  <a:schemeClr val="tx1"/>
                </a:solidFill>
              </a:defRPr>
            </a:lvl1pPr>
            <a:lvl2pPr marL="423569" indent="0">
              <a:buNone/>
              <a:defRPr sz="1853">
                <a:solidFill>
                  <a:schemeClr val="tx1">
                    <a:tint val="75000"/>
                  </a:schemeClr>
                </a:solidFill>
              </a:defRPr>
            </a:lvl2pPr>
            <a:lvl3pPr marL="847136" indent="0">
              <a:buNone/>
              <a:defRPr sz="1668">
                <a:solidFill>
                  <a:schemeClr val="tx1">
                    <a:tint val="75000"/>
                  </a:schemeClr>
                </a:solidFill>
              </a:defRPr>
            </a:lvl3pPr>
            <a:lvl4pPr marL="1270704" indent="0">
              <a:buNone/>
              <a:defRPr sz="1482">
                <a:solidFill>
                  <a:schemeClr val="tx1">
                    <a:tint val="75000"/>
                  </a:schemeClr>
                </a:solidFill>
              </a:defRPr>
            </a:lvl4pPr>
            <a:lvl5pPr marL="1694271" indent="0">
              <a:buNone/>
              <a:defRPr sz="1482">
                <a:solidFill>
                  <a:schemeClr val="tx1">
                    <a:tint val="75000"/>
                  </a:schemeClr>
                </a:solidFill>
              </a:defRPr>
            </a:lvl5pPr>
            <a:lvl6pPr marL="2117840" indent="0">
              <a:buNone/>
              <a:defRPr sz="1482">
                <a:solidFill>
                  <a:schemeClr val="tx1">
                    <a:tint val="75000"/>
                  </a:schemeClr>
                </a:solidFill>
              </a:defRPr>
            </a:lvl6pPr>
            <a:lvl7pPr marL="2541407" indent="0">
              <a:buNone/>
              <a:defRPr sz="1482">
                <a:solidFill>
                  <a:schemeClr val="tx1">
                    <a:tint val="75000"/>
                  </a:schemeClr>
                </a:solidFill>
              </a:defRPr>
            </a:lvl7pPr>
            <a:lvl8pPr marL="2964974" indent="0">
              <a:buNone/>
              <a:defRPr sz="1482">
                <a:solidFill>
                  <a:schemeClr val="tx1">
                    <a:tint val="75000"/>
                  </a:schemeClr>
                </a:solidFill>
              </a:defRPr>
            </a:lvl8pPr>
            <a:lvl9pPr marL="3388543" indent="0">
              <a:buNone/>
              <a:defRPr sz="1482">
                <a:solidFill>
                  <a:schemeClr val="tx1">
                    <a:tint val="75000"/>
                  </a:schemeClr>
                </a:solidFill>
              </a:defRPr>
            </a:lvl9pPr>
          </a:lstStyle>
          <a:p>
            <a:pPr lvl="0"/>
            <a:r>
              <a:rPr lang="en-AU" noProof="0" dirty="0"/>
              <a:t>Click to edit Master text styles</a:t>
            </a:r>
            <a:endParaRPr lang="en-AU"/>
          </a:p>
        </p:txBody>
      </p:sp>
      <p:sp>
        <p:nvSpPr>
          <p:cNvPr id="4" name="Footer Placeholder 3"/>
          <p:cNvSpPr>
            <a:spLocks noGrp="1"/>
          </p:cNvSpPr>
          <p:nvPr>
            <p:ph type="ftr" sz="quarter" idx="10"/>
          </p:nvPr>
        </p:nvSpPr>
        <p:spPr/>
        <p:txBody>
          <a:bodyPr/>
          <a:lstStyle/>
          <a:p>
            <a:endParaRPr lang="en-AU" dirty="0"/>
          </a:p>
        </p:txBody>
      </p:sp>
    </p:spTree>
    <p:extLst>
      <p:ext uri="{BB962C8B-B14F-4D97-AF65-F5344CB8AC3E}">
        <p14:creationId xmlns:p14="http://schemas.microsoft.com/office/powerpoint/2010/main" val="80795975"/>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78635" y="1628781"/>
            <a:ext cx="9314791" cy="4752531"/>
          </a:xfrm>
          <a:prstGeom prst="rect">
            <a:avLst/>
          </a:prstGeom>
        </p:spPr>
        <p:txBody>
          <a:bodyPr>
            <a:noAutofit/>
          </a:bodyPr>
          <a:lstStyle>
            <a:lvl1pPr>
              <a:spcBef>
                <a:spcPts val="3335"/>
              </a:spcBef>
              <a:defRPr sz="2038">
                <a:solidFill>
                  <a:schemeClr val="tx1"/>
                </a:solidFill>
              </a:defRPr>
            </a:lvl1pPr>
            <a:lvl2pPr marL="423569" indent="-423569">
              <a:defRPr sz="2779">
                <a:solidFill>
                  <a:schemeClr val="bg2"/>
                </a:solidFill>
              </a:defRPr>
            </a:lvl2pPr>
            <a:lvl3pPr>
              <a:defRPr sz="2779">
                <a:solidFill>
                  <a:schemeClr val="bg2"/>
                </a:solidFill>
              </a:defRPr>
            </a:lvl3pPr>
            <a:lvl4pPr>
              <a:defRPr sz="2779">
                <a:solidFill>
                  <a:schemeClr val="bg2"/>
                </a:solidFill>
              </a:defRPr>
            </a:lvl4pPr>
            <a:lvl5pPr>
              <a:defRPr sz="2779">
                <a:solidFill>
                  <a:schemeClr val="bg2"/>
                </a:solidFill>
              </a:defRPr>
            </a:lvl5pPr>
          </a:lstStyle>
          <a:p>
            <a:pPr lvl="0"/>
            <a:r>
              <a:rPr lang="en-AU" noProof="0" dirty="0"/>
              <a:t>Click to edit Master text styles</a:t>
            </a:r>
            <a:endParaRPr lang="en-AU"/>
          </a:p>
        </p:txBody>
      </p:sp>
      <p:sp>
        <p:nvSpPr>
          <p:cNvPr id="2" name="Footer Placeholder 1"/>
          <p:cNvSpPr>
            <a:spLocks noGrp="1"/>
          </p:cNvSpPr>
          <p:nvPr>
            <p:ph type="ftr" sz="quarter" idx="11"/>
          </p:nvPr>
        </p:nvSpPr>
        <p:spPr/>
        <p:txBody>
          <a:bodyPr/>
          <a:lstStyle/>
          <a:p>
            <a:endParaRPr lang="en-AU" dirty="0"/>
          </a:p>
        </p:txBody>
      </p:sp>
    </p:spTree>
    <p:extLst>
      <p:ext uri="{BB962C8B-B14F-4D97-AF65-F5344CB8AC3E}">
        <p14:creationId xmlns:p14="http://schemas.microsoft.com/office/powerpoint/2010/main" val="621051698"/>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898844" y="384477"/>
            <a:ext cx="2798297" cy="1027760"/>
          </a:xfrm>
        </p:spPr>
        <p:txBody>
          <a:bodyPr/>
          <a:lstStyle>
            <a:lvl1pPr>
              <a:spcBef>
                <a:spcPts val="171"/>
              </a:spcBef>
              <a:defRPr sz="855">
                <a:solidFill>
                  <a:schemeClr val="tx1"/>
                </a:solidFill>
              </a:defRPr>
            </a:lvl1pPr>
            <a:lvl2pPr>
              <a:defRPr sz="898">
                <a:solidFill>
                  <a:schemeClr val="tx2"/>
                </a:solidFill>
              </a:defRPr>
            </a:lvl2pPr>
            <a:lvl3pPr>
              <a:defRPr sz="898">
                <a:solidFill>
                  <a:schemeClr val="tx2"/>
                </a:solidFill>
              </a:defRPr>
            </a:lvl3pPr>
            <a:lvl4pPr>
              <a:defRPr sz="855">
                <a:solidFill>
                  <a:schemeClr val="tx2"/>
                </a:solidFill>
              </a:defRPr>
            </a:lvl4pPr>
            <a:lvl5pPr>
              <a:defRPr sz="855">
                <a:solidFill>
                  <a:schemeClr val="tx2"/>
                </a:solidFill>
              </a:defRPr>
            </a:lvl5pPr>
          </a:lstStyle>
          <a:p>
            <a:pPr lvl="0"/>
            <a:r>
              <a:rPr lang="en-AU" dirty="0"/>
              <a:t>Click to edit Master text styles</a:t>
            </a:r>
            <a:endParaRPr lang="en-AU"/>
          </a:p>
        </p:txBody>
      </p:sp>
      <p:sp>
        <p:nvSpPr>
          <p:cNvPr id="7" name="Text Placeholder 6"/>
          <p:cNvSpPr>
            <a:spLocks noGrp="1"/>
          </p:cNvSpPr>
          <p:nvPr>
            <p:ph type="body" sz="quarter" idx="11"/>
          </p:nvPr>
        </p:nvSpPr>
        <p:spPr>
          <a:xfrm>
            <a:off x="511199" y="1675455"/>
            <a:ext cx="2762351" cy="4656835"/>
          </a:xfrm>
        </p:spPr>
        <p:txBody>
          <a:bodyPr>
            <a:noAutofit/>
          </a:bodyPr>
          <a:lstStyle>
            <a:lvl1pPr>
              <a:spcBef>
                <a:spcPts val="0"/>
              </a:spcBef>
              <a:spcAft>
                <a:spcPts val="513"/>
              </a:spcAft>
              <a:defRPr sz="855"/>
            </a:lvl1pPr>
            <a:lvl2pPr>
              <a:spcBef>
                <a:spcPts val="257"/>
              </a:spcBef>
              <a:defRPr/>
            </a:lvl2pPr>
            <a:lvl3pPr>
              <a:spcBef>
                <a:spcPts val="257"/>
              </a:spcBef>
              <a:defRPr/>
            </a:lvl3pPr>
            <a:lvl4pPr>
              <a:spcBef>
                <a:spcPts val="257"/>
              </a:spcBef>
              <a:defRPr/>
            </a:lvl4pPr>
            <a:lvl5pPr>
              <a:spcBef>
                <a:spcPts val="257"/>
              </a:spcBef>
              <a:defRPr/>
            </a:lvl5pPr>
          </a:lstStyle>
          <a:p>
            <a:pPr lvl="0"/>
            <a:r>
              <a:rPr lang="en-AU" dirty="0"/>
              <a:t>Click to edit Master text styles</a:t>
            </a:r>
            <a:endParaRPr lang="en-AU"/>
          </a:p>
        </p:txBody>
      </p:sp>
      <p:sp>
        <p:nvSpPr>
          <p:cNvPr id="9" name="Text Placeholder 8"/>
          <p:cNvSpPr>
            <a:spLocks noGrp="1"/>
          </p:cNvSpPr>
          <p:nvPr>
            <p:ph type="body" sz="quarter" idx="12"/>
          </p:nvPr>
        </p:nvSpPr>
        <p:spPr>
          <a:xfrm>
            <a:off x="3816960" y="1675451"/>
            <a:ext cx="7880183" cy="4657727"/>
          </a:xfrm>
        </p:spPr>
        <p:txBody>
          <a:bodyPr>
            <a:noAutofit/>
          </a:bodyPr>
          <a:lstStyle>
            <a:lvl1pPr>
              <a:spcBef>
                <a:spcPts val="1539"/>
              </a:spcBef>
              <a:defRPr sz="855"/>
            </a:lvl1pPr>
            <a:lvl2pPr>
              <a:defRPr sz="855"/>
            </a:lvl2pPr>
            <a:lvl3pPr>
              <a:defRPr sz="855"/>
            </a:lvl3pPr>
            <a:lvl4pPr>
              <a:defRPr sz="855"/>
            </a:lvl4pPr>
            <a:lvl5pPr>
              <a:defRPr sz="855"/>
            </a:lvl5pPr>
            <a:lvl6pPr marL="330182" indent="0">
              <a:buNone/>
              <a:defRPr/>
            </a:lvl6pPr>
          </a:lstStyle>
          <a:p>
            <a:pPr lvl="0"/>
            <a:r>
              <a:rPr lang="en-AU" dirty="0"/>
              <a:t>Click to edit Master text styles</a:t>
            </a:r>
            <a:endParaRPr lang="en-AU"/>
          </a:p>
          <a:p>
            <a:pPr lvl="1"/>
            <a:r>
              <a:rPr lang="en-AU" dirty="0"/>
              <a:t>Second level</a:t>
            </a:r>
            <a:endParaRPr lang="en-AU"/>
          </a:p>
          <a:p>
            <a:pPr lvl="2"/>
            <a:r>
              <a:rPr lang="en-AU" dirty="0"/>
              <a:t>Third level</a:t>
            </a:r>
            <a:endParaRPr lang="en-AU"/>
          </a:p>
          <a:p>
            <a:pPr lvl="3"/>
            <a:r>
              <a:rPr lang="en-AU" dirty="0"/>
              <a:t>Fourth level</a:t>
            </a:r>
            <a:endParaRPr lang="en-AU"/>
          </a:p>
          <a:p>
            <a:pPr lvl="4"/>
            <a:r>
              <a:rPr lang="en-AU" dirty="0"/>
              <a:t>Fifth level</a:t>
            </a:r>
            <a:endParaRPr lang="en-AU"/>
          </a:p>
        </p:txBody>
      </p:sp>
      <p:sp>
        <p:nvSpPr>
          <p:cNvPr id="2" name="Footer Placeholder 1" hidden="1"/>
          <p:cNvSpPr>
            <a:spLocks noGrp="1"/>
          </p:cNvSpPr>
          <p:nvPr>
            <p:ph type="ftr" sz="quarter" idx="13"/>
          </p:nvPr>
        </p:nvSpPr>
        <p:spPr/>
        <p:txBody>
          <a:bodyPr/>
          <a:lstStyle>
            <a:lvl1pPr>
              <a:defRPr>
                <a:solidFill>
                  <a:schemeClr val="bg1"/>
                </a:solidFill>
              </a:defRPr>
            </a:lvl1pPr>
          </a:lstStyle>
          <a:p>
            <a:endParaRPr lang="en-AU" dirty="0"/>
          </a:p>
        </p:txBody>
      </p:sp>
      <p:pic>
        <p:nvPicPr>
          <p:cNvPr id="1120997267" name="LogoDisclaimerPage"/>
          <p:cNvPicPr>
            <a:picLocks noChangeAspect="1"/>
          </p:cNvPicPr>
          <p:nvPr/>
        </p:nvPicPr>
        <p:blipFill>
          <a:blip r:embed="rId2">
            <a:extLst/>
          </a:blip>
          <a:stretch>
            <a:fillRect/>
          </a:stretch>
        </p:blipFill>
        <p:spPr>
          <a:xfrm>
            <a:off x="472088" y="359245"/>
            <a:ext cx="2879403" cy="659703"/>
          </a:xfrm>
          <a:prstGeom prst="rect">
            <a:avLst/>
          </a:prstGeom>
        </p:spPr>
      </p:pic>
    </p:spTree>
    <p:extLst>
      <p:ext uri="{BB962C8B-B14F-4D97-AF65-F5344CB8AC3E}">
        <p14:creationId xmlns:p14="http://schemas.microsoft.com/office/powerpoint/2010/main" val="1780402970"/>
      </p:ext>
    </p:extLst>
  </p:cSld>
  <p:clrMapOvr>
    <a:masterClrMapping/>
  </p:clrMapOvr>
  <p:transition>
    <p:fade/>
  </p:transition>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92615" y="1665292"/>
            <a:ext cx="9300811" cy="4716463"/>
          </a:xfrm>
          <a:prstGeom prst="rect">
            <a:avLst/>
          </a:prstGeom>
        </p:spPr>
        <p:txBody>
          <a:bodyPr/>
          <a:lstStyle>
            <a:lvl1pPr>
              <a:tabLst>
                <a:tab pos="6234390" algn="r"/>
              </a:tabLst>
              <a:defRPr/>
            </a:lvl1pPr>
            <a:lvl2pPr>
              <a:tabLst>
                <a:tab pos="6234390" algn="r"/>
              </a:tabLst>
              <a:defRPr/>
            </a:lvl2pPr>
            <a:lvl3pPr>
              <a:tabLst>
                <a:tab pos="6234390" algn="r"/>
              </a:tabLst>
              <a:defRPr/>
            </a:lvl3pPr>
            <a:lvl4pPr>
              <a:tabLst>
                <a:tab pos="6234390" algn="r"/>
              </a:tabLst>
              <a:defRPr/>
            </a:lvl4pPr>
            <a:lvl5pPr>
              <a:tabLst>
                <a:tab pos="4659247" algn="r"/>
              </a:tabLst>
              <a:defRPr baseline="0"/>
            </a:lvl5pPr>
            <a:lvl6pPr marL="330182" indent="0">
              <a:buNone/>
              <a:tabLst>
                <a:tab pos="6234390" algn="r"/>
              </a:tabLst>
              <a:defRPr/>
            </a:lvl6pPr>
            <a:lvl7pPr>
              <a:tabLst>
                <a:tab pos="6234390" algn="r"/>
              </a:tabLst>
              <a:defRPr/>
            </a:lvl7pPr>
            <a:lvl8pPr>
              <a:tabLst>
                <a:tab pos="6234390" algn="r"/>
              </a:tabLst>
              <a:defRPr/>
            </a:lvl8pPr>
            <a:lvl9pPr>
              <a:tabLst>
                <a:tab pos="6234390" algn="r"/>
              </a:tabLst>
              <a:defRPr/>
            </a:lvl9pPr>
          </a:lstStyle>
          <a:p>
            <a:pPr lvl="0"/>
            <a:r>
              <a:rPr lang="en-AU" dirty="0"/>
              <a:t>Click to edit Master text styles</a:t>
            </a:r>
            <a:endParaRPr lang="en-AU"/>
          </a:p>
          <a:p>
            <a:pPr lvl="1"/>
            <a:r>
              <a:rPr lang="en-AU" dirty="0"/>
              <a:t>Second level</a:t>
            </a:r>
            <a:endParaRPr lang="en-AU"/>
          </a:p>
          <a:p>
            <a:pPr lvl="2"/>
            <a:r>
              <a:rPr lang="en-AU" dirty="0"/>
              <a:t>Third level</a:t>
            </a:r>
            <a:endParaRPr lang="en-AU"/>
          </a:p>
          <a:p>
            <a:pPr lvl="3"/>
            <a:r>
              <a:rPr lang="en-AU" dirty="0"/>
              <a:t>Fourth level</a:t>
            </a:r>
            <a:endParaRPr lang="en-AU"/>
          </a:p>
          <a:p>
            <a:pPr lvl="4"/>
            <a:r>
              <a:rPr lang="en-AU" dirty="0"/>
              <a:t>Fifth level</a:t>
            </a:r>
            <a:endParaRPr lang="en-AU"/>
          </a:p>
        </p:txBody>
      </p:sp>
      <p:sp>
        <p:nvSpPr>
          <p:cNvPr id="7" name="Title Placeholder 1"/>
          <p:cNvSpPr>
            <a:spLocks noGrp="1"/>
          </p:cNvSpPr>
          <p:nvPr>
            <p:ph type="title" hasCustomPrompt="1"/>
          </p:nvPr>
        </p:nvSpPr>
        <p:spPr>
          <a:xfrm>
            <a:off x="492615" y="317506"/>
            <a:ext cx="11203379" cy="698501"/>
          </a:xfrm>
          <a:prstGeom prst="rect">
            <a:avLst/>
          </a:prstGeom>
        </p:spPr>
        <p:txBody>
          <a:bodyPr vert="horz" lIns="0" tIns="0" rIns="0" bIns="0" rtlCol="0" anchor="t" anchorCtr="0">
            <a:noAutofit/>
          </a:bodyPr>
          <a:lstStyle>
            <a:lvl1pPr>
              <a:defRPr/>
            </a:lvl1pPr>
          </a:lstStyle>
          <a:p>
            <a:r>
              <a:rPr lang="en-AU" dirty="0"/>
              <a:t>Click to add title</a:t>
            </a:r>
            <a:endParaRPr lang="en-AU"/>
          </a:p>
        </p:txBody>
      </p:sp>
      <p:sp>
        <p:nvSpPr>
          <p:cNvPr id="2" name="Footer Placeholder 1"/>
          <p:cNvSpPr>
            <a:spLocks noGrp="1"/>
          </p:cNvSpPr>
          <p:nvPr>
            <p:ph type="ftr" sz="quarter" idx="11"/>
          </p:nvPr>
        </p:nvSpPr>
        <p:spPr/>
        <p:txBody>
          <a:bodyPr/>
          <a:lstStyle/>
          <a:p>
            <a:endParaRPr lang="en-AU" dirty="0"/>
          </a:p>
        </p:txBody>
      </p:sp>
    </p:spTree>
    <p:extLst>
      <p:ext uri="{BB962C8B-B14F-4D97-AF65-F5344CB8AC3E}">
        <p14:creationId xmlns:p14="http://schemas.microsoft.com/office/powerpoint/2010/main" val="3875309386"/>
      </p:ext>
    </p:extLst>
  </p:cSld>
  <p:clrMapOvr>
    <a:masterClrMapping/>
  </p:clrMapOvr>
  <p:transition>
    <p:fade/>
  </p:transition>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94198" y="316834"/>
            <a:ext cx="11201796" cy="698500"/>
          </a:xfrm>
          <a:prstGeom prst="rect">
            <a:avLst/>
          </a:prstGeom>
        </p:spPr>
        <p:txBody>
          <a:bodyPr vert="horz" lIns="0" tIns="0" rIns="0" bIns="0" rtlCol="0" anchor="t" anchorCtr="0">
            <a:noAutofit/>
          </a:bodyPr>
          <a:lstStyle>
            <a:lvl1pPr>
              <a:defRPr/>
            </a:lvl1pPr>
          </a:lstStyle>
          <a:p>
            <a:r>
              <a:rPr lang="en-AU" noProof="0" dirty="0"/>
              <a:t>Click to add title</a:t>
            </a:r>
            <a:endParaRPr lang="en-AU"/>
          </a:p>
        </p:txBody>
      </p:sp>
      <p:sp>
        <p:nvSpPr>
          <p:cNvPr id="5" name="Picture Placeholder 9"/>
          <p:cNvSpPr>
            <a:spLocks noGrp="1"/>
          </p:cNvSpPr>
          <p:nvPr>
            <p:ph type="pic" sz="quarter" idx="15"/>
          </p:nvPr>
        </p:nvSpPr>
        <p:spPr>
          <a:xfrm>
            <a:off x="5485791" y="1701804"/>
            <a:ext cx="6210203" cy="4679950"/>
          </a:xfrm>
        </p:spPr>
        <p:txBody>
          <a:bodyPr/>
          <a:lstStyle/>
          <a:p>
            <a:r>
              <a:rPr lang="en-AU" noProof="0" dirty="0"/>
              <a:t>Drag picture to placeholder or click icon to add</a:t>
            </a:r>
            <a:endParaRPr lang="en-AU" dirty="0"/>
          </a:p>
        </p:txBody>
      </p:sp>
      <p:sp>
        <p:nvSpPr>
          <p:cNvPr id="6" name="Content Placeholder 3"/>
          <p:cNvSpPr>
            <a:spLocks noGrp="1"/>
          </p:cNvSpPr>
          <p:nvPr>
            <p:ph sz="quarter" idx="10"/>
          </p:nvPr>
        </p:nvSpPr>
        <p:spPr>
          <a:xfrm>
            <a:off x="494198" y="1665292"/>
            <a:ext cx="4463887" cy="4716463"/>
          </a:xfrm>
          <a:prstGeom prst="rect">
            <a:avLst/>
          </a:prstGeom>
        </p:spPr>
        <p:txBody>
          <a:bodyPr/>
          <a:lstStyle>
            <a:lvl1pPr>
              <a:tabLst>
                <a:tab pos="4659247" algn="r"/>
              </a:tabLst>
              <a:defRPr/>
            </a:lvl1pPr>
            <a:lvl2pPr>
              <a:tabLst>
                <a:tab pos="4659247" algn="r"/>
              </a:tabLst>
              <a:defRPr/>
            </a:lvl2pPr>
            <a:lvl3pPr>
              <a:tabLst>
                <a:tab pos="4659247" algn="r"/>
              </a:tabLst>
              <a:defRPr/>
            </a:lvl3pPr>
            <a:lvl4pPr>
              <a:tabLst>
                <a:tab pos="4659247" algn="r"/>
              </a:tabLst>
              <a:defRPr/>
            </a:lvl4pPr>
            <a:lvl5pPr>
              <a:tabLst>
                <a:tab pos="4659247" algn="r"/>
              </a:tabLst>
              <a:defRPr baseline="0"/>
            </a:lvl5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2" name="Footer Placeholder 1"/>
          <p:cNvSpPr>
            <a:spLocks noGrp="1"/>
          </p:cNvSpPr>
          <p:nvPr>
            <p:ph type="ftr" sz="quarter" idx="16"/>
          </p:nvPr>
        </p:nvSpPr>
        <p:spPr/>
        <p:txBody>
          <a:bodyPr/>
          <a:lstStyle/>
          <a:p>
            <a:endParaRPr lang="en-AU" dirty="0"/>
          </a:p>
        </p:txBody>
      </p:sp>
    </p:spTree>
    <p:extLst>
      <p:ext uri="{BB962C8B-B14F-4D97-AF65-F5344CB8AC3E}">
        <p14:creationId xmlns:p14="http://schemas.microsoft.com/office/powerpoint/2010/main" val="1677416360"/>
      </p:ext>
    </p:extLst>
  </p:cSld>
  <p:clrMapOvr>
    <a:masterClrMapping/>
  </p:clrMapOvr>
  <p:transition>
    <p:fade/>
  </p:transition>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494198" y="317501"/>
            <a:ext cx="11201796" cy="698500"/>
          </a:xfrm>
        </p:spPr>
        <p:txBody>
          <a:bodyPr/>
          <a:lstStyle/>
          <a:p>
            <a:r>
              <a:rPr lang="en-AU" dirty="0"/>
              <a:t>Click to edit Master title style</a:t>
            </a:r>
            <a:endParaRPr lang="en-AU"/>
          </a:p>
        </p:txBody>
      </p:sp>
      <p:sp>
        <p:nvSpPr>
          <p:cNvPr id="14" name="Text Placeholder 18"/>
          <p:cNvSpPr>
            <a:spLocks noGrp="1"/>
          </p:cNvSpPr>
          <p:nvPr>
            <p:ph idx="1"/>
          </p:nvPr>
        </p:nvSpPr>
        <p:spPr>
          <a:xfrm>
            <a:off x="494198" y="1665292"/>
            <a:ext cx="11201796" cy="4716463"/>
          </a:xfrm>
          <a:prstGeom prst="rect">
            <a:avLst/>
          </a:prstGeom>
        </p:spPr>
        <p:txBody>
          <a:bodyPr vert="horz" lIns="0" tIns="0" rIns="0" bIns="0" rtlCol="0">
            <a:noAutofit/>
          </a:bodyPr>
          <a:lstStyle/>
          <a:p>
            <a:pPr lvl="0"/>
            <a:r>
              <a:rPr lang="en-AU" dirty="0"/>
              <a:t>Click to edit Master text styles</a:t>
            </a:r>
            <a:endParaRPr lang="en-AU"/>
          </a:p>
          <a:p>
            <a:pPr lvl="1"/>
            <a:r>
              <a:rPr lang="en-AU" dirty="0"/>
              <a:t>Second level</a:t>
            </a:r>
            <a:endParaRPr lang="en-AU"/>
          </a:p>
          <a:p>
            <a:pPr lvl="2"/>
            <a:r>
              <a:rPr lang="en-AU" dirty="0"/>
              <a:t>Third level</a:t>
            </a:r>
            <a:endParaRPr lang="en-AU"/>
          </a:p>
          <a:p>
            <a:pPr lvl="3"/>
            <a:r>
              <a:rPr lang="en-AU" dirty="0"/>
              <a:t>Fourth level</a:t>
            </a:r>
            <a:endParaRPr lang="en-AU"/>
          </a:p>
          <a:p>
            <a:pPr lvl="4"/>
            <a:r>
              <a:rPr lang="en-AU" dirty="0"/>
              <a:t>Fifth level</a:t>
            </a:r>
            <a:endParaRPr lang="en-AU"/>
          </a:p>
        </p:txBody>
      </p:sp>
      <p:sp>
        <p:nvSpPr>
          <p:cNvPr id="3" name="Footer Placeholder 2"/>
          <p:cNvSpPr>
            <a:spLocks noGrp="1"/>
          </p:cNvSpPr>
          <p:nvPr>
            <p:ph type="ftr" sz="quarter" idx="10"/>
          </p:nvPr>
        </p:nvSpPr>
        <p:spPr/>
        <p:txBody>
          <a:bodyPr/>
          <a:lstStyle/>
          <a:p>
            <a:endParaRPr lang="en-AU" dirty="0"/>
          </a:p>
        </p:txBody>
      </p:sp>
    </p:spTree>
    <p:extLst>
      <p:ext uri="{BB962C8B-B14F-4D97-AF65-F5344CB8AC3E}">
        <p14:creationId xmlns:p14="http://schemas.microsoft.com/office/powerpoint/2010/main" val="3857487090"/>
      </p:ext>
    </p:extLst>
  </p:cSld>
  <p:clrMapOvr>
    <a:masterClrMapping/>
  </p:clrMapOvr>
  <p:transition>
    <p:fade/>
  </p:transition>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94198" y="651601"/>
            <a:ext cx="11201796" cy="757252"/>
          </a:xfrm>
          <a:prstGeom prst="rect">
            <a:avLst/>
          </a:prstGeom>
        </p:spPr>
        <p:txBody>
          <a:bodyPr lIns="0" tIns="0" rIns="0" bIns="0">
            <a:noAutofit/>
          </a:bodyPr>
          <a:lstStyle>
            <a:lvl1pPr marL="0" indent="0">
              <a:buNone/>
              <a:defRPr sz="1710" b="0">
                <a:solidFill>
                  <a:srgbClr val="575757"/>
                </a:solidFill>
              </a:defRPr>
            </a:lvl1pPr>
          </a:lstStyle>
          <a:p>
            <a:pPr lvl="0"/>
            <a:r>
              <a:rPr lang="en-AU" dirty="0"/>
              <a:t>Click to add subtitle</a:t>
            </a:r>
            <a:endParaRPr lang="en-AU"/>
          </a:p>
        </p:txBody>
      </p:sp>
      <p:sp>
        <p:nvSpPr>
          <p:cNvPr id="14" name="Title Placeholder 1"/>
          <p:cNvSpPr>
            <a:spLocks noGrp="1"/>
          </p:cNvSpPr>
          <p:nvPr>
            <p:ph type="title"/>
          </p:nvPr>
        </p:nvSpPr>
        <p:spPr>
          <a:xfrm>
            <a:off x="494198" y="317504"/>
            <a:ext cx="11201796" cy="334099"/>
          </a:xfrm>
          <a:prstGeom prst="rect">
            <a:avLst/>
          </a:prstGeom>
        </p:spPr>
        <p:txBody>
          <a:bodyPr vert="horz" lIns="0" tIns="0" rIns="0" bIns="0" rtlCol="0" anchor="t" anchorCtr="0">
            <a:noAutofit/>
          </a:bodyPr>
          <a:lstStyle>
            <a:lvl1pPr>
              <a:defRPr/>
            </a:lvl1pPr>
          </a:lstStyle>
          <a:p>
            <a:r>
              <a:rPr lang="en-AU" noProof="0" dirty="0"/>
              <a:t>Click to edit Master title style</a:t>
            </a:r>
            <a:endParaRPr lang="en-AU"/>
          </a:p>
        </p:txBody>
      </p:sp>
      <p:sp>
        <p:nvSpPr>
          <p:cNvPr id="8" name="Text Placeholder 18"/>
          <p:cNvSpPr>
            <a:spLocks noGrp="1"/>
          </p:cNvSpPr>
          <p:nvPr>
            <p:ph idx="1"/>
          </p:nvPr>
        </p:nvSpPr>
        <p:spPr>
          <a:xfrm>
            <a:off x="494198" y="1666257"/>
            <a:ext cx="11201796" cy="4712943"/>
          </a:xfrm>
          <a:prstGeom prst="rect">
            <a:avLst/>
          </a:prstGeom>
        </p:spPr>
        <p:txBody>
          <a:bodyPr vert="horz" lIns="0" tIns="0" rIns="0" bIns="0" rtlCol="0">
            <a:noAutofit/>
          </a:bodyPr>
          <a:lstStyle/>
          <a:p>
            <a:pPr lvl="0"/>
            <a:r>
              <a:rPr lang="en-AU" dirty="0"/>
              <a:t>Click to edit Master text styles</a:t>
            </a:r>
            <a:endParaRPr lang="en-AU"/>
          </a:p>
          <a:p>
            <a:pPr lvl="1"/>
            <a:r>
              <a:rPr lang="en-AU" dirty="0"/>
              <a:t>Second level</a:t>
            </a:r>
            <a:endParaRPr lang="en-AU"/>
          </a:p>
          <a:p>
            <a:pPr lvl="2"/>
            <a:r>
              <a:rPr lang="en-AU" dirty="0"/>
              <a:t>Third level</a:t>
            </a:r>
            <a:endParaRPr lang="en-AU"/>
          </a:p>
          <a:p>
            <a:pPr lvl="3"/>
            <a:r>
              <a:rPr lang="en-AU" dirty="0"/>
              <a:t>Fourth level</a:t>
            </a:r>
            <a:endParaRPr lang="en-AU"/>
          </a:p>
          <a:p>
            <a:pPr lvl="4"/>
            <a:r>
              <a:rPr lang="en-AU" dirty="0"/>
              <a:t>Fifth level</a:t>
            </a:r>
            <a:endParaRPr lang="en-AU"/>
          </a:p>
        </p:txBody>
      </p:sp>
      <p:sp>
        <p:nvSpPr>
          <p:cNvPr id="2" name="Footer Placeholder 1"/>
          <p:cNvSpPr>
            <a:spLocks noGrp="1"/>
          </p:cNvSpPr>
          <p:nvPr>
            <p:ph type="ftr" sz="quarter" idx="14"/>
          </p:nvPr>
        </p:nvSpPr>
        <p:spPr/>
        <p:txBody>
          <a:bodyPr/>
          <a:lstStyle/>
          <a:p>
            <a:endParaRPr lang="en-AU" dirty="0"/>
          </a:p>
        </p:txBody>
      </p:sp>
    </p:spTree>
    <p:extLst>
      <p:ext uri="{BB962C8B-B14F-4D97-AF65-F5344CB8AC3E}">
        <p14:creationId xmlns:p14="http://schemas.microsoft.com/office/powerpoint/2010/main" val="211046055"/>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94198" y="651603"/>
            <a:ext cx="11201796" cy="757255"/>
          </a:xfrm>
          <a:prstGeom prst="rect">
            <a:avLst/>
          </a:prstGeom>
        </p:spPr>
        <p:txBody>
          <a:bodyPr lIns="0" tIns="0" rIns="0" bIns="0">
            <a:noAutofit/>
          </a:bodyPr>
          <a:lstStyle>
            <a:lvl1pPr marL="0" indent="0">
              <a:buNone/>
              <a:defRPr sz="1710" b="0">
                <a:solidFill>
                  <a:srgbClr val="575757"/>
                </a:solidFill>
              </a:defRPr>
            </a:lvl1pPr>
          </a:lstStyle>
          <a:p>
            <a:pPr lvl="0"/>
            <a:r>
              <a:rPr lang="en-AU" noProof="0" dirty="0"/>
              <a:t>Click to add subtitle</a:t>
            </a:r>
            <a:endParaRPr lang="en-AU"/>
          </a:p>
        </p:txBody>
      </p:sp>
      <p:sp>
        <p:nvSpPr>
          <p:cNvPr id="14" name="Title Placeholder 1"/>
          <p:cNvSpPr>
            <a:spLocks noGrp="1"/>
          </p:cNvSpPr>
          <p:nvPr>
            <p:ph type="title"/>
          </p:nvPr>
        </p:nvSpPr>
        <p:spPr>
          <a:xfrm>
            <a:off x="494198" y="317505"/>
            <a:ext cx="11201796" cy="334097"/>
          </a:xfrm>
          <a:prstGeom prst="rect">
            <a:avLst/>
          </a:prstGeom>
        </p:spPr>
        <p:txBody>
          <a:bodyPr vert="horz" lIns="0" tIns="0" rIns="0" bIns="0" rtlCol="0" anchor="t" anchorCtr="0">
            <a:noAutofit/>
          </a:bodyPr>
          <a:lstStyle>
            <a:lvl1pPr>
              <a:defRPr/>
            </a:lvl1pPr>
          </a:lstStyle>
          <a:p>
            <a:r>
              <a:rPr lang="en-AU" noProof="0" dirty="0"/>
              <a:t>Click to edit Master title style</a:t>
            </a:r>
            <a:endParaRPr lang="en-AU"/>
          </a:p>
        </p:txBody>
      </p:sp>
      <p:sp>
        <p:nvSpPr>
          <p:cNvPr id="8" name="Text Placeholder 18"/>
          <p:cNvSpPr>
            <a:spLocks noGrp="1"/>
          </p:cNvSpPr>
          <p:nvPr>
            <p:ph idx="1"/>
          </p:nvPr>
        </p:nvSpPr>
        <p:spPr>
          <a:xfrm>
            <a:off x="494198" y="1666257"/>
            <a:ext cx="11201796" cy="4712943"/>
          </a:xfrm>
          <a:prstGeom prst="rect">
            <a:avLst/>
          </a:prstGeom>
        </p:spPr>
        <p:txBody>
          <a:bodyPr vert="horz" lIns="0" tIns="0" rIns="0" bIns="0" rtlCol="0">
            <a:noAutofit/>
          </a:bodyPr>
          <a:lstStyle>
            <a:lvl1pPr>
              <a:defRPr sz="1482"/>
            </a:lvl1pPr>
            <a:lvl2pPr>
              <a:defRPr sz="1482"/>
            </a:lvl2pPr>
            <a:lvl3pPr>
              <a:defRPr sz="1482"/>
            </a:lvl3pPr>
            <a:lvl4pPr>
              <a:defRPr sz="1482"/>
            </a:lvl4pPr>
            <a:lvl5pPr>
              <a:defRPr sz="1482"/>
            </a:lvl5pPr>
            <a:lvl6pPr marL="330182" indent="0">
              <a:buNone/>
              <a:defRPr sz="1482"/>
            </a:lvl6pPr>
            <a:lvl7pPr>
              <a:defRPr sz="1482"/>
            </a:lvl7pPr>
            <a:lvl8pPr>
              <a:defRPr sz="1482"/>
            </a:lvl8pPr>
            <a:lvl9pPr>
              <a:defRPr sz="1482"/>
            </a:lvl9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2" name="Footer Placeholder 1"/>
          <p:cNvSpPr>
            <a:spLocks noGrp="1"/>
          </p:cNvSpPr>
          <p:nvPr>
            <p:ph type="ftr" sz="quarter" idx="14"/>
          </p:nvPr>
        </p:nvSpPr>
        <p:spPr/>
        <p:txBody>
          <a:bodyPr/>
          <a:lstStyle/>
          <a:p>
            <a:endParaRPr lang="en-AU" dirty="0"/>
          </a:p>
        </p:txBody>
      </p:sp>
    </p:spTree>
    <p:extLst>
      <p:ext uri="{BB962C8B-B14F-4D97-AF65-F5344CB8AC3E}">
        <p14:creationId xmlns:p14="http://schemas.microsoft.com/office/powerpoint/2010/main" val="1613078969"/>
      </p:ext>
    </p:extLst>
  </p:cSld>
  <p:clrMapOvr>
    <a:masterClrMapping/>
  </p:clrMapOvr>
  <p:transition>
    <p:fade/>
  </p:transition>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94199" y="650501"/>
            <a:ext cx="11201796" cy="757255"/>
          </a:xfrm>
          <a:prstGeom prst="rect">
            <a:avLst/>
          </a:prstGeom>
        </p:spPr>
        <p:txBody>
          <a:bodyPr lIns="0" tIns="0" rIns="0" bIns="0">
            <a:noAutofit/>
          </a:bodyPr>
          <a:lstStyle>
            <a:lvl1pPr marL="0" indent="0">
              <a:buNone/>
              <a:defRPr sz="1710" b="0">
                <a:solidFill>
                  <a:srgbClr val="575757"/>
                </a:solidFill>
              </a:defRPr>
            </a:lvl1pPr>
          </a:lstStyle>
          <a:p>
            <a:pPr lvl="0"/>
            <a:r>
              <a:rPr lang="en-AU" dirty="0"/>
              <a:t>Click to add subtitle</a:t>
            </a:r>
            <a:endParaRPr lang="en-AU"/>
          </a:p>
        </p:txBody>
      </p:sp>
      <p:sp>
        <p:nvSpPr>
          <p:cNvPr id="16" name="Title Placeholder 1"/>
          <p:cNvSpPr>
            <a:spLocks noGrp="1"/>
          </p:cNvSpPr>
          <p:nvPr>
            <p:ph type="title" hasCustomPrompt="1"/>
          </p:nvPr>
        </p:nvSpPr>
        <p:spPr>
          <a:xfrm>
            <a:off x="494202" y="317505"/>
            <a:ext cx="11201796" cy="332995"/>
          </a:xfrm>
          <a:prstGeom prst="rect">
            <a:avLst/>
          </a:prstGeom>
        </p:spPr>
        <p:txBody>
          <a:bodyPr vert="horz" lIns="0" tIns="0" rIns="0" bIns="0" rtlCol="0" anchor="t" anchorCtr="0">
            <a:noAutofit/>
          </a:bodyPr>
          <a:lstStyle>
            <a:lvl1pPr>
              <a:defRPr/>
            </a:lvl1pPr>
          </a:lstStyle>
          <a:p>
            <a:r>
              <a:rPr lang="en-AU" dirty="0"/>
              <a:t>Click to add title</a:t>
            </a:r>
            <a:endParaRPr lang="en-AU"/>
          </a:p>
        </p:txBody>
      </p:sp>
      <p:sp>
        <p:nvSpPr>
          <p:cNvPr id="17" name="Chart Placeholder 3"/>
          <p:cNvSpPr>
            <a:spLocks noGrp="1"/>
          </p:cNvSpPr>
          <p:nvPr>
            <p:ph type="chart" sz="quarter" idx="15"/>
          </p:nvPr>
        </p:nvSpPr>
        <p:spPr>
          <a:xfrm>
            <a:off x="494198" y="2052006"/>
            <a:ext cx="11201796" cy="4069013"/>
          </a:xfrm>
          <a:prstGeom prst="rect">
            <a:avLst/>
          </a:prstGeom>
        </p:spPr>
        <p:txBody>
          <a:bodyPr/>
          <a:lstStyle/>
          <a:p>
            <a:r>
              <a:rPr lang="en-AU" dirty="0"/>
              <a:t>Click icon to add chart</a:t>
            </a:r>
          </a:p>
        </p:txBody>
      </p:sp>
      <p:sp>
        <p:nvSpPr>
          <p:cNvPr id="18" name="Text Placeholder 8"/>
          <p:cNvSpPr>
            <a:spLocks noGrp="1"/>
          </p:cNvSpPr>
          <p:nvPr>
            <p:ph type="body" sz="quarter" idx="18"/>
          </p:nvPr>
        </p:nvSpPr>
        <p:spPr>
          <a:xfrm>
            <a:off x="494198" y="1666256"/>
            <a:ext cx="11201796" cy="366387"/>
          </a:xfrm>
        </p:spPr>
        <p:txBody>
          <a:bodyPr/>
          <a:lstStyle/>
          <a:p>
            <a:pPr lvl="0"/>
            <a:r>
              <a:rPr lang="en-AU" noProof="0" dirty="0"/>
              <a:t>Click to edit Master text styles</a:t>
            </a:r>
            <a:endParaRPr lang="en-AU"/>
          </a:p>
        </p:txBody>
      </p:sp>
      <p:sp>
        <p:nvSpPr>
          <p:cNvPr id="19" name="Text Placeholder 7"/>
          <p:cNvSpPr>
            <a:spLocks noGrp="1"/>
          </p:cNvSpPr>
          <p:nvPr>
            <p:ph type="body" sz="quarter" idx="23"/>
          </p:nvPr>
        </p:nvSpPr>
        <p:spPr>
          <a:xfrm>
            <a:off x="494202" y="6121019"/>
            <a:ext cx="11201796" cy="260737"/>
          </a:xfrm>
        </p:spPr>
        <p:txBody>
          <a:bodyPr>
            <a:noAutofit/>
          </a:bodyPr>
          <a:lstStyle>
            <a:lvl1pPr>
              <a:spcAft>
                <a:spcPts val="0"/>
              </a:spcAft>
              <a:defRPr sz="855"/>
            </a:lvl1pPr>
          </a:lstStyle>
          <a:p>
            <a:pPr lvl="0"/>
            <a:r>
              <a:rPr lang="en-AU" dirty="0"/>
              <a:t>Click to edit Master text styles</a:t>
            </a:r>
            <a:endParaRPr lang="en-AU"/>
          </a:p>
        </p:txBody>
      </p:sp>
      <p:sp>
        <p:nvSpPr>
          <p:cNvPr id="2" name="Footer Placeholder 1"/>
          <p:cNvSpPr>
            <a:spLocks noGrp="1"/>
          </p:cNvSpPr>
          <p:nvPr>
            <p:ph type="ftr" sz="quarter" idx="24"/>
          </p:nvPr>
        </p:nvSpPr>
        <p:spPr/>
        <p:txBody>
          <a:bodyPr/>
          <a:lstStyle/>
          <a:p>
            <a:endParaRPr lang="en-AU" dirty="0"/>
          </a:p>
        </p:txBody>
      </p:sp>
    </p:spTree>
    <p:extLst>
      <p:ext uri="{BB962C8B-B14F-4D97-AF65-F5344CB8AC3E}">
        <p14:creationId xmlns:p14="http://schemas.microsoft.com/office/powerpoint/2010/main" val="2550871563"/>
      </p:ext>
    </p:extLst>
  </p:cSld>
  <p:clrMapOvr>
    <a:masterClrMapping/>
  </p:clrMapOvr>
  <p:transition>
    <p:fade/>
  </p:transition>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94201" y="651603"/>
            <a:ext cx="11201796" cy="757255"/>
          </a:xfrm>
          <a:prstGeom prst="rect">
            <a:avLst/>
          </a:prstGeom>
        </p:spPr>
        <p:txBody>
          <a:bodyPr lIns="0" tIns="0" rIns="0" bIns="0">
            <a:noAutofit/>
          </a:bodyPr>
          <a:lstStyle>
            <a:lvl1pPr marL="0" indent="0">
              <a:buNone/>
              <a:defRPr sz="1710" b="0">
                <a:solidFill>
                  <a:srgbClr val="575757"/>
                </a:solidFill>
              </a:defRPr>
            </a:lvl1pPr>
          </a:lstStyle>
          <a:p>
            <a:pPr lvl="0"/>
            <a:r>
              <a:rPr lang="en-AU" dirty="0"/>
              <a:t>Click to add subtitle</a:t>
            </a:r>
            <a:endParaRPr lang="en-AU"/>
          </a:p>
        </p:txBody>
      </p:sp>
      <p:sp>
        <p:nvSpPr>
          <p:cNvPr id="16" name="Title Placeholder 1"/>
          <p:cNvSpPr>
            <a:spLocks noGrp="1"/>
          </p:cNvSpPr>
          <p:nvPr>
            <p:ph type="title" hasCustomPrompt="1"/>
          </p:nvPr>
        </p:nvSpPr>
        <p:spPr>
          <a:xfrm>
            <a:off x="494198" y="317506"/>
            <a:ext cx="11201796" cy="334093"/>
          </a:xfrm>
          <a:prstGeom prst="rect">
            <a:avLst/>
          </a:prstGeom>
        </p:spPr>
        <p:txBody>
          <a:bodyPr vert="horz" lIns="0" tIns="0" rIns="0" bIns="0" rtlCol="0" anchor="t" anchorCtr="0">
            <a:noAutofit/>
          </a:bodyPr>
          <a:lstStyle>
            <a:lvl1pPr>
              <a:defRPr/>
            </a:lvl1pPr>
          </a:lstStyle>
          <a:p>
            <a:r>
              <a:rPr lang="en-AU" dirty="0"/>
              <a:t>Click to add title</a:t>
            </a:r>
            <a:endParaRPr lang="en-AU"/>
          </a:p>
        </p:txBody>
      </p:sp>
      <p:sp>
        <p:nvSpPr>
          <p:cNvPr id="17" name="Chart Placeholder 3"/>
          <p:cNvSpPr>
            <a:spLocks noGrp="1"/>
          </p:cNvSpPr>
          <p:nvPr>
            <p:ph type="chart" sz="quarter" idx="15"/>
          </p:nvPr>
        </p:nvSpPr>
        <p:spPr>
          <a:xfrm>
            <a:off x="512527" y="2052000"/>
            <a:ext cx="3581773" cy="4069014"/>
          </a:xfrm>
          <a:prstGeom prst="rect">
            <a:avLst/>
          </a:prstGeom>
        </p:spPr>
        <p:txBody>
          <a:bodyPr/>
          <a:lstStyle/>
          <a:p>
            <a:r>
              <a:rPr lang="en-AU" noProof="0" dirty="0"/>
              <a:t>Click icon to add chart</a:t>
            </a:r>
            <a:endParaRPr lang="en-AU" dirty="0"/>
          </a:p>
        </p:txBody>
      </p:sp>
      <p:sp>
        <p:nvSpPr>
          <p:cNvPr id="18" name="Text Placeholder 8"/>
          <p:cNvSpPr>
            <a:spLocks noGrp="1"/>
          </p:cNvSpPr>
          <p:nvPr>
            <p:ph type="body" sz="quarter" idx="18"/>
          </p:nvPr>
        </p:nvSpPr>
        <p:spPr>
          <a:xfrm>
            <a:off x="506013" y="1665290"/>
            <a:ext cx="3588288" cy="392112"/>
          </a:xfrm>
        </p:spPr>
        <p:txBody>
          <a:bodyPr/>
          <a:lstStyle/>
          <a:p>
            <a:pPr lvl="0"/>
            <a:r>
              <a:rPr lang="en-AU" noProof="0" dirty="0"/>
              <a:t>Click to edit Master text styles</a:t>
            </a:r>
            <a:endParaRPr lang="en-AU"/>
          </a:p>
        </p:txBody>
      </p:sp>
      <p:sp>
        <p:nvSpPr>
          <p:cNvPr id="7" name="Chart Placeholder 3"/>
          <p:cNvSpPr>
            <a:spLocks noGrp="1"/>
          </p:cNvSpPr>
          <p:nvPr>
            <p:ph type="chart" sz="quarter" idx="19"/>
          </p:nvPr>
        </p:nvSpPr>
        <p:spPr>
          <a:xfrm>
            <a:off x="4316097" y="2052000"/>
            <a:ext cx="3561616" cy="4069014"/>
          </a:xfrm>
          <a:prstGeom prst="rect">
            <a:avLst/>
          </a:prstGeom>
        </p:spPr>
        <p:txBody>
          <a:bodyPr/>
          <a:lstStyle/>
          <a:p>
            <a:r>
              <a:rPr lang="en-AU" noProof="0" dirty="0"/>
              <a:t>Click icon to add chart</a:t>
            </a:r>
            <a:endParaRPr lang="en-AU" dirty="0"/>
          </a:p>
        </p:txBody>
      </p:sp>
      <p:sp>
        <p:nvSpPr>
          <p:cNvPr id="8" name="Text Placeholder 8"/>
          <p:cNvSpPr>
            <a:spLocks noGrp="1"/>
          </p:cNvSpPr>
          <p:nvPr>
            <p:ph type="body" sz="quarter" idx="20"/>
          </p:nvPr>
        </p:nvSpPr>
        <p:spPr>
          <a:xfrm>
            <a:off x="4316097" y="1665291"/>
            <a:ext cx="3561616" cy="392112"/>
          </a:xfrm>
        </p:spPr>
        <p:txBody>
          <a:bodyPr/>
          <a:lstStyle/>
          <a:p>
            <a:pPr lvl="0"/>
            <a:r>
              <a:rPr lang="en-AU" noProof="0" dirty="0"/>
              <a:t>Click to edit Master text styles</a:t>
            </a:r>
            <a:endParaRPr lang="en-AU"/>
          </a:p>
        </p:txBody>
      </p:sp>
      <p:sp>
        <p:nvSpPr>
          <p:cNvPr id="9" name="Chart Placeholder 3"/>
          <p:cNvSpPr>
            <a:spLocks noGrp="1"/>
          </p:cNvSpPr>
          <p:nvPr>
            <p:ph type="chart" sz="quarter" idx="21"/>
          </p:nvPr>
        </p:nvSpPr>
        <p:spPr>
          <a:xfrm>
            <a:off x="8099510" y="2052000"/>
            <a:ext cx="3596484" cy="4069014"/>
          </a:xfrm>
          <a:prstGeom prst="rect">
            <a:avLst/>
          </a:prstGeom>
        </p:spPr>
        <p:txBody>
          <a:bodyPr/>
          <a:lstStyle/>
          <a:p>
            <a:r>
              <a:rPr lang="en-AU" noProof="0" dirty="0"/>
              <a:t>Click icon to add chart</a:t>
            </a:r>
            <a:endParaRPr lang="en-AU" dirty="0"/>
          </a:p>
        </p:txBody>
      </p:sp>
      <p:sp>
        <p:nvSpPr>
          <p:cNvPr id="10" name="Text Placeholder 8"/>
          <p:cNvSpPr>
            <a:spLocks noGrp="1"/>
          </p:cNvSpPr>
          <p:nvPr>
            <p:ph type="body" sz="quarter" idx="22"/>
          </p:nvPr>
        </p:nvSpPr>
        <p:spPr>
          <a:xfrm>
            <a:off x="8094173" y="1659145"/>
            <a:ext cx="3601836" cy="398256"/>
          </a:xfrm>
        </p:spPr>
        <p:txBody>
          <a:bodyPr/>
          <a:lstStyle/>
          <a:p>
            <a:pPr lvl="0"/>
            <a:r>
              <a:rPr lang="en-AU" noProof="0" dirty="0"/>
              <a:t>Click to edit Master text styles</a:t>
            </a:r>
            <a:endParaRPr lang="en-AU"/>
          </a:p>
        </p:txBody>
      </p:sp>
      <p:sp>
        <p:nvSpPr>
          <p:cNvPr id="12" name="Text Placeholder 7"/>
          <p:cNvSpPr>
            <a:spLocks noGrp="1"/>
          </p:cNvSpPr>
          <p:nvPr>
            <p:ph type="body" sz="quarter" idx="23"/>
          </p:nvPr>
        </p:nvSpPr>
        <p:spPr>
          <a:xfrm>
            <a:off x="494197" y="6121019"/>
            <a:ext cx="11201795" cy="260293"/>
          </a:xfrm>
        </p:spPr>
        <p:txBody>
          <a:bodyPr>
            <a:noAutofit/>
          </a:bodyPr>
          <a:lstStyle>
            <a:lvl1pPr>
              <a:spcAft>
                <a:spcPts val="0"/>
              </a:spcAft>
              <a:defRPr sz="855"/>
            </a:lvl1pPr>
          </a:lstStyle>
          <a:p>
            <a:pPr lvl="0"/>
            <a:r>
              <a:rPr lang="en-AU" noProof="0" dirty="0"/>
              <a:t>Click to edit Master text styles</a:t>
            </a:r>
            <a:endParaRPr lang="en-AU"/>
          </a:p>
        </p:txBody>
      </p:sp>
      <p:sp>
        <p:nvSpPr>
          <p:cNvPr id="2" name="Footer Placeholder 1"/>
          <p:cNvSpPr>
            <a:spLocks noGrp="1"/>
          </p:cNvSpPr>
          <p:nvPr>
            <p:ph type="ftr" sz="quarter" idx="24"/>
          </p:nvPr>
        </p:nvSpPr>
        <p:spPr/>
        <p:txBody>
          <a:bodyPr/>
          <a:lstStyle/>
          <a:p>
            <a:endParaRPr lang="en-AU" dirty="0"/>
          </a:p>
        </p:txBody>
      </p:sp>
    </p:spTree>
    <p:extLst>
      <p:ext uri="{BB962C8B-B14F-4D97-AF65-F5344CB8AC3E}">
        <p14:creationId xmlns:p14="http://schemas.microsoft.com/office/powerpoint/2010/main" val="583196682"/>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494198" y="317505"/>
            <a:ext cx="11201796" cy="334097"/>
          </a:xfrm>
          <a:prstGeom prst="rect">
            <a:avLst/>
          </a:prstGeom>
        </p:spPr>
        <p:txBody>
          <a:bodyPr vert="horz" lIns="0" tIns="0" rIns="0" bIns="0" rtlCol="0" anchor="t" anchorCtr="0">
            <a:noAutofit/>
          </a:bodyPr>
          <a:lstStyle>
            <a:lvl1pPr>
              <a:defRPr/>
            </a:lvl1pPr>
          </a:lstStyle>
          <a:p>
            <a:r>
              <a:rPr lang="en-AU" dirty="0"/>
              <a:t>Click to add title</a:t>
            </a:r>
            <a:endParaRPr lang="en-AU"/>
          </a:p>
        </p:txBody>
      </p:sp>
      <p:sp>
        <p:nvSpPr>
          <p:cNvPr id="9" name="Text Placeholder 8"/>
          <p:cNvSpPr>
            <a:spLocks noGrp="1"/>
          </p:cNvSpPr>
          <p:nvPr>
            <p:ph type="body" sz="quarter" idx="13" hasCustomPrompt="1"/>
          </p:nvPr>
        </p:nvSpPr>
        <p:spPr>
          <a:xfrm>
            <a:off x="494198" y="651603"/>
            <a:ext cx="11201796" cy="757255"/>
          </a:xfrm>
          <a:prstGeom prst="rect">
            <a:avLst/>
          </a:prstGeom>
        </p:spPr>
        <p:txBody>
          <a:bodyPr lIns="0" tIns="0" rIns="0" bIns="0">
            <a:noAutofit/>
          </a:bodyPr>
          <a:lstStyle>
            <a:lvl1pPr marL="0" indent="0">
              <a:buNone/>
              <a:defRPr sz="1710" b="0">
                <a:solidFill>
                  <a:srgbClr val="575757"/>
                </a:solidFill>
              </a:defRPr>
            </a:lvl1pPr>
          </a:lstStyle>
          <a:p>
            <a:pPr lvl="0"/>
            <a:r>
              <a:rPr lang="en-AU" dirty="0"/>
              <a:t>Click to add subtitle</a:t>
            </a:r>
            <a:endParaRPr lang="en-AU"/>
          </a:p>
        </p:txBody>
      </p:sp>
      <p:sp>
        <p:nvSpPr>
          <p:cNvPr id="13" name="Content Placeholder 3"/>
          <p:cNvSpPr>
            <a:spLocks noGrp="1"/>
          </p:cNvSpPr>
          <p:nvPr>
            <p:ph sz="quarter" idx="10"/>
          </p:nvPr>
        </p:nvSpPr>
        <p:spPr>
          <a:xfrm>
            <a:off x="494199" y="1665293"/>
            <a:ext cx="5300856" cy="4716461"/>
          </a:xfrm>
          <a:prstGeom prst="rect">
            <a:avLst/>
          </a:prstGeom>
        </p:spPr>
        <p:txBody>
          <a:bodyPr/>
          <a:lstStyle>
            <a:lvl1pPr>
              <a:tabLst>
                <a:tab pos="4659247" algn="r"/>
              </a:tabLst>
              <a:defRPr/>
            </a:lvl1pPr>
            <a:lvl2pPr>
              <a:tabLst>
                <a:tab pos="4659247" algn="r"/>
              </a:tabLst>
              <a:defRPr/>
            </a:lvl2pPr>
            <a:lvl3pPr>
              <a:tabLst>
                <a:tab pos="4659247" algn="r"/>
              </a:tabLst>
              <a:defRPr/>
            </a:lvl3pPr>
            <a:lvl4pPr>
              <a:tabLst>
                <a:tab pos="4659247" algn="r"/>
              </a:tabLst>
              <a:defRPr/>
            </a:lvl4pPr>
            <a:lvl5pPr>
              <a:tabLst>
                <a:tab pos="4659247" algn="r"/>
              </a:tabLst>
              <a:defRPr baseline="0"/>
            </a:lvl5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15" name="Content Placeholder 3"/>
          <p:cNvSpPr>
            <a:spLocks noGrp="1"/>
          </p:cNvSpPr>
          <p:nvPr>
            <p:ph sz="quarter" idx="20"/>
          </p:nvPr>
        </p:nvSpPr>
        <p:spPr>
          <a:xfrm>
            <a:off x="6399753" y="1665293"/>
            <a:ext cx="5296241" cy="4716461"/>
          </a:xfrm>
          <a:prstGeom prst="rect">
            <a:avLst/>
          </a:prstGeom>
        </p:spPr>
        <p:txBody>
          <a:bodyPr/>
          <a:lstStyle>
            <a:lvl1pPr>
              <a:tabLst>
                <a:tab pos="4659247" algn="r"/>
              </a:tabLst>
              <a:defRPr/>
            </a:lvl1pPr>
            <a:lvl2pPr>
              <a:tabLst>
                <a:tab pos="4659247" algn="r"/>
              </a:tabLst>
              <a:defRPr/>
            </a:lvl2pPr>
            <a:lvl3pPr>
              <a:tabLst>
                <a:tab pos="4659247" algn="r"/>
              </a:tabLst>
              <a:defRPr/>
            </a:lvl3pPr>
            <a:lvl4pPr>
              <a:tabLst>
                <a:tab pos="4659247" algn="r"/>
              </a:tabLst>
              <a:defRPr/>
            </a:lvl4pPr>
            <a:lvl5pPr>
              <a:tabLst>
                <a:tab pos="4659247" algn="r"/>
              </a:tabLst>
              <a:defRPr baseline="0"/>
            </a:lvl5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2" name="Footer Placeholder 1"/>
          <p:cNvSpPr>
            <a:spLocks noGrp="1"/>
          </p:cNvSpPr>
          <p:nvPr>
            <p:ph type="ftr" sz="quarter" idx="21"/>
          </p:nvPr>
        </p:nvSpPr>
        <p:spPr/>
        <p:txBody>
          <a:bodyPr/>
          <a:lstStyle/>
          <a:p>
            <a:endParaRPr lang="en-AU" dirty="0"/>
          </a:p>
        </p:txBody>
      </p:sp>
    </p:spTree>
    <p:extLst>
      <p:ext uri="{BB962C8B-B14F-4D97-AF65-F5344CB8AC3E}">
        <p14:creationId xmlns:p14="http://schemas.microsoft.com/office/powerpoint/2010/main" val="3943422444"/>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94198" y="651603"/>
            <a:ext cx="11201796" cy="757255"/>
          </a:xfrm>
          <a:prstGeom prst="rect">
            <a:avLst/>
          </a:prstGeom>
        </p:spPr>
        <p:txBody>
          <a:bodyPr lIns="0" tIns="0" rIns="0" bIns="0">
            <a:noAutofit/>
          </a:bodyPr>
          <a:lstStyle>
            <a:lvl1pPr marL="0" indent="0">
              <a:buNone/>
              <a:defRPr sz="1710" b="0">
                <a:solidFill>
                  <a:srgbClr val="575757"/>
                </a:solidFill>
              </a:defRPr>
            </a:lvl1pPr>
          </a:lstStyle>
          <a:p>
            <a:pPr lvl="0"/>
            <a:r>
              <a:rPr lang="en-AU" dirty="0"/>
              <a:t>Click to add subtitle</a:t>
            </a:r>
            <a:endParaRPr lang="en-AU"/>
          </a:p>
        </p:txBody>
      </p:sp>
      <p:sp>
        <p:nvSpPr>
          <p:cNvPr id="8" name="Title Placeholder 1"/>
          <p:cNvSpPr>
            <a:spLocks noGrp="1"/>
          </p:cNvSpPr>
          <p:nvPr>
            <p:ph type="title" hasCustomPrompt="1"/>
          </p:nvPr>
        </p:nvSpPr>
        <p:spPr>
          <a:xfrm>
            <a:off x="494198" y="317503"/>
            <a:ext cx="11201796" cy="334101"/>
          </a:xfrm>
          <a:prstGeom prst="rect">
            <a:avLst/>
          </a:prstGeom>
        </p:spPr>
        <p:txBody>
          <a:bodyPr vert="horz" lIns="0" tIns="0" rIns="0" bIns="0" rtlCol="0" anchor="t" anchorCtr="0">
            <a:noAutofit/>
          </a:bodyPr>
          <a:lstStyle>
            <a:lvl1pPr>
              <a:defRPr/>
            </a:lvl1pPr>
          </a:lstStyle>
          <a:p>
            <a:r>
              <a:rPr lang="en-AU" dirty="0"/>
              <a:t>Click to add title</a:t>
            </a:r>
            <a:endParaRPr lang="en-AU"/>
          </a:p>
        </p:txBody>
      </p:sp>
      <p:sp>
        <p:nvSpPr>
          <p:cNvPr id="11" name="Content Placeholder 3"/>
          <p:cNvSpPr>
            <a:spLocks noGrp="1"/>
          </p:cNvSpPr>
          <p:nvPr>
            <p:ph sz="quarter" idx="10"/>
          </p:nvPr>
        </p:nvSpPr>
        <p:spPr>
          <a:xfrm>
            <a:off x="494199" y="1665293"/>
            <a:ext cx="5313035" cy="4716461"/>
          </a:xfrm>
          <a:prstGeom prst="rect">
            <a:avLst/>
          </a:prstGeom>
        </p:spPr>
        <p:txBody>
          <a:bodyPr>
            <a:noAutofit/>
          </a:bodyPr>
          <a:lstStyle>
            <a:lvl1pPr>
              <a:tabLst>
                <a:tab pos="4659247" algn="r"/>
              </a:tabLst>
              <a:defRPr sz="1482"/>
            </a:lvl1pPr>
            <a:lvl2pPr>
              <a:tabLst>
                <a:tab pos="4659247" algn="r"/>
              </a:tabLst>
              <a:defRPr sz="1482"/>
            </a:lvl2pPr>
            <a:lvl3pPr>
              <a:tabLst>
                <a:tab pos="4659247" algn="r"/>
              </a:tabLst>
              <a:defRPr sz="1482"/>
            </a:lvl3pPr>
            <a:lvl4pPr>
              <a:tabLst>
                <a:tab pos="4659247" algn="r"/>
              </a:tabLst>
              <a:defRPr sz="1482"/>
            </a:lvl4pPr>
            <a:lvl5pPr>
              <a:tabLst>
                <a:tab pos="4659247" algn="r"/>
              </a:tabLst>
              <a:defRPr baseline="0"/>
            </a:lvl5pPr>
            <a:lvl6pPr>
              <a:defRPr sz="1482"/>
            </a:lvl6pPr>
            <a:lvl7pPr>
              <a:defRPr sz="1482"/>
            </a:lvl7pPr>
            <a:lvl8pPr>
              <a:defRPr sz="1482"/>
            </a:lvl8pPr>
            <a:lvl9pPr>
              <a:defRPr sz="1482"/>
            </a:lvl9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13" name="Content Placeholder 3"/>
          <p:cNvSpPr>
            <a:spLocks noGrp="1"/>
          </p:cNvSpPr>
          <p:nvPr>
            <p:ph sz="quarter" idx="20"/>
          </p:nvPr>
        </p:nvSpPr>
        <p:spPr>
          <a:xfrm>
            <a:off x="6384000" y="1665293"/>
            <a:ext cx="5311993" cy="4716461"/>
          </a:xfrm>
          <a:prstGeom prst="rect">
            <a:avLst/>
          </a:prstGeom>
        </p:spPr>
        <p:txBody>
          <a:bodyPr>
            <a:noAutofit/>
          </a:bodyPr>
          <a:lstStyle>
            <a:lvl1pPr>
              <a:tabLst>
                <a:tab pos="4659247" algn="r"/>
              </a:tabLst>
              <a:defRPr sz="1482"/>
            </a:lvl1pPr>
            <a:lvl2pPr>
              <a:tabLst>
                <a:tab pos="4659247" algn="r"/>
              </a:tabLst>
              <a:defRPr sz="1482"/>
            </a:lvl2pPr>
            <a:lvl3pPr>
              <a:tabLst>
                <a:tab pos="4659247" algn="r"/>
              </a:tabLst>
              <a:defRPr sz="1482"/>
            </a:lvl3pPr>
            <a:lvl4pPr>
              <a:tabLst>
                <a:tab pos="4659247" algn="r"/>
              </a:tabLst>
              <a:defRPr sz="1482"/>
            </a:lvl4pPr>
            <a:lvl5pPr>
              <a:tabLst>
                <a:tab pos="4659247" algn="r"/>
              </a:tabLst>
              <a:defRPr baseline="0"/>
            </a:lvl5pPr>
            <a:lvl6pPr>
              <a:defRPr sz="1482"/>
            </a:lvl6pPr>
            <a:lvl7pPr>
              <a:defRPr sz="1482"/>
            </a:lvl7pPr>
            <a:lvl8pPr>
              <a:defRPr sz="1482"/>
            </a:lvl8pPr>
            <a:lvl9pPr>
              <a:defRPr sz="1482"/>
            </a:lvl9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2" name="Footer Placeholder 1"/>
          <p:cNvSpPr>
            <a:spLocks noGrp="1"/>
          </p:cNvSpPr>
          <p:nvPr>
            <p:ph type="ftr" sz="quarter" idx="21"/>
          </p:nvPr>
        </p:nvSpPr>
        <p:spPr/>
        <p:txBody>
          <a:bodyPr/>
          <a:lstStyle/>
          <a:p>
            <a:endParaRPr lang="en-AU" dirty="0"/>
          </a:p>
        </p:txBody>
      </p:sp>
    </p:spTree>
    <p:extLst>
      <p:ext uri="{BB962C8B-B14F-4D97-AF65-F5344CB8AC3E}">
        <p14:creationId xmlns:p14="http://schemas.microsoft.com/office/powerpoint/2010/main" val="1653788821"/>
      </p:ext>
    </p:extLst>
  </p:cSld>
  <p:clrMapOvr>
    <a:masterClrMapping/>
  </p:clrMapOvr>
  <p:transition>
    <p:fade/>
  </p:transition>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94198" y="1665293"/>
            <a:ext cx="5341271" cy="4455725"/>
          </a:xfrm>
          <a:prstGeom prst="rect">
            <a:avLst/>
          </a:prstGeom>
        </p:spPr>
        <p:txBody>
          <a:bodyPr/>
          <a:lstStyle>
            <a:lvl1pPr>
              <a:tabLst>
                <a:tab pos="4659247" algn="r"/>
              </a:tabLst>
              <a:defRPr/>
            </a:lvl1pPr>
            <a:lvl2pPr>
              <a:tabLst>
                <a:tab pos="4659247" algn="r"/>
              </a:tabLst>
              <a:defRPr/>
            </a:lvl2pPr>
            <a:lvl3pPr>
              <a:tabLst>
                <a:tab pos="4659247" algn="r"/>
              </a:tabLst>
              <a:defRPr/>
            </a:lvl3pPr>
            <a:lvl4pPr>
              <a:tabLst>
                <a:tab pos="4659247" algn="r"/>
              </a:tabLst>
              <a:defRPr/>
            </a:lvl4pPr>
            <a:lvl5pPr>
              <a:tabLst>
                <a:tab pos="4659247" algn="r"/>
              </a:tabLst>
              <a:defRPr baseline="0"/>
            </a:lvl5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3" name="Chart Placeholder 2"/>
          <p:cNvSpPr>
            <a:spLocks noGrp="1"/>
          </p:cNvSpPr>
          <p:nvPr>
            <p:ph type="chart" sz="quarter" idx="21"/>
          </p:nvPr>
        </p:nvSpPr>
        <p:spPr>
          <a:xfrm>
            <a:off x="6341225" y="2125014"/>
            <a:ext cx="5354769" cy="3996000"/>
          </a:xfrm>
        </p:spPr>
        <p:txBody>
          <a:bodyPr/>
          <a:lstStyle/>
          <a:p>
            <a:r>
              <a:rPr lang="en-AU" noProof="0" dirty="0"/>
              <a:t>Click icon to add chart</a:t>
            </a:r>
            <a:endParaRPr lang="en-AU" dirty="0"/>
          </a:p>
        </p:txBody>
      </p:sp>
      <p:sp>
        <p:nvSpPr>
          <p:cNvPr id="6" name="Text Placeholder 5"/>
          <p:cNvSpPr>
            <a:spLocks noGrp="1"/>
          </p:cNvSpPr>
          <p:nvPr>
            <p:ph type="body" sz="quarter" idx="22"/>
          </p:nvPr>
        </p:nvSpPr>
        <p:spPr>
          <a:xfrm>
            <a:off x="6341225" y="1665290"/>
            <a:ext cx="5354769" cy="420687"/>
          </a:xfrm>
        </p:spPr>
        <p:txBody>
          <a:bodyPr/>
          <a:lstStyle/>
          <a:p>
            <a:pPr lvl="0"/>
            <a:r>
              <a:rPr lang="en-AU" noProof="0" dirty="0"/>
              <a:t>Click to edit Master text styles</a:t>
            </a:r>
            <a:endParaRPr lang="en-AU"/>
          </a:p>
        </p:txBody>
      </p:sp>
      <p:sp>
        <p:nvSpPr>
          <p:cNvPr id="11" name="Text Placeholder 8"/>
          <p:cNvSpPr>
            <a:spLocks noGrp="1"/>
          </p:cNvSpPr>
          <p:nvPr>
            <p:ph type="body" sz="quarter" idx="13" hasCustomPrompt="1"/>
          </p:nvPr>
        </p:nvSpPr>
        <p:spPr>
          <a:xfrm>
            <a:off x="494198" y="651603"/>
            <a:ext cx="11201796" cy="757255"/>
          </a:xfrm>
          <a:prstGeom prst="rect">
            <a:avLst/>
          </a:prstGeom>
        </p:spPr>
        <p:txBody>
          <a:bodyPr lIns="0" tIns="0" rIns="0" bIns="0">
            <a:noAutofit/>
          </a:bodyPr>
          <a:lstStyle>
            <a:lvl1pPr marL="0" indent="0">
              <a:buNone/>
              <a:defRPr sz="1710" b="0">
                <a:solidFill>
                  <a:srgbClr val="575757"/>
                </a:solidFill>
              </a:defRPr>
            </a:lvl1pPr>
          </a:lstStyle>
          <a:p>
            <a:pPr lvl="0"/>
            <a:r>
              <a:rPr lang="en-AU" dirty="0"/>
              <a:t>Click to add subtitle</a:t>
            </a:r>
            <a:endParaRPr lang="en-AU"/>
          </a:p>
        </p:txBody>
      </p:sp>
      <p:sp>
        <p:nvSpPr>
          <p:cNvPr id="13" name="Title Placeholder 1"/>
          <p:cNvSpPr>
            <a:spLocks noGrp="1"/>
          </p:cNvSpPr>
          <p:nvPr>
            <p:ph type="title" hasCustomPrompt="1"/>
          </p:nvPr>
        </p:nvSpPr>
        <p:spPr>
          <a:xfrm>
            <a:off x="494198" y="317505"/>
            <a:ext cx="11201796" cy="334092"/>
          </a:xfrm>
          <a:prstGeom prst="rect">
            <a:avLst/>
          </a:prstGeom>
        </p:spPr>
        <p:txBody>
          <a:bodyPr vert="horz" lIns="0" tIns="0" rIns="0" bIns="0" rtlCol="0" anchor="t" anchorCtr="0">
            <a:noAutofit/>
          </a:bodyPr>
          <a:lstStyle>
            <a:lvl1pPr>
              <a:defRPr/>
            </a:lvl1pPr>
          </a:lstStyle>
          <a:p>
            <a:r>
              <a:rPr lang="en-AU" dirty="0"/>
              <a:t>Click to add title</a:t>
            </a:r>
            <a:endParaRPr lang="en-AU"/>
          </a:p>
        </p:txBody>
      </p:sp>
      <p:sp>
        <p:nvSpPr>
          <p:cNvPr id="15" name="Text Placeholder 7"/>
          <p:cNvSpPr>
            <a:spLocks noGrp="1"/>
          </p:cNvSpPr>
          <p:nvPr>
            <p:ph type="body" sz="quarter" idx="23"/>
          </p:nvPr>
        </p:nvSpPr>
        <p:spPr>
          <a:xfrm>
            <a:off x="494198" y="6121018"/>
            <a:ext cx="11201796" cy="260292"/>
          </a:xfrm>
        </p:spPr>
        <p:txBody>
          <a:bodyPr>
            <a:noAutofit/>
          </a:bodyPr>
          <a:lstStyle>
            <a:lvl1pPr>
              <a:spcAft>
                <a:spcPts val="0"/>
              </a:spcAft>
              <a:defRPr sz="855"/>
            </a:lvl1pPr>
          </a:lstStyle>
          <a:p>
            <a:pPr lvl="0"/>
            <a:r>
              <a:rPr lang="en-AU" dirty="0"/>
              <a:t>Click to edit Master text styles</a:t>
            </a:r>
            <a:endParaRPr lang="en-AU"/>
          </a:p>
        </p:txBody>
      </p:sp>
      <p:sp>
        <p:nvSpPr>
          <p:cNvPr id="2" name="Footer Placeholder 1"/>
          <p:cNvSpPr>
            <a:spLocks noGrp="1"/>
          </p:cNvSpPr>
          <p:nvPr>
            <p:ph type="ftr" sz="quarter" idx="24"/>
          </p:nvPr>
        </p:nvSpPr>
        <p:spPr/>
        <p:txBody>
          <a:bodyPr/>
          <a:lstStyle/>
          <a:p>
            <a:endParaRPr lang="en-AU" dirty="0"/>
          </a:p>
        </p:txBody>
      </p:sp>
    </p:spTree>
    <p:extLst>
      <p:ext uri="{BB962C8B-B14F-4D97-AF65-F5344CB8AC3E}">
        <p14:creationId xmlns:p14="http://schemas.microsoft.com/office/powerpoint/2010/main" val="1448982295"/>
      </p:ext>
    </p:extLst>
  </p:cSld>
  <p:clrMapOvr>
    <a:masterClrMapping/>
  </p:clrMapOvr>
  <p:transition>
    <p:fade/>
  </p:transition>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5" y="2125014"/>
            <a:ext cx="5354769" cy="3996000"/>
          </a:xfrm>
        </p:spPr>
        <p:txBody>
          <a:bodyPr/>
          <a:lstStyle/>
          <a:p>
            <a:r>
              <a:rPr lang="en-AU" dirty="0"/>
              <a:t>Click icon to add chart</a:t>
            </a:r>
          </a:p>
        </p:txBody>
      </p:sp>
      <p:sp>
        <p:nvSpPr>
          <p:cNvPr id="6" name="Text Placeholder 5"/>
          <p:cNvSpPr>
            <a:spLocks noGrp="1"/>
          </p:cNvSpPr>
          <p:nvPr>
            <p:ph type="body" sz="quarter" idx="22"/>
          </p:nvPr>
        </p:nvSpPr>
        <p:spPr>
          <a:xfrm>
            <a:off x="6341225" y="1665290"/>
            <a:ext cx="5354769" cy="420687"/>
          </a:xfrm>
        </p:spPr>
        <p:txBody>
          <a:bodyPr/>
          <a:lstStyle/>
          <a:p>
            <a:pPr lvl="0"/>
            <a:r>
              <a:rPr lang="en-AU" noProof="0" dirty="0"/>
              <a:t>Click to edit Master text styles</a:t>
            </a:r>
            <a:endParaRPr lang="en-AU"/>
          </a:p>
        </p:txBody>
      </p:sp>
      <p:sp>
        <p:nvSpPr>
          <p:cNvPr id="11" name="Text Placeholder 8"/>
          <p:cNvSpPr>
            <a:spLocks noGrp="1"/>
          </p:cNvSpPr>
          <p:nvPr>
            <p:ph type="body" sz="quarter" idx="13" hasCustomPrompt="1"/>
          </p:nvPr>
        </p:nvSpPr>
        <p:spPr>
          <a:xfrm>
            <a:off x="494198" y="651603"/>
            <a:ext cx="11201796" cy="757255"/>
          </a:xfrm>
          <a:prstGeom prst="rect">
            <a:avLst/>
          </a:prstGeom>
        </p:spPr>
        <p:txBody>
          <a:bodyPr lIns="0" tIns="0" rIns="0" bIns="0">
            <a:noAutofit/>
          </a:bodyPr>
          <a:lstStyle>
            <a:lvl1pPr marL="0" indent="0">
              <a:buNone/>
              <a:defRPr sz="1710" b="0">
                <a:solidFill>
                  <a:srgbClr val="575757"/>
                </a:solidFill>
              </a:defRPr>
            </a:lvl1pPr>
          </a:lstStyle>
          <a:p>
            <a:pPr lvl="0"/>
            <a:r>
              <a:rPr lang="en-AU" dirty="0"/>
              <a:t>Click to add subtitle</a:t>
            </a:r>
            <a:endParaRPr lang="en-AU"/>
          </a:p>
        </p:txBody>
      </p:sp>
      <p:sp>
        <p:nvSpPr>
          <p:cNvPr id="13" name="Title Placeholder 1"/>
          <p:cNvSpPr>
            <a:spLocks noGrp="1"/>
          </p:cNvSpPr>
          <p:nvPr>
            <p:ph type="title" hasCustomPrompt="1"/>
          </p:nvPr>
        </p:nvSpPr>
        <p:spPr>
          <a:xfrm>
            <a:off x="494198" y="317505"/>
            <a:ext cx="11201796" cy="334092"/>
          </a:xfrm>
          <a:prstGeom prst="rect">
            <a:avLst/>
          </a:prstGeom>
        </p:spPr>
        <p:txBody>
          <a:bodyPr vert="horz" lIns="0" tIns="0" rIns="0" bIns="0" rtlCol="0" anchor="t" anchorCtr="0">
            <a:noAutofit/>
          </a:bodyPr>
          <a:lstStyle>
            <a:lvl1pPr>
              <a:defRPr/>
            </a:lvl1pPr>
          </a:lstStyle>
          <a:p>
            <a:r>
              <a:rPr lang="en-AU" dirty="0"/>
              <a:t>Click to add title</a:t>
            </a:r>
            <a:endParaRPr lang="en-AU"/>
          </a:p>
        </p:txBody>
      </p:sp>
      <p:sp>
        <p:nvSpPr>
          <p:cNvPr id="15" name="Text Placeholder 7"/>
          <p:cNvSpPr>
            <a:spLocks noGrp="1"/>
          </p:cNvSpPr>
          <p:nvPr>
            <p:ph type="body" sz="quarter" idx="23"/>
          </p:nvPr>
        </p:nvSpPr>
        <p:spPr>
          <a:xfrm>
            <a:off x="494199" y="6121019"/>
            <a:ext cx="11172875" cy="260292"/>
          </a:xfrm>
        </p:spPr>
        <p:txBody>
          <a:bodyPr>
            <a:noAutofit/>
          </a:bodyPr>
          <a:lstStyle>
            <a:lvl1pPr>
              <a:spcAft>
                <a:spcPts val="0"/>
              </a:spcAft>
              <a:defRPr sz="855"/>
            </a:lvl1pPr>
          </a:lstStyle>
          <a:p>
            <a:pPr lvl="0"/>
            <a:r>
              <a:rPr lang="en-AU" dirty="0"/>
              <a:t>Click to edit Master text styles</a:t>
            </a:r>
            <a:endParaRPr lang="en-AU"/>
          </a:p>
        </p:txBody>
      </p:sp>
      <p:sp>
        <p:nvSpPr>
          <p:cNvPr id="9" name="Chart Placeholder 2"/>
          <p:cNvSpPr>
            <a:spLocks noGrp="1"/>
          </p:cNvSpPr>
          <p:nvPr>
            <p:ph type="chart" sz="quarter" idx="24"/>
          </p:nvPr>
        </p:nvSpPr>
        <p:spPr>
          <a:xfrm>
            <a:off x="494199" y="2125014"/>
            <a:ext cx="5346519" cy="3996000"/>
          </a:xfrm>
        </p:spPr>
        <p:txBody>
          <a:bodyPr/>
          <a:lstStyle/>
          <a:p>
            <a:r>
              <a:rPr lang="en-AU" dirty="0"/>
              <a:t>Click icon to add chart</a:t>
            </a:r>
          </a:p>
        </p:txBody>
      </p:sp>
      <p:sp>
        <p:nvSpPr>
          <p:cNvPr id="12" name="Text Placeholder 5"/>
          <p:cNvSpPr>
            <a:spLocks noGrp="1"/>
          </p:cNvSpPr>
          <p:nvPr>
            <p:ph type="body" sz="quarter" idx="25"/>
          </p:nvPr>
        </p:nvSpPr>
        <p:spPr>
          <a:xfrm>
            <a:off x="494196" y="1665290"/>
            <a:ext cx="5346521" cy="420687"/>
          </a:xfrm>
        </p:spPr>
        <p:txBody>
          <a:bodyPr/>
          <a:lstStyle/>
          <a:p>
            <a:pPr lvl="0"/>
            <a:r>
              <a:rPr lang="en-AU" noProof="0" dirty="0"/>
              <a:t>Click to edit Master text styles</a:t>
            </a:r>
            <a:endParaRPr lang="en-AU"/>
          </a:p>
        </p:txBody>
      </p:sp>
      <p:sp>
        <p:nvSpPr>
          <p:cNvPr id="2" name="Footer Placeholder 1"/>
          <p:cNvSpPr>
            <a:spLocks noGrp="1"/>
          </p:cNvSpPr>
          <p:nvPr>
            <p:ph type="ftr" sz="quarter" idx="26"/>
          </p:nvPr>
        </p:nvSpPr>
        <p:spPr/>
        <p:txBody>
          <a:bodyPr/>
          <a:lstStyle/>
          <a:p>
            <a:endParaRPr lang="en-AU" dirty="0"/>
          </a:p>
        </p:txBody>
      </p:sp>
    </p:spTree>
    <p:extLst>
      <p:ext uri="{BB962C8B-B14F-4D97-AF65-F5344CB8AC3E}">
        <p14:creationId xmlns:p14="http://schemas.microsoft.com/office/powerpoint/2010/main" val="1632694915"/>
      </p:ext>
    </p:extLst>
  </p:cSld>
  <p:clrMapOvr>
    <a:masterClrMapping/>
  </p:clrMapOvr>
  <p:transition>
    <p:fade/>
  </p:transition>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94193" y="317505"/>
            <a:ext cx="11201795" cy="334097"/>
          </a:xfrm>
          <a:prstGeom prst="rect">
            <a:avLst/>
          </a:prstGeom>
        </p:spPr>
        <p:txBody>
          <a:bodyPr vert="horz" lIns="0" tIns="0" rIns="0" bIns="0" rtlCol="0" anchor="t" anchorCtr="0">
            <a:noAutofit/>
          </a:bodyPr>
          <a:lstStyle>
            <a:lvl1pPr>
              <a:defRPr/>
            </a:lvl1pPr>
          </a:lstStyle>
          <a:p>
            <a:r>
              <a:rPr lang="en-AU" dirty="0"/>
              <a:t>Click to add title</a:t>
            </a:r>
            <a:endParaRPr lang="en-AU"/>
          </a:p>
        </p:txBody>
      </p:sp>
      <p:sp>
        <p:nvSpPr>
          <p:cNvPr id="6" name="Content Placeholder 3"/>
          <p:cNvSpPr>
            <a:spLocks noGrp="1"/>
          </p:cNvSpPr>
          <p:nvPr>
            <p:ph sz="quarter" idx="10"/>
          </p:nvPr>
        </p:nvSpPr>
        <p:spPr>
          <a:xfrm>
            <a:off x="494199" y="1665292"/>
            <a:ext cx="4467155" cy="4716463"/>
          </a:xfrm>
          <a:prstGeom prst="rect">
            <a:avLst/>
          </a:prstGeom>
        </p:spPr>
        <p:txBody>
          <a:bodyPr/>
          <a:lstStyle>
            <a:lvl1pPr>
              <a:tabLst>
                <a:tab pos="4659247" algn="r"/>
              </a:tabLst>
              <a:defRPr/>
            </a:lvl1pPr>
            <a:lvl2pPr>
              <a:tabLst>
                <a:tab pos="4659247" algn="r"/>
              </a:tabLst>
              <a:defRPr/>
            </a:lvl2pPr>
            <a:lvl3pPr>
              <a:tabLst>
                <a:tab pos="4659247" algn="r"/>
              </a:tabLst>
              <a:defRPr/>
            </a:lvl3pPr>
            <a:lvl4pPr>
              <a:tabLst>
                <a:tab pos="4659247" algn="r"/>
              </a:tabLst>
              <a:defRPr/>
            </a:lvl4pPr>
            <a:lvl5pPr>
              <a:tabLst>
                <a:tab pos="4659247" algn="r"/>
              </a:tabLst>
              <a:defRPr baseline="0"/>
            </a:lvl5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8" name="Content Placeholder 3"/>
          <p:cNvSpPr>
            <a:spLocks noGrp="1"/>
          </p:cNvSpPr>
          <p:nvPr>
            <p:ph sz="quarter" idx="16"/>
          </p:nvPr>
        </p:nvSpPr>
        <p:spPr>
          <a:xfrm>
            <a:off x="5450353" y="1700220"/>
            <a:ext cx="6245640" cy="4681537"/>
          </a:xfrm>
          <a:prstGeom prst="rect">
            <a:avLst/>
          </a:prstGeom>
        </p:spPr>
        <p:txBody>
          <a:bodyPr/>
          <a:lstStyle>
            <a:lvl1pPr>
              <a:tabLst>
                <a:tab pos="4659247" algn="r"/>
              </a:tabLst>
              <a:defRPr/>
            </a:lvl1pPr>
            <a:lvl2pPr>
              <a:tabLst>
                <a:tab pos="4659247" algn="r"/>
              </a:tabLst>
              <a:defRPr/>
            </a:lvl2pPr>
            <a:lvl3pPr>
              <a:tabLst>
                <a:tab pos="4659247" algn="r"/>
              </a:tabLst>
              <a:defRPr/>
            </a:lvl3pPr>
            <a:lvl4pPr>
              <a:tabLst>
                <a:tab pos="4659247" algn="r"/>
              </a:tabLst>
              <a:defRPr/>
            </a:lvl4pPr>
            <a:lvl5pPr>
              <a:tabLst>
                <a:tab pos="4659247" algn="r"/>
              </a:tabLst>
              <a:defRPr baseline="0"/>
            </a:lvl5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9" name="Text Placeholder 8"/>
          <p:cNvSpPr>
            <a:spLocks noGrp="1"/>
          </p:cNvSpPr>
          <p:nvPr>
            <p:ph type="body" sz="quarter" idx="13" hasCustomPrompt="1"/>
          </p:nvPr>
        </p:nvSpPr>
        <p:spPr>
          <a:xfrm>
            <a:off x="494198" y="651603"/>
            <a:ext cx="11201796" cy="757255"/>
          </a:xfrm>
          <a:prstGeom prst="rect">
            <a:avLst/>
          </a:prstGeom>
        </p:spPr>
        <p:txBody>
          <a:bodyPr lIns="0" tIns="0" rIns="0" bIns="0">
            <a:noAutofit/>
          </a:bodyPr>
          <a:lstStyle>
            <a:lvl1pPr marL="0" indent="0">
              <a:buNone/>
              <a:defRPr sz="1710" b="0">
                <a:solidFill>
                  <a:srgbClr val="575757"/>
                </a:solidFill>
              </a:defRPr>
            </a:lvl1pPr>
          </a:lstStyle>
          <a:p>
            <a:pPr lvl="0"/>
            <a:r>
              <a:rPr lang="en-AU" dirty="0"/>
              <a:t>Click to add subtitle</a:t>
            </a:r>
            <a:endParaRPr lang="en-AU"/>
          </a:p>
        </p:txBody>
      </p:sp>
      <p:sp>
        <p:nvSpPr>
          <p:cNvPr id="2" name="Footer Placeholder 1"/>
          <p:cNvSpPr>
            <a:spLocks noGrp="1"/>
          </p:cNvSpPr>
          <p:nvPr>
            <p:ph type="ftr" sz="quarter" idx="17"/>
          </p:nvPr>
        </p:nvSpPr>
        <p:spPr/>
        <p:txBody>
          <a:bodyPr/>
          <a:lstStyle/>
          <a:p>
            <a:endParaRPr lang="en-AU" dirty="0"/>
          </a:p>
        </p:txBody>
      </p:sp>
    </p:spTree>
    <p:extLst>
      <p:ext uri="{BB962C8B-B14F-4D97-AF65-F5344CB8AC3E}">
        <p14:creationId xmlns:p14="http://schemas.microsoft.com/office/powerpoint/2010/main" val="3103562097"/>
      </p:ext>
    </p:extLst>
  </p:cSld>
  <p:clrMapOvr>
    <a:masterClrMapping/>
  </p:clrMapOvr>
  <p:transition>
    <p:fade/>
  </p:transition>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94203" y="317503"/>
            <a:ext cx="11201796" cy="334101"/>
          </a:xfrm>
          <a:prstGeom prst="rect">
            <a:avLst/>
          </a:prstGeom>
        </p:spPr>
        <p:txBody>
          <a:bodyPr vert="horz" lIns="0" tIns="0" rIns="0" bIns="0" rtlCol="0" anchor="t" anchorCtr="0">
            <a:noAutofit/>
          </a:bodyPr>
          <a:lstStyle>
            <a:lvl1pPr>
              <a:defRPr/>
            </a:lvl1pPr>
          </a:lstStyle>
          <a:p>
            <a:r>
              <a:rPr lang="en-AU" dirty="0"/>
              <a:t>Click to add title</a:t>
            </a:r>
            <a:endParaRPr lang="en-AU"/>
          </a:p>
        </p:txBody>
      </p:sp>
      <p:sp>
        <p:nvSpPr>
          <p:cNvPr id="6" name="Content Placeholder 3"/>
          <p:cNvSpPr>
            <a:spLocks noGrp="1"/>
          </p:cNvSpPr>
          <p:nvPr>
            <p:ph sz="quarter" idx="10"/>
          </p:nvPr>
        </p:nvSpPr>
        <p:spPr>
          <a:xfrm>
            <a:off x="7577883" y="1658680"/>
            <a:ext cx="4118111" cy="4723072"/>
          </a:xfrm>
          <a:prstGeom prst="rect">
            <a:avLst/>
          </a:prstGeom>
        </p:spPr>
        <p:txBody>
          <a:bodyPr>
            <a:noAutofit/>
          </a:bodyPr>
          <a:lstStyle>
            <a:lvl1pPr>
              <a:tabLst>
                <a:tab pos="4659247" algn="r"/>
              </a:tabLst>
              <a:defRPr sz="2038">
                <a:solidFill>
                  <a:schemeClr val="accent3"/>
                </a:solidFill>
              </a:defRPr>
            </a:lvl1pPr>
            <a:lvl2pPr>
              <a:tabLst>
                <a:tab pos="4659247" algn="r"/>
              </a:tabLst>
              <a:defRPr/>
            </a:lvl2pPr>
            <a:lvl3pPr>
              <a:tabLst>
                <a:tab pos="4659247" algn="r"/>
              </a:tabLst>
              <a:defRPr/>
            </a:lvl3pPr>
            <a:lvl4pPr>
              <a:tabLst>
                <a:tab pos="4659247" algn="r"/>
              </a:tabLst>
              <a:defRPr/>
            </a:lvl4pPr>
            <a:lvl5pPr>
              <a:tabLst>
                <a:tab pos="4659247" algn="r"/>
              </a:tabLst>
              <a:defRPr baseline="0"/>
            </a:lvl5pPr>
          </a:lstStyle>
          <a:p>
            <a:pPr lvl="0"/>
            <a:r>
              <a:rPr lang="en-AU" noProof="0" dirty="0"/>
              <a:t>Click to edit Master text styles</a:t>
            </a:r>
            <a:endParaRPr lang="en-AU"/>
          </a:p>
        </p:txBody>
      </p:sp>
      <p:sp>
        <p:nvSpPr>
          <p:cNvPr id="8" name="Content Placeholder 3"/>
          <p:cNvSpPr>
            <a:spLocks noGrp="1"/>
          </p:cNvSpPr>
          <p:nvPr>
            <p:ph sz="quarter" idx="16"/>
          </p:nvPr>
        </p:nvSpPr>
        <p:spPr>
          <a:xfrm>
            <a:off x="494198" y="1665288"/>
            <a:ext cx="6513807" cy="4716462"/>
          </a:xfrm>
          <a:prstGeom prst="rect">
            <a:avLst/>
          </a:prstGeom>
        </p:spPr>
        <p:txBody>
          <a:bodyPr/>
          <a:lstStyle>
            <a:lvl1pPr>
              <a:tabLst>
                <a:tab pos="4659247" algn="r"/>
              </a:tabLst>
              <a:defRPr/>
            </a:lvl1pPr>
            <a:lvl2pPr>
              <a:tabLst>
                <a:tab pos="4659247" algn="r"/>
              </a:tabLst>
              <a:defRPr/>
            </a:lvl2pPr>
            <a:lvl3pPr>
              <a:tabLst>
                <a:tab pos="4659247" algn="r"/>
              </a:tabLst>
              <a:defRPr/>
            </a:lvl3pPr>
            <a:lvl4pPr>
              <a:tabLst>
                <a:tab pos="4659247" algn="r"/>
              </a:tabLst>
              <a:defRPr/>
            </a:lvl4pPr>
            <a:lvl5pPr>
              <a:tabLst>
                <a:tab pos="4659247" algn="r"/>
              </a:tabLst>
              <a:defRPr baseline="0"/>
            </a:lvl5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9" name="Text Placeholder 8"/>
          <p:cNvSpPr>
            <a:spLocks noGrp="1"/>
          </p:cNvSpPr>
          <p:nvPr>
            <p:ph type="body" sz="quarter" idx="13" hasCustomPrompt="1"/>
          </p:nvPr>
        </p:nvSpPr>
        <p:spPr>
          <a:xfrm>
            <a:off x="494199" y="651603"/>
            <a:ext cx="11201796" cy="757255"/>
          </a:xfrm>
          <a:prstGeom prst="rect">
            <a:avLst/>
          </a:prstGeom>
        </p:spPr>
        <p:txBody>
          <a:bodyPr lIns="0" tIns="0" rIns="0" bIns="0">
            <a:noAutofit/>
          </a:bodyPr>
          <a:lstStyle>
            <a:lvl1pPr marL="0" indent="0">
              <a:buNone/>
              <a:defRPr sz="1710" b="0">
                <a:solidFill>
                  <a:srgbClr val="575757"/>
                </a:solidFill>
              </a:defRPr>
            </a:lvl1pPr>
          </a:lstStyle>
          <a:p>
            <a:pPr lvl="0"/>
            <a:r>
              <a:rPr lang="en-AU" dirty="0"/>
              <a:t>Click to add subtitle</a:t>
            </a:r>
            <a:endParaRPr lang="en-AU"/>
          </a:p>
        </p:txBody>
      </p:sp>
      <p:sp>
        <p:nvSpPr>
          <p:cNvPr id="2" name="Footer Placeholder 1"/>
          <p:cNvSpPr>
            <a:spLocks noGrp="1"/>
          </p:cNvSpPr>
          <p:nvPr>
            <p:ph type="ftr" sz="quarter" idx="17"/>
          </p:nvPr>
        </p:nvSpPr>
        <p:spPr/>
        <p:txBody>
          <a:bodyPr/>
          <a:lstStyle/>
          <a:p>
            <a:endParaRPr lang="en-AU" dirty="0"/>
          </a:p>
        </p:txBody>
      </p:sp>
    </p:spTree>
    <p:extLst>
      <p:ext uri="{BB962C8B-B14F-4D97-AF65-F5344CB8AC3E}">
        <p14:creationId xmlns:p14="http://schemas.microsoft.com/office/powerpoint/2010/main" val="985969822"/>
      </p:ext>
    </p:extLst>
  </p:cSld>
  <p:clrMapOvr>
    <a:masterClrMapping/>
  </p:clrMapOvr>
  <p:transition>
    <p:fade/>
  </p:transition>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4205" y="317503"/>
            <a:ext cx="11201795" cy="334101"/>
          </a:xfrm>
        </p:spPr>
        <p:txBody>
          <a:bodyPr/>
          <a:lstStyle/>
          <a:p>
            <a:r>
              <a:rPr lang="en-AU" dirty="0"/>
              <a:t>Click to add title</a:t>
            </a:r>
            <a:endParaRPr lang="en-AU"/>
          </a:p>
        </p:txBody>
      </p:sp>
      <p:sp>
        <p:nvSpPr>
          <p:cNvPr id="4" name="Picture Placeholder 6"/>
          <p:cNvSpPr>
            <a:spLocks noGrp="1"/>
          </p:cNvSpPr>
          <p:nvPr>
            <p:ph type="pic" sz="quarter" idx="13"/>
          </p:nvPr>
        </p:nvSpPr>
        <p:spPr>
          <a:xfrm>
            <a:off x="498432" y="1696570"/>
            <a:ext cx="2712000" cy="1259999"/>
          </a:xfrm>
        </p:spPr>
        <p:txBody>
          <a:bodyPr lIns="0" tIns="0" rIns="0" bIns="0">
            <a:noAutofit/>
          </a:bodyPr>
          <a:lstStyle/>
          <a:p>
            <a:r>
              <a:rPr lang="en-AU" noProof="0" dirty="0"/>
              <a:t>Drag picture to placeholder or click icon to add</a:t>
            </a:r>
            <a:endParaRPr lang="en-AU" dirty="0"/>
          </a:p>
        </p:txBody>
      </p:sp>
      <p:sp>
        <p:nvSpPr>
          <p:cNvPr id="5" name="Picture Placeholder 6"/>
          <p:cNvSpPr>
            <a:spLocks noGrp="1"/>
          </p:cNvSpPr>
          <p:nvPr>
            <p:ph type="pic" sz="quarter" idx="14"/>
          </p:nvPr>
        </p:nvSpPr>
        <p:spPr>
          <a:xfrm>
            <a:off x="3355143" y="1700216"/>
            <a:ext cx="2712000" cy="1259999"/>
          </a:xfrm>
        </p:spPr>
        <p:txBody>
          <a:bodyPr lIns="0" tIns="0" rIns="0" bIns="0">
            <a:noAutofit/>
          </a:bodyPr>
          <a:lstStyle/>
          <a:p>
            <a:r>
              <a:rPr lang="en-AU" noProof="0" dirty="0"/>
              <a:t>Drag picture to placeholder or click icon to add</a:t>
            </a:r>
            <a:endParaRPr lang="en-AU" dirty="0"/>
          </a:p>
        </p:txBody>
      </p:sp>
      <p:sp>
        <p:nvSpPr>
          <p:cNvPr id="6" name="Picture Placeholder 6"/>
          <p:cNvSpPr>
            <a:spLocks noGrp="1"/>
          </p:cNvSpPr>
          <p:nvPr>
            <p:ph type="pic" sz="quarter" idx="15"/>
          </p:nvPr>
        </p:nvSpPr>
        <p:spPr>
          <a:xfrm>
            <a:off x="6151849" y="1700216"/>
            <a:ext cx="2712000" cy="1259999"/>
          </a:xfrm>
        </p:spPr>
        <p:txBody>
          <a:bodyPr lIns="0" tIns="0" rIns="0" bIns="0">
            <a:noAutofit/>
          </a:bodyPr>
          <a:lstStyle/>
          <a:p>
            <a:r>
              <a:rPr lang="en-AU" noProof="0" dirty="0"/>
              <a:t>Drag picture to placeholder or click icon to add</a:t>
            </a:r>
            <a:endParaRPr lang="en-AU" dirty="0"/>
          </a:p>
        </p:txBody>
      </p:sp>
      <p:sp>
        <p:nvSpPr>
          <p:cNvPr id="7" name="Picture Placeholder 6"/>
          <p:cNvSpPr>
            <a:spLocks noGrp="1"/>
          </p:cNvSpPr>
          <p:nvPr>
            <p:ph type="pic" sz="quarter" idx="16"/>
          </p:nvPr>
        </p:nvSpPr>
        <p:spPr>
          <a:xfrm>
            <a:off x="8991401" y="1700216"/>
            <a:ext cx="2712000" cy="1259999"/>
          </a:xfrm>
        </p:spPr>
        <p:txBody>
          <a:bodyPr lIns="0" tIns="0" rIns="0" bIns="0">
            <a:noAutofit/>
          </a:bodyPr>
          <a:lstStyle/>
          <a:p>
            <a:r>
              <a:rPr lang="en-AU" noProof="0" dirty="0"/>
              <a:t>Drag picture to placeholder or click icon to add</a:t>
            </a:r>
            <a:endParaRPr lang="en-AU" dirty="0"/>
          </a:p>
        </p:txBody>
      </p:sp>
      <p:sp>
        <p:nvSpPr>
          <p:cNvPr id="9" name="Text Placeholder 8"/>
          <p:cNvSpPr>
            <a:spLocks noGrp="1"/>
          </p:cNvSpPr>
          <p:nvPr>
            <p:ph type="body" sz="quarter" idx="17"/>
          </p:nvPr>
        </p:nvSpPr>
        <p:spPr>
          <a:xfrm>
            <a:off x="494198" y="3120554"/>
            <a:ext cx="2720468" cy="325754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163424" indent="-163424">
              <a:spcAft>
                <a:spcPts val="0"/>
              </a:spcAft>
              <a:buFont typeface="Arial" panose="020B0604020202020204" pitchFamily="34" charset="0"/>
              <a:buChar char="•"/>
              <a:defRPr/>
            </a:lvl4pPr>
            <a:lvl5pPr marL="330183" indent="-163424">
              <a:spcAft>
                <a:spcPts val="0"/>
              </a:spcAft>
              <a:defRPr baseline="0"/>
            </a:lvl5pPr>
            <a:lvl6pPr marL="330183" indent="-163424">
              <a:spcAft>
                <a:spcPts val="0"/>
              </a:spcAft>
              <a:buFont typeface="Verdana" panose="020B0604030504040204" pitchFamily="34" charset="0"/>
              <a:buChar char="−"/>
              <a:defRPr/>
            </a:lvl6pPr>
            <a:lvl7pPr marL="330183" indent="-163424">
              <a:spcAft>
                <a:spcPts val="0"/>
              </a:spcAft>
              <a:defRPr/>
            </a:lvl7pPr>
            <a:lvl8pPr marL="330183" indent="-163424">
              <a:spcAft>
                <a:spcPts val="0"/>
              </a:spcAft>
              <a:defRPr/>
            </a:lvl8pPr>
            <a:lvl9pPr marL="330183" indent="-163424">
              <a:spcAft>
                <a:spcPts val="0"/>
              </a:spcAft>
              <a:defRPr/>
            </a:lvl9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10" name="Text Placeholder 8"/>
          <p:cNvSpPr>
            <a:spLocks noGrp="1"/>
          </p:cNvSpPr>
          <p:nvPr>
            <p:ph type="body" sz="quarter" idx="18"/>
          </p:nvPr>
        </p:nvSpPr>
        <p:spPr>
          <a:xfrm>
            <a:off x="6158196" y="3120556"/>
            <a:ext cx="2712000" cy="3261199"/>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163424" indent="-163424">
              <a:spcAft>
                <a:spcPts val="0"/>
              </a:spcAft>
              <a:buFont typeface="Arial" panose="020B0604020202020204" pitchFamily="34" charset="0"/>
              <a:buChar char="•"/>
              <a:defRPr/>
            </a:lvl4pPr>
            <a:lvl5pPr marL="330183" indent="-163424">
              <a:spcAft>
                <a:spcPts val="0"/>
              </a:spcAft>
              <a:defRPr baseline="0"/>
            </a:lvl5pPr>
            <a:lvl6pPr marL="330183" indent="-163424">
              <a:spcAft>
                <a:spcPts val="0"/>
              </a:spcAft>
              <a:buFont typeface="Verdana" panose="020B0604030504040204" pitchFamily="34" charset="0"/>
              <a:buChar char="−"/>
              <a:defRPr/>
            </a:lvl6pPr>
            <a:lvl7pPr marL="330183" indent="-163424">
              <a:spcAft>
                <a:spcPts val="0"/>
              </a:spcAft>
              <a:defRPr/>
            </a:lvl7pPr>
            <a:lvl8pPr marL="330183" indent="-163424">
              <a:spcAft>
                <a:spcPts val="0"/>
              </a:spcAft>
              <a:defRPr/>
            </a:lvl8pPr>
            <a:lvl9pPr marL="330183" indent="-163424">
              <a:spcAft>
                <a:spcPts val="0"/>
              </a:spcAft>
              <a:defRPr/>
            </a:lvl9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11" name="Text Placeholder 8"/>
          <p:cNvSpPr>
            <a:spLocks noGrp="1"/>
          </p:cNvSpPr>
          <p:nvPr>
            <p:ph type="body" sz="quarter" idx="19"/>
          </p:nvPr>
        </p:nvSpPr>
        <p:spPr>
          <a:xfrm>
            <a:off x="3360432" y="3124206"/>
            <a:ext cx="2712000" cy="3257549"/>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163424" indent="-163424">
              <a:spcAft>
                <a:spcPts val="0"/>
              </a:spcAft>
              <a:buFont typeface="Arial" panose="020B0604020202020204" pitchFamily="34" charset="0"/>
              <a:buChar char="•"/>
              <a:defRPr/>
            </a:lvl4pPr>
            <a:lvl5pPr marL="330183" indent="-163424">
              <a:spcAft>
                <a:spcPts val="0"/>
              </a:spcAft>
              <a:defRPr baseline="0"/>
            </a:lvl5pPr>
            <a:lvl6pPr marL="330183" indent="-163424">
              <a:spcAft>
                <a:spcPts val="0"/>
              </a:spcAft>
              <a:buFont typeface="Verdana" panose="020B0604030504040204" pitchFamily="34" charset="0"/>
              <a:buChar char="−"/>
              <a:defRPr/>
            </a:lvl6pPr>
            <a:lvl7pPr marL="330183" indent="-163424">
              <a:spcAft>
                <a:spcPts val="0"/>
              </a:spcAft>
              <a:defRPr/>
            </a:lvl7pPr>
            <a:lvl8pPr marL="330183" indent="-163424">
              <a:spcAft>
                <a:spcPts val="0"/>
              </a:spcAft>
              <a:defRPr/>
            </a:lvl8pPr>
            <a:lvl9pPr marL="330183" indent="-163424">
              <a:spcAft>
                <a:spcPts val="0"/>
              </a:spcAft>
              <a:defRPr/>
            </a:lvl9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12" name="Text Placeholder 8"/>
          <p:cNvSpPr>
            <a:spLocks noGrp="1"/>
          </p:cNvSpPr>
          <p:nvPr>
            <p:ph type="body" sz="quarter" idx="20"/>
          </p:nvPr>
        </p:nvSpPr>
        <p:spPr>
          <a:xfrm>
            <a:off x="8998811" y="3120554"/>
            <a:ext cx="2697183" cy="3257548"/>
          </a:xfrm>
        </p:spPr>
        <p:txBody>
          <a:bodyPr/>
          <a:lstStyle>
            <a:lvl1pPr>
              <a:defRPr b="1">
                <a:solidFill>
                  <a:schemeClr val="accent1"/>
                </a:solidFill>
              </a:defRPr>
            </a:lvl1pPr>
            <a:lvl2pPr>
              <a:spcAft>
                <a:spcPts val="0"/>
              </a:spcAft>
              <a:defRPr/>
            </a:lvl2pPr>
            <a:lvl3pPr marL="146624" indent="-146624">
              <a:spcAft>
                <a:spcPts val="0"/>
              </a:spcAft>
              <a:buFont typeface="Arial" panose="020B0604020202020204" pitchFamily="34" charset="0"/>
              <a:buChar char="​"/>
              <a:defRPr/>
            </a:lvl3pPr>
            <a:lvl4pPr marL="163424" indent="-163424">
              <a:spcAft>
                <a:spcPts val="0"/>
              </a:spcAft>
              <a:buFont typeface="Arial" panose="020B0604020202020204" pitchFamily="34" charset="0"/>
              <a:buChar char="•"/>
              <a:defRPr/>
            </a:lvl4pPr>
            <a:lvl5pPr marL="330183" indent="-163424">
              <a:spcAft>
                <a:spcPts val="0"/>
              </a:spcAft>
              <a:defRPr baseline="0"/>
            </a:lvl5pPr>
            <a:lvl6pPr marL="330183" indent="-163424">
              <a:spcAft>
                <a:spcPts val="0"/>
              </a:spcAft>
              <a:buFont typeface="Verdana" panose="020B0604030504040204" pitchFamily="34" charset="0"/>
              <a:buChar char="−"/>
              <a:defRPr/>
            </a:lvl6pPr>
            <a:lvl7pPr marL="330183" indent="-163424">
              <a:spcAft>
                <a:spcPts val="0"/>
              </a:spcAft>
              <a:defRPr/>
            </a:lvl7pPr>
            <a:lvl8pPr marL="330183" indent="-163424">
              <a:spcAft>
                <a:spcPts val="0"/>
              </a:spcAft>
              <a:defRPr/>
            </a:lvl8pPr>
            <a:lvl9pPr marL="330183" indent="-163424">
              <a:spcAft>
                <a:spcPts val="0"/>
              </a:spcAft>
              <a:defRPr/>
            </a:lvl9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a:p>
            <a:pPr lvl="4"/>
            <a:endParaRPr lang="en-AU" noProof="0" dirty="0"/>
          </a:p>
        </p:txBody>
      </p:sp>
      <p:sp>
        <p:nvSpPr>
          <p:cNvPr id="13" name="Text Placeholder 8"/>
          <p:cNvSpPr>
            <a:spLocks noGrp="1"/>
          </p:cNvSpPr>
          <p:nvPr>
            <p:ph type="body" sz="quarter" idx="21" hasCustomPrompt="1"/>
          </p:nvPr>
        </p:nvSpPr>
        <p:spPr>
          <a:xfrm>
            <a:off x="494198" y="651603"/>
            <a:ext cx="11201796" cy="757255"/>
          </a:xfrm>
          <a:prstGeom prst="rect">
            <a:avLst/>
          </a:prstGeom>
        </p:spPr>
        <p:txBody>
          <a:bodyPr lIns="0" tIns="0" rIns="0" bIns="0">
            <a:noAutofit/>
          </a:bodyPr>
          <a:lstStyle>
            <a:lvl1pPr marL="0" indent="0">
              <a:buNone/>
              <a:defRPr sz="1710" b="0">
                <a:solidFill>
                  <a:srgbClr val="575757"/>
                </a:solidFill>
              </a:defRPr>
            </a:lvl1pPr>
          </a:lstStyle>
          <a:p>
            <a:pPr lvl="0"/>
            <a:r>
              <a:rPr lang="en-AU" dirty="0"/>
              <a:t>Click to add subtitle</a:t>
            </a:r>
            <a:endParaRPr lang="en-AU"/>
          </a:p>
        </p:txBody>
      </p:sp>
      <p:sp>
        <p:nvSpPr>
          <p:cNvPr id="3" name="Footer Placeholder 2"/>
          <p:cNvSpPr>
            <a:spLocks noGrp="1"/>
          </p:cNvSpPr>
          <p:nvPr>
            <p:ph type="ftr" sz="quarter" idx="22"/>
          </p:nvPr>
        </p:nvSpPr>
        <p:spPr/>
        <p:txBody>
          <a:bodyPr/>
          <a:lstStyle/>
          <a:p>
            <a:endParaRPr lang="en-AU" dirty="0"/>
          </a:p>
        </p:txBody>
      </p:sp>
    </p:spTree>
    <p:extLst>
      <p:ext uri="{BB962C8B-B14F-4D97-AF65-F5344CB8AC3E}">
        <p14:creationId xmlns:p14="http://schemas.microsoft.com/office/powerpoint/2010/main" val="4190272980"/>
      </p:ext>
    </p:extLst>
  </p:cSld>
  <p:clrMapOvr>
    <a:masterClrMapping/>
  </p:clrMapOvr>
  <p:transition>
    <p:fade/>
  </p:transition>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4261" y="317503"/>
            <a:ext cx="11201728" cy="334101"/>
          </a:xfrm>
        </p:spPr>
        <p:txBody>
          <a:bodyPr/>
          <a:lstStyle/>
          <a:p>
            <a:r>
              <a:rPr lang="en-AU" dirty="0"/>
              <a:t>Click to add title</a:t>
            </a:r>
            <a:endParaRPr lang="en-AU" noProof="0" dirty="0"/>
          </a:p>
        </p:txBody>
      </p:sp>
      <p:sp>
        <p:nvSpPr>
          <p:cNvPr id="4" name="Rectangle 3"/>
          <p:cNvSpPr/>
          <p:nvPr userDrawn="1"/>
        </p:nvSpPr>
        <p:spPr>
          <a:xfrm>
            <a:off x="494198" y="1707173"/>
            <a:ext cx="5505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AU" sz="1019" dirty="0">
              <a:solidFill>
                <a:schemeClr val="bg1"/>
              </a:solidFill>
            </a:endParaRPr>
          </a:p>
        </p:txBody>
      </p:sp>
      <p:sp>
        <p:nvSpPr>
          <p:cNvPr id="5" name="Rectangle 4"/>
          <p:cNvSpPr/>
          <p:nvPr userDrawn="1"/>
        </p:nvSpPr>
        <p:spPr>
          <a:xfrm>
            <a:off x="6198278" y="1700213"/>
            <a:ext cx="5504969"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AU" sz="1019" dirty="0">
              <a:solidFill>
                <a:schemeClr val="bg1"/>
              </a:solidFill>
            </a:endParaRPr>
          </a:p>
        </p:txBody>
      </p:sp>
      <p:sp>
        <p:nvSpPr>
          <p:cNvPr id="6" name="Rectangle 5"/>
          <p:cNvSpPr/>
          <p:nvPr userDrawn="1"/>
        </p:nvSpPr>
        <p:spPr>
          <a:xfrm>
            <a:off x="493118" y="4065174"/>
            <a:ext cx="5504969"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AU" sz="1019" dirty="0">
              <a:solidFill>
                <a:schemeClr val="bg1"/>
              </a:solidFill>
            </a:endParaRPr>
          </a:p>
        </p:txBody>
      </p:sp>
      <p:sp>
        <p:nvSpPr>
          <p:cNvPr id="7" name="Rectangle 6"/>
          <p:cNvSpPr/>
          <p:nvPr userDrawn="1"/>
        </p:nvSpPr>
        <p:spPr>
          <a:xfrm>
            <a:off x="6211964" y="4065174"/>
            <a:ext cx="5504969"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AU" sz="1019" dirty="0">
              <a:solidFill>
                <a:schemeClr val="bg1"/>
              </a:solidFill>
            </a:endParaRPr>
          </a:p>
        </p:txBody>
      </p:sp>
      <p:sp>
        <p:nvSpPr>
          <p:cNvPr id="8" name="Picture Placeholder 11"/>
          <p:cNvSpPr>
            <a:spLocks noGrp="1"/>
          </p:cNvSpPr>
          <p:nvPr>
            <p:ph type="pic" sz="quarter" idx="25"/>
          </p:nvPr>
        </p:nvSpPr>
        <p:spPr>
          <a:xfrm>
            <a:off x="494198" y="1880215"/>
            <a:ext cx="1942508" cy="1475999"/>
          </a:xfrm>
        </p:spPr>
        <p:txBody>
          <a:bodyPr/>
          <a:lstStyle>
            <a:lvl1pPr algn="ctr">
              <a:defRPr/>
            </a:lvl1pPr>
          </a:lstStyle>
          <a:p>
            <a:r>
              <a:rPr lang="en-AU" dirty="0"/>
              <a:t>Drag picture to placeholder or click icon to add</a:t>
            </a:r>
          </a:p>
        </p:txBody>
      </p:sp>
      <p:sp>
        <p:nvSpPr>
          <p:cNvPr id="9" name="Picture Placeholder 11"/>
          <p:cNvSpPr>
            <a:spLocks noGrp="1"/>
          </p:cNvSpPr>
          <p:nvPr>
            <p:ph type="pic" sz="quarter" idx="27"/>
          </p:nvPr>
        </p:nvSpPr>
        <p:spPr>
          <a:xfrm>
            <a:off x="6224085" y="1880215"/>
            <a:ext cx="1968000" cy="1475999"/>
          </a:xfrm>
        </p:spPr>
        <p:txBody>
          <a:bodyPr/>
          <a:lstStyle>
            <a:lvl1pPr algn="ctr">
              <a:defRPr/>
            </a:lvl1pPr>
          </a:lstStyle>
          <a:p>
            <a:r>
              <a:rPr lang="en-AU" dirty="0"/>
              <a:t>Drag picture to placeholder or click icon to add</a:t>
            </a:r>
          </a:p>
        </p:txBody>
      </p:sp>
      <p:sp>
        <p:nvSpPr>
          <p:cNvPr id="10" name="Picture Placeholder 11"/>
          <p:cNvSpPr>
            <a:spLocks noGrp="1"/>
          </p:cNvSpPr>
          <p:nvPr>
            <p:ph type="pic" sz="quarter" idx="29"/>
          </p:nvPr>
        </p:nvSpPr>
        <p:spPr>
          <a:xfrm>
            <a:off x="494199" y="4256215"/>
            <a:ext cx="1942508" cy="1475999"/>
          </a:xfrm>
        </p:spPr>
        <p:txBody>
          <a:bodyPr/>
          <a:lstStyle>
            <a:lvl1pPr algn="ctr">
              <a:defRPr/>
            </a:lvl1pPr>
          </a:lstStyle>
          <a:p>
            <a:r>
              <a:rPr lang="en-AU" dirty="0"/>
              <a:t>Drag picture to placeholder or click icon to add</a:t>
            </a:r>
          </a:p>
        </p:txBody>
      </p:sp>
      <p:sp>
        <p:nvSpPr>
          <p:cNvPr id="11" name="Picture Placeholder 11"/>
          <p:cNvSpPr>
            <a:spLocks noGrp="1"/>
          </p:cNvSpPr>
          <p:nvPr>
            <p:ph type="pic" sz="quarter" idx="31"/>
          </p:nvPr>
        </p:nvSpPr>
        <p:spPr>
          <a:xfrm>
            <a:off x="6224085" y="4256215"/>
            <a:ext cx="1968000" cy="1475999"/>
          </a:xfrm>
        </p:spPr>
        <p:txBody>
          <a:bodyPr/>
          <a:lstStyle>
            <a:lvl1pPr algn="ctr">
              <a:defRPr/>
            </a:lvl1pPr>
          </a:lstStyle>
          <a:p>
            <a:r>
              <a:rPr lang="en-AU" dirty="0"/>
              <a:t>Drag picture to placeholder or click icon to add</a:t>
            </a:r>
          </a:p>
        </p:txBody>
      </p:sp>
      <p:sp>
        <p:nvSpPr>
          <p:cNvPr id="13" name="Text Placeholder 12"/>
          <p:cNvSpPr>
            <a:spLocks noGrp="1"/>
          </p:cNvSpPr>
          <p:nvPr>
            <p:ph type="body" sz="quarter" idx="32"/>
          </p:nvPr>
        </p:nvSpPr>
        <p:spPr>
          <a:xfrm>
            <a:off x="2683483" y="1880213"/>
            <a:ext cx="3288000" cy="1944000"/>
          </a:xfrm>
        </p:spPr>
        <p:txBody>
          <a:bodyPr/>
          <a:lstStyle>
            <a:lvl1pPr>
              <a:spcAft>
                <a:spcPts val="0"/>
              </a:spcAft>
              <a:defRPr b="1"/>
            </a:lvl1pPr>
            <a:lvl2pPr>
              <a:spcAft>
                <a:spcPts val="0"/>
              </a:spcAft>
              <a:defRPr b="0"/>
            </a:lvl2pPr>
          </a:lstStyle>
          <a:p>
            <a:pPr lvl="0"/>
            <a:r>
              <a:rPr lang="en-AU" dirty="0"/>
              <a:t>Click to edit Master text styles</a:t>
            </a:r>
            <a:endParaRPr lang="en-AU"/>
          </a:p>
          <a:p>
            <a:pPr lvl="1"/>
            <a:r>
              <a:rPr lang="en-AU" dirty="0"/>
              <a:t>Second level</a:t>
            </a:r>
            <a:endParaRPr lang="en-AU"/>
          </a:p>
        </p:txBody>
      </p:sp>
      <p:sp>
        <p:nvSpPr>
          <p:cNvPr id="14" name="Text Placeholder 12"/>
          <p:cNvSpPr>
            <a:spLocks noGrp="1"/>
          </p:cNvSpPr>
          <p:nvPr>
            <p:ph type="body" sz="quarter" idx="33"/>
          </p:nvPr>
        </p:nvSpPr>
        <p:spPr>
          <a:xfrm>
            <a:off x="8396562" y="1880213"/>
            <a:ext cx="3306685" cy="1944000"/>
          </a:xfrm>
        </p:spPr>
        <p:txBody>
          <a:bodyPr/>
          <a:lstStyle>
            <a:lvl1pPr>
              <a:spcAft>
                <a:spcPts val="0"/>
              </a:spcAft>
              <a:defRPr b="1"/>
            </a:lvl1pPr>
            <a:lvl2pPr>
              <a:spcAft>
                <a:spcPts val="0"/>
              </a:spcAft>
              <a:defRPr b="0"/>
            </a:lvl2pPr>
          </a:lstStyle>
          <a:p>
            <a:pPr lvl="0"/>
            <a:r>
              <a:rPr lang="en-AU" dirty="0"/>
              <a:t>Click to edit Master text styles</a:t>
            </a:r>
            <a:endParaRPr lang="en-AU"/>
          </a:p>
          <a:p>
            <a:pPr lvl="1"/>
            <a:r>
              <a:rPr lang="en-AU" dirty="0"/>
              <a:t>Second level</a:t>
            </a:r>
            <a:endParaRPr lang="en-AU"/>
          </a:p>
        </p:txBody>
      </p:sp>
      <p:sp>
        <p:nvSpPr>
          <p:cNvPr id="15" name="Text Placeholder 12"/>
          <p:cNvSpPr>
            <a:spLocks noGrp="1"/>
          </p:cNvSpPr>
          <p:nvPr>
            <p:ph type="body" sz="quarter" idx="34"/>
          </p:nvPr>
        </p:nvSpPr>
        <p:spPr>
          <a:xfrm>
            <a:off x="2683483" y="4256213"/>
            <a:ext cx="3288000" cy="1944000"/>
          </a:xfrm>
        </p:spPr>
        <p:txBody>
          <a:bodyPr/>
          <a:lstStyle>
            <a:lvl1pPr>
              <a:spcAft>
                <a:spcPts val="0"/>
              </a:spcAft>
              <a:defRPr b="1"/>
            </a:lvl1pPr>
            <a:lvl2pPr>
              <a:spcAft>
                <a:spcPts val="0"/>
              </a:spcAft>
              <a:defRPr b="0"/>
            </a:lvl2pPr>
          </a:lstStyle>
          <a:p>
            <a:pPr lvl="0"/>
            <a:r>
              <a:rPr lang="en-AU" dirty="0"/>
              <a:t>Click to edit Master text styles</a:t>
            </a:r>
            <a:endParaRPr lang="en-AU"/>
          </a:p>
          <a:p>
            <a:pPr lvl="1"/>
            <a:r>
              <a:rPr lang="en-AU" dirty="0"/>
              <a:t>Second level</a:t>
            </a:r>
            <a:endParaRPr lang="en-AU"/>
          </a:p>
        </p:txBody>
      </p:sp>
      <p:sp>
        <p:nvSpPr>
          <p:cNvPr id="16" name="Text Placeholder 12"/>
          <p:cNvSpPr>
            <a:spLocks noGrp="1"/>
          </p:cNvSpPr>
          <p:nvPr>
            <p:ph type="body" sz="quarter" idx="35"/>
          </p:nvPr>
        </p:nvSpPr>
        <p:spPr>
          <a:xfrm>
            <a:off x="8396561" y="4256213"/>
            <a:ext cx="3299432" cy="1944000"/>
          </a:xfrm>
        </p:spPr>
        <p:txBody>
          <a:bodyPr/>
          <a:lstStyle>
            <a:lvl1pPr>
              <a:spcAft>
                <a:spcPts val="0"/>
              </a:spcAft>
              <a:defRPr b="1"/>
            </a:lvl1pPr>
            <a:lvl2pPr>
              <a:spcAft>
                <a:spcPts val="0"/>
              </a:spcAft>
              <a:defRPr b="0"/>
            </a:lvl2pPr>
          </a:lstStyle>
          <a:p>
            <a:pPr lvl="0"/>
            <a:r>
              <a:rPr lang="en-AU" dirty="0"/>
              <a:t>Click to edit Master text styles</a:t>
            </a:r>
            <a:endParaRPr lang="en-AU"/>
          </a:p>
          <a:p>
            <a:pPr lvl="1"/>
            <a:r>
              <a:rPr lang="en-AU" dirty="0"/>
              <a:t>Second level</a:t>
            </a:r>
            <a:endParaRPr lang="en-AU"/>
          </a:p>
        </p:txBody>
      </p:sp>
      <p:sp>
        <p:nvSpPr>
          <p:cNvPr id="17" name="Text Placeholder 8"/>
          <p:cNvSpPr>
            <a:spLocks noGrp="1"/>
          </p:cNvSpPr>
          <p:nvPr>
            <p:ph type="body" sz="quarter" idx="13" hasCustomPrompt="1"/>
          </p:nvPr>
        </p:nvSpPr>
        <p:spPr>
          <a:xfrm>
            <a:off x="494198" y="651603"/>
            <a:ext cx="11201796" cy="757255"/>
          </a:xfrm>
          <a:prstGeom prst="rect">
            <a:avLst/>
          </a:prstGeom>
        </p:spPr>
        <p:txBody>
          <a:bodyPr lIns="0" tIns="0" rIns="0" bIns="0">
            <a:noAutofit/>
          </a:bodyPr>
          <a:lstStyle>
            <a:lvl1pPr marL="0" indent="0">
              <a:buNone/>
              <a:defRPr sz="1710" b="0">
                <a:solidFill>
                  <a:srgbClr val="575757"/>
                </a:solidFill>
              </a:defRPr>
            </a:lvl1pPr>
          </a:lstStyle>
          <a:p>
            <a:pPr lvl="0"/>
            <a:r>
              <a:rPr lang="en-AU" noProof="0" dirty="0"/>
              <a:t>Click to add subtitle</a:t>
            </a:r>
            <a:endParaRPr lang="en-AU"/>
          </a:p>
        </p:txBody>
      </p:sp>
      <p:sp>
        <p:nvSpPr>
          <p:cNvPr id="3" name="Footer Placeholder 2"/>
          <p:cNvSpPr>
            <a:spLocks noGrp="1"/>
          </p:cNvSpPr>
          <p:nvPr>
            <p:ph type="ftr" sz="quarter" idx="36"/>
          </p:nvPr>
        </p:nvSpPr>
        <p:spPr/>
        <p:txBody>
          <a:bodyPr/>
          <a:lstStyle/>
          <a:p>
            <a:endParaRPr lang="en-AU" dirty="0"/>
          </a:p>
        </p:txBody>
      </p:sp>
    </p:spTree>
    <p:extLst>
      <p:ext uri="{BB962C8B-B14F-4D97-AF65-F5344CB8AC3E}">
        <p14:creationId xmlns:p14="http://schemas.microsoft.com/office/powerpoint/2010/main" val="126212205"/>
      </p:ext>
    </p:extLst>
  </p:cSld>
  <p:clrMapOvr>
    <a:masterClrMapping/>
  </p:clrMapOvr>
  <p:transition>
    <p:fade/>
  </p:transition>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4261" y="317506"/>
            <a:ext cx="11201728" cy="334095"/>
          </a:xfrm>
        </p:spPr>
        <p:txBody>
          <a:bodyPr/>
          <a:lstStyle/>
          <a:p>
            <a:r>
              <a:rPr lang="en-AU" dirty="0"/>
              <a:t>Click to add title</a:t>
            </a:r>
            <a:endParaRPr lang="en-AU" noProof="0" dirty="0"/>
          </a:p>
        </p:txBody>
      </p:sp>
      <p:sp>
        <p:nvSpPr>
          <p:cNvPr id="4" name="Picture Placeholder 7"/>
          <p:cNvSpPr>
            <a:spLocks noGrp="1"/>
          </p:cNvSpPr>
          <p:nvPr>
            <p:ph type="pic" sz="quarter" idx="13"/>
          </p:nvPr>
        </p:nvSpPr>
        <p:spPr>
          <a:xfrm>
            <a:off x="503953" y="1700216"/>
            <a:ext cx="3655384" cy="1971674"/>
          </a:xfrm>
        </p:spPr>
        <p:txBody>
          <a:bodyPr/>
          <a:lstStyle/>
          <a:p>
            <a:r>
              <a:rPr lang="en-AU" noProof="0" dirty="0"/>
              <a:t>Drag picture to placeholder or click icon to add</a:t>
            </a:r>
            <a:endParaRPr lang="en-AU" dirty="0"/>
          </a:p>
        </p:txBody>
      </p:sp>
      <p:sp>
        <p:nvSpPr>
          <p:cNvPr id="5" name="Picture Placeholder 7"/>
          <p:cNvSpPr>
            <a:spLocks noGrp="1"/>
          </p:cNvSpPr>
          <p:nvPr>
            <p:ph type="pic" sz="quarter" idx="14"/>
          </p:nvPr>
        </p:nvSpPr>
        <p:spPr>
          <a:xfrm>
            <a:off x="8047988" y="1700216"/>
            <a:ext cx="3655384" cy="1971674"/>
          </a:xfrm>
        </p:spPr>
        <p:txBody>
          <a:bodyPr/>
          <a:lstStyle/>
          <a:p>
            <a:r>
              <a:rPr lang="en-AU" noProof="0" dirty="0"/>
              <a:t>Drag picture to placeholder or click icon to add</a:t>
            </a:r>
            <a:endParaRPr lang="en-AU" dirty="0"/>
          </a:p>
        </p:txBody>
      </p:sp>
      <p:sp>
        <p:nvSpPr>
          <p:cNvPr id="6" name="Picture Placeholder 7"/>
          <p:cNvSpPr>
            <a:spLocks noGrp="1"/>
          </p:cNvSpPr>
          <p:nvPr>
            <p:ph type="pic" sz="quarter" idx="15"/>
          </p:nvPr>
        </p:nvSpPr>
        <p:spPr>
          <a:xfrm>
            <a:off x="4275972" y="1700219"/>
            <a:ext cx="3655384" cy="1971674"/>
          </a:xfrm>
        </p:spPr>
        <p:txBody>
          <a:bodyPr/>
          <a:lstStyle/>
          <a:p>
            <a:r>
              <a:rPr lang="en-AU" noProof="0" dirty="0"/>
              <a:t>Drag picture to placeholder or click icon to add</a:t>
            </a:r>
            <a:endParaRPr lang="en-AU" dirty="0"/>
          </a:p>
        </p:txBody>
      </p:sp>
      <p:sp>
        <p:nvSpPr>
          <p:cNvPr id="9" name="Text Placeholder 18"/>
          <p:cNvSpPr>
            <a:spLocks noGrp="1"/>
          </p:cNvSpPr>
          <p:nvPr>
            <p:ph idx="1" hasCustomPrompt="1"/>
          </p:nvPr>
        </p:nvSpPr>
        <p:spPr>
          <a:xfrm>
            <a:off x="503955" y="3832226"/>
            <a:ext cx="3655384" cy="2095200"/>
          </a:xfrm>
          <a:prstGeom prst="rect">
            <a:avLst/>
          </a:prstGeom>
        </p:spPr>
        <p:txBody>
          <a:bodyPr vert="horz" lIns="0" tIns="0" rIns="0" bIns="0" rtlCol="0">
            <a:noAutofit/>
          </a:body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13" name="Text Placeholder 18"/>
          <p:cNvSpPr>
            <a:spLocks noGrp="1"/>
          </p:cNvSpPr>
          <p:nvPr>
            <p:ph idx="16" hasCustomPrompt="1"/>
          </p:nvPr>
        </p:nvSpPr>
        <p:spPr>
          <a:xfrm>
            <a:off x="4275972" y="3832226"/>
            <a:ext cx="3655384" cy="2095200"/>
          </a:xfrm>
          <a:prstGeom prst="rect">
            <a:avLst/>
          </a:prstGeom>
        </p:spPr>
        <p:txBody>
          <a:bodyPr vert="horz" lIns="0" tIns="0" rIns="0" bIns="0" rtlCol="0">
            <a:noAutofit/>
          </a:body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14" name="Text Placeholder 18"/>
          <p:cNvSpPr>
            <a:spLocks noGrp="1"/>
          </p:cNvSpPr>
          <p:nvPr>
            <p:ph idx="17" hasCustomPrompt="1"/>
          </p:nvPr>
        </p:nvSpPr>
        <p:spPr>
          <a:xfrm>
            <a:off x="8047988" y="3832226"/>
            <a:ext cx="3655384" cy="2095200"/>
          </a:xfrm>
          <a:prstGeom prst="rect">
            <a:avLst/>
          </a:prstGeom>
        </p:spPr>
        <p:txBody>
          <a:bodyPr vert="horz" lIns="0" tIns="0" rIns="0" bIns="0" rtlCol="0">
            <a:noAutofit/>
          </a:body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10" name="Text Placeholder 8"/>
          <p:cNvSpPr>
            <a:spLocks noGrp="1"/>
          </p:cNvSpPr>
          <p:nvPr>
            <p:ph type="body" sz="quarter" idx="18" hasCustomPrompt="1"/>
          </p:nvPr>
        </p:nvSpPr>
        <p:spPr>
          <a:xfrm>
            <a:off x="494198" y="651603"/>
            <a:ext cx="11201796" cy="757255"/>
          </a:xfrm>
          <a:prstGeom prst="rect">
            <a:avLst/>
          </a:prstGeom>
        </p:spPr>
        <p:txBody>
          <a:bodyPr lIns="0" tIns="0" rIns="0" bIns="0">
            <a:noAutofit/>
          </a:bodyPr>
          <a:lstStyle>
            <a:lvl1pPr marL="0" indent="0">
              <a:buNone/>
              <a:defRPr sz="1710" b="0">
                <a:solidFill>
                  <a:srgbClr val="575757"/>
                </a:solidFill>
              </a:defRPr>
            </a:lvl1pPr>
          </a:lstStyle>
          <a:p>
            <a:pPr lvl="0"/>
            <a:r>
              <a:rPr lang="en-AU" noProof="0" dirty="0"/>
              <a:t>Click to add subtitle</a:t>
            </a:r>
            <a:endParaRPr lang="en-AU"/>
          </a:p>
        </p:txBody>
      </p:sp>
      <p:sp>
        <p:nvSpPr>
          <p:cNvPr id="3" name="Footer Placeholder 2"/>
          <p:cNvSpPr>
            <a:spLocks noGrp="1"/>
          </p:cNvSpPr>
          <p:nvPr>
            <p:ph type="ftr" sz="quarter" idx="19"/>
          </p:nvPr>
        </p:nvSpPr>
        <p:spPr/>
        <p:txBody>
          <a:bodyPr/>
          <a:lstStyle/>
          <a:p>
            <a:endParaRPr lang="en-AU" dirty="0"/>
          </a:p>
        </p:txBody>
      </p:sp>
    </p:spTree>
    <p:extLst>
      <p:ext uri="{BB962C8B-B14F-4D97-AF65-F5344CB8AC3E}">
        <p14:creationId xmlns:p14="http://schemas.microsoft.com/office/powerpoint/2010/main" val="1978372939"/>
      </p:ext>
    </p:extLst>
  </p:cSld>
  <p:clrMapOvr>
    <a:masterClrMapping/>
  </p:clrMapOvr>
  <p:transition>
    <p:fade/>
  </p:transition>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94198" y="651601"/>
            <a:ext cx="11201796" cy="757252"/>
          </a:xfrm>
          <a:prstGeom prst="rect">
            <a:avLst/>
          </a:prstGeom>
        </p:spPr>
        <p:txBody>
          <a:bodyPr lIns="0" tIns="0" rIns="0" bIns="0">
            <a:noAutofit/>
          </a:bodyPr>
          <a:lstStyle>
            <a:lvl1pPr marL="0" indent="0">
              <a:buNone/>
              <a:defRPr sz="1710" b="0">
                <a:solidFill>
                  <a:srgbClr val="575757"/>
                </a:solidFill>
              </a:defRPr>
            </a:lvl1pPr>
          </a:lstStyle>
          <a:p>
            <a:pPr lvl="0"/>
            <a:r>
              <a:rPr lang="en-AU" dirty="0"/>
              <a:t>Click to add subtitle</a:t>
            </a:r>
            <a:endParaRPr lang="en-AU"/>
          </a:p>
        </p:txBody>
      </p:sp>
      <p:sp>
        <p:nvSpPr>
          <p:cNvPr id="11" name="Title Placeholder 1"/>
          <p:cNvSpPr>
            <a:spLocks noGrp="1"/>
          </p:cNvSpPr>
          <p:nvPr>
            <p:ph type="title" hasCustomPrompt="1"/>
          </p:nvPr>
        </p:nvSpPr>
        <p:spPr>
          <a:xfrm>
            <a:off x="494198" y="317504"/>
            <a:ext cx="11201796" cy="334099"/>
          </a:xfrm>
          <a:prstGeom prst="rect">
            <a:avLst/>
          </a:prstGeom>
        </p:spPr>
        <p:txBody>
          <a:bodyPr vert="horz" lIns="0" tIns="0" rIns="0" bIns="0" rtlCol="0" anchor="t" anchorCtr="0">
            <a:noAutofit/>
          </a:bodyPr>
          <a:lstStyle>
            <a:lvl1pPr>
              <a:defRPr/>
            </a:lvl1pPr>
          </a:lstStyle>
          <a:p>
            <a:r>
              <a:rPr lang="en-AU" dirty="0"/>
              <a:t>Click to add title</a:t>
            </a:r>
            <a:endParaRPr lang="en-AU"/>
          </a:p>
        </p:txBody>
      </p:sp>
      <p:sp>
        <p:nvSpPr>
          <p:cNvPr id="2" name="Footer Placeholder 1"/>
          <p:cNvSpPr>
            <a:spLocks noGrp="1"/>
          </p:cNvSpPr>
          <p:nvPr>
            <p:ph type="ftr" sz="quarter" idx="14"/>
          </p:nvPr>
        </p:nvSpPr>
        <p:spPr/>
        <p:txBody>
          <a:bodyPr/>
          <a:lstStyle/>
          <a:p>
            <a:endParaRPr lang="en-AU" dirty="0"/>
          </a:p>
        </p:txBody>
      </p:sp>
    </p:spTree>
    <p:extLst>
      <p:ext uri="{BB962C8B-B14F-4D97-AF65-F5344CB8AC3E}">
        <p14:creationId xmlns:p14="http://schemas.microsoft.com/office/powerpoint/2010/main" val="2695469319"/>
      </p:ext>
    </p:extLst>
  </p:cSld>
  <p:clrMapOvr>
    <a:masterClrMapping/>
  </p:clrMapOvr>
  <p:transition>
    <p:fade/>
  </p:transition>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1202" y="1857892"/>
            <a:ext cx="5486676" cy="1695450"/>
          </a:xfrm>
        </p:spPr>
        <p:txBody>
          <a:bodyPr/>
          <a:lstStyle>
            <a:lvl1pPr>
              <a:spcAft>
                <a:spcPts val="926"/>
              </a:spcAft>
              <a:defRPr b="1">
                <a:solidFill>
                  <a:schemeClr val="accent1"/>
                </a:solidFill>
              </a:defRPr>
            </a:lvl1pPr>
            <a:lvl2pPr>
              <a:spcAft>
                <a:spcPts val="926"/>
              </a:spcAft>
              <a:defRPr/>
            </a:lvl2pPr>
            <a:lvl3pPr marL="0" indent="0">
              <a:spcAft>
                <a:spcPts val="926"/>
              </a:spcAft>
              <a:buFont typeface="Arial" panose="020B0604020202020204" pitchFamily="34" charset="0"/>
              <a:buChar char="​"/>
              <a:defRPr/>
            </a:lvl3pPr>
            <a:lvl4pPr marL="163424" indent="-163424">
              <a:spcAft>
                <a:spcPts val="926"/>
              </a:spcAft>
              <a:buFont typeface="Arial" panose="020B0604020202020204" pitchFamily="34" charset="0"/>
              <a:buChar char="•"/>
              <a:defRPr/>
            </a:lvl4pPr>
            <a:lvl5pPr marL="330183" indent="-163424">
              <a:spcAft>
                <a:spcPts val="926"/>
              </a:spcAft>
              <a:defRPr baseline="0"/>
            </a:lvl5pPr>
            <a:lvl6pPr marL="330183" indent="-163424">
              <a:spcAft>
                <a:spcPts val="926"/>
              </a:spcAft>
              <a:buFont typeface="Verdana" panose="020B0604030504040204" pitchFamily="34" charset="0"/>
              <a:buChar char="−"/>
              <a:defRPr/>
            </a:lvl6pPr>
            <a:lvl7pPr marL="330183" indent="-163424">
              <a:spcAft>
                <a:spcPts val="926"/>
              </a:spcAft>
              <a:defRPr/>
            </a:lvl7pPr>
            <a:lvl8pPr marL="330183" indent="-163424">
              <a:spcAft>
                <a:spcPts val="926"/>
              </a:spcAft>
              <a:defRPr/>
            </a:lvl8pPr>
            <a:lvl9pPr marL="330183" indent="-163424">
              <a:spcAft>
                <a:spcPts val="926"/>
              </a:spcAft>
              <a:defRPr/>
            </a:lvl9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9" name="Text Placeholder 8"/>
          <p:cNvSpPr>
            <a:spLocks noGrp="1"/>
          </p:cNvSpPr>
          <p:nvPr>
            <p:ph type="body" sz="quarter" idx="21"/>
          </p:nvPr>
        </p:nvSpPr>
        <p:spPr>
          <a:xfrm>
            <a:off x="6205420" y="1857892"/>
            <a:ext cx="5490573" cy="1695450"/>
          </a:xfrm>
        </p:spPr>
        <p:txBody>
          <a:bodyPr/>
          <a:lstStyle>
            <a:lvl1pPr>
              <a:spcAft>
                <a:spcPts val="926"/>
              </a:spcAft>
              <a:defRPr b="1">
                <a:solidFill>
                  <a:schemeClr val="accent1"/>
                </a:solidFill>
              </a:defRPr>
            </a:lvl1pPr>
            <a:lvl2pPr>
              <a:spcAft>
                <a:spcPts val="926"/>
              </a:spcAft>
              <a:defRPr/>
            </a:lvl2pPr>
            <a:lvl3pPr marL="0" indent="0">
              <a:spcAft>
                <a:spcPts val="926"/>
              </a:spcAft>
              <a:buFont typeface="Arial" panose="020B0604020202020204" pitchFamily="34" charset="0"/>
              <a:buChar char="​"/>
              <a:defRPr/>
            </a:lvl3pPr>
            <a:lvl4pPr marL="163424" indent="-163424">
              <a:spcAft>
                <a:spcPts val="926"/>
              </a:spcAft>
              <a:buFont typeface="Arial" panose="020B0604020202020204" pitchFamily="34" charset="0"/>
              <a:buChar char="•"/>
              <a:defRPr/>
            </a:lvl4pPr>
            <a:lvl5pPr marL="330183" indent="-163424">
              <a:spcAft>
                <a:spcPts val="926"/>
              </a:spcAft>
              <a:defRPr baseline="0"/>
            </a:lvl5pPr>
            <a:lvl6pPr marL="330183" indent="-163424">
              <a:spcAft>
                <a:spcPts val="926"/>
              </a:spcAft>
              <a:buFont typeface="Verdana" panose="020B0604030504040204" pitchFamily="34" charset="0"/>
              <a:buChar char="−"/>
              <a:defRPr/>
            </a:lvl6pPr>
            <a:lvl7pPr marL="330183" indent="-163424">
              <a:spcAft>
                <a:spcPts val="926"/>
              </a:spcAft>
              <a:defRPr/>
            </a:lvl7pPr>
            <a:lvl8pPr marL="330183" indent="-163424">
              <a:spcAft>
                <a:spcPts val="926"/>
              </a:spcAft>
              <a:defRPr/>
            </a:lvl8pPr>
            <a:lvl9pPr marL="330183" indent="-163424">
              <a:spcAft>
                <a:spcPts val="926"/>
              </a:spcAft>
              <a:defRPr/>
            </a:lvl9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11" name="Content Placeholder 9"/>
          <p:cNvSpPr>
            <a:spLocks noGrp="1"/>
          </p:cNvSpPr>
          <p:nvPr>
            <p:ph sz="quarter" idx="23" hasCustomPrompt="1"/>
          </p:nvPr>
        </p:nvSpPr>
        <p:spPr>
          <a:xfrm>
            <a:off x="4629979" y="1852414"/>
            <a:ext cx="1354691" cy="653171"/>
          </a:xfrm>
        </p:spPr>
        <p:txBody>
          <a:bodyPr>
            <a:noAutofit/>
          </a:bodyPr>
          <a:lstStyle>
            <a:lvl1pPr algn="ctr">
              <a:defRPr sz="770" baseline="0"/>
            </a:lvl1pPr>
          </a:lstStyle>
          <a:p>
            <a:pPr lvl="0"/>
            <a:r>
              <a:rPr lang="en-AU" dirty="0"/>
              <a:t>Click here, go to INSERT tab and choose Pictures to insert Co-brand Logo</a:t>
            </a:r>
            <a:endParaRPr lang="en-AU"/>
          </a:p>
        </p:txBody>
      </p:sp>
      <p:sp>
        <p:nvSpPr>
          <p:cNvPr id="12" name="Content Placeholder 10"/>
          <p:cNvSpPr>
            <a:spLocks noGrp="1"/>
          </p:cNvSpPr>
          <p:nvPr>
            <p:ph sz="quarter" idx="24" hasCustomPrompt="1"/>
          </p:nvPr>
        </p:nvSpPr>
        <p:spPr>
          <a:xfrm>
            <a:off x="10341303" y="1857893"/>
            <a:ext cx="1354691" cy="653171"/>
          </a:xfrm>
        </p:spPr>
        <p:txBody>
          <a:bodyPr>
            <a:noAutofit/>
          </a:bodyPr>
          <a:lstStyle>
            <a:lvl1pPr algn="ctr">
              <a:defRPr sz="770" baseline="0"/>
            </a:lvl1pPr>
          </a:lstStyle>
          <a:p>
            <a:pPr lvl="0"/>
            <a:r>
              <a:rPr lang="en-AU" dirty="0"/>
              <a:t>Click here, go to INSERT tab and choose Pictures to insert Co-brand Logo</a:t>
            </a:r>
            <a:endParaRPr lang="en-AU"/>
          </a:p>
        </p:txBody>
      </p:sp>
      <p:sp>
        <p:nvSpPr>
          <p:cNvPr id="2" name="Title 1"/>
          <p:cNvSpPr>
            <a:spLocks noGrp="1"/>
          </p:cNvSpPr>
          <p:nvPr>
            <p:ph type="title" hasCustomPrompt="1"/>
          </p:nvPr>
        </p:nvSpPr>
        <p:spPr>
          <a:xfrm>
            <a:off x="494199" y="317506"/>
            <a:ext cx="11201796" cy="334095"/>
          </a:xfrm>
        </p:spPr>
        <p:txBody>
          <a:bodyPr/>
          <a:lstStyle/>
          <a:p>
            <a:r>
              <a:rPr lang="en-AU" dirty="0"/>
              <a:t>Click to add title</a:t>
            </a:r>
            <a:endParaRPr lang="en-AU" noProof="0" dirty="0"/>
          </a:p>
        </p:txBody>
      </p:sp>
      <p:sp>
        <p:nvSpPr>
          <p:cNvPr id="4" name="Rectangle 3"/>
          <p:cNvSpPr/>
          <p:nvPr userDrawn="1"/>
        </p:nvSpPr>
        <p:spPr>
          <a:xfrm>
            <a:off x="492909" y="1705379"/>
            <a:ext cx="5504969"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26"/>
              </a:spcAft>
            </a:pPr>
            <a:endParaRPr lang="en-AU" sz="1019" noProof="0" dirty="0">
              <a:solidFill>
                <a:schemeClr val="bg1"/>
              </a:solidFill>
            </a:endParaRPr>
          </a:p>
        </p:txBody>
      </p:sp>
      <p:sp>
        <p:nvSpPr>
          <p:cNvPr id="5" name="Rectangle 4"/>
          <p:cNvSpPr/>
          <p:nvPr userDrawn="1"/>
        </p:nvSpPr>
        <p:spPr>
          <a:xfrm>
            <a:off x="6205349" y="1705379"/>
            <a:ext cx="5504969"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26"/>
              </a:spcAft>
            </a:pPr>
            <a:endParaRPr lang="en-AU" sz="1019" noProof="0" dirty="0">
              <a:solidFill>
                <a:schemeClr val="bg1"/>
              </a:solidFill>
            </a:endParaRPr>
          </a:p>
        </p:txBody>
      </p:sp>
      <p:sp>
        <p:nvSpPr>
          <p:cNvPr id="16" name="Text Placeholder 8"/>
          <p:cNvSpPr>
            <a:spLocks noGrp="1"/>
          </p:cNvSpPr>
          <p:nvPr>
            <p:ph type="body" sz="quarter" idx="13" hasCustomPrompt="1"/>
          </p:nvPr>
        </p:nvSpPr>
        <p:spPr>
          <a:xfrm>
            <a:off x="494198" y="651603"/>
            <a:ext cx="11201796" cy="757255"/>
          </a:xfrm>
          <a:prstGeom prst="rect">
            <a:avLst/>
          </a:prstGeom>
        </p:spPr>
        <p:txBody>
          <a:bodyPr lIns="0" tIns="0" rIns="0" bIns="0">
            <a:noAutofit/>
          </a:bodyPr>
          <a:lstStyle>
            <a:lvl1pPr marL="0" indent="0">
              <a:buNone/>
              <a:defRPr sz="1710" b="0">
                <a:solidFill>
                  <a:srgbClr val="575757"/>
                </a:solidFill>
              </a:defRPr>
            </a:lvl1pPr>
          </a:lstStyle>
          <a:p>
            <a:pPr lvl="0"/>
            <a:r>
              <a:rPr lang="en-AU" noProof="0" dirty="0"/>
              <a:t>Click to add subtitle</a:t>
            </a:r>
            <a:endParaRPr lang="en-AU"/>
          </a:p>
        </p:txBody>
      </p:sp>
      <p:sp>
        <p:nvSpPr>
          <p:cNvPr id="3" name="Footer Placeholder 2"/>
          <p:cNvSpPr>
            <a:spLocks noGrp="1"/>
          </p:cNvSpPr>
          <p:nvPr>
            <p:ph type="ftr" sz="quarter" idx="22"/>
          </p:nvPr>
        </p:nvSpPr>
        <p:spPr/>
        <p:txBody>
          <a:bodyPr/>
          <a:lstStyle/>
          <a:p>
            <a:endParaRPr lang="en-AU" dirty="0"/>
          </a:p>
        </p:txBody>
      </p:sp>
    </p:spTree>
    <p:extLst>
      <p:ext uri="{BB962C8B-B14F-4D97-AF65-F5344CB8AC3E}">
        <p14:creationId xmlns:p14="http://schemas.microsoft.com/office/powerpoint/2010/main" val="317880607"/>
      </p:ext>
    </p:extLst>
  </p:cSld>
  <p:clrMapOvr>
    <a:masterClrMapping/>
  </p:clrMapOvr>
  <p:transition>
    <p:fade/>
  </p:transition>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18" name="Text Placeholder 8"/>
          <p:cNvSpPr>
            <a:spLocks noGrp="1"/>
          </p:cNvSpPr>
          <p:nvPr>
            <p:ph type="body" sz="quarter" idx="17"/>
          </p:nvPr>
        </p:nvSpPr>
        <p:spPr>
          <a:xfrm>
            <a:off x="492909" y="1857892"/>
            <a:ext cx="5504969" cy="1695450"/>
          </a:xfrm>
        </p:spPr>
        <p:txBody>
          <a:bodyPr/>
          <a:lstStyle>
            <a:lvl1pPr>
              <a:spcAft>
                <a:spcPts val="926"/>
              </a:spcAft>
              <a:defRPr b="1">
                <a:solidFill>
                  <a:schemeClr val="accent1"/>
                </a:solidFill>
              </a:defRPr>
            </a:lvl1pPr>
            <a:lvl2pPr>
              <a:spcAft>
                <a:spcPts val="926"/>
              </a:spcAft>
              <a:defRPr/>
            </a:lvl2pPr>
            <a:lvl3pPr marL="0" indent="0">
              <a:spcAft>
                <a:spcPts val="926"/>
              </a:spcAft>
              <a:buFont typeface="Arial" panose="020B0604020202020204" pitchFamily="34" charset="0"/>
              <a:buChar char="​"/>
              <a:defRPr/>
            </a:lvl3pPr>
            <a:lvl4pPr marL="163424" indent="-163424">
              <a:spcAft>
                <a:spcPts val="926"/>
              </a:spcAft>
              <a:buFont typeface="Arial" panose="020B0604020202020204" pitchFamily="34" charset="0"/>
              <a:buChar char="•"/>
              <a:defRPr/>
            </a:lvl4pPr>
            <a:lvl5pPr marL="330183" indent="-163424">
              <a:spcAft>
                <a:spcPts val="926"/>
              </a:spcAft>
              <a:defRPr baseline="0"/>
            </a:lvl5pPr>
            <a:lvl6pPr marL="330183" indent="-163424">
              <a:spcAft>
                <a:spcPts val="926"/>
              </a:spcAft>
              <a:buFont typeface="Verdana" panose="020B0604030504040204" pitchFamily="34" charset="0"/>
              <a:buChar char="−"/>
              <a:defRPr/>
            </a:lvl6pPr>
            <a:lvl7pPr marL="330183" indent="-163424">
              <a:spcAft>
                <a:spcPts val="926"/>
              </a:spcAft>
              <a:defRPr/>
            </a:lvl7pPr>
            <a:lvl8pPr marL="330183" indent="-163424">
              <a:spcAft>
                <a:spcPts val="926"/>
              </a:spcAft>
              <a:defRPr/>
            </a:lvl8pPr>
            <a:lvl9pPr marL="330183" indent="-163424">
              <a:spcAft>
                <a:spcPts val="926"/>
              </a:spcAft>
              <a:defRPr/>
            </a:lvl9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19" name="Text Placeholder 8"/>
          <p:cNvSpPr>
            <a:spLocks noGrp="1"/>
          </p:cNvSpPr>
          <p:nvPr>
            <p:ph type="body" sz="quarter" idx="21"/>
          </p:nvPr>
        </p:nvSpPr>
        <p:spPr>
          <a:xfrm>
            <a:off x="6205420" y="1857892"/>
            <a:ext cx="5490573" cy="1695450"/>
          </a:xfrm>
        </p:spPr>
        <p:txBody>
          <a:bodyPr/>
          <a:lstStyle>
            <a:lvl1pPr>
              <a:spcAft>
                <a:spcPts val="926"/>
              </a:spcAft>
              <a:defRPr b="1">
                <a:solidFill>
                  <a:schemeClr val="accent1"/>
                </a:solidFill>
              </a:defRPr>
            </a:lvl1pPr>
            <a:lvl2pPr>
              <a:spcAft>
                <a:spcPts val="926"/>
              </a:spcAft>
              <a:defRPr/>
            </a:lvl2pPr>
            <a:lvl3pPr marL="0" indent="0">
              <a:spcAft>
                <a:spcPts val="926"/>
              </a:spcAft>
              <a:buFont typeface="Arial" panose="020B0604020202020204" pitchFamily="34" charset="0"/>
              <a:buChar char="​"/>
              <a:defRPr/>
            </a:lvl3pPr>
            <a:lvl4pPr marL="163424" indent="-163424">
              <a:spcAft>
                <a:spcPts val="926"/>
              </a:spcAft>
              <a:buFont typeface="Arial" panose="020B0604020202020204" pitchFamily="34" charset="0"/>
              <a:buChar char="•"/>
              <a:defRPr/>
            </a:lvl4pPr>
            <a:lvl5pPr marL="330183" indent="-163424">
              <a:spcAft>
                <a:spcPts val="926"/>
              </a:spcAft>
              <a:defRPr baseline="0"/>
            </a:lvl5pPr>
            <a:lvl6pPr marL="330183" indent="-163424">
              <a:spcAft>
                <a:spcPts val="926"/>
              </a:spcAft>
              <a:buFont typeface="Verdana" panose="020B0604030504040204" pitchFamily="34" charset="0"/>
              <a:buChar char="−"/>
              <a:defRPr/>
            </a:lvl6pPr>
            <a:lvl7pPr marL="330183" indent="-163424">
              <a:spcAft>
                <a:spcPts val="926"/>
              </a:spcAft>
              <a:defRPr/>
            </a:lvl7pPr>
            <a:lvl8pPr marL="330183" indent="-163424">
              <a:spcAft>
                <a:spcPts val="926"/>
              </a:spcAft>
              <a:defRPr/>
            </a:lvl8pPr>
            <a:lvl9pPr marL="330183" indent="-163424">
              <a:spcAft>
                <a:spcPts val="926"/>
              </a:spcAft>
              <a:defRPr/>
            </a:lvl9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20" name="Title 1"/>
          <p:cNvSpPr>
            <a:spLocks noGrp="1"/>
          </p:cNvSpPr>
          <p:nvPr>
            <p:ph type="title"/>
          </p:nvPr>
        </p:nvSpPr>
        <p:spPr>
          <a:xfrm>
            <a:off x="494199" y="317506"/>
            <a:ext cx="11201796" cy="334095"/>
          </a:xfrm>
        </p:spPr>
        <p:txBody>
          <a:bodyPr/>
          <a:lstStyle/>
          <a:p>
            <a:r>
              <a:rPr lang="en-AU" noProof="0" dirty="0"/>
              <a:t>Click to edit Master title style</a:t>
            </a:r>
            <a:endParaRPr lang="en-AU"/>
          </a:p>
        </p:txBody>
      </p:sp>
      <p:sp>
        <p:nvSpPr>
          <p:cNvPr id="21" name="Rectangle 20"/>
          <p:cNvSpPr/>
          <p:nvPr userDrawn="1"/>
        </p:nvSpPr>
        <p:spPr>
          <a:xfrm>
            <a:off x="492909" y="1705379"/>
            <a:ext cx="5504969"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26"/>
              </a:spcAft>
            </a:pPr>
            <a:endParaRPr lang="en-AU" sz="1019" noProof="0" dirty="0">
              <a:solidFill>
                <a:schemeClr val="bg1"/>
              </a:solidFill>
            </a:endParaRPr>
          </a:p>
        </p:txBody>
      </p:sp>
      <p:sp>
        <p:nvSpPr>
          <p:cNvPr id="22" name="Rectangle 21"/>
          <p:cNvSpPr/>
          <p:nvPr userDrawn="1"/>
        </p:nvSpPr>
        <p:spPr>
          <a:xfrm>
            <a:off x="6205349" y="1705379"/>
            <a:ext cx="5504969"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26"/>
              </a:spcAft>
            </a:pPr>
            <a:endParaRPr lang="en-AU" sz="1019" noProof="0" dirty="0">
              <a:solidFill>
                <a:schemeClr val="bg1"/>
              </a:solidFill>
            </a:endParaRPr>
          </a:p>
        </p:txBody>
      </p:sp>
      <p:sp>
        <p:nvSpPr>
          <p:cNvPr id="25" name="Text Placeholder 8"/>
          <p:cNvSpPr>
            <a:spLocks noGrp="1"/>
          </p:cNvSpPr>
          <p:nvPr>
            <p:ph type="body" sz="quarter" idx="13" hasCustomPrompt="1"/>
          </p:nvPr>
        </p:nvSpPr>
        <p:spPr>
          <a:xfrm>
            <a:off x="494198" y="651603"/>
            <a:ext cx="11201796" cy="757255"/>
          </a:xfrm>
          <a:prstGeom prst="rect">
            <a:avLst/>
          </a:prstGeom>
        </p:spPr>
        <p:txBody>
          <a:bodyPr lIns="0" tIns="0" rIns="0" bIns="0">
            <a:noAutofit/>
          </a:bodyPr>
          <a:lstStyle>
            <a:lvl1pPr marL="0" indent="0">
              <a:buNone/>
              <a:defRPr sz="1710" b="0">
                <a:solidFill>
                  <a:srgbClr val="575757"/>
                </a:solidFill>
              </a:defRPr>
            </a:lvl1pPr>
          </a:lstStyle>
          <a:p>
            <a:pPr lvl="0"/>
            <a:r>
              <a:rPr lang="en-AU" noProof="0" dirty="0"/>
              <a:t>Click to add subtitle</a:t>
            </a:r>
            <a:endParaRPr lang="en-AU"/>
          </a:p>
        </p:txBody>
      </p:sp>
      <p:sp>
        <p:nvSpPr>
          <p:cNvPr id="26" name="Text Placeholder 8"/>
          <p:cNvSpPr>
            <a:spLocks noGrp="1"/>
          </p:cNvSpPr>
          <p:nvPr>
            <p:ph type="body" sz="quarter" idx="22"/>
          </p:nvPr>
        </p:nvSpPr>
        <p:spPr>
          <a:xfrm>
            <a:off x="492909" y="4164560"/>
            <a:ext cx="5514116" cy="1695450"/>
          </a:xfrm>
        </p:spPr>
        <p:txBody>
          <a:bodyPr/>
          <a:lstStyle>
            <a:lvl1pPr>
              <a:spcAft>
                <a:spcPts val="926"/>
              </a:spcAft>
              <a:defRPr b="1">
                <a:solidFill>
                  <a:schemeClr val="accent1"/>
                </a:solidFill>
              </a:defRPr>
            </a:lvl1pPr>
            <a:lvl2pPr>
              <a:spcAft>
                <a:spcPts val="926"/>
              </a:spcAft>
              <a:defRPr/>
            </a:lvl2pPr>
            <a:lvl3pPr marL="0" indent="0">
              <a:spcAft>
                <a:spcPts val="926"/>
              </a:spcAft>
              <a:buFont typeface="Arial" panose="020B0604020202020204" pitchFamily="34" charset="0"/>
              <a:buChar char="​"/>
              <a:defRPr/>
            </a:lvl3pPr>
            <a:lvl4pPr marL="163424" indent="-163424">
              <a:spcAft>
                <a:spcPts val="926"/>
              </a:spcAft>
              <a:buFont typeface="Arial" panose="020B0604020202020204" pitchFamily="34" charset="0"/>
              <a:buChar char="•"/>
              <a:defRPr/>
            </a:lvl4pPr>
            <a:lvl5pPr marL="330183" indent="-163424">
              <a:spcAft>
                <a:spcPts val="926"/>
              </a:spcAft>
              <a:defRPr baseline="0"/>
            </a:lvl5pPr>
            <a:lvl6pPr marL="330183" indent="-163424">
              <a:spcAft>
                <a:spcPts val="926"/>
              </a:spcAft>
              <a:buFont typeface="Verdana" panose="020B0604030504040204" pitchFamily="34" charset="0"/>
              <a:buChar char="−"/>
              <a:defRPr/>
            </a:lvl6pPr>
            <a:lvl7pPr marL="330183" indent="-163424">
              <a:spcAft>
                <a:spcPts val="926"/>
              </a:spcAft>
              <a:defRPr/>
            </a:lvl7pPr>
            <a:lvl8pPr marL="330183" indent="-163424">
              <a:spcAft>
                <a:spcPts val="926"/>
              </a:spcAft>
              <a:defRPr/>
            </a:lvl8pPr>
            <a:lvl9pPr marL="330183" indent="-163424">
              <a:spcAft>
                <a:spcPts val="926"/>
              </a:spcAft>
              <a:defRPr/>
            </a:lvl9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27" name="Text Placeholder 8"/>
          <p:cNvSpPr>
            <a:spLocks noGrp="1"/>
          </p:cNvSpPr>
          <p:nvPr>
            <p:ph type="body" sz="quarter" idx="23"/>
          </p:nvPr>
        </p:nvSpPr>
        <p:spPr>
          <a:xfrm>
            <a:off x="6198279" y="4164560"/>
            <a:ext cx="5506861" cy="1695450"/>
          </a:xfrm>
        </p:spPr>
        <p:txBody>
          <a:bodyPr/>
          <a:lstStyle>
            <a:lvl1pPr>
              <a:spcAft>
                <a:spcPts val="926"/>
              </a:spcAft>
              <a:defRPr b="1">
                <a:solidFill>
                  <a:schemeClr val="accent1"/>
                </a:solidFill>
              </a:defRPr>
            </a:lvl1pPr>
            <a:lvl2pPr>
              <a:spcAft>
                <a:spcPts val="926"/>
              </a:spcAft>
              <a:defRPr/>
            </a:lvl2pPr>
            <a:lvl3pPr marL="0" indent="0">
              <a:spcAft>
                <a:spcPts val="926"/>
              </a:spcAft>
              <a:buFont typeface="Arial" panose="020B0604020202020204" pitchFamily="34" charset="0"/>
              <a:buChar char="​"/>
              <a:defRPr/>
            </a:lvl3pPr>
            <a:lvl4pPr marL="163424" indent="-163424">
              <a:spcAft>
                <a:spcPts val="926"/>
              </a:spcAft>
              <a:buFont typeface="Arial" panose="020B0604020202020204" pitchFamily="34" charset="0"/>
              <a:buChar char="•"/>
              <a:defRPr/>
            </a:lvl4pPr>
            <a:lvl5pPr marL="330183" indent="-163424">
              <a:spcAft>
                <a:spcPts val="926"/>
              </a:spcAft>
              <a:defRPr baseline="0"/>
            </a:lvl5pPr>
            <a:lvl6pPr marL="330183" indent="-163424">
              <a:spcAft>
                <a:spcPts val="926"/>
              </a:spcAft>
              <a:buFont typeface="Verdana" panose="020B0604030504040204" pitchFamily="34" charset="0"/>
              <a:buChar char="−"/>
              <a:defRPr/>
            </a:lvl6pPr>
            <a:lvl7pPr marL="330183" indent="-163424">
              <a:spcAft>
                <a:spcPts val="926"/>
              </a:spcAft>
              <a:defRPr/>
            </a:lvl7pPr>
            <a:lvl8pPr marL="330183" indent="-163424">
              <a:spcAft>
                <a:spcPts val="926"/>
              </a:spcAft>
              <a:defRPr/>
            </a:lvl8pPr>
            <a:lvl9pPr marL="330183" indent="-163424">
              <a:spcAft>
                <a:spcPts val="926"/>
              </a:spcAft>
              <a:defRPr/>
            </a:lvl9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28" name="Rectangle 27"/>
          <p:cNvSpPr/>
          <p:nvPr userDrawn="1"/>
        </p:nvSpPr>
        <p:spPr>
          <a:xfrm>
            <a:off x="502056" y="4012047"/>
            <a:ext cx="5504969"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26"/>
              </a:spcAft>
            </a:pPr>
            <a:endParaRPr lang="en-AU" sz="1019" noProof="0" dirty="0">
              <a:solidFill>
                <a:schemeClr val="bg1"/>
              </a:solidFill>
            </a:endParaRPr>
          </a:p>
        </p:txBody>
      </p:sp>
      <p:sp>
        <p:nvSpPr>
          <p:cNvPr id="29" name="Rectangle 28"/>
          <p:cNvSpPr/>
          <p:nvPr userDrawn="1"/>
        </p:nvSpPr>
        <p:spPr>
          <a:xfrm>
            <a:off x="6214497" y="4012047"/>
            <a:ext cx="5504969"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26"/>
              </a:spcAft>
            </a:pPr>
            <a:endParaRPr lang="en-AU" sz="1019" noProof="0" dirty="0">
              <a:solidFill>
                <a:schemeClr val="bg1"/>
              </a:solidFill>
            </a:endParaRPr>
          </a:p>
        </p:txBody>
      </p:sp>
      <p:sp>
        <p:nvSpPr>
          <p:cNvPr id="2" name="Footer Placeholder 1"/>
          <p:cNvSpPr>
            <a:spLocks noGrp="1"/>
          </p:cNvSpPr>
          <p:nvPr>
            <p:ph type="ftr" sz="quarter" idx="26"/>
          </p:nvPr>
        </p:nvSpPr>
        <p:spPr/>
        <p:txBody>
          <a:bodyPr/>
          <a:lstStyle/>
          <a:p>
            <a:endParaRPr lang="en-AU" dirty="0"/>
          </a:p>
        </p:txBody>
      </p:sp>
      <p:sp>
        <p:nvSpPr>
          <p:cNvPr id="17" name="Content Placeholder 9"/>
          <p:cNvSpPr>
            <a:spLocks noGrp="1"/>
          </p:cNvSpPr>
          <p:nvPr>
            <p:ph sz="quarter" idx="27" hasCustomPrompt="1"/>
          </p:nvPr>
        </p:nvSpPr>
        <p:spPr>
          <a:xfrm>
            <a:off x="4629979" y="1852414"/>
            <a:ext cx="1354691" cy="653171"/>
          </a:xfrm>
        </p:spPr>
        <p:txBody>
          <a:bodyPr>
            <a:noAutofit/>
          </a:bodyPr>
          <a:lstStyle>
            <a:lvl1pPr algn="ctr">
              <a:defRPr sz="770" baseline="0"/>
            </a:lvl1pPr>
          </a:lstStyle>
          <a:p>
            <a:pPr lvl="0"/>
            <a:r>
              <a:rPr lang="en-AU" dirty="0"/>
              <a:t>Click here, go to INSERT tab and choose Pictures to insert Co-brand Logo</a:t>
            </a:r>
            <a:endParaRPr lang="en-AU"/>
          </a:p>
        </p:txBody>
      </p:sp>
      <p:sp>
        <p:nvSpPr>
          <p:cNvPr id="32" name="Content Placeholder 10"/>
          <p:cNvSpPr>
            <a:spLocks noGrp="1"/>
          </p:cNvSpPr>
          <p:nvPr>
            <p:ph sz="quarter" idx="28" hasCustomPrompt="1"/>
          </p:nvPr>
        </p:nvSpPr>
        <p:spPr>
          <a:xfrm>
            <a:off x="10341303" y="1857893"/>
            <a:ext cx="1354691" cy="653171"/>
          </a:xfrm>
        </p:spPr>
        <p:txBody>
          <a:bodyPr>
            <a:noAutofit/>
          </a:bodyPr>
          <a:lstStyle>
            <a:lvl1pPr algn="ctr">
              <a:defRPr sz="770" baseline="0"/>
            </a:lvl1pPr>
          </a:lstStyle>
          <a:p>
            <a:pPr lvl="0"/>
            <a:r>
              <a:rPr lang="en-AU" dirty="0"/>
              <a:t>Click here, go to INSERT tab and choose Pictures to insert Co-brand Logo</a:t>
            </a:r>
            <a:endParaRPr lang="en-AU"/>
          </a:p>
        </p:txBody>
      </p:sp>
      <p:sp>
        <p:nvSpPr>
          <p:cNvPr id="33" name="Content Placeholder 11"/>
          <p:cNvSpPr>
            <a:spLocks noGrp="1"/>
          </p:cNvSpPr>
          <p:nvPr>
            <p:ph sz="quarter" idx="29" hasCustomPrompt="1"/>
          </p:nvPr>
        </p:nvSpPr>
        <p:spPr>
          <a:xfrm>
            <a:off x="4629979" y="4164561"/>
            <a:ext cx="1354691" cy="653171"/>
          </a:xfrm>
        </p:spPr>
        <p:txBody>
          <a:bodyPr>
            <a:noAutofit/>
          </a:bodyPr>
          <a:lstStyle>
            <a:lvl1pPr algn="ctr">
              <a:defRPr sz="770" baseline="0"/>
            </a:lvl1pPr>
          </a:lstStyle>
          <a:p>
            <a:pPr lvl="0"/>
            <a:r>
              <a:rPr lang="en-AU" dirty="0"/>
              <a:t>Click here, go to INSERT tab and choose Pictures to insert Co-brand Logo</a:t>
            </a:r>
            <a:endParaRPr lang="en-AU"/>
          </a:p>
        </p:txBody>
      </p:sp>
      <p:sp>
        <p:nvSpPr>
          <p:cNvPr id="34" name="Content Placeholder 12"/>
          <p:cNvSpPr>
            <a:spLocks noGrp="1"/>
          </p:cNvSpPr>
          <p:nvPr>
            <p:ph sz="quarter" idx="24" hasCustomPrompt="1"/>
          </p:nvPr>
        </p:nvSpPr>
        <p:spPr>
          <a:xfrm>
            <a:off x="10341303" y="4170040"/>
            <a:ext cx="1354691" cy="653171"/>
          </a:xfrm>
        </p:spPr>
        <p:txBody>
          <a:bodyPr>
            <a:noAutofit/>
          </a:bodyPr>
          <a:lstStyle>
            <a:lvl1pPr algn="ctr">
              <a:defRPr sz="770" baseline="0"/>
            </a:lvl1pPr>
          </a:lstStyle>
          <a:p>
            <a:pPr lvl="0"/>
            <a:r>
              <a:rPr lang="en-AU" dirty="0"/>
              <a:t>Click here, go to INSERT tab and choose Pictures to insert Co-brand Logo</a:t>
            </a:r>
            <a:endParaRPr lang="en-AU"/>
          </a:p>
        </p:txBody>
      </p:sp>
    </p:spTree>
    <p:extLst>
      <p:ext uri="{BB962C8B-B14F-4D97-AF65-F5344CB8AC3E}">
        <p14:creationId xmlns:p14="http://schemas.microsoft.com/office/powerpoint/2010/main" val="556739262"/>
      </p:ext>
    </p:extLst>
  </p:cSld>
  <p:clrMapOvr>
    <a:masterClrMapping/>
  </p:clrMapOvr>
  <p:transition>
    <p:fade/>
  </p:transition>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494198" y="317503"/>
            <a:ext cx="11201796" cy="334101"/>
          </a:xfrm>
        </p:spPr>
        <p:txBody>
          <a:bodyPr/>
          <a:lstStyle/>
          <a:p>
            <a:r>
              <a:rPr lang="en-AU" noProof="0" dirty="0"/>
              <a:t>Click to edit Master title style</a:t>
            </a:r>
            <a:endParaRPr lang="en-AU"/>
          </a:p>
        </p:txBody>
      </p:sp>
      <p:sp>
        <p:nvSpPr>
          <p:cNvPr id="4" name="Rectangle 3"/>
          <p:cNvSpPr/>
          <p:nvPr userDrawn="1"/>
        </p:nvSpPr>
        <p:spPr>
          <a:xfrm>
            <a:off x="4292562" y="1705970"/>
            <a:ext cx="361250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AU" sz="1019" noProof="0" dirty="0">
              <a:solidFill>
                <a:schemeClr val="bg1"/>
              </a:solidFill>
            </a:endParaRPr>
          </a:p>
        </p:txBody>
      </p:sp>
      <p:sp>
        <p:nvSpPr>
          <p:cNvPr id="5" name="Rectangle 4"/>
          <p:cNvSpPr/>
          <p:nvPr userDrawn="1"/>
        </p:nvSpPr>
        <p:spPr>
          <a:xfrm>
            <a:off x="494197" y="1700219"/>
            <a:ext cx="3612508"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AU" sz="1019" noProof="0" dirty="0">
              <a:solidFill>
                <a:schemeClr val="bg1"/>
              </a:solidFill>
            </a:endParaRPr>
          </a:p>
        </p:txBody>
      </p:sp>
      <p:sp>
        <p:nvSpPr>
          <p:cNvPr id="6" name="Rectangle 5"/>
          <p:cNvSpPr/>
          <p:nvPr userDrawn="1"/>
        </p:nvSpPr>
        <p:spPr>
          <a:xfrm>
            <a:off x="8087859" y="1705970"/>
            <a:ext cx="361250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AU" sz="1019" noProof="0" dirty="0">
              <a:solidFill>
                <a:schemeClr val="bg1"/>
              </a:solidFill>
            </a:endParaRPr>
          </a:p>
        </p:txBody>
      </p:sp>
      <p:sp>
        <p:nvSpPr>
          <p:cNvPr id="7" name="Text Placeholder 8"/>
          <p:cNvSpPr>
            <a:spLocks noGrp="1"/>
          </p:cNvSpPr>
          <p:nvPr>
            <p:ph type="body" sz="quarter" idx="17"/>
          </p:nvPr>
        </p:nvSpPr>
        <p:spPr>
          <a:xfrm>
            <a:off x="4311394" y="1851442"/>
            <a:ext cx="3593676" cy="3845753"/>
          </a:xfrm>
        </p:spPr>
        <p:txBody>
          <a:bodyPr/>
          <a:lstStyle>
            <a:lvl1pPr>
              <a:defRPr b="1">
                <a:solidFill>
                  <a:schemeClr val="accent1"/>
                </a:solidFill>
              </a:defRPr>
            </a:lvl1pPr>
            <a:lvl2pPr>
              <a:spcAft>
                <a:spcPts val="926"/>
              </a:spcAft>
              <a:defRPr/>
            </a:lvl2pPr>
            <a:lvl3pPr marL="0" indent="0">
              <a:spcAft>
                <a:spcPts val="926"/>
              </a:spcAft>
              <a:buFont typeface="Arial" panose="020B0604020202020204" pitchFamily="34" charset="0"/>
              <a:buChar char="​"/>
              <a:defRPr/>
            </a:lvl3pPr>
            <a:lvl4pPr marL="163424" indent="-163424">
              <a:spcAft>
                <a:spcPts val="926"/>
              </a:spcAft>
              <a:buFont typeface="Arial" panose="020B0604020202020204" pitchFamily="34" charset="0"/>
              <a:buChar char="•"/>
              <a:defRPr/>
            </a:lvl4pPr>
            <a:lvl5pPr marL="330183" indent="-163424">
              <a:spcAft>
                <a:spcPts val="926"/>
              </a:spcAft>
              <a:defRPr baseline="0"/>
            </a:lvl5pPr>
            <a:lvl6pPr marL="330183" indent="-163424">
              <a:spcAft>
                <a:spcPts val="926"/>
              </a:spcAft>
              <a:buFont typeface="Verdana" panose="020B0604030504040204" pitchFamily="34" charset="0"/>
              <a:buChar char="−"/>
              <a:defRPr/>
            </a:lvl6pPr>
            <a:lvl7pPr marL="330183" indent="-163424">
              <a:spcAft>
                <a:spcPts val="926"/>
              </a:spcAft>
              <a:defRPr/>
            </a:lvl7pPr>
            <a:lvl8pPr marL="330183" indent="-163424">
              <a:spcAft>
                <a:spcPts val="926"/>
              </a:spcAft>
              <a:defRPr/>
            </a:lvl8pPr>
            <a:lvl9pPr marL="330183" indent="-163424">
              <a:spcAft>
                <a:spcPts val="926"/>
              </a:spcAft>
              <a:defRPr/>
            </a:lvl9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8" name="Text Placeholder 8"/>
          <p:cNvSpPr>
            <a:spLocks noGrp="1"/>
          </p:cNvSpPr>
          <p:nvPr>
            <p:ph type="body" sz="quarter" idx="18"/>
          </p:nvPr>
        </p:nvSpPr>
        <p:spPr>
          <a:xfrm>
            <a:off x="494198" y="1851442"/>
            <a:ext cx="3596956" cy="3845753"/>
          </a:xfrm>
        </p:spPr>
        <p:txBody>
          <a:bodyPr/>
          <a:lstStyle>
            <a:lvl1pPr>
              <a:defRPr b="1">
                <a:solidFill>
                  <a:schemeClr val="accent1"/>
                </a:solidFill>
              </a:defRPr>
            </a:lvl1pPr>
            <a:lvl2pPr>
              <a:spcAft>
                <a:spcPts val="926"/>
              </a:spcAft>
              <a:defRPr/>
            </a:lvl2pPr>
            <a:lvl3pPr marL="0" indent="0">
              <a:spcAft>
                <a:spcPts val="926"/>
              </a:spcAft>
              <a:buFont typeface="Arial" panose="020B0604020202020204" pitchFamily="34" charset="0"/>
              <a:buChar char="​"/>
              <a:defRPr/>
            </a:lvl3pPr>
            <a:lvl4pPr marL="163424" indent="-163424">
              <a:spcAft>
                <a:spcPts val="926"/>
              </a:spcAft>
              <a:buFont typeface="Arial" panose="020B0604020202020204" pitchFamily="34" charset="0"/>
              <a:buChar char="•"/>
              <a:defRPr/>
            </a:lvl4pPr>
            <a:lvl5pPr marL="330183" indent="-163424">
              <a:spcAft>
                <a:spcPts val="926"/>
              </a:spcAft>
              <a:defRPr baseline="0"/>
            </a:lvl5pPr>
            <a:lvl6pPr marL="330183" indent="-163424">
              <a:spcAft>
                <a:spcPts val="926"/>
              </a:spcAft>
              <a:buFont typeface="Verdana" panose="020B0604030504040204" pitchFamily="34" charset="0"/>
              <a:buChar char="−"/>
              <a:defRPr/>
            </a:lvl6pPr>
            <a:lvl7pPr marL="330183" indent="-163424">
              <a:spcAft>
                <a:spcPts val="926"/>
              </a:spcAft>
              <a:defRPr/>
            </a:lvl7pPr>
            <a:lvl8pPr marL="330183" indent="-163424">
              <a:spcAft>
                <a:spcPts val="926"/>
              </a:spcAft>
              <a:defRPr/>
            </a:lvl8pPr>
            <a:lvl9pPr marL="330183" indent="-163424">
              <a:spcAft>
                <a:spcPts val="926"/>
              </a:spcAft>
              <a:defRPr/>
            </a:lvl9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9" name="Text Placeholder 8"/>
          <p:cNvSpPr>
            <a:spLocks noGrp="1"/>
          </p:cNvSpPr>
          <p:nvPr>
            <p:ph type="body" sz="quarter" idx="19"/>
          </p:nvPr>
        </p:nvSpPr>
        <p:spPr>
          <a:xfrm>
            <a:off x="8099036" y="1851442"/>
            <a:ext cx="3596957" cy="3845753"/>
          </a:xfrm>
        </p:spPr>
        <p:txBody>
          <a:bodyPr/>
          <a:lstStyle>
            <a:lvl1pPr>
              <a:defRPr b="1">
                <a:solidFill>
                  <a:schemeClr val="accent1"/>
                </a:solidFill>
              </a:defRPr>
            </a:lvl1pPr>
            <a:lvl2pPr>
              <a:spcAft>
                <a:spcPts val="926"/>
              </a:spcAft>
              <a:defRPr/>
            </a:lvl2pPr>
            <a:lvl3pPr marL="0" indent="0">
              <a:spcAft>
                <a:spcPts val="926"/>
              </a:spcAft>
              <a:buFont typeface="Arial" panose="020B0604020202020204" pitchFamily="34" charset="0"/>
              <a:buChar char="​"/>
              <a:defRPr/>
            </a:lvl3pPr>
            <a:lvl4pPr marL="163424" indent="-163424">
              <a:spcAft>
                <a:spcPts val="926"/>
              </a:spcAft>
              <a:buFont typeface="Arial" panose="020B0604020202020204" pitchFamily="34" charset="0"/>
              <a:buChar char="•"/>
              <a:defRPr/>
            </a:lvl4pPr>
            <a:lvl5pPr marL="330183" indent="-163424">
              <a:spcAft>
                <a:spcPts val="926"/>
              </a:spcAft>
              <a:defRPr baseline="0"/>
            </a:lvl5pPr>
            <a:lvl6pPr marL="330183" indent="-163424">
              <a:spcAft>
                <a:spcPts val="926"/>
              </a:spcAft>
              <a:buFont typeface="Verdana" panose="020B0604030504040204" pitchFamily="34" charset="0"/>
              <a:buChar char="−"/>
              <a:defRPr/>
            </a:lvl6pPr>
            <a:lvl7pPr marL="330183" indent="-163424">
              <a:spcAft>
                <a:spcPts val="926"/>
              </a:spcAft>
              <a:defRPr/>
            </a:lvl7pPr>
            <a:lvl8pPr marL="330183" indent="-163424">
              <a:spcAft>
                <a:spcPts val="926"/>
              </a:spcAft>
              <a:defRPr/>
            </a:lvl8pPr>
            <a:lvl9pPr marL="330183" indent="-163424">
              <a:spcAft>
                <a:spcPts val="926"/>
              </a:spcAft>
              <a:defRPr/>
            </a:lvl9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10" name="Text Placeholder 8"/>
          <p:cNvSpPr>
            <a:spLocks noGrp="1"/>
          </p:cNvSpPr>
          <p:nvPr>
            <p:ph type="body" sz="quarter" idx="13" hasCustomPrompt="1"/>
          </p:nvPr>
        </p:nvSpPr>
        <p:spPr>
          <a:xfrm>
            <a:off x="501651" y="651603"/>
            <a:ext cx="11194341" cy="757255"/>
          </a:xfrm>
          <a:prstGeom prst="rect">
            <a:avLst/>
          </a:prstGeom>
        </p:spPr>
        <p:txBody>
          <a:bodyPr lIns="0" tIns="0" rIns="0" bIns="0">
            <a:noAutofit/>
          </a:bodyPr>
          <a:lstStyle>
            <a:lvl1pPr marL="0" indent="0">
              <a:buNone/>
              <a:defRPr sz="1710" b="0">
                <a:solidFill>
                  <a:srgbClr val="575757"/>
                </a:solidFill>
              </a:defRPr>
            </a:lvl1pPr>
          </a:lstStyle>
          <a:p>
            <a:pPr lvl="0"/>
            <a:r>
              <a:rPr lang="en-AU" noProof="0" dirty="0"/>
              <a:t>Click to add subtitle</a:t>
            </a:r>
            <a:endParaRPr lang="en-AU"/>
          </a:p>
        </p:txBody>
      </p:sp>
      <p:sp>
        <p:nvSpPr>
          <p:cNvPr id="3" name="Footer Placeholder 2"/>
          <p:cNvSpPr>
            <a:spLocks noGrp="1"/>
          </p:cNvSpPr>
          <p:nvPr>
            <p:ph type="ftr" sz="quarter" idx="20"/>
          </p:nvPr>
        </p:nvSpPr>
        <p:spPr/>
        <p:txBody>
          <a:bodyPr/>
          <a:lstStyle/>
          <a:p>
            <a:endParaRPr lang="en-AU" dirty="0"/>
          </a:p>
        </p:txBody>
      </p:sp>
    </p:spTree>
    <p:extLst>
      <p:ext uri="{BB962C8B-B14F-4D97-AF65-F5344CB8AC3E}">
        <p14:creationId xmlns:p14="http://schemas.microsoft.com/office/powerpoint/2010/main" val="4278236834"/>
      </p:ext>
    </p:extLst>
  </p:cSld>
  <p:clrMapOvr>
    <a:masterClrMapping/>
  </p:clrMapOvr>
  <p:transition>
    <p:fade/>
  </p:transition>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4" y="317504"/>
            <a:ext cx="11194340" cy="334099"/>
          </a:xfrm>
        </p:spPr>
        <p:txBody>
          <a:bodyPr/>
          <a:lstStyle/>
          <a:p>
            <a:r>
              <a:rPr lang="en-AU" noProof="0" dirty="0"/>
              <a:t>Click to edit Master title style</a:t>
            </a:r>
            <a:endParaRPr lang="en-AU"/>
          </a:p>
        </p:txBody>
      </p:sp>
      <p:sp>
        <p:nvSpPr>
          <p:cNvPr id="4" name="Text Placeholder 8"/>
          <p:cNvSpPr>
            <a:spLocks noGrp="1"/>
          </p:cNvSpPr>
          <p:nvPr>
            <p:ph type="body" sz="quarter" idx="17"/>
          </p:nvPr>
        </p:nvSpPr>
        <p:spPr>
          <a:xfrm>
            <a:off x="529493" y="2556000"/>
            <a:ext cx="2592000" cy="3394800"/>
          </a:xfrm>
        </p:spPr>
        <p:txBody>
          <a:bodyPr/>
          <a:lstStyle>
            <a:lvl1pPr>
              <a:defRPr b="1">
                <a:solidFill>
                  <a:schemeClr val="accent1"/>
                </a:solidFill>
              </a:defRPr>
            </a:lvl1pPr>
            <a:lvl2pPr>
              <a:spcAft>
                <a:spcPts val="926"/>
              </a:spcAft>
              <a:defRPr/>
            </a:lvl2pPr>
            <a:lvl3pPr marL="0" indent="0">
              <a:spcAft>
                <a:spcPts val="926"/>
              </a:spcAft>
              <a:buFont typeface="Arial" panose="020B0604020202020204" pitchFamily="34" charset="0"/>
              <a:buChar char="​"/>
              <a:defRPr/>
            </a:lvl3pPr>
            <a:lvl4pPr marL="163424" indent="-163424">
              <a:spcAft>
                <a:spcPts val="926"/>
              </a:spcAft>
              <a:buFont typeface="Arial" panose="020B0604020202020204" pitchFamily="34" charset="0"/>
              <a:buChar char="•"/>
              <a:defRPr/>
            </a:lvl4pPr>
            <a:lvl5pPr marL="330183" indent="-163424">
              <a:spcAft>
                <a:spcPts val="926"/>
              </a:spcAft>
              <a:defRPr baseline="0"/>
            </a:lvl5pPr>
            <a:lvl6pPr marL="330183" indent="-163424">
              <a:spcAft>
                <a:spcPts val="926"/>
              </a:spcAft>
              <a:buFont typeface="Verdana" panose="020B0604030504040204" pitchFamily="34" charset="0"/>
              <a:buChar char="−"/>
              <a:defRPr/>
            </a:lvl6pPr>
            <a:lvl7pPr marL="330183" indent="-163424">
              <a:spcAft>
                <a:spcPts val="926"/>
              </a:spcAft>
              <a:defRPr/>
            </a:lvl7pPr>
            <a:lvl8pPr marL="330183" indent="-163424">
              <a:spcAft>
                <a:spcPts val="926"/>
              </a:spcAft>
              <a:defRPr/>
            </a:lvl8pPr>
            <a:lvl9pPr marL="330183" indent="-163424">
              <a:spcAft>
                <a:spcPts val="926"/>
              </a:spcAft>
              <a:defRPr/>
            </a:lvl9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5" name="Text Placeholder 8"/>
          <p:cNvSpPr>
            <a:spLocks noGrp="1"/>
          </p:cNvSpPr>
          <p:nvPr>
            <p:ph type="body" sz="quarter" idx="18"/>
          </p:nvPr>
        </p:nvSpPr>
        <p:spPr>
          <a:xfrm>
            <a:off x="9068556" y="2556000"/>
            <a:ext cx="2592000" cy="3394800"/>
          </a:xfrm>
        </p:spPr>
        <p:txBody>
          <a:bodyPr/>
          <a:lstStyle>
            <a:lvl1pPr>
              <a:defRPr b="1">
                <a:solidFill>
                  <a:schemeClr val="accent1"/>
                </a:solidFill>
              </a:defRPr>
            </a:lvl1pPr>
            <a:lvl2pPr>
              <a:spcAft>
                <a:spcPts val="926"/>
              </a:spcAft>
              <a:defRPr/>
            </a:lvl2pPr>
            <a:lvl3pPr marL="0" indent="0">
              <a:spcAft>
                <a:spcPts val="926"/>
              </a:spcAft>
              <a:buFont typeface="Arial" panose="020B0604020202020204" pitchFamily="34" charset="0"/>
              <a:buChar char="​"/>
              <a:defRPr/>
            </a:lvl3pPr>
            <a:lvl4pPr marL="163424" indent="-163424">
              <a:spcAft>
                <a:spcPts val="926"/>
              </a:spcAft>
              <a:buFont typeface="Arial" panose="020B0604020202020204" pitchFamily="34" charset="0"/>
              <a:buChar char="•"/>
              <a:defRPr/>
            </a:lvl4pPr>
            <a:lvl5pPr marL="330183" indent="-163424">
              <a:spcAft>
                <a:spcPts val="926"/>
              </a:spcAft>
              <a:defRPr baseline="0"/>
            </a:lvl5pPr>
            <a:lvl6pPr marL="330183" indent="-163424">
              <a:spcAft>
                <a:spcPts val="926"/>
              </a:spcAft>
              <a:buFont typeface="Verdana" panose="020B0604030504040204" pitchFamily="34" charset="0"/>
              <a:buChar char="−"/>
              <a:defRPr/>
            </a:lvl6pPr>
            <a:lvl7pPr marL="330183" indent="-163424">
              <a:spcAft>
                <a:spcPts val="926"/>
              </a:spcAft>
              <a:defRPr/>
            </a:lvl7pPr>
            <a:lvl8pPr marL="330183" indent="-163424">
              <a:spcAft>
                <a:spcPts val="926"/>
              </a:spcAft>
              <a:defRPr/>
            </a:lvl8pPr>
            <a:lvl9pPr marL="330183" indent="-163424">
              <a:spcAft>
                <a:spcPts val="926"/>
              </a:spcAft>
              <a:defRPr/>
            </a:lvl9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6" name="Text Placeholder 8"/>
          <p:cNvSpPr>
            <a:spLocks noGrp="1"/>
          </p:cNvSpPr>
          <p:nvPr>
            <p:ph type="body" sz="quarter" idx="19"/>
          </p:nvPr>
        </p:nvSpPr>
        <p:spPr>
          <a:xfrm>
            <a:off x="3375848" y="2556000"/>
            <a:ext cx="2592000" cy="3394800"/>
          </a:xfrm>
        </p:spPr>
        <p:txBody>
          <a:bodyPr/>
          <a:lstStyle>
            <a:lvl1pPr>
              <a:defRPr b="1">
                <a:solidFill>
                  <a:schemeClr val="accent1"/>
                </a:solidFill>
              </a:defRPr>
            </a:lvl1pPr>
            <a:lvl2pPr>
              <a:spcAft>
                <a:spcPts val="926"/>
              </a:spcAft>
              <a:defRPr/>
            </a:lvl2pPr>
            <a:lvl3pPr marL="0" indent="0">
              <a:spcAft>
                <a:spcPts val="926"/>
              </a:spcAft>
              <a:buFont typeface="Arial" panose="020B0604020202020204" pitchFamily="34" charset="0"/>
              <a:buChar char="​"/>
              <a:defRPr/>
            </a:lvl3pPr>
            <a:lvl4pPr marL="163424" indent="-163424">
              <a:spcAft>
                <a:spcPts val="926"/>
              </a:spcAft>
              <a:buFont typeface="Arial" panose="020B0604020202020204" pitchFamily="34" charset="0"/>
              <a:buChar char="•"/>
              <a:defRPr/>
            </a:lvl4pPr>
            <a:lvl5pPr marL="330183" indent="-163424">
              <a:spcAft>
                <a:spcPts val="926"/>
              </a:spcAft>
              <a:defRPr baseline="0"/>
            </a:lvl5pPr>
            <a:lvl6pPr marL="330183" indent="-163424">
              <a:spcAft>
                <a:spcPts val="926"/>
              </a:spcAft>
              <a:buFont typeface="Verdana" panose="020B0604030504040204" pitchFamily="34" charset="0"/>
              <a:buChar char="−"/>
              <a:defRPr/>
            </a:lvl6pPr>
            <a:lvl7pPr marL="330183" indent="-163424">
              <a:spcAft>
                <a:spcPts val="926"/>
              </a:spcAft>
              <a:defRPr/>
            </a:lvl7pPr>
            <a:lvl8pPr marL="330183" indent="-163424">
              <a:spcAft>
                <a:spcPts val="926"/>
              </a:spcAft>
              <a:defRPr/>
            </a:lvl8pPr>
            <a:lvl9pPr marL="330183" indent="-163424">
              <a:spcAft>
                <a:spcPts val="926"/>
              </a:spcAft>
              <a:defRPr/>
            </a:lvl9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7" name="Text Placeholder 8"/>
          <p:cNvSpPr>
            <a:spLocks noGrp="1"/>
          </p:cNvSpPr>
          <p:nvPr>
            <p:ph type="body" sz="quarter" idx="20"/>
          </p:nvPr>
        </p:nvSpPr>
        <p:spPr>
          <a:xfrm>
            <a:off x="6222201" y="2556000"/>
            <a:ext cx="2592000" cy="3394800"/>
          </a:xfrm>
        </p:spPr>
        <p:txBody>
          <a:bodyPr/>
          <a:lstStyle>
            <a:lvl1pPr>
              <a:defRPr b="1">
                <a:solidFill>
                  <a:schemeClr val="accent1"/>
                </a:solidFill>
              </a:defRPr>
            </a:lvl1pPr>
            <a:lvl2pPr>
              <a:spcAft>
                <a:spcPts val="926"/>
              </a:spcAft>
              <a:defRPr/>
            </a:lvl2pPr>
            <a:lvl3pPr marL="0" indent="0">
              <a:spcAft>
                <a:spcPts val="926"/>
              </a:spcAft>
              <a:buFont typeface="Arial" panose="020B0604020202020204" pitchFamily="34" charset="0"/>
              <a:buChar char="​"/>
              <a:defRPr/>
            </a:lvl3pPr>
            <a:lvl4pPr marL="163424" indent="-163424">
              <a:spcAft>
                <a:spcPts val="926"/>
              </a:spcAft>
              <a:buFont typeface="Arial" panose="020B0604020202020204" pitchFamily="34" charset="0"/>
              <a:buChar char="•"/>
              <a:defRPr/>
            </a:lvl4pPr>
            <a:lvl5pPr marL="330183" indent="-163424">
              <a:spcAft>
                <a:spcPts val="926"/>
              </a:spcAft>
              <a:defRPr baseline="0"/>
            </a:lvl5pPr>
            <a:lvl6pPr marL="330183" indent="-163424">
              <a:spcAft>
                <a:spcPts val="926"/>
              </a:spcAft>
              <a:buFont typeface="Verdana" panose="020B0604030504040204" pitchFamily="34" charset="0"/>
              <a:buChar char="−"/>
              <a:defRPr/>
            </a:lvl6pPr>
            <a:lvl7pPr marL="330183" indent="-163424">
              <a:spcAft>
                <a:spcPts val="926"/>
              </a:spcAft>
              <a:defRPr/>
            </a:lvl7pPr>
            <a:lvl8pPr marL="330183" indent="-163424">
              <a:spcAft>
                <a:spcPts val="926"/>
              </a:spcAft>
              <a:defRPr/>
            </a:lvl8pPr>
            <a:lvl9pPr marL="330183" indent="-163424">
              <a:spcAft>
                <a:spcPts val="926"/>
              </a:spcAft>
              <a:defRPr/>
            </a:lvl9p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p:txBody>
      </p:sp>
      <p:sp>
        <p:nvSpPr>
          <p:cNvPr id="8" name="Text Placeholder 8"/>
          <p:cNvSpPr>
            <a:spLocks noGrp="1"/>
          </p:cNvSpPr>
          <p:nvPr>
            <p:ph type="body" sz="quarter" idx="13" hasCustomPrompt="1"/>
          </p:nvPr>
        </p:nvSpPr>
        <p:spPr>
          <a:xfrm>
            <a:off x="501654" y="651603"/>
            <a:ext cx="11194340" cy="757255"/>
          </a:xfrm>
          <a:prstGeom prst="rect">
            <a:avLst/>
          </a:prstGeom>
        </p:spPr>
        <p:txBody>
          <a:bodyPr lIns="0" tIns="0" rIns="0" bIns="0">
            <a:noAutofit/>
          </a:bodyPr>
          <a:lstStyle>
            <a:lvl1pPr marL="0" indent="0">
              <a:buNone/>
              <a:defRPr sz="1710" b="0">
                <a:solidFill>
                  <a:srgbClr val="575757"/>
                </a:solidFill>
              </a:defRPr>
            </a:lvl1pPr>
          </a:lstStyle>
          <a:p>
            <a:pPr lvl="0"/>
            <a:r>
              <a:rPr lang="en-AU" noProof="0" dirty="0"/>
              <a:t>Click to add subtitle</a:t>
            </a:r>
            <a:endParaRPr lang="en-AU"/>
          </a:p>
        </p:txBody>
      </p:sp>
      <p:sp>
        <p:nvSpPr>
          <p:cNvPr id="3" name="Footer Placeholder 2"/>
          <p:cNvSpPr>
            <a:spLocks noGrp="1"/>
          </p:cNvSpPr>
          <p:nvPr>
            <p:ph type="ftr" sz="quarter" idx="21"/>
          </p:nvPr>
        </p:nvSpPr>
        <p:spPr/>
        <p:txBody>
          <a:bodyPr/>
          <a:lstStyle/>
          <a:p>
            <a:endParaRPr lang="en-AU" dirty="0"/>
          </a:p>
        </p:txBody>
      </p:sp>
    </p:spTree>
    <p:extLst>
      <p:ext uri="{BB962C8B-B14F-4D97-AF65-F5344CB8AC3E}">
        <p14:creationId xmlns:p14="http://schemas.microsoft.com/office/powerpoint/2010/main" val="3193403413"/>
      </p:ext>
    </p:extLst>
  </p:cSld>
  <p:clrMapOvr>
    <a:masterClrMapping/>
  </p:clrMapOvr>
  <p:transition>
    <p:fade/>
  </p:transition>
  <p:timing>
    <p:tnLst>
      <p:par>
        <p:cTn id="1" dur="indefinite" restart="never" nodeType="tmRoot"/>
      </p:par>
    </p:tn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494198" y="651603"/>
            <a:ext cx="11201796" cy="757255"/>
          </a:xfrm>
          <a:prstGeom prst="rect">
            <a:avLst/>
          </a:prstGeom>
        </p:spPr>
        <p:txBody>
          <a:bodyPr lIns="0" tIns="0" rIns="0" bIns="0">
            <a:noAutofit/>
          </a:bodyPr>
          <a:lstStyle>
            <a:lvl1pPr marL="0" indent="0">
              <a:buNone/>
              <a:defRPr sz="1710" b="0">
                <a:solidFill>
                  <a:srgbClr val="575757"/>
                </a:solidFill>
              </a:defRPr>
            </a:lvl1pPr>
          </a:lstStyle>
          <a:p>
            <a:pPr lvl="0"/>
            <a:r>
              <a:rPr lang="en-AU" dirty="0"/>
              <a:t>Click to add subtitle</a:t>
            </a:r>
            <a:endParaRPr lang="en-AU"/>
          </a:p>
        </p:txBody>
      </p:sp>
      <p:sp>
        <p:nvSpPr>
          <p:cNvPr id="9" name="Title Placeholder 1"/>
          <p:cNvSpPr>
            <a:spLocks noGrp="1"/>
          </p:cNvSpPr>
          <p:nvPr>
            <p:ph type="title" hasCustomPrompt="1"/>
          </p:nvPr>
        </p:nvSpPr>
        <p:spPr>
          <a:xfrm>
            <a:off x="494198" y="317505"/>
            <a:ext cx="11201796" cy="334097"/>
          </a:xfrm>
          <a:prstGeom prst="rect">
            <a:avLst/>
          </a:prstGeom>
        </p:spPr>
        <p:txBody>
          <a:bodyPr vert="horz" lIns="0" tIns="0" rIns="0" bIns="0" rtlCol="0" anchor="t" anchorCtr="0">
            <a:noAutofit/>
          </a:bodyPr>
          <a:lstStyle>
            <a:lvl1pPr>
              <a:defRPr/>
            </a:lvl1pPr>
          </a:lstStyle>
          <a:p>
            <a:r>
              <a:rPr lang="en-AU" dirty="0"/>
              <a:t>Click to add title</a:t>
            </a:r>
            <a:endParaRPr lang="en-AU"/>
          </a:p>
        </p:txBody>
      </p:sp>
      <p:sp>
        <p:nvSpPr>
          <p:cNvPr id="10" name="Text Placeholder 18"/>
          <p:cNvSpPr>
            <a:spLocks noGrp="1"/>
          </p:cNvSpPr>
          <p:nvPr>
            <p:ph idx="1"/>
          </p:nvPr>
        </p:nvSpPr>
        <p:spPr>
          <a:xfrm>
            <a:off x="494199" y="1665292"/>
            <a:ext cx="5601804" cy="4716463"/>
          </a:xfrm>
          <a:prstGeom prst="rect">
            <a:avLst/>
          </a:prstGeom>
        </p:spPr>
        <p:txBody>
          <a:bodyPr vert="horz" lIns="0" tIns="0" rIns="0" bIns="0" rtlCol="0">
            <a:noAutofit/>
          </a:bodyPr>
          <a:lstStyle/>
          <a:p>
            <a:pPr lvl="0"/>
            <a:r>
              <a:rPr lang="en-AU" dirty="0"/>
              <a:t>Click to edit Master text styles</a:t>
            </a:r>
            <a:endParaRPr lang="en-AU"/>
          </a:p>
          <a:p>
            <a:pPr lvl="1"/>
            <a:r>
              <a:rPr lang="en-AU" dirty="0"/>
              <a:t>Second level</a:t>
            </a:r>
            <a:endParaRPr lang="en-AU"/>
          </a:p>
          <a:p>
            <a:pPr lvl="2"/>
            <a:r>
              <a:rPr lang="en-AU" dirty="0"/>
              <a:t>Third level</a:t>
            </a:r>
            <a:endParaRPr lang="en-AU"/>
          </a:p>
          <a:p>
            <a:pPr lvl="3"/>
            <a:r>
              <a:rPr lang="en-AU" dirty="0"/>
              <a:t>Fourth level</a:t>
            </a:r>
            <a:endParaRPr lang="en-AU"/>
          </a:p>
          <a:p>
            <a:pPr lvl="4"/>
            <a:r>
              <a:rPr lang="en-AU" dirty="0"/>
              <a:t>Fifth level</a:t>
            </a:r>
            <a:endParaRPr lang="en-AU"/>
          </a:p>
        </p:txBody>
      </p:sp>
      <p:sp>
        <p:nvSpPr>
          <p:cNvPr id="2" name="Footer Placeholder 1"/>
          <p:cNvSpPr>
            <a:spLocks noGrp="1"/>
          </p:cNvSpPr>
          <p:nvPr>
            <p:ph type="ftr" sz="quarter" idx="14"/>
          </p:nvPr>
        </p:nvSpPr>
        <p:spPr/>
        <p:txBody>
          <a:bodyPr/>
          <a:lstStyle/>
          <a:p>
            <a:endParaRPr lang="en-AU" dirty="0"/>
          </a:p>
        </p:txBody>
      </p:sp>
    </p:spTree>
    <p:extLst>
      <p:ext uri="{BB962C8B-B14F-4D97-AF65-F5344CB8AC3E}">
        <p14:creationId xmlns:p14="http://schemas.microsoft.com/office/powerpoint/2010/main" val="2991146865"/>
      </p:ext>
    </p:extLst>
  </p:cSld>
  <p:clrMapOvr>
    <a:masterClrMapping/>
  </p:clrMapOvr>
  <p:transition>
    <p:fade/>
  </p:transition>
  <p:timing>
    <p:tnLst>
      <p:par>
        <p:cTn id="1" dur="indefinite" restart="never" nodeType="tmRoot"/>
      </p:par>
    </p:tn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94198" y="317501"/>
            <a:ext cx="11201796" cy="692150"/>
          </a:xfrm>
        </p:spPr>
        <p:txBody>
          <a:bodyPr/>
          <a:lstStyle/>
          <a:p>
            <a:r>
              <a:rPr lang="en-AU" dirty="0"/>
              <a:t>Click to edit Master title style</a:t>
            </a:r>
            <a:endParaRPr lang="en-AU"/>
          </a:p>
        </p:txBody>
      </p:sp>
      <p:sp>
        <p:nvSpPr>
          <p:cNvPr id="3" name="Footer Placeholder 2"/>
          <p:cNvSpPr>
            <a:spLocks noGrp="1"/>
          </p:cNvSpPr>
          <p:nvPr>
            <p:ph type="ftr" sz="quarter" idx="10"/>
          </p:nvPr>
        </p:nvSpPr>
        <p:spPr/>
        <p:txBody>
          <a:bodyPr/>
          <a:lstStyle/>
          <a:p>
            <a:endParaRPr lang="en-AU" dirty="0"/>
          </a:p>
        </p:txBody>
      </p:sp>
    </p:spTree>
    <p:extLst>
      <p:ext uri="{BB962C8B-B14F-4D97-AF65-F5344CB8AC3E}">
        <p14:creationId xmlns:p14="http://schemas.microsoft.com/office/powerpoint/2010/main" val="3748292319"/>
      </p:ext>
    </p:extLst>
  </p:cSld>
  <p:clrMapOvr>
    <a:masterClrMapping/>
  </p:clrMapOvr>
  <p:transition>
    <p:fade/>
  </p:transition>
  <p:timing>
    <p:tnLst>
      <p:par>
        <p:cTn id="1" dur="indefinite" restart="never" nodeType="tmRoot"/>
      </p:par>
    </p:tn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endParaRPr lang="en-AU" dirty="0"/>
          </a:p>
        </p:txBody>
      </p:sp>
    </p:spTree>
    <p:extLst>
      <p:ext uri="{BB962C8B-B14F-4D97-AF65-F5344CB8AC3E}">
        <p14:creationId xmlns:p14="http://schemas.microsoft.com/office/powerpoint/2010/main" val="1328317259"/>
      </p:ext>
    </p:extLst>
  </p:cSld>
  <p:clrMapOvr>
    <a:masterClrMapping/>
  </p:clrMapOvr>
  <p:transition>
    <p:fade/>
  </p:transition>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3" name="Picture Placeholder 2"/>
          <p:cNvSpPr>
            <a:spLocks noGrp="1"/>
          </p:cNvSpPr>
          <p:nvPr>
            <p:ph type="pic" sz="quarter" idx="14" hasCustomPrompt="1"/>
          </p:nvPr>
        </p:nvSpPr>
        <p:spPr>
          <a:xfrm>
            <a:off x="9341054" y="4211955"/>
            <a:ext cx="2354940" cy="1725448"/>
          </a:xfrm>
        </p:spPr>
        <p:txBody>
          <a:bodyPr anchor="ctr" anchorCtr="0"/>
          <a:lstStyle>
            <a:lvl1pPr algn="ctr">
              <a:defRPr sz="834"/>
            </a:lvl1pPr>
          </a:lstStyle>
          <a:p>
            <a:r>
              <a:rPr lang="en-AU" sz="834" dirty="0"/>
              <a:t>Insert sponsorship mark here</a:t>
            </a:r>
            <a:endParaRPr lang="en-AU" dirty="0"/>
          </a:p>
        </p:txBody>
      </p:sp>
      <p:sp>
        <p:nvSpPr>
          <p:cNvPr id="8" name="Text Placeholder 7"/>
          <p:cNvSpPr>
            <a:spLocks noGrp="1"/>
          </p:cNvSpPr>
          <p:nvPr>
            <p:ph type="body" sz="quarter" idx="15"/>
          </p:nvPr>
        </p:nvSpPr>
        <p:spPr>
          <a:xfrm>
            <a:off x="9341055" y="6018028"/>
            <a:ext cx="2354940" cy="363722"/>
          </a:xfrm>
        </p:spPr>
        <p:txBody>
          <a:bodyPr anchor="b" anchorCtr="0">
            <a:noAutofit/>
          </a:bodyPr>
          <a:lstStyle>
            <a:lvl1pPr>
              <a:lnSpc>
                <a:spcPct val="100000"/>
              </a:lnSpc>
              <a:defRPr sz="855"/>
            </a:lvl1pPr>
          </a:lstStyle>
          <a:p>
            <a:pPr lvl="0"/>
            <a:r>
              <a:rPr lang="en-AU" dirty="0"/>
              <a:t>Click to edit Master text styles</a:t>
            </a:r>
            <a:endParaRPr lang="en-AU"/>
          </a:p>
        </p:txBody>
      </p:sp>
      <p:sp>
        <p:nvSpPr>
          <p:cNvPr id="2" name="Footer Placeholder 1"/>
          <p:cNvSpPr>
            <a:spLocks noGrp="1"/>
          </p:cNvSpPr>
          <p:nvPr>
            <p:ph type="ftr" sz="quarter" idx="16"/>
          </p:nvPr>
        </p:nvSpPr>
        <p:spPr/>
        <p:txBody>
          <a:bodyPr/>
          <a:lstStyle>
            <a:lvl1pPr>
              <a:defRPr>
                <a:solidFill>
                  <a:schemeClr val="bg1"/>
                </a:solidFill>
              </a:defRPr>
            </a:lvl1pPr>
          </a:lstStyle>
          <a:p>
            <a:endParaRPr lang="en-AU" dirty="0"/>
          </a:p>
        </p:txBody>
      </p:sp>
      <p:pic>
        <p:nvPicPr>
          <p:cNvPr id="820400218" name="LogoDisclaimerPage"/>
          <p:cNvPicPr>
            <a:picLocks noChangeAspect="1"/>
          </p:cNvPicPr>
          <p:nvPr/>
        </p:nvPicPr>
        <p:blipFill>
          <a:blip r:embed="rId2">
            <a:extLst/>
          </a:blip>
          <a:stretch>
            <a:fillRect/>
          </a:stretch>
        </p:blipFill>
        <p:spPr>
          <a:xfrm>
            <a:off x="472088" y="359245"/>
            <a:ext cx="2879403" cy="659703"/>
          </a:xfrm>
          <a:prstGeom prst="rect">
            <a:avLst/>
          </a:prstGeom>
        </p:spPr>
      </p:pic>
      <p:sp>
        <p:nvSpPr>
          <p:cNvPr id="19" name="LEG_ProposalEnd"/>
          <p:cNvSpPr>
            <a:spLocks/>
          </p:cNvSpPr>
          <p:nvPr userDrawn="1"/>
        </p:nvSpPr>
        <p:spPr bwMode="auto">
          <a:xfrm>
            <a:off x="496048" y="3429001"/>
            <a:ext cx="8571937" cy="2952310"/>
          </a:xfrm>
          <a:prstGeom prst="rect">
            <a:avLst/>
          </a:prstGeom>
          <a:noFill/>
          <a:ln w="9525">
            <a:noFill/>
            <a:miter lim="800000"/>
            <a:headEnd/>
            <a:tailEnd/>
          </a:ln>
        </p:spPr>
        <p:txBody>
          <a:bodyPr lIns="0" tIns="0" rIns="0" bIns="0" anchor="b"/>
          <a:lstStyle/>
          <a:p>
            <a:pPr defTabSz="994232">
              <a:spcAft>
                <a:spcPts val="0"/>
              </a:spcAft>
              <a:buClr>
                <a:schemeClr val="tx1"/>
              </a:buClr>
              <a:buSzPct val="80000"/>
              <a:buFont typeface="Wingdings" pitchFamily="2" charset="2"/>
              <a:buNone/>
            </a:pPr>
            <a:r>
              <a:rPr lang="en-AU" sz="770" noProof="1">
                <a:solidFill>
                  <a:schemeClr val="tx1"/>
                </a:solidFill>
              </a:rPr>
              <a:t>Deloitte Access Economics is Australia’s pre-eminent economics advisory practice and a member of Deloitte's global economics group. For more information, please visit our website: www.deloitte.com/au/deloitte-access-economics
Deloitte refers to one or more of Deloitte Touche Tohmatsu Limited, a UK private company limited by guarantee, and its network of member firms, each of which is a legally separate and independent entity. Please see www.deloitte.com/au/about for a detailed description of the legal structure of Deloitte Touche Tohmatsu Limited and its member firms.
The entity named herein is a legally separate and independent entity. In providing this document, the author only acts in the named capacity and does not act in any other capacity.  Nothing in this document, nor any related attachments or communications or services, have any capacity to bind any other entity under the ‘Deloitte’ network of member firms (including those operating in Australia).
About Deloitte
Deloitte provides audit, tax, consulting, and financial advisory services to public and private clients spanning multiple industries. With a globally connected network of member firms in more than 150 countries, Deloitte brings world-class capabilities and high-quality service to clients, delivering the insights they need to address their most complex business challenges. Deloitte's approximately 200,000 professionals are committed to becoming the standard of excellence.
About Deloitte Australia
In Australia, the member firm is the Australian partnership of Deloitte Touche Tohmatsu. As one of Australia’s leading professional services firms. Deloitte Touche Tohmatsu and its affiliates provide audit, tax, consulting, and financial advisory services through approximately 6000 people across the country. Focused on the creation of value and growth, and known as an employer of choice for innovative human resources programs, we are dedicated to helping our clients and our people excel. For more information, please visit our web site at www.deloitte.com.au.
Liability limited by a scheme approved under Professional Standards Legislation.
Member of Deloitte Touche Tohmatsu Limited.
© 2017 Deloitte Access Economics Pty Ltd</a:t>
            </a:r>
          </a:p>
        </p:txBody>
      </p:sp>
    </p:spTree>
    <p:extLst>
      <p:ext uri="{BB962C8B-B14F-4D97-AF65-F5344CB8AC3E}">
        <p14:creationId xmlns:p14="http://schemas.microsoft.com/office/powerpoint/2010/main" val="491188300"/>
      </p:ext>
    </p:extLst>
  </p:cSld>
  <p:clrMapOvr>
    <a:masterClrMapping/>
  </p:clrMapOvr>
  <p:timing>
    <p:tnLst>
      <p:par>
        <p:cTn id="1" dur="indefinite" restart="never" nodeType="tmRoot"/>
      </p:par>
    </p:tn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1200" y="1857892"/>
            <a:ext cx="8341608" cy="1695450"/>
          </a:xfrm>
        </p:spPr>
        <p:txBody>
          <a:bodyPr/>
          <a:lstStyle>
            <a:lvl1pPr>
              <a:spcAft>
                <a:spcPts val="513"/>
              </a:spcAft>
              <a:defRPr b="1">
                <a:solidFill>
                  <a:schemeClr val="accent1"/>
                </a:solidFill>
              </a:defRPr>
            </a:lvl1pPr>
            <a:lvl2pPr>
              <a:spcAft>
                <a:spcPts val="513"/>
              </a:spcAft>
              <a:defRPr/>
            </a:lvl2pPr>
            <a:lvl3pPr marL="0" indent="0">
              <a:spcAft>
                <a:spcPts val="257"/>
              </a:spcAft>
              <a:buNone/>
              <a:defRPr/>
            </a:lvl3pPr>
            <a:lvl4pPr marL="163424" indent="-163424">
              <a:spcAft>
                <a:spcPts val="257"/>
              </a:spcAft>
              <a:buFont typeface="Wingdings" panose="05000000000000000000" pitchFamily="2" charset="2"/>
              <a:buChar char="q"/>
              <a:defRPr/>
            </a:lvl4pPr>
            <a:lvl5pPr marL="330183" indent="-163424">
              <a:spcAft>
                <a:spcPts val="257"/>
              </a:spcAft>
              <a:defRPr baseline="0"/>
            </a:lvl5pPr>
            <a:lvl6pPr marL="330183" indent="-163424">
              <a:spcAft>
                <a:spcPts val="926"/>
              </a:spcAft>
              <a:buFont typeface="Verdana" panose="020B0604030504040204" pitchFamily="34" charset="0"/>
              <a:buChar char="−"/>
              <a:defRPr/>
            </a:lvl6pPr>
            <a:lvl7pPr marL="330183" indent="-163424">
              <a:spcAft>
                <a:spcPts val="926"/>
              </a:spcAft>
              <a:defRPr/>
            </a:lvl7pPr>
            <a:lvl8pPr marL="330183" indent="-163424">
              <a:spcAft>
                <a:spcPts val="926"/>
              </a:spcAft>
              <a:defRPr/>
            </a:lvl8pPr>
            <a:lvl9pPr marL="330183" indent="-163424">
              <a:spcAft>
                <a:spcPts val="926"/>
              </a:spcAft>
              <a:defRPr/>
            </a:lvl9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1"/>
          <p:cNvSpPr>
            <a:spLocks noGrp="1"/>
          </p:cNvSpPr>
          <p:nvPr>
            <p:ph type="title"/>
          </p:nvPr>
        </p:nvSpPr>
        <p:spPr>
          <a:xfrm>
            <a:off x="494199" y="317506"/>
            <a:ext cx="11201796" cy="334095"/>
          </a:xfrm>
        </p:spPr>
        <p:txBody>
          <a:bodyPr/>
          <a:lstStyle/>
          <a:p>
            <a:r>
              <a:rPr lang="en-US" noProof="0"/>
              <a:t>Click to edit Master title style</a:t>
            </a:r>
            <a:endParaRPr lang="en-US" noProof="0" dirty="0"/>
          </a:p>
        </p:txBody>
      </p:sp>
      <p:sp>
        <p:nvSpPr>
          <p:cNvPr id="4" name="Rectangle 3"/>
          <p:cNvSpPr/>
          <p:nvPr userDrawn="1"/>
        </p:nvSpPr>
        <p:spPr>
          <a:xfrm>
            <a:off x="492909" y="1705379"/>
            <a:ext cx="11198609"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26"/>
              </a:spcAft>
            </a:pPr>
            <a:endParaRPr lang="en-US" sz="1019" noProof="0" dirty="0">
              <a:solidFill>
                <a:schemeClr val="bg1"/>
              </a:solidFill>
            </a:endParaRPr>
          </a:p>
        </p:txBody>
      </p:sp>
      <p:sp>
        <p:nvSpPr>
          <p:cNvPr id="6" name="Picture Placeholder 29"/>
          <p:cNvSpPr>
            <a:spLocks noGrp="1"/>
          </p:cNvSpPr>
          <p:nvPr>
            <p:ph type="pic" sz="quarter" idx="19" hasCustomPrompt="1"/>
          </p:nvPr>
        </p:nvSpPr>
        <p:spPr>
          <a:xfrm>
            <a:off x="9089240" y="1863920"/>
            <a:ext cx="2606752" cy="1659054"/>
          </a:xfrm>
        </p:spPr>
        <p:txBody>
          <a:bodyPr/>
          <a:lstStyle>
            <a:lvl1pPr marL="0" marR="0" indent="0" algn="l" defTabSz="847136" rtl="0" eaLnBrk="1" fontAlgn="auto" latinLnBrk="0" hangingPunct="1">
              <a:lnSpc>
                <a:spcPct val="100000"/>
              </a:lnSpc>
              <a:spcBef>
                <a:spcPts val="0"/>
              </a:spcBef>
              <a:spcAft>
                <a:spcPts val="926"/>
              </a:spcAft>
              <a:buClrTx/>
              <a:buSzTx/>
              <a:buFont typeface="Arial" panose="020B0604020202020204" pitchFamily="34" charset="0"/>
              <a:buNone/>
              <a:tabLst/>
              <a:defRPr sz="834"/>
            </a:lvl1pPr>
          </a:lstStyle>
          <a:p>
            <a:pPr>
              <a:spcBef>
                <a:spcPct val="0"/>
              </a:spcBef>
            </a:pPr>
            <a:r>
              <a:rPr lang="en-US" sz="1112" noProof="0" dirty="0">
                <a:solidFill>
                  <a:schemeClr val="bg1"/>
                </a:solidFill>
              </a:rPr>
              <a:t>Picture</a:t>
            </a:r>
          </a:p>
          <a:p>
            <a:endParaRPr lang="en-US" noProof="0" dirty="0"/>
          </a:p>
        </p:txBody>
      </p:sp>
      <p:sp>
        <p:nvSpPr>
          <p:cNvPr id="16" name="Text Placeholder 8"/>
          <p:cNvSpPr>
            <a:spLocks noGrp="1"/>
          </p:cNvSpPr>
          <p:nvPr>
            <p:ph type="body" sz="quarter" idx="13" hasCustomPrompt="1"/>
          </p:nvPr>
        </p:nvSpPr>
        <p:spPr>
          <a:xfrm>
            <a:off x="494198" y="651603"/>
            <a:ext cx="11201796" cy="757255"/>
          </a:xfrm>
          <a:prstGeom prst="rect">
            <a:avLst/>
          </a:prstGeom>
        </p:spPr>
        <p:txBody>
          <a:bodyPr lIns="0" tIns="0" rIns="0" bIns="0">
            <a:noAutofit/>
          </a:bodyPr>
          <a:lstStyle>
            <a:lvl1pPr marL="0" indent="0">
              <a:buNone/>
              <a:defRPr sz="1710" b="0">
                <a:solidFill>
                  <a:srgbClr val="575757"/>
                </a:solidFill>
              </a:defRPr>
            </a:lvl1pPr>
          </a:lstStyle>
          <a:p>
            <a:pPr lvl="0"/>
            <a:r>
              <a:rPr lang="en-US" noProof="0" dirty="0"/>
              <a:t>Click to add subtitle</a:t>
            </a:r>
          </a:p>
        </p:txBody>
      </p:sp>
      <p:sp>
        <p:nvSpPr>
          <p:cNvPr id="10" name="Text Placeholder 8"/>
          <p:cNvSpPr>
            <a:spLocks noGrp="1"/>
          </p:cNvSpPr>
          <p:nvPr>
            <p:ph type="body" sz="quarter" idx="20" hasCustomPrompt="1"/>
          </p:nvPr>
        </p:nvSpPr>
        <p:spPr>
          <a:xfrm>
            <a:off x="9084765" y="3628473"/>
            <a:ext cx="2606752" cy="1695450"/>
          </a:xfrm>
        </p:spPr>
        <p:txBody>
          <a:bodyPr/>
          <a:lstStyle>
            <a:lvl1pPr>
              <a:spcAft>
                <a:spcPts val="257"/>
              </a:spcAft>
              <a:defRPr b="1">
                <a:solidFill>
                  <a:schemeClr val="accent1"/>
                </a:solidFill>
              </a:defRPr>
            </a:lvl1pPr>
            <a:lvl2pPr>
              <a:spcAft>
                <a:spcPts val="257"/>
              </a:spcAft>
              <a:defRPr/>
            </a:lvl2pPr>
            <a:lvl3pPr marL="0" indent="0">
              <a:spcAft>
                <a:spcPts val="257"/>
              </a:spcAft>
              <a:buNone/>
              <a:defRPr/>
            </a:lvl3pPr>
            <a:lvl4pPr marL="293248" indent="0">
              <a:spcBef>
                <a:spcPts val="513"/>
              </a:spcBef>
              <a:spcAft>
                <a:spcPts val="513"/>
              </a:spcAft>
              <a:buFont typeface="Arial" panose="020B0604020202020204" pitchFamily="34" charset="0"/>
              <a:buNone/>
              <a:defRPr baseline="0"/>
            </a:lvl4pPr>
            <a:lvl5pPr marL="330183" indent="-163424">
              <a:spcAft>
                <a:spcPts val="257"/>
              </a:spcAft>
              <a:defRPr baseline="0"/>
            </a:lvl5pPr>
            <a:lvl6pPr marL="330183" indent="-163424">
              <a:spcAft>
                <a:spcPts val="926"/>
              </a:spcAft>
              <a:buFont typeface="Verdana" panose="020B0604030504040204" pitchFamily="34" charset="0"/>
              <a:buChar char="−"/>
              <a:defRPr/>
            </a:lvl6pPr>
            <a:lvl7pPr marL="330183" indent="-163424">
              <a:spcAft>
                <a:spcPts val="926"/>
              </a:spcAft>
              <a:defRPr/>
            </a:lvl7pPr>
            <a:lvl8pPr marL="330183" indent="-163424">
              <a:spcAft>
                <a:spcPts val="926"/>
              </a:spcAft>
              <a:defRPr/>
            </a:lvl8pPr>
            <a:lvl9pPr marL="330183" indent="-163424">
              <a:spcAft>
                <a:spcPts val="926"/>
              </a:spcAft>
              <a:defRPr/>
            </a:lvl9pPr>
          </a:lstStyle>
          <a:p>
            <a:pPr lvl="0"/>
            <a:r>
              <a:rPr lang="en-US" noProof="0" dirty="0"/>
              <a:t>Name</a:t>
            </a:r>
          </a:p>
          <a:p>
            <a:pPr lvl="2"/>
            <a:r>
              <a:rPr lang="en-US" noProof="0" dirty="0"/>
              <a:t>Designation</a:t>
            </a:r>
          </a:p>
          <a:p>
            <a:pPr lvl="2"/>
            <a:r>
              <a:rPr lang="en-US" noProof="0" dirty="0"/>
              <a:t>Function</a:t>
            </a:r>
          </a:p>
          <a:p>
            <a:pPr lvl="2"/>
            <a:r>
              <a:rPr lang="en-US" noProof="0" dirty="0"/>
              <a:t>Country</a:t>
            </a:r>
          </a:p>
          <a:p>
            <a:pPr lvl="3"/>
            <a:r>
              <a:rPr lang="en-US" noProof="0" dirty="0"/>
              <a:t>Office Phone</a:t>
            </a:r>
          </a:p>
          <a:p>
            <a:pPr lvl="3"/>
            <a:r>
              <a:rPr lang="en-US" noProof="0" dirty="0"/>
              <a:t>Mobile Phone</a:t>
            </a:r>
          </a:p>
          <a:p>
            <a:pPr lvl="3"/>
            <a:r>
              <a:rPr lang="en-US" noProof="0" dirty="0"/>
              <a:t>Email address</a:t>
            </a:r>
          </a:p>
        </p:txBody>
      </p:sp>
      <p:sp>
        <p:nvSpPr>
          <p:cNvPr id="11" name="Freeform 701"/>
          <p:cNvSpPr>
            <a:spLocks noChangeAspect="1" noEditPoints="1"/>
          </p:cNvSpPr>
          <p:nvPr userDrawn="1"/>
        </p:nvSpPr>
        <p:spPr bwMode="auto">
          <a:xfrm>
            <a:off x="9113766" y="4897314"/>
            <a:ext cx="311892" cy="248858"/>
          </a:xfrm>
          <a:custGeom>
            <a:avLst/>
            <a:gdLst>
              <a:gd name="T0" fmla="*/ 202 w 512"/>
              <a:gd name="T1" fmla="*/ 252 h 512"/>
              <a:gd name="T2" fmla="*/ 117 w 512"/>
              <a:gd name="T3" fmla="*/ 337 h 512"/>
              <a:gd name="T4" fmla="*/ 117 w 512"/>
              <a:gd name="T5" fmla="*/ 173 h 512"/>
              <a:gd name="T6" fmla="*/ 202 w 512"/>
              <a:gd name="T7" fmla="*/ 252 h 512"/>
              <a:gd name="T8" fmla="*/ 378 w 512"/>
              <a:gd name="T9" fmla="*/ 160 h 512"/>
              <a:gd name="T10" fmla="*/ 133 w 512"/>
              <a:gd name="T11" fmla="*/ 160 h 512"/>
              <a:gd name="T12" fmla="*/ 256 w 512"/>
              <a:gd name="T13" fmla="*/ 273 h 512"/>
              <a:gd name="T14" fmla="*/ 378 w 512"/>
              <a:gd name="T15" fmla="*/ 160 h 512"/>
              <a:gd name="T16" fmla="*/ 263 w 512"/>
              <a:gd name="T17" fmla="*/ 295 h 512"/>
              <a:gd name="T18" fmla="*/ 256 w 512"/>
              <a:gd name="T19" fmla="*/ 298 h 512"/>
              <a:gd name="T20" fmla="*/ 248 w 512"/>
              <a:gd name="T21" fmla="*/ 295 h 512"/>
              <a:gd name="T22" fmla="*/ 217 w 512"/>
              <a:gd name="T23" fmla="*/ 267 h 512"/>
              <a:gd name="T24" fmla="*/ 132 w 512"/>
              <a:gd name="T25" fmla="*/ 352 h 512"/>
              <a:gd name="T26" fmla="*/ 379 w 512"/>
              <a:gd name="T27" fmla="*/ 352 h 512"/>
              <a:gd name="T28" fmla="*/ 294 w 512"/>
              <a:gd name="T29" fmla="*/ 267 h 512"/>
              <a:gd name="T30" fmla="*/ 263 w 512"/>
              <a:gd name="T31" fmla="*/ 295 h 512"/>
              <a:gd name="T32" fmla="*/ 512 w 512"/>
              <a:gd name="T33" fmla="*/ 256 h 512"/>
              <a:gd name="T34" fmla="*/ 256 w 512"/>
              <a:gd name="T35" fmla="*/ 512 h 512"/>
              <a:gd name="T36" fmla="*/ 0 w 512"/>
              <a:gd name="T37" fmla="*/ 256 h 512"/>
              <a:gd name="T38" fmla="*/ 256 w 512"/>
              <a:gd name="T39" fmla="*/ 0 h 512"/>
              <a:gd name="T40" fmla="*/ 512 w 512"/>
              <a:gd name="T41" fmla="*/ 256 h 512"/>
              <a:gd name="T42" fmla="*/ 416 w 512"/>
              <a:gd name="T43" fmla="*/ 149 h 512"/>
              <a:gd name="T44" fmla="*/ 405 w 512"/>
              <a:gd name="T45" fmla="*/ 138 h 512"/>
              <a:gd name="T46" fmla="*/ 106 w 512"/>
              <a:gd name="T47" fmla="*/ 138 h 512"/>
              <a:gd name="T48" fmla="*/ 96 w 512"/>
              <a:gd name="T49" fmla="*/ 149 h 512"/>
              <a:gd name="T50" fmla="*/ 96 w 512"/>
              <a:gd name="T51" fmla="*/ 362 h 512"/>
              <a:gd name="T52" fmla="*/ 106 w 512"/>
              <a:gd name="T53" fmla="*/ 373 h 512"/>
              <a:gd name="T54" fmla="*/ 405 w 512"/>
              <a:gd name="T55" fmla="*/ 373 h 512"/>
              <a:gd name="T56" fmla="*/ 416 w 512"/>
              <a:gd name="T57" fmla="*/ 362 h 512"/>
              <a:gd name="T58" fmla="*/ 416 w 512"/>
              <a:gd name="T59" fmla="*/ 149 h 512"/>
              <a:gd name="T60" fmla="*/ 394 w 512"/>
              <a:gd name="T61" fmla="*/ 337 h 512"/>
              <a:gd name="T62" fmla="*/ 394 w 512"/>
              <a:gd name="T63" fmla="*/ 173 h 512"/>
              <a:gd name="T64" fmla="*/ 310 w 512"/>
              <a:gd name="T65" fmla="*/ 252 h 512"/>
              <a:gd name="T66" fmla="*/ 394 w 512"/>
              <a:gd name="T67" fmla="*/ 33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202" y="252"/>
                </a:moveTo>
                <a:cubicBezTo>
                  <a:pt x="117" y="337"/>
                  <a:pt x="117" y="337"/>
                  <a:pt x="117" y="337"/>
                </a:cubicBezTo>
                <a:cubicBezTo>
                  <a:pt x="117" y="173"/>
                  <a:pt x="117" y="173"/>
                  <a:pt x="117" y="173"/>
                </a:cubicBezTo>
                <a:lnTo>
                  <a:pt x="202" y="252"/>
                </a:lnTo>
                <a:close/>
                <a:moveTo>
                  <a:pt x="378" y="160"/>
                </a:moveTo>
                <a:cubicBezTo>
                  <a:pt x="133" y="160"/>
                  <a:pt x="133" y="160"/>
                  <a:pt x="133" y="160"/>
                </a:cubicBezTo>
                <a:cubicBezTo>
                  <a:pt x="256" y="273"/>
                  <a:pt x="256" y="273"/>
                  <a:pt x="256" y="273"/>
                </a:cubicBezTo>
                <a:lnTo>
                  <a:pt x="378" y="160"/>
                </a:lnTo>
                <a:close/>
                <a:moveTo>
                  <a:pt x="263" y="295"/>
                </a:moveTo>
                <a:cubicBezTo>
                  <a:pt x="261" y="297"/>
                  <a:pt x="258" y="298"/>
                  <a:pt x="256" y="298"/>
                </a:cubicBezTo>
                <a:cubicBezTo>
                  <a:pt x="253" y="298"/>
                  <a:pt x="250" y="297"/>
                  <a:pt x="248" y="295"/>
                </a:cubicBezTo>
                <a:cubicBezTo>
                  <a:pt x="217" y="267"/>
                  <a:pt x="217" y="267"/>
                  <a:pt x="217" y="267"/>
                </a:cubicBezTo>
                <a:cubicBezTo>
                  <a:pt x="132" y="352"/>
                  <a:pt x="132" y="352"/>
                  <a:pt x="132" y="352"/>
                </a:cubicBezTo>
                <a:cubicBezTo>
                  <a:pt x="379" y="352"/>
                  <a:pt x="379" y="352"/>
                  <a:pt x="379" y="352"/>
                </a:cubicBezTo>
                <a:cubicBezTo>
                  <a:pt x="294" y="267"/>
                  <a:pt x="294" y="267"/>
                  <a:pt x="294" y="267"/>
                </a:cubicBezTo>
                <a:lnTo>
                  <a:pt x="263" y="295"/>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149"/>
                </a:moveTo>
                <a:cubicBezTo>
                  <a:pt x="416" y="143"/>
                  <a:pt x="411" y="138"/>
                  <a:pt x="405" y="138"/>
                </a:cubicBezTo>
                <a:cubicBezTo>
                  <a:pt x="106" y="138"/>
                  <a:pt x="106" y="138"/>
                  <a:pt x="106" y="138"/>
                </a:cubicBezTo>
                <a:cubicBezTo>
                  <a:pt x="100" y="138"/>
                  <a:pt x="96" y="143"/>
                  <a:pt x="96" y="149"/>
                </a:cubicBezTo>
                <a:cubicBezTo>
                  <a:pt x="96" y="362"/>
                  <a:pt x="96" y="362"/>
                  <a:pt x="96" y="362"/>
                </a:cubicBezTo>
                <a:cubicBezTo>
                  <a:pt x="96" y="368"/>
                  <a:pt x="100" y="373"/>
                  <a:pt x="106" y="373"/>
                </a:cubicBezTo>
                <a:cubicBezTo>
                  <a:pt x="405" y="373"/>
                  <a:pt x="405" y="373"/>
                  <a:pt x="405" y="373"/>
                </a:cubicBezTo>
                <a:cubicBezTo>
                  <a:pt x="411" y="373"/>
                  <a:pt x="416" y="368"/>
                  <a:pt x="416" y="362"/>
                </a:cubicBezTo>
                <a:lnTo>
                  <a:pt x="416" y="149"/>
                </a:lnTo>
                <a:close/>
                <a:moveTo>
                  <a:pt x="394" y="337"/>
                </a:moveTo>
                <a:cubicBezTo>
                  <a:pt x="394" y="173"/>
                  <a:pt x="394" y="173"/>
                  <a:pt x="394" y="173"/>
                </a:cubicBezTo>
                <a:cubicBezTo>
                  <a:pt x="310" y="252"/>
                  <a:pt x="310" y="252"/>
                  <a:pt x="310" y="252"/>
                </a:cubicBezTo>
                <a:lnTo>
                  <a:pt x="394" y="337"/>
                </a:lnTo>
                <a:close/>
              </a:path>
            </a:pathLst>
          </a:custGeom>
          <a:solidFill>
            <a:schemeClr val="accent2"/>
          </a:solidFill>
          <a:ln>
            <a:noFill/>
          </a:ln>
          <a:extLst/>
        </p:spPr>
        <p:txBody>
          <a:bodyPr vert="horz" wrap="square" lIns="78203" tIns="39101" rIns="78203" bIns="39101" numCol="1" anchor="t" anchorCtr="0" compatLnSpc="1">
            <a:prstTxWarp prst="textNoShape">
              <a:avLst/>
            </a:prstTxWarp>
          </a:bodyPr>
          <a:lstStyle/>
          <a:p>
            <a:endParaRPr lang="en-GB" sz="1539" dirty="0"/>
          </a:p>
        </p:txBody>
      </p:sp>
      <p:sp>
        <p:nvSpPr>
          <p:cNvPr id="12" name="Freeform 5"/>
          <p:cNvSpPr>
            <a:spLocks noChangeAspect="1" noEditPoints="1"/>
          </p:cNvSpPr>
          <p:nvPr userDrawn="1"/>
        </p:nvSpPr>
        <p:spPr bwMode="auto">
          <a:xfrm>
            <a:off x="9110521" y="4326059"/>
            <a:ext cx="314159" cy="248858"/>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51 w 512"/>
              <a:gd name="T11" fmla="*/ 394 h 512"/>
              <a:gd name="T12" fmla="*/ 338 w 512"/>
              <a:gd name="T13" fmla="*/ 393 h 512"/>
              <a:gd name="T14" fmla="*/ 195 w 512"/>
              <a:gd name="T15" fmla="*/ 316 h 512"/>
              <a:gd name="T16" fmla="*/ 119 w 512"/>
              <a:gd name="T17" fmla="*/ 173 h 512"/>
              <a:gd name="T18" fmla="*/ 131 w 512"/>
              <a:gd name="T19" fmla="*/ 132 h 512"/>
              <a:gd name="T20" fmla="*/ 133 w 512"/>
              <a:gd name="T21" fmla="*/ 129 h 512"/>
              <a:gd name="T22" fmla="*/ 160 w 512"/>
              <a:gd name="T23" fmla="*/ 107 h 512"/>
              <a:gd name="T24" fmla="*/ 160 w 512"/>
              <a:gd name="T25" fmla="*/ 107 h 512"/>
              <a:gd name="T26" fmla="*/ 189 w 512"/>
              <a:gd name="T27" fmla="*/ 115 h 512"/>
              <a:gd name="T28" fmla="*/ 238 w 512"/>
              <a:gd name="T29" fmla="*/ 177 h 512"/>
              <a:gd name="T30" fmla="*/ 236 w 512"/>
              <a:gd name="T31" fmla="*/ 186 h 512"/>
              <a:gd name="T32" fmla="*/ 212 w 512"/>
              <a:gd name="T33" fmla="*/ 210 h 512"/>
              <a:gd name="T34" fmla="*/ 219 w 512"/>
              <a:gd name="T35" fmla="*/ 222 h 512"/>
              <a:gd name="T36" fmla="*/ 251 w 512"/>
              <a:gd name="T37" fmla="*/ 261 h 512"/>
              <a:gd name="T38" fmla="*/ 290 w 512"/>
              <a:gd name="T39" fmla="*/ 292 h 512"/>
              <a:gd name="T40" fmla="*/ 302 w 512"/>
              <a:gd name="T41" fmla="*/ 299 h 512"/>
              <a:gd name="T42" fmla="*/ 326 w 512"/>
              <a:gd name="T43" fmla="*/ 276 h 512"/>
              <a:gd name="T44" fmla="*/ 335 w 512"/>
              <a:gd name="T45" fmla="*/ 273 h 512"/>
              <a:gd name="T46" fmla="*/ 397 w 512"/>
              <a:gd name="T47" fmla="*/ 322 h 512"/>
              <a:gd name="T48" fmla="*/ 404 w 512"/>
              <a:gd name="T49" fmla="*/ 350 h 512"/>
              <a:gd name="T50" fmla="*/ 404 w 512"/>
              <a:gd name="T51" fmla="*/ 350 h 512"/>
              <a:gd name="T52" fmla="*/ 382 w 512"/>
              <a:gd name="T53" fmla="*/ 378 h 512"/>
              <a:gd name="T54" fmla="*/ 379 w 512"/>
              <a:gd name="T55" fmla="*/ 381 h 512"/>
              <a:gd name="T56" fmla="*/ 351 w 512"/>
              <a:gd name="T57" fmla="*/ 394 h 512"/>
              <a:gd name="T58" fmla="*/ 166 w 512"/>
              <a:gd name="T59" fmla="*/ 128 h 512"/>
              <a:gd name="T60" fmla="*/ 149 w 512"/>
              <a:gd name="T61" fmla="*/ 144 h 512"/>
              <a:gd name="T62" fmla="*/ 146 w 512"/>
              <a:gd name="T63" fmla="*/ 147 h 512"/>
              <a:gd name="T64" fmla="*/ 140 w 512"/>
              <a:gd name="T65" fmla="*/ 169 h 512"/>
              <a:gd name="T66" fmla="*/ 140 w 512"/>
              <a:gd name="T67" fmla="*/ 171 h 512"/>
              <a:gd name="T68" fmla="*/ 210 w 512"/>
              <a:gd name="T69" fmla="*/ 301 h 512"/>
              <a:gd name="T70" fmla="*/ 341 w 512"/>
              <a:gd name="T71" fmla="*/ 372 h 512"/>
              <a:gd name="T72" fmla="*/ 342 w 512"/>
              <a:gd name="T73" fmla="*/ 372 h 512"/>
              <a:gd name="T74" fmla="*/ 364 w 512"/>
              <a:gd name="T75" fmla="*/ 365 h 512"/>
              <a:gd name="T76" fmla="*/ 368 w 512"/>
              <a:gd name="T77" fmla="*/ 362 h 512"/>
              <a:gd name="T78" fmla="*/ 383 w 512"/>
              <a:gd name="T79" fmla="*/ 346 h 512"/>
              <a:gd name="T80" fmla="*/ 337 w 512"/>
              <a:gd name="T81" fmla="*/ 295 h 512"/>
              <a:gd name="T82" fmla="*/ 311 w 512"/>
              <a:gd name="T83" fmla="*/ 321 h 512"/>
              <a:gd name="T84" fmla="*/ 297 w 512"/>
              <a:gd name="T85" fmla="*/ 322 h 512"/>
              <a:gd name="T86" fmla="*/ 279 w 512"/>
              <a:gd name="T87" fmla="*/ 310 h 512"/>
              <a:gd name="T88" fmla="*/ 235 w 512"/>
              <a:gd name="T89" fmla="*/ 276 h 512"/>
              <a:gd name="T90" fmla="*/ 201 w 512"/>
              <a:gd name="T91" fmla="*/ 233 h 512"/>
              <a:gd name="T92" fmla="*/ 189 w 512"/>
              <a:gd name="T93" fmla="*/ 214 h 512"/>
              <a:gd name="T94" fmla="*/ 191 w 512"/>
              <a:gd name="T95" fmla="*/ 201 h 512"/>
              <a:gd name="T96" fmla="*/ 217 w 512"/>
              <a:gd name="T97" fmla="*/ 175 h 512"/>
              <a:gd name="T98" fmla="*/ 166 w 512"/>
              <a:gd name="T99" fmla="*/ 12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51" y="394"/>
                </a:moveTo>
                <a:cubicBezTo>
                  <a:pt x="347" y="394"/>
                  <a:pt x="343" y="394"/>
                  <a:pt x="338" y="393"/>
                </a:cubicBezTo>
                <a:cubicBezTo>
                  <a:pt x="329" y="392"/>
                  <a:pt x="257" y="381"/>
                  <a:pt x="195" y="316"/>
                </a:cubicBezTo>
                <a:cubicBezTo>
                  <a:pt x="130" y="254"/>
                  <a:pt x="120" y="182"/>
                  <a:pt x="119" y="173"/>
                </a:cubicBezTo>
                <a:cubicBezTo>
                  <a:pt x="113" y="150"/>
                  <a:pt x="122" y="141"/>
                  <a:pt x="131" y="132"/>
                </a:cubicBezTo>
                <a:cubicBezTo>
                  <a:pt x="133" y="129"/>
                  <a:pt x="133" y="129"/>
                  <a:pt x="133" y="129"/>
                </a:cubicBezTo>
                <a:cubicBezTo>
                  <a:pt x="143" y="119"/>
                  <a:pt x="149" y="110"/>
                  <a:pt x="160" y="107"/>
                </a:cubicBezTo>
                <a:cubicBezTo>
                  <a:pt x="160" y="107"/>
                  <a:pt x="160" y="107"/>
                  <a:pt x="160" y="107"/>
                </a:cubicBezTo>
                <a:cubicBezTo>
                  <a:pt x="160" y="106"/>
                  <a:pt x="171" y="106"/>
                  <a:pt x="189" y="115"/>
                </a:cubicBezTo>
                <a:cubicBezTo>
                  <a:pt x="216" y="129"/>
                  <a:pt x="234" y="151"/>
                  <a:pt x="238" y="177"/>
                </a:cubicBezTo>
                <a:cubicBezTo>
                  <a:pt x="239" y="180"/>
                  <a:pt x="238" y="183"/>
                  <a:pt x="236" y="186"/>
                </a:cubicBezTo>
                <a:cubicBezTo>
                  <a:pt x="212" y="210"/>
                  <a:pt x="212" y="210"/>
                  <a:pt x="212" y="210"/>
                </a:cubicBezTo>
                <a:cubicBezTo>
                  <a:pt x="215" y="214"/>
                  <a:pt x="217" y="218"/>
                  <a:pt x="219" y="222"/>
                </a:cubicBezTo>
                <a:cubicBezTo>
                  <a:pt x="227" y="233"/>
                  <a:pt x="232" y="242"/>
                  <a:pt x="251" y="261"/>
                </a:cubicBezTo>
                <a:cubicBezTo>
                  <a:pt x="269" y="280"/>
                  <a:pt x="278" y="285"/>
                  <a:pt x="290" y="292"/>
                </a:cubicBezTo>
                <a:cubicBezTo>
                  <a:pt x="293" y="294"/>
                  <a:pt x="297" y="297"/>
                  <a:pt x="302" y="299"/>
                </a:cubicBezTo>
                <a:cubicBezTo>
                  <a:pt x="326" y="276"/>
                  <a:pt x="326" y="276"/>
                  <a:pt x="326" y="276"/>
                </a:cubicBezTo>
                <a:cubicBezTo>
                  <a:pt x="328" y="273"/>
                  <a:pt x="331" y="272"/>
                  <a:pt x="335" y="273"/>
                </a:cubicBezTo>
                <a:cubicBezTo>
                  <a:pt x="361" y="276"/>
                  <a:pt x="383" y="294"/>
                  <a:pt x="397" y="322"/>
                </a:cubicBezTo>
                <a:cubicBezTo>
                  <a:pt x="403" y="335"/>
                  <a:pt x="406" y="345"/>
                  <a:pt x="404" y="350"/>
                </a:cubicBezTo>
                <a:cubicBezTo>
                  <a:pt x="404" y="350"/>
                  <a:pt x="404" y="350"/>
                  <a:pt x="404" y="350"/>
                </a:cubicBezTo>
                <a:cubicBezTo>
                  <a:pt x="402" y="359"/>
                  <a:pt x="393" y="368"/>
                  <a:pt x="382" y="378"/>
                </a:cubicBezTo>
                <a:cubicBezTo>
                  <a:pt x="379" y="381"/>
                  <a:pt x="379" y="381"/>
                  <a:pt x="379" y="381"/>
                </a:cubicBezTo>
                <a:cubicBezTo>
                  <a:pt x="372" y="387"/>
                  <a:pt x="365" y="394"/>
                  <a:pt x="351" y="394"/>
                </a:cubicBezTo>
                <a:close/>
                <a:moveTo>
                  <a:pt x="166" y="128"/>
                </a:moveTo>
                <a:cubicBezTo>
                  <a:pt x="161" y="131"/>
                  <a:pt x="153" y="140"/>
                  <a:pt x="149" y="144"/>
                </a:cubicBezTo>
                <a:cubicBezTo>
                  <a:pt x="146" y="147"/>
                  <a:pt x="146" y="147"/>
                  <a:pt x="146" y="147"/>
                </a:cubicBezTo>
                <a:cubicBezTo>
                  <a:pt x="139" y="155"/>
                  <a:pt x="137" y="157"/>
                  <a:pt x="140" y="169"/>
                </a:cubicBezTo>
                <a:cubicBezTo>
                  <a:pt x="140" y="170"/>
                  <a:pt x="140" y="170"/>
                  <a:pt x="140" y="171"/>
                </a:cubicBezTo>
                <a:cubicBezTo>
                  <a:pt x="140" y="171"/>
                  <a:pt x="148" y="242"/>
                  <a:pt x="210" y="301"/>
                </a:cubicBezTo>
                <a:cubicBezTo>
                  <a:pt x="270" y="364"/>
                  <a:pt x="340" y="371"/>
                  <a:pt x="341" y="372"/>
                </a:cubicBezTo>
                <a:cubicBezTo>
                  <a:pt x="341" y="372"/>
                  <a:pt x="342" y="372"/>
                  <a:pt x="342" y="372"/>
                </a:cubicBezTo>
                <a:cubicBezTo>
                  <a:pt x="355" y="375"/>
                  <a:pt x="357" y="373"/>
                  <a:pt x="364" y="365"/>
                </a:cubicBezTo>
                <a:cubicBezTo>
                  <a:pt x="368" y="362"/>
                  <a:pt x="368" y="362"/>
                  <a:pt x="368" y="362"/>
                </a:cubicBezTo>
                <a:cubicBezTo>
                  <a:pt x="371" y="359"/>
                  <a:pt x="380" y="350"/>
                  <a:pt x="383" y="346"/>
                </a:cubicBezTo>
                <a:cubicBezTo>
                  <a:pt x="380" y="336"/>
                  <a:pt x="368" y="303"/>
                  <a:pt x="337" y="295"/>
                </a:cubicBezTo>
                <a:cubicBezTo>
                  <a:pt x="311" y="321"/>
                  <a:pt x="311" y="321"/>
                  <a:pt x="311" y="321"/>
                </a:cubicBezTo>
                <a:cubicBezTo>
                  <a:pt x="307" y="324"/>
                  <a:pt x="301" y="325"/>
                  <a:pt x="297" y="322"/>
                </a:cubicBezTo>
                <a:cubicBezTo>
                  <a:pt x="290" y="317"/>
                  <a:pt x="284" y="313"/>
                  <a:pt x="279" y="310"/>
                </a:cubicBezTo>
                <a:cubicBezTo>
                  <a:pt x="267" y="303"/>
                  <a:pt x="256" y="296"/>
                  <a:pt x="235" y="276"/>
                </a:cubicBezTo>
                <a:cubicBezTo>
                  <a:pt x="215" y="255"/>
                  <a:pt x="209" y="245"/>
                  <a:pt x="201" y="233"/>
                </a:cubicBezTo>
                <a:cubicBezTo>
                  <a:pt x="198" y="227"/>
                  <a:pt x="194" y="222"/>
                  <a:pt x="189" y="214"/>
                </a:cubicBezTo>
                <a:cubicBezTo>
                  <a:pt x="186" y="210"/>
                  <a:pt x="187" y="204"/>
                  <a:pt x="191" y="201"/>
                </a:cubicBezTo>
                <a:cubicBezTo>
                  <a:pt x="217" y="175"/>
                  <a:pt x="217" y="175"/>
                  <a:pt x="217" y="175"/>
                </a:cubicBezTo>
                <a:cubicBezTo>
                  <a:pt x="209" y="144"/>
                  <a:pt x="175" y="131"/>
                  <a:pt x="166" y="128"/>
                </a:cubicBezTo>
                <a:close/>
              </a:path>
            </a:pathLst>
          </a:custGeom>
          <a:solidFill>
            <a:schemeClr val="accent4"/>
          </a:solidFill>
          <a:ln>
            <a:noFill/>
          </a:ln>
        </p:spPr>
        <p:txBody>
          <a:bodyPr vert="horz" wrap="square" lIns="78203" tIns="39101" rIns="78203" bIns="39101" numCol="1" anchor="t" anchorCtr="0" compatLnSpc="1">
            <a:prstTxWarp prst="textNoShape">
              <a:avLst/>
            </a:prstTxWarp>
          </a:bodyPr>
          <a:lstStyle/>
          <a:p>
            <a:endParaRPr lang="en-GB" sz="1539" dirty="0"/>
          </a:p>
        </p:txBody>
      </p:sp>
      <p:grpSp>
        <p:nvGrpSpPr>
          <p:cNvPr id="13" name="Group 887"/>
          <p:cNvGrpSpPr>
            <a:grpSpLocks noChangeAspect="1"/>
          </p:cNvGrpSpPr>
          <p:nvPr userDrawn="1"/>
        </p:nvGrpSpPr>
        <p:grpSpPr bwMode="auto">
          <a:xfrm>
            <a:off x="9110520" y="4611687"/>
            <a:ext cx="312811" cy="248858"/>
            <a:chOff x="3302" y="3789"/>
            <a:chExt cx="340" cy="340"/>
          </a:xfrm>
          <a:solidFill>
            <a:schemeClr val="accent4"/>
          </a:solidFill>
        </p:grpSpPr>
        <p:sp>
          <p:nvSpPr>
            <p:cNvPr id="14" name="Rectangle 888"/>
            <p:cNvSpPr>
              <a:spLocks noChangeArrowheads="1"/>
            </p:cNvSpPr>
            <p:nvPr/>
          </p:nvSpPr>
          <p:spPr bwMode="auto">
            <a:xfrm>
              <a:off x="3443" y="3889"/>
              <a:ext cx="58" cy="106"/>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539" dirty="0"/>
            </a:p>
          </p:txBody>
        </p:sp>
        <p:sp>
          <p:nvSpPr>
            <p:cNvPr id="15" name="Freeform 889"/>
            <p:cNvSpPr>
              <a:spLocks noEditPoints="1"/>
            </p:cNvSpPr>
            <p:nvPr/>
          </p:nvSpPr>
          <p:spPr bwMode="auto">
            <a:xfrm>
              <a:off x="3422" y="3867"/>
              <a:ext cx="100" cy="184"/>
            </a:xfrm>
            <a:custGeom>
              <a:avLst/>
              <a:gdLst>
                <a:gd name="T0" fmla="*/ 148 w 150"/>
                <a:gd name="T1" fmla="*/ 0 h 277"/>
                <a:gd name="T2" fmla="*/ 2 w 150"/>
                <a:gd name="T3" fmla="*/ 0 h 277"/>
                <a:gd name="T4" fmla="*/ 0 w 150"/>
                <a:gd name="T5" fmla="*/ 0 h 277"/>
                <a:gd name="T6" fmla="*/ 0 w 150"/>
                <a:gd name="T7" fmla="*/ 277 h 277"/>
                <a:gd name="T8" fmla="*/ 0 w 150"/>
                <a:gd name="T9" fmla="*/ 277 h 277"/>
                <a:gd name="T10" fmla="*/ 2 w 150"/>
                <a:gd name="T11" fmla="*/ 277 h 277"/>
                <a:gd name="T12" fmla="*/ 148 w 150"/>
                <a:gd name="T13" fmla="*/ 277 h 277"/>
                <a:gd name="T14" fmla="*/ 150 w 150"/>
                <a:gd name="T15" fmla="*/ 276 h 277"/>
                <a:gd name="T16" fmla="*/ 150 w 150"/>
                <a:gd name="T17" fmla="*/ 0 h 277"/>
                <a:gd name="T18" fmla="*/ 148 w 150"/>
                <a:gd name="T19" fmla="*/ 0 h 277"/>
                <a:gd name="T20" fmla="*/ 75 w 150"/>
                <a:gd name="T21" fmla="*/ 256 h 277"/>
                <a:gd name="T22" fmla="*/ 64 w 150"/>
                <a:gd name="T23" fmla="*/ 245 h 277"/>
                <a:gd name="T24" fmla="*/ 75 w 150"/>
                <a:gd name="T25" fmla="*/ 234 h 277"/>
                <a:gd name="T26" fmla="*/ 86 w 150"/>
                <a:gd name="T27" fmla="*/ 245 h 277"/>
                <a:gd name="T28" fmla="*/ 75 w 150"/>
                <a:gd name="T29" fmla="*/ 256 h 277"/>
                <a:gd name="T30" fmla="*/ 139 w 150"/>
                <a:gd name="T31" fmla="*/ 202 h 277"/>
                <a:gd name="T32" fmla="*/ 128 w 150"/>
                <a:gd name="T33" fmla="*/ 213 h 277"/>
                <a:gd name="T34" fmla="*/ 22 w 150"/>
                <a:gd name="T35" fmla="*/ 213 h 277"/>
                <a:gd name="T36" fmla="*/ 11 w 150"/>
                <a:gd name="T37" fmla="*/ 202 h 277"/>
                <a:gd name="T38" fmla="*/ 11 w 150"/>
                <a:gd name="T39" fmla="*/ 21 h 277"/>
                <a:gd name="T40" fmla="*/ 22 w 150"/>
                <a:gd name="T41" fmla="*/ 10 h 277"/>
                <a:gd name="T42" fmla="*/ 128 w 150"/>
                <a:gd name="T43" fmla="*/ 10 h 277"/>
                <a:gd name="T44" fmla="*/ 139 w 150"/>
                <a:gd name="T45" fmla="*/ 21 h 277"/>
                <a:gd name="T46" fmla="*/ 139 w 150"/>
                <a:gd name="T47" fmla="*/ 202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0" h="277">
                  <a:moveTo>
                    <a:pt x="148" y="0"/>
                  </a:moveTo>
                  <a:cubicBezTo>
                    <a:pt x="2" y="0"/>
                    <a:pt x="2" y="0"/>
                    <a:pt x="2" y="0"/>
                  </a:cubicBezTo>
                  <a:cubicBezTo>
                    <a:pt x="1" y="0"/>
                    <a:pt x="0" y="0"/>
                    <a:pt x="0" y="0"/>
                  </a:cubicBezTo>
                  <a:cubicBezTo>
                    <a:pt x="0" y="277"/>
                    <a:pt x="0" y="277"/>
                    <a:pt x="0" y="277"/>
                  </a:cubicBezTo>
                  <a:cubicBezTo>
                    <a:pt x="0" y="277"/>
                    <a:pt x="0" y="277"/>
                    <a:pt x="0" y="277"/>
                  </a:cubicBezTo>
                  <a:cubicBezTo>
                    <a:pt x="1" y="277"/>
                    <a:pt x="1" y="277"/>
                    <a:pt x="2" y="277"/>
                  </a:cubicBezTo>
                  <a:cubicBezTo>
                    <a:pt x="148" y="277"/>
                    <a:pt x="148" y="277"/>
                    <a:pt x="148" y="277"/>
                  </a:cubicBezTo>
                  <a:cubicBezTo>
                    <a:pt x="149" y="277"/>
                    <a:pt x="150" y="277"/>
                    <a:pt x="150" y="276"/>
                  </a:cubicBezTo>
                  <a:cubicBezTo>
                    <a:pt x="150" y="0"/>
                    <a:pt x="150" y="0"/>
                    <a:pt x="150" y="0"/>
                  </a:cubicBezTo>
                  <a:cubicBezTo>
                    <a:pt x="150" y="0"/>
                    <a:pt x="149" y="0"/>
                    <a:pt x="148" y="0"/>
                  </a:cubicBezTo>
                  <a:close/>
                  <a:moveTo>
                    <a:pt x="75" y="256"/>
                  </a:moveTo>
                  <a:cubicBezTo>
                    <a:pt x="69" y="256"/>
                    <a:pt x="64" y="251"/>
                    <a:pt x="64" y="245"/>
                  </a:cubicBezTo>
                  <a:cubicBezTo>
                    <a:pt x="64" y="239"/>
                    <a:pt x="69" y="234"/>
                    <a:pt x="75" y="234"/>
                  </a:cubicBezTo>
                  <a:cubicBezTo>
                    <a:pt x="81" y="234"/>
                    <a:pt x="86" y="239"/>
                    <a:pt x="86" y="245"/>
                  </a:cubicBezTo>
                  <a:cubicBezTo>
                    <a:pt x="86" y="251"/>
                    <a:pt x="81" y="256"/>
                    <a:pt x="75" y="256"/>
                  </a:cubicBezTo>
                  <a:close/>
                  <a:moveTo>
                    <a:pt x="139" y="202"/>
                  </a:moveTo>
                  <a:cubicBezTo>
                    <a:pt x="139" y="208"/>
                    <a:pt x="134" y="213"/>
                    <a:pt x="128" y="213"/>
                  </a:cubicBezTo>
                  <a:cubicBezTo>
                    <a:pt x="22" y="213"/>
                    <a:pt x="22" y="213"/>
                    <a:pt x="22" y="213"/>
                  </a:cubicBezTo>
                  <a:cubicBezTo>
                    <a:pt x="16" y="213"/>
                    <a:pt x="11" y="208"/>
                    <a:pt x="11" y="202"/>
                  </a:cubicBezTo>
                  <a:cubicBezTo>
                    <a:pt x="11" y="21"/>
                    <a:pt x="11" y="21"/>
                    <a:pt x="11" y="21"/>
                  </a:cubicBezTo>
                  <a:cubicBezTo>
                    <a:pt x="11" y="15"/>
                    <a:pt x="16" y="10"/>
                    <a:pt x="22" y="10"/>
                  </a:cubicBezTo>
                  <a:cubicBezTo>
                    <a:pt x="128" y="10"/>
                    <a:pt x="128" y="10"/>
                    <a:pt x="128" y="10"/>
                  </a:cubicBezTo>
                  <a:cubicBezTo>
                    <a:pt x="134" y="10"/>
                    <a:pt x="139" y="15"/>
                    <a:pt x="139" y="21"/>
                  </a:cubicBezTo>
                  <a:lnTo>
                    <a:pt x="139" y="2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539" dirty="0"/>
            </a:p>
          </p:txBody>
        </p:sp>
        <p:sp>
          <p:nvSpPr>
            <p:cNvPr id="17" name="Freeform 890"/>
            <p:cNvSpPr>
              <a:spLocks noEditPoints="1"/>
            </p:cNvSpPr>
            <p:nvPr/>
          </p:nvSpPr>
          <p:spPr bwMode="auto">
            <a:xfrm>
              <a:off x="3302" y="3789"/>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52 w 512"/>
                <a:gd name="T11" fmla="*/ 395 h 512"/>
                <a:gd name="T12" fmla="*/ 329 w 512"/>
                <a:gd name="T13" fmla="*/ 416 h 512"/>
                <a:gd name="T14" fmla="*/ 183 w 512"/>
                <a:gd name="T15" fmla="*/ 416 h 512"/>
                <a:gd name="T16" fmla="*/ 160 w 512"/>
                <a:gd name="T17" fmla="*/ 395 h 512"/>
                <a:gd name="T18" fmla="*/ 160 w 512"/>
                <a:gd name="T19" fmla="*/ 118 h 512"/>
                <a:gd name="T20" fmla="*/ 183 w 512"/>
                <a:gd name="T21" fmla="*/ 96 h 512"/>
                <a:gd name="T22" fmla="*/ 329 w 512"/>
                <a:gd name="T23" fmla="*/ 96 h 512"/>
                <a:gd name="T24" fmla="*/ 352 w 512"/>
                <a:gd name="T25" fmla="*/ 118 h 512"/>
                <a:gd name="T26" fmla="*/ 352 w 512"/>
                <a:gd name="T27" fmla="*/ 39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352" y="395"/>
                  </a:moveTo>
                  <a:cubicBezTo>
                    <a:pt x="352" y="407"/>
                    <a:pt x="342" y="416"/>
                    <a:pt x="329" y="416"/>
                  </a:cubicBezTo>
                  <a:cubicBezTo>
                    <a:pt x="183" y="416"/>
                    <a:pt x="183" y="416"/>
                    <a:pt x="183" y="416"/>
                  </a:cubicBezTo>
                  <a:cubicBezTo>
                    <a:pt x="170" y="416"/>
                    <a:pt x="160" y="407"/>
                    <a:pt x="160" y="395"/>
                  </a:cubicBezTo>
                  <a:cubicBezTo>
                    <a:pt x="160" y="118"/>
                    <a:pt x="160" y="118"/>
                    <a:pt x="160" y="118"/>
                  </a:cubicBezTo>
                  <a:cubicBezTo>
                    <a:pt x="160" y="106"/>
                    <a:pt x="170" y="96"/>
                    <a:pt x="183" y="96"/>
                  </a:cubicBezTo>
                  <a:cubicBezTo>
                    <a:pt x="329" y="96"/>
                    <a:pt x="329" y="96"/>
                    <a:pt x="329" y="96"/>
                  </a:cubicBezTo>
                  <a:cubicBezTo>
                    <a:pt x="342" y="96"/>
                    <a:pt x="352" y="106"/>
                    <a:pt x="352" y="118"/>
                  </a:cubicBezTo>
                  <a:lnTo>
                    <a:pt x="352" y="39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539" dirty="0"/>
            </a:p>
          </p:txBody>
        </p:sp>
      </p:grpSp>
    </p:spTree>
    <p:extLst>
      <p:ext uri="{BB962C8B-B14F-4D97-AF65-F5344CB8AC3E}">
        <p14:creationId xmlns:p14="http://schemas.microsoft.com/office/powerpoint/2010/main" val="3987065403"/>
      </p:ext>
    </p:extLst>
  </p:cSld>
  <p:clrMapOvr>
    <a:masterClrMapping/>
  </p:clrMapOvr>
  <p:transition>
    <p:fade/>
  </p:transition>
  <p:timing>
    <p:tnLst>
      <p:par>
        <p:cTn id="1" dur="indefinite" restart="never" nodeType="tmRoot"/>
      </p:par>
    </p:tn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3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645550" y="843318"/>
            <a:ext cx="11017285" cy="531459"/>
          </a:xfrm>
          <a:prstGeom prst="rect">
            <a:avLst/>
          </a:prstGeom>
        </p:spPr>
        <p:txBody>
          <a:bodyPr lIns="0" tIns="0" rIns="0" bIns="0">
            <a:noAutofit/>
          </a:bodyPr>
          <a:lstStyle>
            <a:lvl1pPr marL="0" indent="0">
              <a:buNone/>
              <a:defRPr sz="1292" b="1">
                <a:solidFill>
                  <a:schemeClr val="accent2"/>
                </a:solidFill>
              </a:defRPr>
            </a:lvl1pPr>
          </a:lstStyle>
          <a:p>
            <a:pPr lvl="0"/>
            <a:r>
              <a:rPr lang="en-US" dirty="0" smtClean="0"/>
              <a:t>Click to add subtitle</a:t>
            </a:r>
          </a:p>
        </p:txBody>
      </p:sp>
      <p:cxnSp>
        <p:nvCxnSpPr>
          <p:cNvPr id="5" name="Straight Connector 4"/>
          <p:cNvCxnSpPr/>
          <p:nvPr userDrawn="1"/>
        </p:nvCxnSpPr>
        <p:spPr>
          <a:xfrm>
            <a:off x="512234" y="843316"/>
            <a:ext cx="11150601" cy="0"/>
          </a:xfrm>
          <a:prstGeom prst="line">
            <a:avLst/>
          </a:prstGeom>
          <a:ln w="19050" cap="rnd">
            <a:solidFill>
              <a:schemeClr val="accent4">
                <a:lumMod val="50000"/>
              </a:schemeClr>
            </a:solidFill>
            <a:prstDash val="sysDot"/>
            <a:tailEnd type="oval" w="med" len="med"/>
          </a:ln>
        </p:spPr>
        <p:style>
          <a:lnRef idx="1">
            <a:schemeClr val="accent1"/>
          </a:lnRef>
          <a:fillRef idx="0">
            <a:schemeClr val="accent1"/>
          </a:fillRef>
          <a:effectRef idx="0">
            <a:schemeClr val="accent1"/>
          </a:effectRef>
          <a:fontRef idx="minor">
            <a:schemeClr val="tx1"/>
          </a:fontRef>
        </p:style>
      </p:cxnSp>
      <p:sp>
        <p:nvSpPr>
          <p:cNvPr id="6" name="Title Placeholder 1"/>
          <p:cNvSpPr>
            <a:spLocks noGrp="1"/>
          </p:cNvSpPr>
          <p:nvPr>
            <p:ph type="title"/>
            <p:custDataLst>
              <p:tags r:id="rId1"/>
            </p:custDataLst>
          </p:nvPr>
        </p:nvSpPr>
        <p:spPr bwMode="auto">
          <a:xfrm>
            <a:off x="512234" y="300040"/>
            <a:ext cx="11150601" cy="595311"/>
          </a:xfrm>
          <a:prstGeom prst="rect">
            <a:avLst/>
          </a:prstGeom>
          <a:noFill/>
          <a:ln w="9525">
            <a:noFill/>
            <a:miter lim="800000"/>
            <a:headEnd/>
            <a:tailEnd/>
          </a:ln>
        </p:spPr>
        <p:txBody>
          <a:bodyPr lIns="68365" tIns="34182" rIns="68365" bIns="34182"/>
          <a:lstStyle>
            <a:lvl1pPr>
              <a:defRPr sz="2584">
                <a:solidFill>
                  <a:schemeClr val="tx1"/>
                </a:solidFill>
              </a:defRPr>
            </a:lvl1pPr>
          </a:lstStyle>
          <a:p>
            <a:pPr lvl="0"/>
            <a:r>
              <a:rPr lang="en-US" noProof="0" dirty="0" smtClean="0"/>
              <a:t>Click to edit Master title style</a:t>
            </a:r>
            <a:endParaRPr lang="en-AU" noProof="0" dirty="0" smtClean="0"/>
          </a:p>
        </p:txBody>
      </p:sp>
      <p:sp>
        <p:nvSpPr>
          <p:cNvPr id="8" name="Text Placeholder 7"/>
          <p:cNvSpPr>
            <a:spLocks noGrp="1"/>
          </p:cNvSpPr>
          <p:nvPr>
            <p:ph type="body" sz="quarter" idx="14"/>
            <p:custDataLst>
              <p:tags r:id="rId2"/>
            </p:custDataLst>
          </p:nvPr>
        </p:nvSpPr>
        <p:spPr>
          <a:xfrm>
            <a:off x="512234" y="1374777"/>
            <a:ext cx="5316924" cy="5033963"/>
          </a:xfrm>
          <a:prstGeom prst="rect">
            <a:avLst/>
          </a:prstGeom>
        </p:spPr>
        <p:txBody>
          <a:bodyPr wrap="square" lIns="0" tIns="0" rIns="0" bIns="0"/>
          <a:lstStyle>
            <a:lvl1pPr>
              <a:lnSpc>
                <a:spcPct val="100000"/>
              </a:lnSpc>
              <a:spcBef>
                <a:spcPts val="0"/>
              </a:spcBef>
              <a:spcAft>
                <a:spcPts val="554"/>
              </a:spcAft>
              <a:defRPr sz="923">
                <a:solidFill>
                  <a:schemeClr val="tx1"/>
                </a:solidFill>
                <a:latin typeface="+mj-lt"/>
              </a:defRPr>
            </a:lvl1pPr>
            <a:lvl2pPr>
              <a:lnSpc>
                <a:spcPct val="100000"/>
              </a:lnSpc>
              <a:spcBef>
                <a:spcPts val="0"/>
              </a:spcBef>
              <a:spcAft>
                <a:spcPts val="554"/>
              </a:spcAft>
              <a:defRPr sz="923">
                <a:solidFill>
                  <a:schemeClr val="tx1"/>
                </a:solidFill>
                <a:latin typeface="+mj-lt"/>
              </a:defRPr>
            </a:lvl2pPr>
            <a:lvl3pPr>
              <a:lnSpc>
                <a:spcPct val="100000"/>
              </a:lnSpc>
              <a:spcBef>
                <a:spcPts val="0"/>
              </a:spcBef>
              <a:spcAft>
                <a:spcPts val="554"/>
              </a:spcAft>
              <a:defRPr sz="738">
                <a:solidFill>
                  <a:schemeClr val="tx1"/>
                </a:solidFill>
                <a:latin typeface="+mj-lt"/>
              </a:defRPr>
            </a:lvl3pPr>
            <a:lvl4pPr>
              <a:lnSpc>
                <a:spcPct val="100000"/>
              </a:lnSpc>
              <a:spcBef>
                <a:spcPts val="0"/>
              </a:spcBef>
              <a:spcAft>
                <a:spcPts val="554"/>
              </a:spcAft>
              <a:defRPr sz="738">
                <a:solidFill>
                  <a:schemeClr val="tx1"/>
                </a:solidFill>
                <a:latin typeface="+mj-lt"/>
              </a:defRPr>
            </a:lvl4pPr>
            <a:lvl5pPr>
              <a:lnSpc>
                <a:spcPct val="100000"/>
              </a:lnSpc>
              <a:spcBef>
                <a:spcPts val="0"/>
              </a:spcBef>
              <a:spcAft>
                <a:spcPts val="554"/>
              </a:spcAft>
              <a:defRPr sz="738">
                <a:solidFill>
                  <a:schemeClr val="tx1"/>
                </a:solidFill>
                <a:latin typeface="+mj-lt"/>
              </a:defRPr>
            </a:lvl5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AU" noProof="0" dirty="0"/>
          </a:p>
        </p:txBody>
      </p:sp>
      <p:sp>
        <p:nvSpPr>
          <p:cNvPr id="10" name="Text Placeholder 7"/>
          <p:cNvSpPr>
            <a:spLocks noGrp="1"/>
          </p:cNvSpPr>
          <p:nvPr>
            <p:ph type="body" sz="quarter" idx="15"/>
            <p:custDataLst>
              <p:tags r:id="rId3"/>
            </p:custDataLst>
          </p:nvPr>
        </p:nvSpPr>
        <p:spPr>
          <a:xfrm>
            <a:off x="6345911" y="1374776"/>
            <a:ext cx="5316924" cy="5033963"/>
          </a:xfrm>
          <a:prstGeom prst="rect">
            <a:avLst/>
          </a:prstGeom>
        </p:spPr>
        <p:txBody>
          <a:bodyPr wrap="square" lIns="0" tIns="0" rIns="0" bIns="0"/>
          <a:lstStyle>
            <a:lvl1pPr>
              <a:lnSpc>
                <a:spcPct val="100000"/>
              </a:lnSpc>
              <a:spcBef>
                <a:spcPts val="0"/>
              </a:spcBef>
              <a:spcAft>
                <a:spcPts val="554"/>
              </a:spcAft>
              <a:defRPr sz="923">
                <a:solidFill>
                  <a:schemeClr val="tx1"/>
                </a:solidFill>
                <a:latin typeface="+mj-lt"/>
              </a:defRPr>
            </a:lvl1pPr>
            <a:lvl2pPr>
              <a:lnSpc>
                <a:spcPct val="100000"/>
              </a:lnSpc>
              <a:spcBef>
                <a:spcPts val="0"/>
              </a:spcBef>
              <a:spcAft>
                <a:spcPts val="554"/>
              </a:spcAft>
              <a:defRPr sz="923">
                <a:solidFill>
                  <a:schemeClr val="tx1"/>
                </a:solidFill>
                <a:latin typeface="+mj-lt"/>
              </a:defRPr>
            </a:lvl2pPr>
            <a:lvl3pPr>
              <a:lnSpc>
                <a:spcPct val="100000"/>
              </a:lnSpc>
              <a:spcBef>
                <a:spcPts val="0"/>
              </a:spcBef>
              <a:spcAft>
                <a:spcPts val="554"/>
              </a:spcAft>
              <a:defRPr sz="738">
                <a:solidFill>
                  <a:schemeClr val="tx1"/>
                </a:solidFill>
                <a:latin typeface="+mj-lt"/>
              </a:defRPr>
            </a:lvl3pPr>
            <a:lvl4pPr>
              <a:lnSpc>
                <a:spcPct val="100000"/>
              </a:lnSpc>
              <a:spcBef>
                <a:spcPts val="0"/>
              </a:spcBef>
              <a:spcAft>
                <a:spcPts val="554"/>
              </a:spcAft>
              <a:defRPr sz="738">
                <a:solidFill>
                  <a:schemeClr val="tx1"/>
                </a:solidFill>
                <a:latin typeface="+mj-lt"/>
              </a:defRPr>
            </a:lvl4pPr>
            <a:lvl5pPr marL="546017" indent="0">
              <a:lnSpc>
                <a:spcPct val="100000"/>
              </a:lnSpc>
              <a:spcBef>
                <a:spcPts val="0"/>
              </a:spcBef>
              <a:spcAft>
                <a:spcPts val="554"/>
              </a:spcAft>
              <a:buNone/>
              <a:defRPr sz="738" baseline="0">
                <a:solidFill>
                  <a:schemeClr val="tx1"/>
                </a:solidFill>
                <a:latin typeface="+mj-lt"/>
              </a:defRPr>
            </a:lvl5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p>
          <a:p>
            <a:pPr lvl="4"/>
            <a:endParaRPr lang="en-US" noProof="0" dirty="0" smtClean="0"/>
          </a:p>
          <a:p>
            <a:pPr lvl="4"/>
            <a:endParaRPr lang="en-AU" noProof="0" dirty="0"/>
          </a:p>
        </p:txBody>
      </p:sp>
      <p:sp>
        <p:nvSpPr>
          <p:cNvPr id="11" name="TextBox 10"/>
          <p:cNvSpPr txBox="1"/>
          <p:nvPr userDrawn="1"/>
        </p:nvSpPr>
        <p:spPr>
          <a:xfrm>
            <a:off x="11238849" y="6473293"/>
            <a:ext cx="423985" cy="332655"/>
          </a:xfrm>
          <a:prstGeom prst="rect">
            <a:avLst/>
          </a:prstGeom>
          <a:noFill/>
        </p:spPr>
        <p:txBody>
          <a:bodyPr wrap="none" lIns="33231" rIns="33231" rtlCol="0" anchor="b">
            <a:noAutofit/>
          </a:bodyPr>
          <a:lstStyle/>
          <a:p>
            <a:pPr algn="r" fontAlgn="base">
              <a:spcBef>
                <a:spcPct val="0"/>
              </a:spcBef>
              <a:spcAft>
                <a:spcPct val="0"/>
              </a:spcAft>
            </a:pPr>
            <a:fld id="{5852374D-C391-45CC-B430-3AAABA09E1DB}" type="slidenum">
              <a:rPr lang="en-AU" sz="738" smtClean="0">
                <a:solidFill>
                  <a:srgbClr val="FFFFFF">
                    <a:lumMod val="50000"/>
                  </a:srgbClr>
                </a:solidFill>
                <a:latin typeface="Segoe UI" panose="020B0502040204020203" pitchFamily="34" charset="0"/>
                <a:ea typeface="Segoe UI" panose="020B0502040204020203" pitchFamily="34" charset="0"/>
                <a:cs typeface="Segoe UI" panose="020B0502040204020203" pitchFamily="34" charset="0"/>
              </a:rPr>
              <a:t>‹#›</a:t>
            </a:fld>
            <a:endParaRPr lang="en-AU" sz="738" dirty="0" smtClean="0">
              <a:solidFill>
                <a:srgbClr val="FFFFFF">
                  <a:lumMod val="50000"/>
                </a:srgbClr>
              </a:solidFill>
              <a:latin typeface="Segoe UI" panose="020B0502040204020203" pitchFamily="34" charset="0"/>
              <a:ea typeface="Segoe UI" panose="020B0502040204020203" pitchFamily="34" charset="0"/>
              <a:cs typeface="Segoe UI" panose="020B0502040204020203" pitchFamily="34" charset="0"/>
            </a:endParaRPr>
          </a:p>
          <a:p>
            <a:pPr algn="r" fontAlgn="base">
              <a:spcBef>
                <a:spcPct val="0"/>
              </a:spcBef>
              <a:spcAft>
                <a:spcPct val="0"/>
              </a:spcAft>
            </a:pPr>
            <a:endParaRPr lang="en-AU" sz="738" dirty="0">
              <a:solidFill>
                <a:srgbClr val="FFFFFF">
                  <a:lumMod val="50000"/>
                </a:srgbClr>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50970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6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1200" y="1857892"/>
            <a:ext cx="8341608" cy="1695450"/>
          </a:xfrm>
        </p:spPr>
        <p:txBody>
          <a:bodyPr/>
          <a:lstStyle>
            <a:lvl1pPr>
              <a:spcAft>
                <a:spcPts val="483"/>
              </a:spcAft>
              <a:defRPr b="1">
                <a:solidFill>
                  <a:schemeClr val="accent1"/>
                </a:solidFill>
              </a:defRPr>
            </a:lvl1pPr>
            <a:lvl2pPr>
              <a:spcAft>
                <a:spcPts val="483"/>
              </a:spcAft>
              <a:defRPr/>
            </a:lvl2pPr>
            <a:lvl3pPr marL="0" indent="0">
              <a:spcAft>
                <a:spcPts val="242"/>
              </a:spcAft>
              <a:buNone/>
              <a:defRPr/>
            </a:lvl3pPr>
            <a:lvl4pPr marL="154057" indent="-154057">
              <a:spcAft>
                <a:spcPts val="242"/>
              </a:spcAft>
              <a:buFont typeface="Wingdings" panose="05000000000000000000" pitchFamily="2" charset="2"/>
              <a:buChar char="q"/>
              <a:defRPr/>
            </a:lvl4pPr>
            <a:lvl5pPr marL="311259" indent="-154057">
              <a:spcAft>
                <a:spcPts val="242"/>
              </a:spcAft>
              <a:defRPr baseline="0"/>
            </a:lvl5pPr>
            <a:lvl6pPr marL="311259" indent="-154057">
              <a:spcAft>
                <a:spcPts val="873"/>
              </a:spcAft>
              <a:buFont typeface="Verdana" panose="020B0604030504040204" pitchFamily="34" charset="0"/>
              <a:buChar char="−"/>
              <a:defRPr/>
            </a:lvl6pPr>
            <a:lvl7pPr marL="311259" indent="-154057">
              <a:spcAft>
                <a:spcPts val="873"/>
              </a:spcAft>
              <a:defRPr/>
            </a:lvl7pPr>
            <a:lvl8pPr marL="311259" indent="-154057">
              <a:spcAft>
                <a:spcPts val="873"/>
              </a:spcAft>
              <a:defRPr/>
            </a:lvl8pPr>
            <a:lvl9pPr marL="311259" indent="-154057">
              <a:spcAft>
                <a:spcPts val="873"/>
              </a:spcAft>
              <a:defRPr/>
            </a:lvl9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1"/>
          <p:cNvSpPr>
            <a:spLocks noGrp="1"/>
          </p:cNvSpPr>
          <p:nvPr>
            <p:ph type="title"/>
          </p:nvPr>
        </p:nvSpPr>
        <p:spPr>
          <a:xfrm>
            <a:off x="494201" y="317506"/>
            <a:ext cx="11201796" cy="334095"/>
          </a:xfrm>
        </p:spPr>
        <p:txBody>
          <a:bodyPr/>
          <a:lstStyle/>
          <a:p>
            <a:r>
              <a:rPr lang="en-US" noProof="0"/>
              <a:t>Click to edit Master title style</a:t>
            </a:r>
            <a:endParaRPr lang="en-US" noProof="0" dirty="0"/>
          </a:p>
        </p:txBody>
      </p:sp>
      <p:sp>
        <p:nvSpPr>
          <p:cNvPr id="4" name="Rectangle 3"/>
          <p:cNvSpPr/>
          <p:nvPr userDrawn="1"/>
        </p:nvSpPr>
        <p:spPr>
          <a:xfrm>
            <a:off x="492910" y="1705380"/>
            <a:ext cx="11198609"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873"/>
              </a:spcAft>
            </a:pPr>
            <a:endParaRPr lang="en-US" sz="960" noProof="0" dirty="0">
              <a:solidFill>
                <a:schemeClr val="bg1"/>
              </a:solidFill>
            </a:endParaRPr>
          </a:p>
        </p:txBody>
      </p:sp>
      <p:sp>
        <p:nvSpPr>
          <p:cNvPr id="6" name="Picture Placeholder 29"/>
          <p:cNvSpPr>
            <a:spLocks noGrp="1"/>
          </p:cNvSpPr>
          <p:nvPr>
            <p:ph type="pic" sz="quarter" idx="19" hasCustomPrompt="1"/>
          </p:nvPr>
        </p:nvSpPr>
        <p:spPr>
          <a:xfrm>
            <a:off x="9089240" y="1863920"/>
            <a:ext cx="2606752" cy="1659054"/>
          </a:xfrm>
        </p:spPr>
        <p:txBody>
          <a:bodyPr/>
          <a:lstStyle>
            <a:lvl1pPr marL="0" marR="0" indent="0" algn="l" defTabSz="798584" rtl="0" eaLnBrk="1" fontAlgn="auto" latinLnBrk="0" hangingPunct="1">
              <a:lnSpc>
                <a:spcPct val="100000"/>
              </a:lnSpc>
              <a:spcBef>
                <a:spcPts val="0"/>
              </a:spcBef>
              <a:spcAft>
                <a:spcPts val="873"/>
              </a:spcAft>
              <a:buClrTx/>
              <a:buSzTx/>
              <a:buFont typeface="Arial" panose="020B0604020202020204" pitchFamily="34" charset="0"/>
              <a:buNone/>
              <a:tabLst/>
              <a:defRPr sz="786"/>
            </a:lvl1pPr>
          </a:lstStyle>
          <a:p>
            <a:pPr>
              <a:spcBef>
                <a:spcPct val="0"/>
              </a:spcBef>
            </a:pPr>
            <a:r>
              <a:rPr lang="en-US" sz="1048" noProof="0" dirty="0">
                <a:solidFill>
                  <a:schemeClr val="bg1"/>
                </a:solidFill>
              </a:rPr>
              <a:t>Picture</a:t>
            </a:r>
          </a:p>
          <a:p>
            <a:endParaRPr lang="en-US" noProof="0" dirty="0"/>
          </a:p>
        </p:txBody>
      </p:sp>
      <p:sp>
        <p:nvSpPr>
          <p:cNvPr id="16" name="Text Placeholder 8"/>
          <p:cNvSpPr>
            <a:spLocks noGrp="1"/>
          </p:cNvSpPr>
          <p:nvPr>
            <p:ph type="body" sz="quarter" idx="13" hasCustomPrompt="1"/>
          </p:nvPr>
        </p:nvSpPr>
        <p:spPr>
          <a:xfrm>
            <a:off x="494199" y="651604"/>
            <a:ext cx="11201796" cy="757255"/>
          </a:xfrm>
          <a:prstGeom prst="rect">
            <a:avLst/>
          </a:prstGeom>
        </p:spPr>
        <p:txBody>
          <a:bodyPr lIns="0" tIns="0" rIns="0" bIns="0">
            <a:noAutofit/>
          </a:bodyPr>
          <a:lstStyle>
            <a:lvl1pPr marL="0" indent="0">
              <a:buNone/>
              <a:defRPr sz="1612" b="0">
                <a:solidFill>
                  <a:srgbClr val="575757"/>
                </a:solidFill>
              </a:defRPr>
            </a:lvl1pPr>
          </a:lstStyle>
          <a:p>
            <a:pPr lvl="0"/>
            <a:r>
              <a:rPr lang="en-US" noProof="0" dirty="0"/>
              <a:t>Click to add subtitle</a:t>
            </a:r>
          </a:p>
        </p:txBody>
      </p:sp>
      <p:sp>
        <p:nvSpPr>
          <p:cNvPr id="10" name="Text Placeholder 8"/>
          <p:cNvSpPr>
            <a:spLocks noGrp="1"/>
          </p:cNvSpPr>
          <p:nvPr>
            <p:ph type="body" sz="quarter" idx="20" hasCustomPrompt="1"/>
          </p:nvPr>
        </p:nvSpPr>
        <p:spPr>
          <a:xfrm>
            <a:off x="9084765" y="3628473"/>
            <a:ext cx="2606752" cy="1695450"/>
          </a:xfrm>
        </p:spPr>
        <p:txBody>
          <a:bodyPr/>
          <a:lstStyle>
            <a:lvl1pPr>
              <a:spcAft>
                <a:spcPts val="242"/>
              </a:spcAft>
              <a:defRPr b="1">
                <a:solidFill>
                  <a:schemeClr val="accent1"/>
                </a:solidFill>
              </a:defRPr>
            </a:lvl1pPr>
            <a:lvl2pPr>
              <a:spcAft>
                <a:spcPts val="242"/>
              </a:spcAft>
              <a:defRPr/>
            </a:lvl2pPr>
            <a:lvl3pPr marL="0" indent="0">
              <a:spcAft>
                <a:spcPts val="242"/>
              </a:spcAft>
              <a:buNone/>
              <a:defRPr/>
            </a:lvl3pPr>
            <a:lvl4pPr marL="276441" indent="0">
              <a:spcBef>
                <a:spcPts val="483"/>
              </a:spcBef>
              <a:spcAft>
                <a:spcPts val="483"/>
              </a:spcAft>
              <a:buFont typeface="Arial" panose="020B0604020202020204" pitchFamily="34" charset="0"/>
              <a:buNone/>
              <a:defRPr baseline="0"/>
            </a:lvl4pPr>
            <a:lvl5pPr marL="311259" indent="-154057">
              <a:spcAft>
                <a:spcPts val="242"/>
              </a:spcAft>
              <a:defRPr baseline="0"/>
            </a:lvl5pPr>
            <a:lvl6pPr marL="311259" indent="-154057">
              <a:spcAft>
                <a:spcPts val="873"/>
              </a:spcAft>
              <a:buFont typeface="Verdana" panose="020B0604030504040204" pitchFamily="34" charset="0"/>
              <a:buChar char="−"/>
              <a:defRPr/>
            </a:lvl6pPr>
            <a:lvl7pPr marL="311259" indent="-154057">
              <a:spcAft>
                <a:spcPts val="873"/>
              </a:spcAft>
              <a:defRPr/>
            </a:lvl7pPr>
            <a:lvl8pPr marL="311259" indent="-154057">
              <a:spcAft>
                <a:spcPts val="873"/>
              </a:spcAft>
              <a:defRPr/>
            </a:lvl8pPr>
            <a:lvl9pPr marL="311259" indent="-154057">
              <a:spcAft>
                <a:spcPts val="873"/>
              </a:spcAft>
              <a:defRPr/>
            </a:lvl9pPr>
          </a:lstStyle>
          <a:p>
            <a:pPr lvl="0"/>
            <a:r>
              <a:rPr lang="en-US" noProof="0" dirty="0"/>
              <a:t>Name</a:t>
            </a:r>
          </a:p>
          <a:p>
            <a:pPr lvl="2"/>
            <a:r>
              <a:rPr lang="en-US" noProof="0" dirty="0"/>
              <a:t>Designation</a:t>
            </a:r>
          </a:p>
          <a:p>
            <a:pPr lvl="2"/>
            <a:r>
              <a:rPr lang="en-US" noProof="0" dirty="0"/>
              <a:t>Function</a:t>
            </a:r>
          </a:p>
          <a:p>
            <a:pPr lvl="2"/>
            <a:r>
              <a:rPr lang="en-US" noProof="0" dirty="0"/>
              <a:t>Country</a:t>
            </a:r>
          </a:p>
          <a:p>
            <a:pPr lvl="3"/>
            <a:r>
              <a:rPr lang="en-US" noProof="0" dirty="0"/>
              <a:t>Office Phone</a:t>
            </a:r>
          </a:p>
          <a:p>
            <a:pPr lvl="3"/>
            <a:r>
              <a:rPr lang="en-US" noProof="0" dirty="0"/>
              <a:t>Mobile Phone</a:t>
            </a:r>
          </a:p>
          <a:p>
            <a:pPr lvl="3"/>
            <a:r>
              <a:rPr lang="en-US" noProof="0" dirty="0"/>
              <a:t>Email address</a:t>
            </a:r>
          </a:p>
        </p:txBody>
      </p:sp>
      <p:sp>
        <p:nvSpPr>
          <p:cNvPr id="11" name="Freeform 701"/>
          <p:cNvSpPr>
            <a:spLocks noChangeAspect="1" noEditPoints="1"/>
          </p:cNvSpPr>
          <p:nvPr userDrawn="1"/>
        </p:nvSpPr>
        <p:spPr bwMode="auto">
          <a:xfrm>
            <a:off x="9113767" y="4897314"/>
            <a:ext cx="311892" cy="248858"/>
          </a:xfrm>
          <a:custGeom>
            <a:avLst/>
            <a:gdLst>
              <a:gd name="T0" fmla="*/ 202 w 512"/>
              <a:gd name="T1" fmla="*/ 252 h 512"/>
              <a:gd name="T2" fmla="*/ 117 w 512"/>
              <a:gd name="T3" fmla="*/ 337 h 512"/>
              <a:gd name="T4" fmla="*/ 117 w 512"/>
              <a:gd name="T5" fmla="*/ 173 h 512"/>
              <a:gd name="T6" fmla="*/ 202 w 512"/>
              <a:gd name="T7" fmla="*/ 252 h 512"/>
              <a:gd name="T8" fmla="*/ 378 w 512"/>
              <a:gd name="T9" fmla="*/ 160 h 512"/>
              <a:gd name="T10" fmla="*/ 133 w 512"/>
              <a:gd name="T11" fmla="*/ 160 h 512"/>
              <a:gd name="T12" fmla="*/ 256 w 512"/>
              <a:gd name="T13" fmla="*/ 273 h 512"/>
              <a:gd name="T14" fmla="*/ 378 w 512"/>
              <a:gd name="T15" fmla="*/ 160 h 512"/>
              <a:gd name="T16" fmla="*/ 263 w 512"/>
              <a:gd name="T17" fmla="*/ 295 h 512"/>
              <a:gd name="T18" fmla="*/ 256 w 512"/>
              <a:gd name="T19" fmla="*/ 298 h 512"/>
              <a:gd name="T20" fmla="*/ 248 w 512"/>
              <a:gd name="T21" fmla="*/ 295 h 512"/>
              <a:gd name="T22" fmla="*/ 217 w 512"/>
              <a:gd name="T23" fmla="*/ 267 h 512"/>
              <a:gd name="T24" fmla="*/ 132 w 512"/>
              <a:gd name="T25" fmla="*/ 352 h 512"/>
              <a:gd name="T26" fmla="*/ 379 w 512"/>
              <a:gd name="T27" fmla="*/ 352 h 512"/>
              <a:gd name="T28" fmla="*/ 294 w 512"/>
              <a:gd name="T29" fmla="*/ 267 h 512"/>
              <a:gd name="T30" fmla="*/ 263 w 512"/>
              <a:gd name="T31" fmla="*/ 295 h 512"/>
              <a:gd name="T32" fmla="*/ 512 w 512"/>
              <a:gd name="T33" fmla="*/ 256 h 512"/>
              <a:gd name="T34" fmla="*/ 256 w 512"/>
              <a:gd name="T35" fmla="*/ 512 h 512"/>
              <a:gd name="T36" fmla="*/ 0 w 512"/>
              <a:gd name="T37" fmla="*/ 256 h 512"/>
              <a:gd name="T38" fmla="*/ 256 w 512"/>
              <a:gd name="T39" fmla="*/ 0 h 512"/>
              <a:gd name="T40" fmla="*/ 512 w 512"/>
              <a:gd name="T41" fmla="*/ 256 h 512"/>
              <a:gd name="T42" fmla="*/ 416 w 512"/>
              <a:gd name="T43" fmla="*/ 149 h 512"/>
              <a:gd name="T44" fmla="*/ 405 w 512"/>
              <a:gd name="T45" fmla="*/ 138 h 512"/>
              <a:gd name="T46" fmla="*/ 106 w 512"/>
              <a:gd name="T47" fmla="*/ 138 h 512"/>
              <a:gd name="T48" fmla="*/ 96 w 512"/>
              <a:gd name="T49" fmla="*/ 149 h 512"/>
              <a:gd name="T50" fmla="*/ 96 w 512"/>
              <a:gd name="T51" fmla="*/ 362 h 512"/>
              <a:gd name="T52" fmla="*/ 106 w 512"/>
              <a:gd name="T53" fmla="*/ 373 h 512"/>
              <a:gd name="T54" fmla="*/ 405 w 512"/>
              <a:gd name="T55" fmla="*/ 373 h 512"/>
              <a:gd name="T56" fmla="*/ 416 w 512"/>
              <a:gd name="T57" fmla="*/ 362 h 512"/>
              <a:gd name="T58" fmla="*/ 416 w 512"/>
              <a:gd name="T59" fmla="*/ 149 h 512"/>
              <a:gd name="T60" fmla="*/ 394 w 512"/>
              <a:gd name="T61" fmla="*/ 337 h 512"/>
              <a:gd name="T62" fmla="*/ 394 w 512"/>
              <a:gd name="T63" fmla="*/ 173 h 512"/>
              <a:gd name="T64" fmla="*/ 310 w 512"/>
              <a:gd name="T65" fmla="*/ 252 h 512"/>
              <a:gd name="T66" fmla="*/ 394 w 512"/>
              <a:gd name="T67" fmla="*/ 33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202" y="252"/>
                </a:moveTo>
                <a:cubicBezTo>
                  <a:pt x="117" y="337"/>
                  <a:pt x="117" y="337"/>
                  <a:pt x="117" y="337"/>
                </a:cubicBezTo>
                <a:cubicBezTo>
                  <a:pt x="117" y="173"/>
                  <a:pt x="117" y="173"/>
                  <a:pt x="117" y="173"/>
                </a:cubicBezTo>
                <a:lnTo>
                  <a:pt x="202" y="252"/>
                </a:lnTo>
                <a:close/>
                <a:moveTo>
                  <a:pt x="378" y="160"/>
                </a:moveTo>
                <a:cubicBezTo>
                  <a:pt x="133" y="160"/>
                  <a:pt x="133" y="160"/>
                  <a:pt x="133" y="160"/>
                </a:cubicBezTo>
                <a:cubicBezTo>
                  <a:pt x="256" y="273"/>
                  <a:pt x="256" y="273"/>
                  <a:pt x="256" y="273"/>
                </a:cubicBezTo>
                <a:lnTo>
                  <a:pt x="378" y="160"/>
                </a:lnTo>
                <a:close/>
                <a:moveTo>
                  <a:pt x="263" y="295"/>
                </a:moveTo>
                <a:cubicBezTo>
                  <a:pt x="261" y="297"/>
                  <a:pt x="258" y="298"/>
                  <a:pt x="256" y="298"/>
                </a:cubicBezTo>
                <a:cubicBezTo>
                  <a:pt x="253" y="298"/>
                  <a:pt x="250" y="297"/>
                  <a:pt x="248" y="295"/>
                </a:cubicBezTo>
                <a:cubicBezTo>
                  <a:pt x="217" y="267"/>
                  <a:pt x="217" y="267"/>
                  <a:pt x="217" y="267"/>
                </a:cubicBezTo>
                <a:cubicBezTo>
                  <a:pt x="132" y="352"/>
                  <a:pt x="132" y="352"/>
                  <a:pt x="132" y="352"/>
                </a:cubicBezTo>
                <a:cubicBezTo>
                  <a:pt x="379" y="352"/>
                  <a:pt x="379" y="352"/>
                  <a:pt x="379" y="352"/>
                </a:cubicBezTo>
                <a:cubicBezTo>
                  <a:pt x="294" y="267"/>
                  <a:pt x="294" y="267"/>
                  <a:pt x="294" y="267"/>
                </a:cubicBezTo>
                <a:lnTo>
                  <a:pt x="263" y="295"/>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149"/>
                </a:moveTo>
                <a:cubicBezTo>
                  <a:pt x="416" y="143"/>
                  <a:pt x="411" y="138"/>
                  <a:pt x="405" y="138"/>
                </a:cubicBezTo>
                <a:cubicBezTo>
                  <a:pt x="106" y="138"/>
                  <a:pt x="106" y="138"/>
                  <a:pt x="106" y="138"/>
                </a:cubicBezTo>
                <a:cubicBezTo>
                  <a:pt x="100" y="138"/>
                  <a:pt x="96" y="143"/>
                  <a:pt x="96" y="149"/>
                </a:cubicBezTo>
                <a:cubicBezTo>
                  <a:pt x="96" y="362"/>
                  <a:pt x="96" y="362"/>
                  <a:pt x="96" y="362"/>
                </a:cubicBezTo>
                <a:cubicBezTo>
                  <a:pt x="96" y="368"/>
                  <a:pt x="100" y="373"/>
                  <a:pt x="106" y="373"/>
                </a:cubicBezTo>
                <a:cubicBezTo>
                  <a:pt x="405" y="373"/>
                  <a:pt x="405" y="373"/>
                  <a:pt x="405" y="373"/>
                </a:cubicBezTo>
                <a:cubicBezTo>
                  <a:pt x="411" y="373"/>
                  <a:pt x="416" y="368"/>
                  <a:pt x="416" y="362"/>
                </a:cubicBezTo>
                <a:lnTo>
                  <a:pt x="416" y="149"/>
                </a:lnTo>
                <a:close/>
                <a:moveTo>
                  <a:pt x="394" y="337"/>
                </a:moveTo>
                <a:cubicBezTo>
                  <a:pt x="394" y="173"/>
                  <a:pt x="394" y="173"/>
                  <a:pt x="394" y="173"/>
                </a:cubicBezTo>
                <a:cubicBezTo>
                  <a:pt x="310" y="252"/>
                  <a:pt x="310" y="252"/>
                  <a:pt x="310" y="252"/>
                </a:cubicBezTo>
                <a:lnTo>
                  <a:pt x="394" y="337"/>
                </a:lnTo>
                <a:close/>
              </a:path>
            </a:pathLst>
          </a:custGeom>
          <a:solidFill>
            <a:schemeClr val="accent2"/>
          </a:solidFill>
          <a:ln>
            <a:noFill/>
          </a:ln>
          <a:extLst/>
        </p:spPr>
        <p:txBody>
          <a:bodyPr vert="horz" wrap="square" lIns="73725" tIns="36862" rIns="73725" bIns="36862" numCol="1" anchor="t" anchorCtr="0" compatLnSpc="1">
            <a:prstTxWarp prst="textNoShape">
              <a:avLst/>
            </a:prstTxWarp>
          </a:bodyPr>
          <a:lstStyle/>
          <a:p>
            <a:endParaRPr lang="en-GB" sz="1450" dirty="0"/>
          </a:p>
        </p:txBody>
      </p:sp>
      <p:sp>
        <p:nvSpPr>
          <p:cNvPr id="12" name="Freeform 5"/>
          <p:cNvSpPr>
            <a:spLocks noChangeAspect="1" noEditPoints="1"/>
          </p:cNvSpPr>
          <p:nvPr userDrawn="1"/>
        </p:nvSpPr>
        <p:spPr bwMode="auto">
          <a:xfrm>
            <a:off x="9110521" y="4326059"/>
            <a:ext cx="314159" cy="248858"/>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51 w 512"/>
              <a:gd name="T11" fmla="*/ 394 h 512"/>
              <a:gd name="T12" fmla="*/ 338 w 512"/>
              <a:gd name="T13" fmla="*/ 393 h 512"/>
              <a:gd name="T14" fmla="*/ 195 w 512"/>
              <a:gd name="T15" fmla="*/ 316 h 512"/>
              <a:gd name="T16" fmla="*/ 119 w 512"/>
              <a:gd name="T17" fmla="*/ 173 h 512"/>
              <a:gd name="T18" fmla="*/ 131 w 512"/>
              <a:gd name="T19" fmla="*/ 132 h 512"/>
              <a:gd name="T20" fmla="*/ 133 w 512"/>
              <a:gd name="T21" fmla="*/ 129 h 512"/>
              <a:gd name="T22" fmla="*/ 160 w 512"/>
              <a:gd name="T23" fmla="*/ 107 h 512"/>
              <a:gd name="T24" fmla="*/ 160 w 512"/>
              <a:gd name="T25" fmla="*/ 107 h 512"/>
              <a:gd name="T26" fmla="*/ 189 w 512"/>
              <a:gd name="T27" fmla="*/ 115 h 512"/>
              <a:gd name="T28" fmla="*/ 238 w 512"/>
              <a:gd name="T29" fmla="*/ 177 h 512"/>
              <a:gd name="T30" fmla="*/ 236 w 512"/>
              <a:gd name="T31" fmla="*/ 186 h 512"/>
              <a:gd name="T32" fmla="*/ 212 w 512"/>
              <a:gd name="T33" fmla="*/ 210 h 512"/>
              <a:gd name="T34" fmla="*/ 219 w 512"/>
              <a:gd name="T35" fmla="*/ 222 h 512"/>
              <a:gd name="T36" fmla="*/ 251 w 512"/>
              <a:gd name="T37" fmla="*/ 261 h 512"/>
              <a:gd name="T38" fmla="*/ 290 w 512"/>
              <a:gd name="T39" fmla="*/ 292 h 512"/>
              <a:gd name="T40" fmla="*/ 302 w 512"/>
              <a:gd name="T41" fmla="*/ 299 h 512"/>
              <a:gd name="T42" fmla="*/ 326 w 512"/>
              <a:gd name="T43" fmla="*/ 276 h 512"/>
              <a:gd name="T44" fmla="*/ 335 w 512"/>
              <a:gd name="T45" fmla="*/ 273 h 512"/>
              <a:gd name="T46" fmla="*/ 397 w 512"/>
              <a:gd name="T47" fmla="*/ 322 h 512"/>
              <a:gd name="T48" fmla="*/ 404 w 512"/>
              <a:gd name="T49" fmla="*/ 350 h 512"/>
              <a:gd name="T50" fmla="*/ 404 w 512"/>
              <a:gd name="T51" fmla="*/ 350 h 512"/>
              <a:gd name="T52" fmla="*/ 382 w 512"/>
              <a:gd name="T53" fmla="*/ 378 h 512"/>
              <a:gd name="T54" fmla="*/ 379 w 512"/>
              <a:gd name="T55" fmla="*/ 381 h 512"/>
              <a:gd name="T56" fmla="*/ 351 w 512"/>
              <a:gd name="T57" fmla="*/ 394 h 512"/>
              <a:gd name="T58" fmla="*/ 166 w 512"/>
              <a:gd name="T59" fmla="*/ 128 h 512"/>
              <a:gd name="T60" fmla="*/ 149 w 512"/>
              <a:gd name="T61" fmla="*/ 144 h 512"/>
              <a:gd name="T62" fmla="*/ 146 w 512"/>
              <a:gd name="T63" fmla="*/ 147 h 512"/>
              <a:gd name="T64" fmla="*/ 140 w 512"/>
              <a:gd name="T65" fmla="*/ 169 h 512"/>
              <a:gd name="T66" fmla="*/ 140 w 512"/>
              <a:gd name="T67" fmla="*/ 171 h 512"/>
              <a:gd name="T68" fmla="*/ 210 w 512"/>
              <a:gd name="T69" fmla="*/ 301 h 512"/>
              <a:gd name="T70" fmla="*/ 341 w 512"/>
              <a:gd name="T71" fmla="*/ 372 h 512"/>
              <a:gd name="T72" fmla="*/ 342 w 512"/>
              <a:gd name="T73" fmla="*/ 372 h 512"/>
              <a:gd name="T74" fmla="*/ 364 w 512"/>
              <a:gd name="T75" fmla="*/ 365 h 512"/>
              <a:gd name="T76" fmla="*/ 368 w 512"/>
              <a:gd name="T77" fmla="*/ 362 h 512"/>
              <a:gd name="T78" fmla="*/ 383 w 512"/>
              <a:gd name="T79" fmla="*/ 346 h 512"/>
              <a:gd name="T80" fmla="*/ 337 w 512"/>
              <a:gd name="T81" fmla="*/ 295 h 512"/>
              <a:gd name="T82" fmla="*/ 311 w 512"/>
              <a:gd name="T83" fmla="*/ 321 h 512"/>
              <a:gd name="T84" fmla="*/ 297 w 512"/>
              <a:gd name="T85" fmla="*/ 322 h 512"/>
              <a:gd name="T86" fmla="*/ 279 w 512"/>
              <a:gd name="T87" fmla="*/ 310 h 512"/>
              <a:gd name="T88" fmla="*/ 235 w 512"/>
              <a:gd name="T89" fmla="*/ 276 h 512"/>
              <a:gd name="T90" fmla="*/ 201 w 512"/>
              <a:gd name="T91" fmla="*/ 233 h 512"/>
              <a:gd name="T92" fmla="*/ 189 w 512"/>
              <a:gd name="T93" fmla="*/ 214 h 512"/>
              <a:gd name="T94" fmla="*/ 191 w 512"/>
              <a:gd name="T95" fmla="*/ 201 h 512"/>
              <a:gd name="T96" fmla="*/ 217 w 512"/>
              <a:gd name="T97" fmla="*/ 175 h 512"/>
              <a:gd name="T98" fmla="*/ 166 w 512"/>
              <a:gd name="T99" fmla="*/ 12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51" y="394"/>
                </a:moveTo>
                <a:cubicBezTo>
                  <a:pt x="347" y="394"/>
                  <a:pt x="343" y="394"/>
                  <a:pt x="338" y="393"/>
                </a:cubicBezTo>
                <a:cubicBezTo>
                  <a:pt x="329" y="392"/>
                  <a:pt x="257" y="381"/>
                  <a:pt x="195" y="316"/>
                </a:cubicBezTo>
                <a:cubicBezTo>
                  <a:pt x="130" y="254"/>
                  <a:pt x="120" y="182"/>
                  <a:pt x="119" y="173"/>
                </a:cubicBezTo>
                <a:cubicBezTo>
                  <a:pt x="113" y="150"/>
                  <a:pt x="122" y="141"/>
                  <a:pt x="131" y="132"/>
                </a:cubicBezTo>
                <a:cubicBezTo>
                  <a:pt x="133" y="129"/>
                  <a:pt x="133" y="129"/>
                  <a:pt x="133" y="129"/>
                </a:cubicBezTo>
                <a:cubicBezTo>
                  <a:pt x="143" y="119"/>
                  <a:pt x="149" y="110"/>
                  <a:pt x="160" y="107"/>
                </a:cubicBezTo>
                <a:cubicBezTo>
                  <a:pt x="160" y="107"/>
                  <a:pt x="160" y="107"/>
                  <a:pt x="160" y="107"/>
                </a:cubicBezTo>
                <a:cubicBezTo>
                  <a:pt x="160" y="106"/>
                  <a:pt x="171" y="106"/>
                  <a:pt x="189" y="115"/>
                </a:cubicBezTo>
                <a:cubicBezTo>
                  <a:pt x="216" y="129"/>
                  <a:pt x="234" y="151"/>
                  <a:pt x="238" y="177"/>
                </a:cubicBezTo>
                <a:cubicBezTo>
                  <a:pt x="239" y="180"/>
                  <a:pt x="238" y="183"/>
                  <a:pt x="236" y="186"/>
                </a:cubicBezTo>
                <a:cubicBezTo>
                  <a:pt x="212" y="210"/>
                  <a:pt x="212" y="210"/>
                  <a:pt x="212" y="210"/>
                </a:cubicBezTo>
                <a:cubicBezTo>
                  <a:pt x="215" y="214"/>
                  <a:pt x="217" y="218"/>
                  <a:pt x="219" y="222"/>
                </a:cubicBezTo>
                <a:cubicBezTo>
                  <a:pt x="227" y="233"/>
                  <a:pt x="232" y="242"/>
                  <a:pt x="251" y="261"/>
                </a:cubicBezTo>
                <a:cubicBezTo>
                  <a:pt x="269" y="280"/>
                  <a:pt x="278" y="285"/>
                  <a:pt x="290" y="292"/>
                </a:cubicBezTo>
                <a:cubicBezTo>
                  <a:pt x="293" y="294"/>
                  <a:pt x="297" y="297"/>
                  <a:pt x="302" y="299"/>
                </a:cubicBezTo>
                <a:cubicBezTo>
                  <a:pt x="326" y="276"/>
                  <a:pt x="326" y="276"/>
                  <a:pt x="326" y="276"/>
                </a:cubicBezTo>
                <a:cubicBezTo>
                  <a:pt x="328" y="273"/>
                  <a:pt x="331" y="272"/>
                  <a:pt x="335" y="273"/>
                </a:cubicBezTo>
                <a:cubicBezTo>
                  <a:pt x="361" y="276"/>
                  <a:pt x="383" y="294"/>
                  <a:pt x="397" y="322"/>
                </a:cubicBezTo>
                <a:cubicBezTo>
                  <a:pt x="403" y="335"/>
                  <a:pt x="406" y="345"/>
                  <a:pt x="404" y="350"/>
                </a:cubicBezTo>
                <a:cubicBezTo>
                  <a:pt x="404" y="350"/>
                  <a:pt x="404" y="350"/>
                  <a:pt x="404" y="350"/>
                </a:cubicBezTo>
                <a:cubicBezTo>
                  <a:pt x="402" y="359"/>
                  <a:pt x="393" y="368"/>
                  <a:pt x="382" y="378"/>
                </a:cubicBezTo>
                <a:cubicBezTo>
                  <a:pt x="379" y="381"/>
                  <a:pt x="379" y="381"/>
                  <a:pt x="379" y="381"/>
                </a:cubicBezTo>
                <a:cubicBezTo>
                  <a:pt x="372" y="387"/>
                  <a:pt x="365" y="394"/>
                  <a:pt x="351" y="394"/>
                </a:cubicBezTo>
                <a:close/>
                <a:moveTo>
                  <a:pt x="166" y="128"/>
                </a:moveTo>
                <a:cubicBezTo>
                  <a:pt x="161" y="131"/>
                  <a:pt x="153" y="140"/>
                  <a:pt x="149" y="144"/>
                </a:cubicBezTo>
                <a:cubicBezTo>
                  <a:pt x="146" y="147"/>
                  <a:pt x="146" y="147"/>
                  <a:pt x="146" y="147"/>
                </a:cubicBezTo>
                <a:cubicBezTo>
                  <a:pt x="139" y="155"/>
                  <a:pt x="137" y="157"/>
                  <a:pt x="140" y="169"/>
                </a:cubicBezTo>
                <a:cubicBezTo>
                  <a:pt x="140" y="170"/>
                  <a:pt x="140" y="170"/>
                  <a:pt x="140" y="171"/>
                </a:cubicBezTo>
                <a:cubicBezTo>
                  <a:pt x="140" y="171"/>
                  <a:pt x="148" y="242"/>
                  <a:pt x="210" y="301"/>
                </a:cubicBezTo>
                <a:cubicBezTo>
                  <a:pt x="270" y="364"/>
                  <a:pt x="340" y="371"/>
                  <a:pt x="341" y="372"/>
                </a:cubicBezTo>
                <a:cubicBezTo>
                  <a:pt x="341" y="372"/>
                  <a:pt x="342" y="372"/>
                  <a:pt x="342" y="372"/>
                </a:cubicBezTo>
                <a:cubicBezTo>
                  <a:pt x="355" y="375"/>
                  <a:pt x="357" y="373"/>
                  <a:pt x="364" y="365"/>
                </a:cubicBezTo>
                <a:cubicBezTo>
                  <a:pt x="368" y="362"/>
                  <a:pt x="368" y="362"/>
                  <a:pt x="368" y="362"/>
                </a:cubicBezTo>
                <a:cubicBezTo>
                  <a:pt x="371" y="359"/>
                  <a:pt x="380" y="350"/>
                  <a:pt x="383" y="346"/>
                </a:cubicBezTo>
                <a:cubicBezTo>
                  <a:pt x="380" y="336"/>
                  <a:pt x="368" y="303"/>
                  <a:pt x="337" y="295"/>
                </a:cubicBezTo>
                <a:cubicBezTo>
                  <a:pt x="311" y="321"/>
                  <a:pt x="311" y="321"/>
                  <a:pt x="311" y="321"/>
                </a:cubicBezTo>
                <a:cubicBezTo>
                  <a:pt x="307" y="324"/>
                  <a:pt x="301" y="325"/>
                  <a:pt x="297" y="322"/>
                </a:cubicBezTo>
                <a:cubicBezTo>
                  <a:pt x="290" y="317"/>
                  <a:pt x="284" y="313"/>
                  <a:pt x="279" y="310"/>
                </a:cubicBezTo>
                <a:cubicBezTo>
                  <a:pt x="267" y="303"/>
                  <a:pt x="256" y="296"/>
                  <a:pt x="235" y="276"/>
                </a:cubicBezTo>
                <a:cubicBezTo>
                  <a:pt x="215" y="255"/>
                  <a:pt x="209" y="245"/>
                  <a:pt x="201" y="233"/>
                </a:cubicBezTo>
                <a:cubicBezTo>
                  <a:pt x="198" y="227"/>
                  <a:pt x="194" y="222"/>
                  <a:pt x="189" y="214"/>
                </a:cubicBezTo>
                <a:cubicBezTo>
                  <a:pt x="186" y="210"/>
                  <a:pt x="187" y="204"/>
                  <a:pt x="191" y="201"/>
                </a:cubicBezTo>
                <a:cubicBezTo>
                  <a:pt x="217" y="175"/>
                  <a:pt x="217" y="175"/>
                  <a:pt x="217" y="175"/>
                </a:cubicBezTo>
                <a:cubicBezTo>
                  <a:pt x="209" y="144"/>
                  <a:pt x="175" y="131"/>
                  <a:pt x="166" y="128"/>
                </a:cubicBezTo>
                <a:close/>
              </a:path>
            </a:pathLst>
          </a:custGeom>
          <a:solidFill>
            <a:schemeClr val="accent4"/>
          </a:solidFill>
          <a:ln>
            <a:noFill/>
          </a:ln>
        </p:spPr>
        <p:txBody>
          <a:bodyPr vert="horz" wrap="square" lIns="73725" tIns="36862" rIns="73725" bIns="36862" numCol="1" anchor="t" anchorCtr="0" compatLnSpc="1">
            <a:prstTxWarp prst="textNoShape">
              <a:avLst/>
            </a:prstTxWarp>
          </a:bodyPr>
          <a:lstStyle/>
          <a:p>
            <a:endParaRPr lang="en-GB" sz="1450" dirty="0"/>
          </a:p>
        </p:txBody>
      </p:sp>
      <p:grpSp>
        <p:nvGrpSpPr>
          <p:cNvPr id="13" name="Group 887"/>
          <p:cNvGrpSpPr>
            <a:grpSpLocks noChangeAspect="1"/>
          </p:cNvGrpSpPr>
          <p:nvPr userDrawn="1"/>
        </p:nvGrpSpPr>
        <p:grpSpPr bwMode="auto">
          <a:xfrm>
            <a:off x="9110520" y="4611687"/>
            <a:ext cx="312811" cy="248858"/>
            <a:chOff x="3302" y="3789"/>
            <a:chExt cx="340" cy="340"/>
          </a:xfrm>
          <a:solidFill>
            <a:schemeClr val="accent4"/>
          </a:solidFill>
        </p:grpSpPr>
        <p:sp>
          <p:nvSpPr>
            <p:cNvPr id="14" name="Rectangle 888"/>
            <p:cNvSpPr>
              <a:spLocks noChangeArrowheads="1"/>
            </p:cNvSpPr>
            <p:nvPr/>
          </p:nvSpPr>
          <p:spPr bwMode="auto">
            <a:xfrm>
              <a:off x="3443" y="3889"/>
              <a:ext cx="58" cy="106"/>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450" dirty="0"/>
            </a:p>
          </p:txBody>
        </p:sp>
        <p:sp>
          <p:nvSpPr>
            <p:cNvPr id="15" name="Freeform 889"/>
            <p:cNvSpPr>
              <a:spLocks noEditPoints="1"/>
            </p:cNvSpPr>
            <p:nvPr/>
          </p:nvSpPr>
          <p:spPr bwMode="auto">
            <a:xfrm>
              <a:off x="3422" y="3867"/>
              <a:ext cx="100" cy="184"/>
            </a:xfrm>
            <a:custGeom>
              <a:avLst/>
              <a:gdLst>
                <a:gd name="T0" fmla="*/ 148 w 150"/>
                <a:gd name="T1" fmla="*/ 0 h 277"/>
                <a:gd name="T2" fmla="*/ 2 w 150"/>
                <a:gd name="T3" fmla="*/ 0 h 277"/>
                <a:gd name="T4" fmla="*/ 0 w 150"/>
                <a:gd name="T5" fmla="*/ 0 h 277"/>
                <a:gd name="T6" fmla="*/ 0 w 150"/>
                <a:gd name="T7" fmla="*/ 277 h 277"/>
                <a:gd name="T8" fmla="*/ 0 w 150"/>
                <a:gd name="T9" fmla="*/ 277 h 277"/>
                <a:gd name="T10" fmla="*/ 2 w 150"/>
                <a:gd name="T11" fmla="*/ 277 h 277"/>
                <a:gd name="T12" fmla="*/ 148 w 150"/>
                <a:gd name="T13" fmla="*/ 277 h 277"/>
                <a:gd name="T14" fmla="*/ 150 w 150"/>
                <a:gd name="T15" fmla="*/ 276 h 277"/>
                <a:gd name="T16" fmla="*/ 150 w 150"/>
                <a:gd name="T17" fmla="*/ 0 h 277"/>
                <a:gd name="T18" fmla="*/ 148 w 150"/>
                <a:gd name="T19" fmla="*/ 0 h 277"/>
                <a:gd name="T20" fmla="*/ 75 w 150"/>
                <a:gd name="T21" fmla="*/ 256 h 277"/>
                <a:gd name="T22" fmla="*/ 64 w 150"/>
                <a:gd name="T23" fmla="*/ 245 h 277"/>
                <a:gd name="T24" fmla="*/ 75 w 150"/>
                <a:gd name="T25" fmla="*/ 234 h 277"/>
                <a:gd name="T26" fmla="*/ 86 w 150"/>
                <a:gd name="T27" fmla="*/ 245 h 277"/>
                <a:gd name="T28" fmla="*/ 75 w 150"/>
                <a:gd name="T29" fmla="*/ 256 h 277"/>
                <a:gd name="T30" fmla="*/ 139 w 150"/>
                <a:gd name="T31" fmla="*/ 202 h 277"/>
                <a:gd name="T32" fmla="*/ 128 w 150"/>
                <a:gd name="T33" fmla="*/ 213 h 277"/>
                <a:gd name="T34" fmla="*/ 22 w 150"/>
                <a:gd name="T35" fmla="*/ 213 h 277"/>
                <a:gd name="T36" fmla="*/ 11 w 150"/>
                <a:gd name="T37" fmla="*/ 202 h 277"/>
                <a:gd name="T38" fmla="*/ 11 w 150"/>
                <a:gd name="T39" fmla="*/ 21 h 277"/>
                <a:gd name="T40" fmla="*/ 22 w 150"/>
                <a:gd name="T41" fmla="*/ 10 h 277"/>
                <a:gd name="T42" fmla="*/ 128 w 150"/>
                <a:gd name="T43" fmla="*/ 10 h 277"/>
                <a:gd name="T44" fmla="*/ 139 w 150"/>
                <a:gd name="T45" fmla="*/ 21 h 277"/>
                <a:gd name="T46" fmla="*/ 139 w 150"/>
                <a:gd name="T47" fmla="*/ 202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0" h="277">
                  <a:moveTo>
                    <a:pt x="148" y="0"/>
                  </a:moveTo>
                  <a:cubicBezTo>
                    <a:pt x="2" y="0"/>
                    <a:pt x="2" y="0"/>
                    <a:pt x="2" y="0"/>
                  </a:cubicBezTo>
                  <a:cubicBezTo>
                    <a:pt x="1" y="0"/>
                    <a:pt x="0" y="0"/>
                    <a:pt x="0" y="0"/>
                  </a:cubicBezTo>
                  <a:cubicBezTo>
                    <a:pt x="0" y="277"/>
                    <a:pt x="0" y="277"/>
                    <a:pt x="0" y="277"/>
                  </a:cubicBezTo>
                  <a:cubicBezTo>
                    <a:pt x="0" y="277"/>
                    <a:pt x="0" y="277"/>
                    <a:pt x="0" y="277"/>
                  </a:cubicBezTo>
                  <a:cubicBezTo>
                    <a:pt x="1" y="277"/>
                    <a:pt x="1" y="277"/>
                    <a:pt x="2" y="277"/>
                  </a:cubicBezTo>
                  <a:cubicBezTo>
                    <a:pt x="148" y="277"/>
                    <a:pt x="148" y="277"/>
                    <a:pt x="148" y="277"/>
                  </a:cubicBezTo>
                  <a:cubicBezTo>
                    <a:pt x="149" y="277"/>
                    <a:pt x="150" y="277"/>
                    <a:pt x="150" y="276"/>
                  </a:cubicBezTo>
                  <a:cubicBezTo>
                    <a:pt x="150" y="0"/>
                    <a:pt x="150" y="0"/>
                    <a:pt x="150" y="0"/>
                  </a:cubicBezTo>
                  <a:cubicBezTo>
                    <a:pt x="150" y="0"/>
                    <a:pt x="149" y="0"/>
                    <a:pt x="148" y="0"/>
                  </a:cubicBezTo>
                  <a:close/>
                  <a:moveTo>
                    <a:pt x="75" y="256"/>
                  </a:moveTo>
                  <a:cubicBezTo>
                    <a:pt x="69" y="256"/>
                    <a:pt x="64" y="251"/>
                    <a:pt x="64" y="245"/>
                  </a:cubicBezTo>
                  <a:cubicBezTo>
                    <a:pt x="64" y="239"/>
                    <a:pt x="69" y="234"/>
                    <a:pt x="75" y="234"/>
                  </a:cubicBezTo>
                  <a:cubicBezTo>
                    <a:pt x="81" y="234"/>
                    <a:pt x="86" y="239"/>
                    <a:pt x="86" y="245"/>
                  </a:cubicBezTo>
                  <a:cubicBezTo>
                    <a:pt x="86" y="251"/>
                    <a:pt x="81" y="256"/>
                    <a:pt x="75" y="256"/>
                  </a:cubicBezTo>
                  <a:close/>
                  <a:moveTo>
                    <a:pt x="139" y="202"/>
                  </a:moveTo>
                  <a:cubicBezTo>
                    <a:pt x="139" y="208"/>
                    <a:pt x="134" y="213"/>
                    <a:pt x="128" y="213"/>
                  </a:cubicBezTo>
                  <a:cubicBezTo>
                    <a:pt x="22" y="213"/>
                    <a:pt x="22" y="213"/>
                    <a:pt x="22" y="213"/>
                  </a:cubicBezTo>
                  <a:cubicBezTo>
                    <a:pt x="16" y="213"/>
                    <a:pt x="11" y="208"/>
                    <a:pt x="11" y="202"/>
                  </a:cubicBezTo>
                  <a:cubicBezTo>
                    <a:pt x="11" y="21"/>
                    <a:pt x="11" y="21"/>
                    <a:pt x="11" y="21"/>
                  </a:cubicBezTo>
                  <a:cubicBezTo>
                    <a:pt x="11" y="15"/>
                    <a:pt x="16" y="10"/>
                    <a:pt x="22" y="10"/>
                  </a:cubicBezTo>
                  <a:cubicBezTo>
                    <a:pt x="128" y="10"/>
                    <a:pt x="128" y="10"/>
                    <a:pt x="128" y="10"/>
                  </a:cubicBezTo>
                  <a:cubicBezTo>
                    <a:pt x="134" y="10"/>
                    <a:pt x="139" y="15"/>
                    <a:pt x="139" y="21"/>
                  </a:cubicBezTo>
                  <a:lnTo>
                    <a:pt x="139" y="2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450" dirty="0"/>
            </a:p>
          </p:txBody>
        </p:sp>
        <p:sp>
          <p:nvSpPr>
            <p:cNvPr id="17" name="Freeform 890"/>
            <p:cNvSpPr>
              <a:spLocks noEditPoints="1"/>
            </p:cNvSpPr>
            <p:nvPr/>
          </p:nvSpPr>
          <p:spPr bwMode="auto">
            <a:xfrm>
              <a:off x="3302" y="3789"/>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52 w 512"/>
                <a:gd name="T11" fmla="*/ 395 h 512"/>
                <a:gd name="T12" fmla="*/ 329 w 512"/>
                <a:gd name="T13" fmla="*/ 416 h 512"/>
                <a:gd name="T14" fmla="*/ 183 w 512"/>
                <a:gd name="T15" fmla="*/ 416 h 512"/>
                <a:gd name="T16" fmla="*/ 160 w 512"/>
                <a:gd name="T17" fmla="*/ 395 h 512"/>
                <a:gd name="T18" fmla="*/ 160 w 512"/>
                <a:gd name="T19" fmla="*/ 118 h 512"/>
                <a:gd name="T20" fmla="*/ 183 w 512"/>
                <a:gd name="T21" fmla="*/ 96 h 512"/>
                <a:gd name="T22" fmla="*/ 329 w 512"/>
                <a:gd name="T23" fmla="*/ 96 h 512"/>
                <a:gd name="T24" fmla="*/ 352 w 512"/>
                <a:gd name="T25" fmla="*/ 118 h 512"/>
                <a:gd name="T26" fmla="*/ 352 w 512"/>
                <a:gd name="T27" fmla="*/ 39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352" y="395"/>
                  </a:moveTo>
                  <a:cubicBezTo>
                    <a:pt x="352" y="407"/>
                    <a:pt x="342" y="416"/>
                    <a:pt x="329" y="416"/>
                  </a:cubicBezTo>
                  <a:cubicBezTo>
                    <a:pt x="183" y="416"/>
                    <a:pt x="183" y="416"/>
                    <a:pt x="183" y="416"/>
                  </a:cubicBezTo>
                  <a:cubicBezTo>
                    <a:pt x="170" y="416"/>
                    <a:pt x="160" y="407"/>
                    <a:pt x="160" y="395"/>
                  </a:cubicBezTo>
                  <a:cubicBezTo>
                    <a:pt x="160" y="118"/>
                    <a:pt x="160" y="118"/>
                    <a:pt x="160" y="118"/>
                  </a:cubicBezTo>
                  <a:cubicBezTo>
                    <a:pt x="160" y="106"/>
                    <a:pt x="170" y="96"/>
                    <a:pt x="183" y="96"/>
                  </a:cubicBezTo>
                  <a:cubicBezTo>
                    <a:pt x="329" y="96"/>
                    <a:pt x="329" y="96"/>
                    <a:pt x="329" y="96"/>
                  </a:cubicBezTo>
                  <a:cubicBezTo>
                    <a:pt x="342" y="96"/>
                    <a:pt x="352" y="106"/>
                    <a:pt x="352" y="118"/>
                  </a:cubicBezTo>
                  <a:lnTo>
                    <a:pt x="352" y="39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450" dirty="0"/>
            </a:p>
          </p:txBody>
        </p:sp>
      </p:grpSp>
    </p:spTree>
    <p:extLst>
      <p:ext uri="{BB962C8B-B14F-4D97-AF65-F5344CB8AC3E}">
        <p14:creationId xmlns:p14="http://schemas.microsoft.com/office/powerpoint/2010/main" val="2936477860"/>
      </p:ext>
    </p:extLst>
  </p:cSld>
  <p:clrMapOvr>
    <a:masterClrMapping/>
  </p:clrMapOvr>
  <p:transition>
    <p:fade/>
  </p:transition>
  <p:timing>
    <p:tnLst>
      <p:par>
        <p:cTn id="1" dur="indefinite" restart="never" nodeType="tmRoot"/>
      </p:par>
    </p:tn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Two-column - 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GB" dirty="0"/>
          </a:p>
        </p:txBody>
      </p:sp>
      <p:sp>
        <p:nvSpPr>
          <p:cNvPr id="4" name="Content Placeholder 3"/>
          <p:cNvSpPr>
            <a:spLocks noGrp="1"/>
          </p:cNvSpPr>
          <p:nvPr>
            <p:ph sz="half" idx="2"/>
          </p:nvPr>
        </p:nvSpPr>
        <p:spPr>
          <a:xfrm>
            <a:off x="2557584" y="1155702"/>
            <a:ext cx="4724400" cy="5086044"/>
          </a:xfrm>
        </p:spPr>
        <p:txBody>
          <a:bodyPr rIns="90000"/>
          <a:lstStyle>
            <a:lvl1pPr marL="0" indent="0" algn="l" defTabSz="717958" rtl="0" eaLnBrk="0" fontAlgn="base" hangingPunct="0">
              <a:spcBef>
                <a:spcPts val="600"/>
              </a:spcBef>
              <a:spcAft>
                <a:spcPts val="0"/>
              </a:spcAft>
              <a:tabLst/>
              <a:defRPr sz="750"/>
            </a:lvl1pPr>
            <a:lvl2pPr marL="0" indent="0" algn="l" defTabSz="717958" rtl="0" eaLnBrk="0" fontAlgn="base" hangingPunct="0">
              <a:lnSpc>
                <a:spcPct val="100000"/>
              </a:lnSpc>
              <a:spcBef>
                <a:spcPts val="150"/>
              </a:spcBef>
              <a:spcAft>
                <a:spcPts val="150"/>
              </a:spcAft>
              <a:tabLst/>
              <a:defRPr sz="750"/>
            </a:lvl2pPr>
            <a:lvl3pPr marL="94061" indent="-92870" algn="l" defTabSz="717958" rtl="0" eaLnBrk="0" fontAlgn="base" hangingPunct="0">
              <a:spcBef>
                <a:spcPts val="300"/>
              </a:spcBef>
              <a:spcAft>
                <a:spcPts val="150"/>
              </a:spcAft>
              <a:buNone/>
              <a:tabLst>
                <a:tab pos="4489909" algn="l"/>
              </a:tabLst>
              <a:defRPr sz="750"/>
            </a:lvl3pPr>
            <a:lvl4pPr marL="66676" indent="-66676" algn="l" defTabSz="717958" rtl="0" eaLnBrk="0" fontAlgn="base" hangingPunct="0">
              <a:spcBef>
                <a:spcPts val="0"/>
              </a:spcBef>
              <a:spcAft>
                <a:spcPts val="150"/>
              </a:spcAft>
              <a:buFont typeface="Arial" pitchFamily="34" charset="0"/>
              <a:buChar char="•"/>
              <a:tabLst>
                <a:tab pos="4489909" algn="l"/>
              </a:tabLst>
              <a:defRPr sz="750"/>
            </a:lvl4pPr>
            <a:lvl5pPr marL="135733" indent="-67867" algn="l" defTabSz="717958" rtl="0" eaLnBrk="0" fontAlgn="base" hangingPunct="0">
              <a:spcBef>
                <a:spcPts val="0"/>
              </a:spcBef>
              <a:spcAft>
                <a:spcPts val="150"/>
              </a:spcAft>
              <a:buFont typeface="Arial" pitchFamily="34" charset="0"/>
              <a:buChar char="‒"/>
              <a:tabLst/>
              <a:defRPr sz="675">
                <a:solidFill>
                  <a:schemeClr val="tx1"/>
                </a:solidFill>
                <a:latin typeface="Arial" pitchFamily="34" charset="0"/>
                <a:cs typeface="Arial" pitchFamily="34" charset="0"/>
              </a:defRPr>
            </a:lvl5pPr>
            <a:lvl6pPr>
              <a:defRPr sz="1275"/>
            </a:lvl6pPr>
            <a:lvl7pPr>
              <a:defRPr sz="1275"/>
            </a:lvl7pPr>
            <a:lvl8pPr>
              <a:defRPr sz="1275"/>
            </a:lvl8pPr>
            <a:lvl9pPr>
              <a:defRPr sz="1275"/>
            </a:lvl9pPr>
          </a:lstStyle>
          <a:p>
            <a:pPr marL="0" lvl="0" indent="0" algn="l" defTabSz="717958" rtl="0" eaLnBrk="0" fontAlgn="base" hangingPunct="0">
              <a:spcBef>
                <a:spcPts val="600"/>
              </a:spcBef>
              <a:spcAft>
                <a:spcPts val="0"/>
              </a:spcAft>
              <a:tabLst/>
            </a:pPr>
            <a:r>
              <a:rPr lang="en-US" dirty="0" smtClean="0"/>
              <a:t>Click to edit Master text styles</a:t>
            </a:r>
          </a:p>
          <a:p>
            <a:pPr marL="0" lvl="1" indent="0" algn="l" defTabSz="717958" rtl="0" eaLnBrk="0" fontAlgn="base" hangingPunct="0">
              <a:lnSpc>
                <a:spcPct val="100000"/>
              </a:lnSpc>
              <a:spcBef>
                <a:spcPts val="150"/>
              </a:spcBef>
              <a:spcAft>
                <a:spcPts val="450"/>
              </a:spcAft>
              <a:tabLst/>
            </a:pPr>
            <a:r>
              <a:rPr lang="en-US" dirty="0" smtClean="0"/>
              <a:t>Second level</a:t>
            </a:r>
          </a:p>
          <a:p>
            <a:pPr marL="94061" lvl="2" indent="-92870" algn="l" defTabSz="717958" rtl="0" eaLnBrk="0" fontAlgn="base" hangingPunct="0">
              <a:spcBef>
                <a:spcPts val="300"/>
              </a:spcBef>
              <a:spcAft>
                <a:spcPts val="150"/>
              </a:spcAft>
              <a:buNone/>
              <a:tabLst>
                <a:tab pos="4489909" algn="l"/>
              </a:tabLst>
            </a:pPr>
            <a:r>
              <a:rPr lang="en-US" dirty="0" smtClean="0"/>
              <a:t>Third level</a:t>
            </a:r>
          </a:p>
          <a:p>
            <a:pPr marL="66676" lvl="3" indent="-66676" algn="l" defTabSz="717958" rtl="0" eaLnBrk="0" fontAlgn="base" hangingPunct="0">
              <a:spcBef>
                <a:spcPts val="0"/>
              </a:spcBef>
              <a:spcAft>
                <a:spcPts val="150"/>
              </a:spcAft>
              <a:buFont typeface="Arial" pitchFamily="34" charset="0"/>
              <a:buChar char="•"/>
              <a:tabLst>
                <a:tab pos="4489909" algn="l"/>
              </a:tabLst>
            </a:pPr>
            <a:r>
              <a:rPr lang="en-US" dirty="0" smtClean="0"/>
              <a:t>Fourth level</a:t>
            </a:r>
          </a:p>
          <a:p>
            <a:pPr marL="135733" lvl="4" indent="-67867" algn="l" defTabSz="717958" rtl="0" eaLnBrk="0" fontAlgn="base" hangingPunct="0">
              <a:spcBef>
                <a:spcPts val="0"/>
              </a:spcBef>
              <a:spcAft>
                <a:spcPts val="150"/>
              </a:spcAft>
              <a:buFont typeface="Arial" pitchFamily="34" charset="0"/>
              <a:buChar char="‒"/>
              <a:tabLst/>
            </a:pPr>
            <a:r>
              <a:rPr lang="en-US" dirty="0" smtClean="0"/>
              <a:t>Fifth level</a:t>
            </a:r>
            <a:endParaRPr lang="en-GB" dirty="0"/>
          </a:p>
        </p:txBody>
      </p:sp>
      <p:sp>
        <p:nvSpPr>
          <p:cNvPr id="6" name="Slide Number Placeholder 5"/>
          <p:cNvSpPr>
            <a:spLocks noGrp="1" noChangeArrowheads="1"/>
          </p:cNvSpPr>
          <p:nvPr>
            <p:ph type="sldNum" sz="quarter" idx="11"/>
          </p:nvPr>
        </p:nvSpPr>
        <p:spPr>
          <a:xfrm>
            <a:off x="185620" y="6598436"/>
            <a:ext cx="273313" cy="96838"/>
          </a:xfrm>
          <a:prstGeom prst="rect">
            <a:avLst/>
          </a:prstGeom>
          <a:ln/>
        </p:spPr>
        <p:txBody>
          <a:bodyPr/>
          <a:lstStyle>
            <a:lvl1pPr>
              <a:defRPr/>
            </a:lvl1pPr>
          </a:lstStyle>
          <a:p>
            <a:fld id="{DB90921D-302B-4D71-AF70-D9562B680436}" type="slidenum">
              <a:rPr lang="en-GB"/>
              <a:pPr/>
              <a:t>‹#›</a:t>
            </a:fld>
            <a:endParaRPr lang="en-GB" dirty="0"/>
          </a:p>
        </p:txBody>
      </p:sp>
      <p:sp>
        <p:nvSpPr>
          <p:cNvPr id="15" name="Content Placeholder 3"/>
          <p:cNvSpPr>
            <a:spLocks noGrp="1"/>
          </p:cNvSpPr>
          <p:nvPr>
            <p:ph sz="half" idx="12"/>
          </p:nvPr>
        </p:nvSpPr>
        <p:spPr>
          <a:xfrm>
            <a:off x="7281987" y="1155706"/>
            <a:ext cx="4728308" cy="5086043"/>
          </a:xfrm>
        </p:spPr>
        <p:txBody>
          <a:bodyPr lIns="90000"/>
          <a:lstStyle>
            <a:lvl1pPr marL="0" indent="0" algn="l" defTabSz="717958" rtl="0" eaLnBrk="0" fontAlgn="base" hangingPunct="0">
              <a:spcBef>
                <a:spcPts val="600"/>
              </a:spcBef>
              <a:spcAft>
                <a:spcPts val="0"/>
              </a:spcAft>
              <a:tabLst/>
              <a:defRPr sz="750"/>
            </a:lvl1pPr>
            <a:lvl2pPr marL="0" indent="0" algn="l" defTabSz="717958" rtl="0" eaLnBrk="0" fontAlgn="base" hangingPunct="0">
              <a:lnSpc>
                <a:spcPct val="100000"/>
              </a:lnSpc>
              <a:spcBef>
                <a:spcPts val="150"/>
              </a:spcBef>
              <a:spcAft>
                <a:spcPts val="450"/>
              </a:spcAft>
              <a:tabLst/>
              <a:defRPr sz="750"/>
            </a:lvl2pPr>
            <a:lvl3pPr marL="94061" indent="-92870" algn="l" defTabSz="717958" rtl="0" eaLnBrk="0" fontAlgn="base" hangingPunct="0">
              <a:spcBef>
                <a:spcPts val="300"/>
              </a:spcBef>
              <a:spcAft>
                <a:spcPts val="150"/>
              </a:spcAft>
              <a:buNone/>
              <a:tabLst>
                <a:tab pos="4489909" algn="l"/>
              </a:tabLst>
              <a:defRPr sz="750"/>
            </a:lvl3pPr>
            <a:lvl4pPr marL="66676" indent="-66676" algn="l" defTabSz="717958" rtl="0" eaLnBrk="0" fontAlgn="base" hangingPunct="0">
              <a:spcBef>
                <a:spcPts val="0"/>
              </a:spcBef>
              <a:spcAft>
                <a:spcPts val="150"/>
              </a:spcAft>
              <a:buFont typeface="Arial" pitchFamily="34" charset="0"/>
              <a:buChar char="•"/>
              <a:tabLst>
                <a:tab pos="4489909" algn="l"/>
              </a:tabLst>
              <a:defRPr sz="750"/>
            </a:lvl4pPr>
            <a:lvl5pPr marL="135733" indent="-67867" algn="l" defTabSz="717958" rtl="0" eaLnBrk="0" fontAlgn="base" hangingPunct="0">
              <a:spcBef>
                <a:spcPts val="0"/>
              </a:spcBef>
              <a:spcAft>
                <a:spcPts val="150"/>
              </a:spcAft>
              <a:buFont typeface="Arial" pitchFamily="34" charset="0"/>
              <a:buChar char="‒"/>
              <a:tabLst/>
              <a:defRPr sz="675">
                <a:solidFill>
                  <a:schemeClr val="tx1"/>
                </a:solidFill>
                <a:latin typeface="Arial" pitchFamily="34" charset="0"/>
                <a:cs typeface="Arial" pitchFamily="34" charset="0"/>
              </a:defRPr>
            </a:lvl5pPr>
            <a:lvl6pPr>
              <a:defRPr sz="1275"/>
            </a:lvl6pPr>
            <a:lvl7pPr>
              <a:defRPr sz="1275"/>
            </a:lvl7pPr>
            <a:lvl8pPr>
              <a:defRPr sz="1275"/>
            </a:lvl8pPr>
            <a:lvl9pPr>
              <a:defRPr sz="1275"/>
            </a:lvl9pPr>
          </a:lstStyle>
          <a:p>
            <a:pPr marL="0" lvl="0" indent="0" algn="l" defTabSz="717958" rtl="0" eaLnBrk="0" fontAlgn="base" hangingPunct="0">
              <a:spcBef>
                <a:spcPts val="600"/>
              </a:spcBef>
              <a:spcAft>
                <a:spcPts val="0"/>
              </a:spcAft>
              <a:tabLst/>
            </a:pPr>
            <a:r>
              <a:rPr lang="en-US" dirty="0" smtClean="0"/>
              <a:t>Click to edit Master text styles</a:t>
            </a:r>
          </a:p>
          <a:p>
            <a:pPr marL="0" lvl="1" indent="0" algn="l" defTabSz="717958" rtl="0" eaLnBrk="0" fontAlgn="base" hangingPunct="0">
              <a:lnSpc>
                <a:spcPct val="100000"/>
              </a:lnSpc>
              <a:spcBef>
                <a:spcPts val="150"/>
              </a:spcBef>
              <a:spcAft>
                <a:spcPts val="450"/>
              </a:spcAft>
              <a:tabLst/>
            </a:pPr>
            <a:r>
              <a:rPr lang="en-US" dirty="0" smtClean="0"/>
              <a:t>Second level</a:t>
            </a:r>
          </a:p>
          <a:p>
            <a:pPr marL="94061" lvl="2" indent="-92870" algn="l" defTabSz="717958" rtl="0" eaLnBrk="0" fontAlgn="base" hangingPunct="0">
              <a:spcBef>
                <a:spcPts val="300"/>
              </a:spcBef>
              <a:spcAft>
                <a:spcPts val="150"/>
              </a:spcAft>
              <a:buNone/>
              <a:tabLst>
                <a:tab pos="4489909" algn="l"/>
              </a:tabLst>
            </a:pPr>
            <a:r>
              <a:rPr lang="en-US" dirty="0" smtClean="0"/>
              <a:t>Third level</a:t>
            </a:r>
          </a:p>
          <a:p>
            <a:pPr marL="66676" lvl="3" indent="-66676" algn="l" defTabSz="717958" rtl="0" eaLnBrk="0" fontAlgn="base" hangingPunct="0">
              <a:spcBef>
                <a:spcPts val="0"/>
              </a:spcBef>
              <a:spcAft>
                <a:spcPts val="150"/>
              </a:spcAft>
              <a:buFont typeface="Arial" pitchFamily="34" charset="0"/>
              <a:buChar char="•"/>
              <a:tabLst>
                <a:tab pos="4489909" algn="l"/>
              </a:tabLst>
            </a:pPr>
            <a:r>
              <a:rPr lang="en-US" dirty="0" smtClean="0"/>
              <a:t>Fourth level</a:t>
            </a:r>
          </a:p>
          <a:p>
            <a:pPr marL="135733" lvl="4" indent="-67867" algn="l" defTabSz="717958" rtl="0" eaLnBrk="0" fontAlgn="base" hangingPunct="0">
              <a:spcBef>
                <a:spcPts val="0"/>
              </a:spcBef>
              <a:spcAft>
                <a:spcPts val="150"/>
              </a:spcAft>
              <a:buFont typeface="Arial" pitchFamily="34" charset="0"/>
              <a:buChar char="‒"/>
              <a:tabLst/>
            </a:pPr>
            <a:r>
              <a:rPr lang="en-US" dirty="0" smtClean="0"/>
              <a:t>Fifth level</a:t>
            </a:r>
            <a:endParaRPr lang="en-GB" dirty="0"/>
          </a:p>
        </p:txBody>
      </p:sp>
    </p:spTree>
    <p:extLst>
      <p:ext uri="{BB962C8B-B14F-4D97-AF65-F5344CB8AC3E}">
        <p14:creationId xmlns:p14="http://schemas.microsoft.com/office/powerpoint/2010/main" val="735900161"/>
      </p:ext>
    </p:extLst>
  </p:cSld>
  <p:clrMapOvr>
    <a:masterClrMapping/>
  </p:clrMapOvr>
  <p:timing>
    <p:tnLst>
      <p:par>
        <p:cTn id="1" dur="indefinite" restart="never" nodeType="tmRoot"/>
      </p:par>
    </p:tn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userDrawn="1">
  <p:cSld name="End slide with boilerplate">
    <p:spTree>
      <p:nvGrpSpPr>
        <p:cNvPr id="1" name=""/>
        <p:cNvGrpSpPr/>
        <p:nvPr/>
      </p:nvGrpSpPr>
      <p:grpSpPr>
        <a:xfrm>
          <a:off x="0" y="0"/>
          <a:ext cx="0" cy="0"/>
          <a:chOff x="0" y="0"/>
          <a:chExt cx="0" cy="0"/>
        </a:xfrm>
      </p:grpSpPr>
      <p:sp>
        <p:nvSpPr>
          <p:cNvPr id="2" name="TextBox 1"/>
          <p:cNvSpPr txBox="1"/>
          <p:nvPr userDrawn="1"/>
        </p:nvSpPr>
        <p:spPr>
          <a:xfrm>
            <a:off x="494199" y="4096411"/>
            <a:ext cx="11201796" cy="2526846"/>
          </a:xfrm>
          <a:prstGeom prst="rect">
            <a:avLst/>
          </a:prstGeom>
          <a:noFill/>
        </p:spPr>
        <p:txBody>
          <a:bodyPr wrap="square" lIns="0" tIns="0" rIns="0" bIns="0" rtlCol="0" anchor="b">
            <a:spAutoFit/>
          </a:bodyPr>
          <a:lstStyle/>
          <a:p>
            <a:r>
              <a:rPr lang="en-SG" sz="684" b="0" i="0" u="none" strike="noStrike" kern="1200" baseline="0" dirty="0" smtClean="0">
                <a:solidFill>
                  <a:schemeClr val="tx1"/>
                </a:solidFill>
                <a:latin typeface="+mn-lt"/>
                <a:ea typeface="+mn-ea"/>
                <a:cs typeface="+mn-cs"/>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www.deloitte.com/sg/about to learn more about our global network of member firms.</a:t>
            </a:r>
          </a:p>
          <a:p>
            <a:endParaRPr lang="en-SG" sz="684" b="0" i="0" u="none" strike="noStrike" kern="1200" baseline="0" dirty="0" smtClean="0">
              <a:solidFill>
                <a:schemeClr val="tx1"/>
              </a:solidFill>
              <a:latin typeface="+mn-lt"/>
              <a:ea typeface="+mn-ea"/>
              <a:cs typeface="+mn-cs"/>
            </a:endParaRPr>
          </a:p>
          <a:p>
            <a:r>
              <a:rPr lang="en-SG" sz="684" b="0" i="0" u="none" strike="noStrike" kern="1200" baseline="0" dirty="0" smtClean="0">
                <a:solidFill>
                  <a:schemeClr val="tx1"/>
                </a:solidFill>
                <a:latin typeface="+mn-lt"/>
                <a:ea typeface="+mn-ea"/>
                <a:cs typeface="+mn-cs"/>
              </a:rPr>
              <a:t>Deloitte provides audit &amp; assurance, consulting, financial advisory, risk advisory, tax &amp; legal and related services to public and private clients spanning multiple industries. Deloitte serves four out of five Fortune Global 500® companies through a globally connected network of member firms in more than 150 countries and territories bringing world-class capabilities, insights, and high-quality service to address clients’ most complex business challenges. To learn more about how Deloitte’s approximately 264,000 professionals make an impact that matters, please connect with us on </a:t>
            </a:r>
            <a:r>
              <a:rPr lang="en-SG" sz="684" b="0" i="0" u="sng" strike="noStrike" kern="1200" baseline="0" dirty="0" smtClean="0">
                <a:solidFill>
                  <a:schemeClr val="tx1"/>
                </a:solidFill>
                <a:latin typeface="+mn-lt"/>
                <a:ea typeface="+mn-ea"/>
                <a:cs typeface="+mn-cs"/>
              </a:rPr>
              <a:t>Facebook</a:t>
            </a:r>
            <a:r>
              <a:rPr lang="en-SG" sz="684" b="0" i="0" u="none" strike="noStrike" kern="1200" baseline="0" dirty="0" smtClean="0">
                <a:solidFill>
                  <a:schemeClr val="tx1"/>
                </a:solidFill>
                <a:latin typeface="+mn-lt"/>
                <a:ea typeface="+mn-ea"/>
                <a:cs typeface="+mn-cs"/>
              </a:rPr>
              <a:t>, </a:t>
            </a:r>
            <a:r>
              <a:rPr lang="en-SG" sz="684" b="0" i="0" u="sng" strike="noStrike" kern="1200" baseline="0" dirty="0" smtClean="0">
                <a:solidFill>
                  <a:schemeClr val="tx1"/>
                </a:solidFill>
                <a:latin typeface="+mn-lt"/>
                <a:ea typeface="+mn-ea"/>
                <a:cs typeface="+mn-cs"/>
              </a:rPr>
              <a:t>LinkedIn</a:t>
            </a:r>
            <a:r>
              <a:rPr lang="en-SG" sz="684" b="0" i="0" u="none" strike="noStrike" kern="1200" baseline="0" dirty="0" smtClean="0">
                <a:solidFill>
                  <a:schemeClr val="tx1"/>
                </a:solidFill>
                <a:latin typeface="+mn-lt"/>
                <a:ea typeface="+mn-ea"/>
                <a:cs typeface="+mn-cs"/>
              </a:rPr>
              <a:t>, or </a:t>
            </a:r>
            <a:r>
              <a:rPr lang="en-SG" sz="684" b="0" i="0" u="sng" strike="noStrike" kern="1200" baseline="0" dirty="0" smtClean="0">
                <a:solidFill>
                  <a:schemeClr val="tx1"/>
                </a:solidFill>
                <a:latin typeface="+mn-lt"/>
                <a:ea typeface="+mn-ea"/>
                <a:cs typeface="+mn-cs"/>
              </a:rPr>
              <a:t>Twitter</a:t>
            </a:r>
            <a:r>
              <a:rPr lang="en-SG" sz="684" b="0" i="0" u="none" strike="noStrike" kern="1200" baseline="0" dirty="0" smtClean="0">
                <a:solidFill>
                  <a:schemeClr val="tx1"/>
                </a:solidFill>
                <a:latin typeface="+mn-lt"/>
                <a:ea typeface="+mn-ea"/>
                <a:cs typeface="+mn-cs"/>
              </a:rPr>
              <a:t>. </a:t>
            </a:r>
          </a:p>
          <a:p>
            <a:endParaRPr lang="en-US" sz="684" b="1" i="0" u="none" strike="noStrike" kern="1200" baseline="0" dirty="0" smtClean="0">
              <a:solidFill>
                <a:schemeClr val="tx1"/>
              </a:solidFill>
              <a:latin typeface="+mn-lt"/>
              <a:ea typeface="+mn-ea"/>
              <a:cs typeface="+mn-cs"/>
            </a:endParaRPr>
          </a:p>
          <a:p>
            <a:r>
              <a:rPr lang="en-US" sz="684" b="1" i="0" u="none" strike="noStrike" kern="1200" baseline="0" dirty="0" smtClean="0">
                <a:solidFill>
                  <a:schemeClr val="tx1"/>
                </a:solidFill>
                <a:latin typeface="+mn-lt"/>
                <a:ea typeface="+mn-ea"/>
                <a:cs typeface="+mn-cs"/>
              </a:rPr>
              <a:t>About Deloitte Southeast Asia </a:t>
            </a:r>
            <a:endParaRPr lang="en-US" sz="684" b="0" i="0" u="none" strike="noStrike" kern="1200" baseline="0" dirty="0" smtClean="0">
              <a:solidFill>
                <a:schemeClr val="tx1"/>
              </a:solidFill>
              <a:latin typeface="+mn-lt"/>
              <a:ea typeface="+mn-ea"/>
              <a:cs typeface="+mn-cs"/>
            </a:endParaRPr>
          </a:p>
          <a:p>
            <a:r>
              <a:rPr lang="en-US" sz="684" b="0" i="0" u="none" strike="noStrike" kern="1200" baseline="0" dirty="0" smtClean="0">
                <a:solidFill>
                  <a:schemeClr val="tx1"/>
                </a:solidFill>
                <a:latin typeface="+mn-lt"/>
                <a:ea typeface="+mn-ea"/>
                <a:cs typeface="+mn-cs"/>
              </a:rPr>
              <a:t>Deloitte Southeast Asia Ltd – a member firm of Deloitte Touche Tohmatsu Limited comprising Deloitte practices operating in Brunei, Cambodia, Guam, Indonesia, Lao PDR, Malaysia, Myanmar, Philippines, Singapore, Thailand and Vietnam – was established to deliver measurable value to the particular demands of increasingly intra-regional and fast growing companies and enterprises. </a:t>
            </a:r>
          </a:p>
          <a:p>
            <a:endParaRPr lang="en-SG" sz="684" b="0" i="0" u="none" strike="noStrike" kern="1200" baseline="0" dirty="0" smtClean="0">
              <a:solidFill>
                <a:schemeClr val="tx1"/>
              </a:solidFill>
              <a:latin typeface="+mn-lt"/>
              <a:ea typeface="+mn-ea"/>
              <a:cs typeface="+mn-cs"/>
            </a:endParaRPr>
          </a:p>
          <a:p>
            <a:r>
              <a:rPr lang="en-SG" sz="684" b="0" i="0" u="none" strike="noStrike" kern="1200" baseline="0" dirty="0" smtClean="0">
                <a:solidFill>
                  <a:schemeClr val="tx1"/>
                </a:solidFill>
                <a:latin typeface="+mn-lt"/>
                <a:ea typeface="+mn-ea"/>
                <a:cs typeface="+mn-cs"/>
              </a:rPr>
              <a:t>Comprising approximately 330 partners and 8,000 professionals in 25 office locations, the subsidiaries and affiliates of Deloitte Southeast Asia Ltd combine their technical expertise and deep industry knowledge to deliver consistent high quality services to companies in the region. </a:t>
            </a:r>
          </a:p>
          <a:p>
            <a:endParaRPr lang="en-SG" sz="684" b="0" i="0" u="none" strike="noStrike" kern="1200" baseline="0" dirty="0" smtClean="0">
              <a:solidFill>
                <a:schemeClr val="tx1"/>
              </a:solidFill>
              <a:latin typeface="+mn-lt"/>
              <a:ea typeface="+mn-ea"/>
              <a:cs typeface="+mn-cs"/>
            </a:endParaRPr>
          </a:p>
          <a:p>
            <a:r>
              <a:rPr lang="en-SG" sz="684" b="0" i="0" u="none" strike="noStrike" kern="1200" baseline="0" dirty="0" smtClean="0">
                <a:solidFill>
                  <a:schemeClr val="tx1"/>
                </a:solidFill>
                <a:latin typeface="+mn-lt"/>
                <a:ea typeface="+mn-ea"/>
                <a:cs typeface="+mn-cs"/>
              </a:rPr>
              <a:t>All services are provided through the individual country practices, their subsidiaries and affiliates which are separate and independent legal entities. </a:t>
            </a:r>
          </a:p>
          <a:p>
            <a:endParaRPr lang="en-US" sz="684" b="1" i="0" u="none" strike="noStrike" kern="1200" baseline="0" dirty="0" smtClean="0">
              <a:solidFill>
                <a:schemeClr val="tx1"/>
              </a:solidFill>
              <a:latin typeface="+mn-lt"/>
              <a:ea typeface="+mn-ea"/>
              <a:cs typeface="+mn-cs"/>
            </a:endParaRPr>
          </a:p>
          <a:p>
            <a:r>
              <a:rPr lang="en-US" sz="684" b="1" i="0" u="none" strike="noStrike" kern="1200" baseline="0" dirty="0" smtClean="0">
                <a:solidFill>
                  <a:schemeClr val="tx1"/>
                </a:solidFill>
                <a:latin typeface="+mn-lt"/>
                <a:ea typeface="+mn-ea"/>
                <a:cs typeface="+mn-cs"/>
              </a:rPr>
              <a:t>About Deloitte Singapore </a:t>
            </a:r>
            <a:endParaRPr lang="en-US" sz="684" b="0" i="0" u="none" strike="noStrike" kern="1200" baseline="0" dirty="0" smtClean="0">
              <a:solidFill>
                <a:schemeClr val="tx1"/>
              </a:solidFill>
              <a:latin typeface="+mn-lt"/>
              <a:ea typeface="+mn-ea"/>
              <a:cs typeface="+mn-cs"/>
            </a:endParaRPr>
          </a:p>
          <a:p>
            <a:r>
              <a:rPr lang="en-SG" sz="684" b="0" i="0" u="none" strike="noStrike" kern="1200" baseline="0" dirty="0" smtClean="0">
                <a:solidFill>
                  <a:schemeClr val="tx1"/>
                </a:solidFill>
                <a:latin typeface="+mn-lt"/>
                <a:ea typeface="+mn-ea"/>
                <a:cs typeface="+mn-cs"/>
              </a:rPr>
              <a:t>In Singapore, services are provided by Deloitte &amp; Touche LLP and its subsidiaries and affiliates. </a:t>
            </a:r>
          </a:p>
          <a:p>
            <a:endParaRPr lang="en-SG" sz="684" b="0" i="0" u="none" strike="noStrike" kern="1200" baseline="0" dirty="0" smtClean="0">
              <a:solidFill>
                <a:schemeClr val="tx1"/>
              </a:solidFill>
              <a:latin typeface="+mn-lt"/>
              <a:ea typeface="+mn-ea"/>
              <a:cs typeface="+mn-cs"/>
            </a:endParaRPr>
          </a:p>
          <a:p>
            <a:r>
              <a:rPr lang="en-SG" sz="684" b="0" i="0" u="none" strike="noStrike" kern="1200" baseline="0" dirty="0" smtClean="0">
                <a:solidFill>
                  <a:schemeClr val="tx1"/>
                </a:solidFill>
                <a:latin typeface="+mn-lt"/>
                <a:ea typeface="+mn-ea"/>
                <a:cs typeface="+mn-cs"/>
              </a:rPr>
              <a:t>This communication contains general information only, and none of Deloitte Touche Tohmatsu Limited, its member firms, or their related entities (collectively, the “Deloitte Network”) is, by means of this communication, rendering professional advice or services. Before making any decision or taking any action that may affect your finances or your business, you should consult a qualified professional adviser. No entity in the Deloitte Network shall be responsible for any loss whatsoever sustained by any person who relies on this communication. </a:t>
            </a:r>
          </a:p>
          <a:p>
            <a:endParaRPr lang="en-SG" sz="684" b="0" i="0" u="none" strike="noStrike" kern="1200" baseline="0" dirty="0" smtClean="0">
              <a:solidFill>
                <a:schemeClr val="tx1"/>
              </a:solidFill>
              <a:latin typeface="+mn-lt"/>
              <a:ea typeface="+mn-ea"/>
              <a:cs typeface="+mn-cs"/>
            </a:endParaRPr>
          </a:p>
          <a:p>
            <a:r>
              <a:rPr lang="en-SG" sz="684" b="0" i="0" u="none" strike="noStrike" kern="1200" baseline="0" dirty="0" smtClean="0">
                <a:solidFill>
                  <a:schemeClr val="tx1"/>
                </a:solidFill>
                <a:latin typeface="+mn-lt"/>
                <a:ea typeface="+mn-ea"/>
                <a:cs typeface="+mn-cs"/>
              </a:rPr>
              <a:t>© 2017 Deloitte &amp; Touche Financial Advisory Services Pte Ltd</a:t>
            </a:r>
            <a:endParaRPr lang="en-US" sz="684" dirty="0"/>
          </a:p>
        </p:txBody>
      </p:sp>
      <p:grpSp>
        <p:nvGrpSpPr>
          <p:cNvPr id="14" name="Group 13"/>
          <p:cNvGrpSpPr>
            <a:grpSpLocks noChangeAspect="1"/>
          </p:cNvGrpSpPr>
          <p:nvPr userDrawn="1"/>
        </p:nvGrpSpPr>
        <p:grpSpPr>
          <a:xfrm>
            <a:off x="494197" y="2975851"/>
            <a:ext cx="2134664" cy="316788"/>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668" dirty="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668" dirty="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668" dirty="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668" dirty="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668" dirty="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668" dirty="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668" dirty="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668" dirty="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668" dirty="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668" dirty="0">
                <a:solidFill>
                  <a:schemeClr val="bg1"/>
                </a:solidFill>
              </a:endParaRPr>
            </a:p>
          </p:txBody>
        </p:sp>
      </p:grpSp>
    </p:spTree>
    <p:extLst>
      <p:ext uri="{BB962C8B-B14F-4D97-AF65-F5344CB8AC3E}">
        <p14:creationId xmlns:p14="http://schemas.microsoft.com/office/powerpoint/2010/main" val="2431944520"/>
      </p:ext>
    </p:extLst>
  </p:cSld>
  <p:clrMapOvr>
    <a:masterClrMapping/>
  </p:clrMapOvr>
  <p:timing>
    <p:tnLst>
      <p:par>
        <p:cTn id="1" dur="indefinite" restart="never" nodeType="tmRoot"/>
      </p:par>
    </p:tn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GB"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extLst>
      <p:ext uri="{BB962C8B-B14F-4D97-AF65-F5344CB8AC3E}">
        <p14:creationId xmlns:p14="http://schemas.microsoft.com/office/powerpoint/2010/main" val="745786588"/>
      </p:ext>
    </p:extLst>
  </p:cSld>
  <p:clrMapOvr>
    <a:masterClrMapping/>
  </p:clrMapOvr>
  <p:timing>
    <p:tnLst>
      <p:par>
        <p:cTn id="1" dur="indefinite" restart="never" nodeType="tmRoot"/>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70"/>
            <a:ext cx="10418233" cy="1592403"/>
          </a:xfrm>
        </p:spPr>
        <p:txBody>
          <a:bodyPr anchor="b"/>
          <a:lstStyle>
            <a:lvl1pPr>
              <a:lnSpc>
                <a:spcPct val="95000"/>
              </a:lnSpc>
              <a:defRPr sz="2888" b="1">
                <a:solidFill>
                  <a:schemeClr val="bg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CA" noProof="0" dirty="0"/>
          </a:p>
        </p:txBody>
      </p:sp>
      <p:sp>
        <p:nvSpPr>
          <p:cNvPr id="3" name="Text Placeholder 2"/>
          <p:cNvSpPr>
            <a:spLocks noGrp="1"/>
          </p:cNvSpPr>
          <p:nvPr>
            <p:ph type="body" idx="1"/>
          </p:nvPr>
        </p:nvSpPr>
        <p:spPr bwMode="gray">
          <a:xfrm>
            <a:off x="469901" y="3429000"/>
            <a:ext cx="10418233" cy="1566532"/>
          </a:xfrm>
        </p:spPr>
        <p:txBody>
          <a:bodyPr lIns="0" tIns="0" rIns="0" bIns="0">
            <a:noAutofit/>
          </a:bodyPr>
          <a:lstStyle>
            <a:lvl1pPr marL="0" indent="0">
              <a:lnSpc>
                <a:spcPct val="95000"/>
              </a:lnSpc>
              <a:spcAft>
                <a:spcPts val="0"/>
              </a:spcAft>
              <a:buNone/>
              <a:defRPr sz="2888">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smtClean="0"/>
              <a:t>Edit Master text styles</a:t>
            </a:r>
          </a:p>
        </p:txBody>
      </p:sp>
      <p:sp>
        <p:nvSpPr>
          <p:cNvPr id="11" name="Slide Number Placeholder 4"/>
          <p:cNvSpPr>
            <a:spLocks noGrp="1"/>
          </p:cNvSpPr>
          <p:nvPr>
            <p:ph type="sldNum" sz="quarter" idx="4"/>
          </p:nvPr>
        </p:nvSpPr>
        <p:spPr>
          <a:xfrm>
            <a:off x="11613096" y="6486768"/>
            <a:ext cx="109004" cy="75085"/>
          </a:xfrm>
          <a:prstGeom prst="rect">
            <a:avLst/>
          </a:prstGeom>
        </p:spPr>
        <p:txBody>
          <a:bodyPr vert="horz" wrap="none" lIns="0" tIns="0" rIns="0" bIns="0" rtlCol="0" anchor="ctr">
            <a:spAutoFit/>
          </a:bodyPr>
          <a:lstStyle>
            <a:lvl1pPr algn="r">
              <a:defRPr sz="488">
                <a:solidFill>
                  <a:schemeClr val="bg1"/>
                </a:solidFill>
              </a:defRPr>
            </a:lvl1pPr>
          </a:lstStyle>
          <a:p>
            <a:fld id="{1D70FF2A-E074-4D3B-BB94-FFBB4B519E26}" type="slidenum">
              <a:rPr lang="en-CA" smtClean="0"/>
              <a:pPr/>
              <a:t>‹#›</a:t>
            </a:fld>
            <a:endParaRPr lang="en-CA" dirty="0"/>
          </a:p>
        </p:txBody>
      </p:sp>
    </p:spTree>
    <p:extLst>
      <p:ext uri="{BB962C8B-B14F-4D97-AF65-F5344CB8AC3E}">
        <p14:creationId xmlns:p14="http://schemas.microsoft.com/office/powerpoint/2010/main" val="1058706611"/>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solidFill>
          <a:schemeClr val="tx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0587" y="727200"/>
            <a:ext cx="7200000" cy="5400000"/>
          </a:xfrm>
          <a:prstGeom prst="rect">
            <a:avLst/>
          </a:prstGeom>
        </p:spPr>
        <p:txBody>
          <a:bodyPr/>
          <a:lstStyle/>
          <a:p>
            <a:r>
              <a:rPr lang="en-US"/>
              <a:t>Click icon to add picture</a:t>
            </a:r>
            <a:endParaRPr lang="en-GB"/>
          </a:p>
        </p:txBody>
      </p:sp>
      <p:sp>
        <p:nvSpPr>
          <p:cNvPr id="2" name="Title 1"/>
          <p:cNvSpPr>
            <a:spLocks noGrp="1"/>
          </p:cNvSpPr>
          <p:nvPr>
            <p:ph type="ctrTitle"/>
          </p:nvPr>
        </p:nvSpPr>
        <p:spPr bwMode="gray">
          <a:xfrm>
            <a:off x="527051" y="5549440"/>
            <a:ext cx="5568949" cy="324000"/>
          </a:xfrm>
        </p:spPr>
        <p:txBody>
          <a:bodyPr anchor="t" anchorCtr="0">
            <a:noAutofit/>
          </a:bodyPr>
          <a:lstStyle>
            <a:lvl1pPr algn="l">
              <a:lnSpc>
                <a:spcPct val="100000"/>
              </a:lnSpc>
              <a:defRPr sz="1800" b="1">
                <a:solidFill>
                  <a:schemeClr val="bg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Subtitle 2"/>
          <p:cNvSpPr>
            <a:spLocks noGrp="1"/>
          </p:cNvSpPr>
          <p:nvPr>
            <p:ph type="subTitle" idx="1"/>
          </p:nvPr>
        </p:nvSpPr>
        <p:spPr bwMode="gray">
          <a:xfrm>
            <a:off x="527051" y="5864230"/>
            <a:ext cx="5568948" cy="505645"/>
          </a:xfrm>
          <a:prstGeom prst="rect">
            <a:avLst/>
          </a:prstGeom>
        </p:spPr>
        <p:txBody>
          <a:bodyPr lIns="0" tIns="0" rIns="0" bIns="0">
            <a:noAutofit/>
          </a:bodyPr>
          <a:lstStyle>
            <a:lvl1pPr marL="0" indent="0" algn="l">
              <a:lnSpc>
                <a:spcPct val="110000"/>
              </a:lnSpc>
              <a:spcAft>
                <a:spcPts val="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Text Placeholder 4"/>
          <p:cNvSpPr>
            <a:spLocks noGrp="1"/>
          </p:cNvSpPr>
          <p:nvPr>
            <p:ph type="body" sz="quarter" idx="10"/>
          </p:nvPr>
        </p:nvSpPr>
        <p:spPr>
          <a:xfrm>
            <a:off x="527051" y="6399564"/>
            <a:ext cx="55689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7051" y="404814"/>
            <a:ext cx="2178308" cy="307849"/>
          </a:xfrm>
          <a:prstGeom prst="rect">
            <a:avLst/>
          </a:prstGeom>
        </p:spPr>
      </p:pic>
    </p:spTree>
    <p:extLst>
      <p:ext uri="{BB962C8B-B14F-4D97-AF65-F5344CB8AC3E}">
        <p14:creationId xmlns:p14="http://schemas.microsoft.com/office/powerpoint/2010/main" val="488659793"/>
      </p:ext>
    </p:extLst>
  </p:cSld>
  <p:clrMapOvr>
    <a:masterClrMapping/>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0587" y="727200"/>
            <a:ext cx="7200000" cy="5400000"/>
          </a:xfrm>
          <a:prstGeom prst="rect">
            <a:avLst/>
          </a:prstGeom>
        </p:spPr>
        <p:txBody>
          <a:bodyPr/>
          <a:lstStyle/>
          <a:p>
            <a:r>
              <a:rPr lang="en-US" dirty="0"/>
              <a:t>Click icon to add picture</a:t>
            </a:r>
            <a:endParaRPr lang="en-GB" dirty="0"/>
          </a:p>
        </p:txBody>
      </p:sp>
      <p:sp>
        <p:nvSpPr>
          <p:cNvPr id="2" name="Title 1"/>
          <p:cNvSpPr>
            <a:spLocks noGrp="1"/>
          </p:cNvSpPr>
          <p:nvPr>
            <p:ph type="ctrTitle"/>
          </p:nvPr>
        </p:nvSpPr>
        <p:spPr bwMode="gray">
          <a:xfrm>
            <a:off x="527051" y="5549440"/>
            <a:ext cx="5568949" cy="324000"/>
          </a:xfrm>
        </p:spPr>
        <p:txBody>
          <a:bodyPr anchor="t"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Subtitle 2"/>
          <p:cNvSpPr>
            <a:spLocks noGrp="1"/>
          </p:cNvSpPr>
          <p:nvPr>
            <p:ph type="subTitle" idx="1"/>
          </p:nvPr>
        </p:nvSpPr>
        <p:spPr bwMode="gray">
          <a:xfrm>
            <a:off x="527051" y="5864230"/>
            <a:ext cx="5568948" cy="505645"/>
          </a:xfrm>
          <a:prstGeom prst="rect">
            <a:avLst/>
          </a:prstGeom>
        </p:spPr>
        <p:txBody>
          <a:bodyPr lIns="0" tIns="0" rIns="0" bIns="0">
            <a:noAutofit/>
          </a:bodyPr>
          <a:lstStyle>
            <a:lvl1pPr marL="0" indent="0" algn="l">
              <a:lnSpc>
                <a:spcPct val="11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Text Placeholder 4"/>
          <p:cNvSpPr>
            <a:spLocks noGrp="1"/>
          </p:cNvSpPr>
          <p:nvPr>
            <p:ph type="body" sz="quarter" idx="10"/>
          </p:nvPr>
        </p:nvSpPr>
        <p:spPr>
          <a:xfrm>
            <a:off x="527051" y="6399564"/>
            <a:ext cx="55689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7051" y="405929"/>
            <a:ext cx="2178308" cy="305616"/>
          </a:xfrm>
          <a:prstGeom prst="rect">
            <a:avLst/>
          </a:prstGeom>
        </p:spPr>
      </p:pic>
    </p:spTree>
    <p:extLst>
      <p:ext uri="{BB962C8B-B14F-4D97-AF65-F5344CB8AC3E}">
        <p14:creationId xmlns:p14="http://schemas.microsoft.com/office/powerpoint/2010/main" val="2871637638"/>
      </p:ext>
    </p:extLst>
  </p:cSld>
  <p:clrMapOvr>
    <a:masterClrMapping/>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pic>
        <p:nvPicPr>
          <p:cNvPr id="22" name="Picture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27051" y="404814"/>
            <a:ext cx="2178308" cy="307849"/>
          </a:xfrm>
          <a:prstGeom prst="rect">
            <a:avLst/>
          </a:prstGeom>
        </p:spPr>
      </p:pic>
      <p:sp>
        <p:nvSpPr>
          <p:cNvPr id="23" name="Subtitle 2"/>
          <p:cNvSpPr>
            <a:spLocks noGrp="1"/>
          </p:cNvSpPr>
          <p:nvPr>
            <p:ph type="subTitle" idx="1"/>
          </p:nvPr>
        </p:nvSpPr>
        <p:spPr bwMode="gray">
          <a:xfrm>
            <a:off x="527051" y="5864230"/>
            <a:ext cx="5568948" cy="505645"/>
          </a:xfrm>
          <a:prstGeom prst="rect">
            <a:avLst/>
          </a:prstGeom>
        </p:spPr>
        <p:txBody>
          <a:bodyPr lIns="0" tIns="0" rIns="0" bIns="0">
            <a:noAutofit/>
          </a:bodyPr>
          <a:lstStyle>
            <a:lvl1pPr marL="0" indent="0" algn="l">
              <a:lnSpc>
                <a:spcPct val="110000"/>
              </a:lnSpc>
              <a:spcAft>
                <a:spcPts val="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4" name="Text Placeholder 4"/>
          <p:cNvSpPr>
            <a:spLocks noGrp="1"/>
          </p:cNvSpPr>
          <p:nvPr>
            <p:ph type="body" sz="quarter" idx="10"/>
          </p:nvPr>
        </p:nvSpPr>
        <p:spPr>
          <a:xfrm>
            <a:off x="527051" y="6399564"/>
            <a:ext cx="55689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4036351944"/>
      </p:ext>
    </p:extLst>
  </p:cSld>
  <p:clrMapOvr>
    <a:overrideClrMapping bg1="lt1" tx1="dk1" bg2="lt2" tx2="dk2" accent1="accent1" accent2="accent2" accent3="accent3" accent4="accent4" accent5="accent5" accent6="accent6" hlink="hlink" folHlink="folHlink"/>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Subtitle 2"/>
          <p:cNvSpPr>
            <a:spLocks noGrp="1"/>
          </p:cNvSpPr>
          <p:nvPr>
            <p:ph type="subTitle" idx="1"/>
          </p:nvPr>
        </p:nvSpPr>
        <p:spPr bwMode="gray">
          <a:xfrm>
            <a:off x="527051" y="5864230"/>
            <a:ext cx="5568948" cy="505645"/>
          </a:xfrm>
          <a:prstGeom prst="rect">
            <a:avLst/>
          </a:prstGeom>
        </p:spPr>
        <p:txBody>
          <a:bodyPr lIns="0" tIns="0" rIns="0" bIns="0">
            <a:noAutofit/>
          </a:bodyPr>
          <a:lstStyle>
            <a:lvl1pPr marL="0" indent="0" algn="l">
              <a:lnSpc>
                <a:spcPct val="11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0" name="Text Placeholder 4"/>
          <p:cNvSpPr>
            <a:spLocks noGrp="1"/>
          </p:cNvSpPr>
          <p:nvPr>
            <p:ph type="body" sz="quarter" idx="10"/>
          </p:nvPr>
        </p:nvSpPr>
        <p:spPr>
          <a:xfrm>
            <a:off x="527051" y="6399564"/>
            <a:ext cx="55689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pic>
        <p:nvPicPr>
          <p:cNvPr id="21" name="Picture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7051" y="405929"/>
            <a:ext cx="2178308" cy="305616"/>
          </a:xfrm>
          <a:prstGeom prst="rect">
            <a:avLst/>
          </a:prstGeom>
        </p:spPr>
      </p:pic>
    </p:spTree>
    <p:extLst>
      <p:ext uri="{BB962C8B-B14F-4D97-AF65-F5344CB8AC3E}">
        <p14:creationId xmlns:p14="http://schemas.microsoft.com/office/powerpoint/2010/main" val="3900270766"/>
      </p:ext>
    </p:extLst>
  </p:cSld>
  <p:clrMapOvr>
    <a:masterClrMapping/>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24934" y="1705670"/>
            <a:ext cx="10517717"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Text Placeholder 2"/>
          <p:cNvSpPr>
            <a:spLocks noGrp="1"/>
          </p:cNvSpPr>
          <p:nvPr>
            <p:ph type="body" idx="1"/>
          </p:nvPr>
        </p:nvSpPr>
        <p:spPr bwMode="gray">
          <a:xfrm>
            <a:off x="524934" y="3429000"/>
            <a:ext cx="10517717"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3492912041"/>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28000" y="1705670"/>
            <a:ext cx="10514651"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Text Placeholder 2"/>
          <p:cNvSpPr>
            <a:spLocks noGrp="1"/>
          </p:cNvSpPr>
          <p:nvPr>
            <p:ph type="body" idx="1"/>
          </p:nvPr>
        </p:nvSpPr>
        <p:spPr bwMode="gray">
          <a:xfrm>
            <a:off x="528000" y="3429000"/>
            <a:ext cx="10517717"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3843892516"/>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24934" y="1705670"/>
            <a:ext cx="10517717"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Text Placeholder 2"/>
          <p:cNvSpPr>
            <a:spLocks noGrp="1"/>
          </p:cNvSpPr>
          <p:nvPr>
            <p:ph type="body" idx="1"/>
          </p:nvPr>
        </p:nvSpPr>
        <p:spPr bwMode="gray">
          <a:xfrm>
            <a:off x="524934" y="3429000"/>
            <a:ext cx="10517717"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208629267"/>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24934" y="1705670"/>
            <a:ext cx="10517717"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Text Placeholder 2"/>
          <p:cNvSpPr>
            <a:spLocks noGrp="1"/>
          </p:cNvSpPr>
          <p:nvPr>
            <p:ph type="body" idx="1"/>
          </p:nvPr>
        </p:nvSpPr>
        <p:spPr bwMode="gray">
          <a:xfrm>
            <a:off x="524934" y="3429000"/>
            <a:ext cx="10517717"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701702304"/>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24934" y="1705670"/>
            <a:ext cx="10517717"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Text Placeholder 2"/>
          <p:cNvSpPr>
            <a:spLocks noGrp="1"/>
          </p:cNvSpPr>
          <p:nvPr>
            <p:ph type="body" idx="1"/>
          </p:nvPr>
        </p:nvSpPr>
        <p:spPr bwMode="gray">
          <a:xfrm>
            <a:off x="524934" y="3429000"/>
            <a:ext cx="10517717"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149766146"/>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24934" y="1705670"/>
            <a:ext cx="10517717"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Text Placeholder 2"/>
          <p:cNvSpPr>
            <a:spLocks noGrp="1"/>
          </p:cNvSpPr>
          <p:nvPr>
            <p:ph type="body" idx="1"/>
          </p:nvPr>
        </p:nvSpPr>
        <p:spPr bwMode="gray">
          <a:xfrm>
            <a:off x="524934" y="3429000"/>
            <a:ext cx="10517717" cy="1566532"/>
          </a:xfrm>
        </p:spPr>
        <p:txBody>
          <a:bodyPr lIns="0" tIns="0" rIns="0" bIns="0">
            <a:noAutofit/>
          </a:bodyPr>
          <a:lstStyle>
            <a:lvl1pPr marL="0" indent="0">
              <a:lnSpc>
                <a:spcPct val="95000"/>
              </a:lnSpc>
              <a:spcAft>
                <a:spcPts val="0"/>
              </a:spcAft>
              <a:buNone/>
              <a:defRPr sz="385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449436097"/>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Key statement green">
    <p:bg>
      <p:bgPr>
        <a:solidFill>
          <a:schemeClr val="accent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24934" y="1628775"/>
            <a:ext cx="9129087" cy="4678730"/>
          </a:xfrm>
          <a:prstGeom prst="rect">
            <a:avLst/>
          </a:prstGeom>
        </p:spPr>
        <p:txBody>
          <a:bodyPr>
            <a:norm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dirty="0"/>
              <a:t>Click to edit Master text styles</a:t>
            </a:r>
          </a:p>
        </p:txBody>
      </p:sp>
    </p:spTree>
    <p:extLst>
      <p:ext uri="{BB962C8B-B14F-4D97-AF65-F5344CB8AC3E}">
        <p14:creationId xmlns:p14="http://schemas.microsoft.com/office/powerpoint/2010/main" val="2551262350"/>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24934" y="1628775"/>
            <a:ext cx="9129087" cy="4678730"/>
          </a:xfrm>
          <a:prstGeom prst="rect">
            <a:avLst/>
          </a:prstGeom>
        </p:spPr>
        <p:txBody>
          <a:bodyPr>
            <a:norm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dirty="0"/>
              <a:t>Click to edit Master text styles</a:t>
            </a:r>
          </a:p>
        </p:txBody>
      </p:sp>
    </p:spTree>
    <p:extLst>
      <p:ext uri="{BB962C8B-B14F-4D97-AF65-F5344CB8AC3E}">
        <p14:creationId xmlns:p14="http://schemas.microsoft.com/office/powerpoint/2010/main" val="2398311996"/>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Key statement blue">
    <p:bg>
      <p:bgPr>
        <a:solidFill>
          <a:schemeClr val="accent3"/>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24934" y="1628775"/>
            <a:ext cx="9129087" cy="4678730"/>
          </a:xfrm>
          <a:prstGeom prst="rect">
            <a:avLst/>
          </a:prstGeom>
        </p:spPr>
        <p:txBody>
          <a:bodyPr>
            <a:norm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dirty="0"/>
              <a:t>Click to edit Master text styles</a:t>
            </a:r>
          </a:p>
        </p:txBody>
      </p:sp>
    </p:spTree>
    <p:extLst>
      <p:ext uri="{BB962C8B-B14F-4D97-AF65-F5344CB8AC3E}">
        <p14:creationId xmlns:p14="http://schemas.microsoft.com/office/powerpoint/2010/main" val="3046591776"/>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24934" y="1628775"/>
            <a:ext cx="9129087" cy="4678730"/>
          </a:xfrm>
          <a:prstGeom prst="rect">
            <a:avLst/>
          </a:prstGeom>
        </p:spPr>
        <p:txBody>
          <a:bodyPr>
            <a:norm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dirty="0"/>
              <a:t>Click to edit Master text styles</a:t>
            </a:r>
          </a:p>
        </p:txBody>
      </p:sp>
    </p:spTree>
    <p:extLst>
      <p:ext uri="{BB962C8B-B14F-4D97-AF65-F5344CB8AC3E}">
        <p14:creationId xmlns:p14="http://schemas.microsoft.com/office/powerpoint/2010/main" val="2967811451"/>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24934" y="1628775"/>
            <a:ext cx="9129087" cy="4678730"/>
          </a:xfrm>
          <a:prstGeom prst="rect">
            <a:avLst/>
          </a:prstGeom>
        </p:spPr>
        <p:txBody>
          <a:bodyPr>
            <a:norm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dirty="0"/>
              <a:t>Click to edit Master text styles</a:t>
            </a:r>
          </a:p>
        </p:txBody>
      </p:sp>
    </p:spTree>
    <p:extLst>
      <p:ext uri="{BB962C8B-B14F-4D97-AF65-F5344CB8AC3E}">
        <p14:creationId xmlns:p14="http://schemas.microsoft.com/office/powerpoint/2010/main" val="3936326003"/>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24933" y="1700213"/>
            <a:ext cx="9293691" cy="4681538"/>
          </a:xfrm>
          <a:prstGeom prst="rect">
            <a:avLst/>
          </a:prstGeom>
        </p:spPr>
        <p:txBody>
          <a:bodyPr/>
          <a:lstStyle>
            <a:lvl1pPr>
              <a:tabLst>
                <a:tab pos="6729413" algn="r"/>
              </a:tabLst>
              <a:defRPr/>
            </a:lvl1pPr>
            <a:lvl2pPr>
              <a:tabLst>
                <a:tab pos="6729413" algn="r"/>
              </a:tabLst>
              <a:defRPr/>
            </a:lvl2pPr>
            <a:lvl3pPr>
              <a:tabLst>
                <a:tab pos="6729413" algn="r"/>
              </a:tabLst>
              <a:defRPr/>
            </a:lvl3pPr>
            <a:lvl4pPr>
              <a:tabLst>
                <a:tab pos="6729413" algn="r"/>
              </a:tabLst>
              <a:defRPr/>
            </a:lvl4pPr>
            <a:lvl5pPr>
              <a:tabLst>
                <a:tab pos="5029200" algn="r"/>
              </a:tabLst>
              <a:defRPr baseline="0"/>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27999" y="295683"/>
            <a:ext cx="11153884" cy="1129080"/>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3785974325"/>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27999" y="295683"/>
            <a:ext cx="11132495" cy="1129080"/>
          </a:xfrm>
          <a:prstGeom prst="rect">
            <a:avLst/>
          </a:prstGeom>
        </p:spPr>
        <p:txBody>
          <a:bodyPr vert="horz" lIns="0" tIns="0" rIns="0" bIns="0" rtlCol="0" anchor="t" anchorCtr="0">
            <a:noAutofit/>
          </a:bodyPr>
          <a:lstStyle>
            <a:lvl1pPr>
              <a:defRPr/>
            </a:lvl1pPr>
          </a:lstStyle>
          <a:p>
            <a:r>
              <a:rPr lang="en-US" dirty="0"/>
              <a:t>Click to add title</a:t>
            </a:r>
          </a:p>
        </p:txBody>
      </p:sp>
      <p:sp>
        <p:nvSpPr>
          <p:cNvPr id="5" name="Picture Placeholder 9"/>
          <p:cNvSpPr>
            <a:spLocks noGrp="1"/>
          </p:cNvSpPr>
          <p:nvPr>
            <p:ph type="pic" sz="quarter" idx="15"/>
          </p:nvPr>
        </p:nvSpPr>
        <p:spPr>
          <a:xfrm>
            <a:off x="5151744" y="1701800"/>
            <a:ext cx="6515323" cy="4679950"/>
          </a:xfrm>
        </p:spPr>
        <p:txBody>
          <a:bodyPr/>
          <a:lstStyle/>
          <a:p>
            <a:endParaRPr lang="en-US"/>
          </a:p>
        </p:txBody>
      </p:sp>
      <p:sp>
        <p:nvSpPr>
          <p:cNvPr id="6" name="Content Placeholder 3"/>
          <p:cNvSpPr>
            <a:spLocks noGrp="1"/>
          </p:cNvSpPr>
          <p:nvPr>
            <p:ph sz="quarter" idx="10"/>
          </p:nvPr>
        </p:nvSpPr>
        <p:spPr>
          <a:xfrm>
            <a:off x="524933" y="1700213"/>
            <a:ext cx="4083067" cy="4681538"/>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5"/>
            <a:r>
              <a:rPr lang="en-US" dirty="0"/>
              <a:t>Fifth level</a:t>
            </a:r>
          </a:p>
          <a:p>
            <a:pPr lvl="6"/>
            <a:r>
              <a:rPr lang="en-US" dirty="0"/>
              <a:t>Sixth level</a:t>
            </a:r>
          </a:p>
          <a:p>
            <a:pPr lvl="7"/>
            <a:r>
              <a:rPr lang="en-US" dirty="0"/>
              <a:t>Seventh level</a:t>
            </a:r>
          </a:p>
          <a:p>
            <a:pPr lvl="8"/>
            <a:r>
              <a:rPr lang="en-US" dirty="0"/>
              <a:t>Eighth level</a:t>
            </a:r>
          </a:p>
          <a:p>
            <a:pPr lvl="8"/>
            <a:r>
              <a:rPr lang="en-US" dirty="0"/>
              <a:t>Ninth level</a:t>
            </a:r>
          </a:p>
        </p:txBody>
      </p:sp>
      <p:sp>
        <p:nvSpPr>
          <p:cNvPr id="8" name="TextBox 7"/>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1136187264"/>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14" name="Text Placeholder 18"/>
          <p:cNvSpPr>
            <a:spLocks noGrp="1"/>
          </p:cNvSpPr>
          <p:nvPr>
            <p:ph idx="1"/>
          </p:nvPr>
        </p:nvSpPr>
        <p:spPr>
          <a:xfrm>
            <a:off x="528000" y="1700213"/>
            <a:ext cx="11139067" cy="468153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GB" dirty="0"/>
              <a:t>Seventh level</a:t>
            </a:r>
          </a:p>
          <a:p>
            <a:pPr lvl="7"/>
            <a:r>
              <a:rPr lang="en-GB" dirty="0"/>
              <a:t>Eighth level</a:t>
            </a:r>
          </a:p>
          <a:p>
            <a:pPr lvl="8"/>
            <a:r>
              <a:rPr lang="en-GB" dirty="0"/>
              <a:t>Ninth level</a:t>
            </a:r>
          </a:p>
        </p:txBody>
      </p:sp>
    </p:spTree>
    <p:extLst>
      <p:ext uri="{BB962C8B-B14F-4D97-AF65-F5344CB8AC3E}">
        <p14:creationId xmlns:p14="http://schemas.microsoft.com/office/powerpoint/2010/main" val="2421190335"/>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4" name="Title Placeholder 1"/>
          <p:cNvSpPr>
            <a:spLocks noGrp="1"/>
          </p:cNvSpPr>
          <p:nvPr>
            <p:ph type="title"/>
          </p:nvPr>
        </p:nvSpPr>
        <p:spPr>
          <a:xfrm>
            <a:off x="528000" y="295683"/>
            <a:ext cx="11136000" cy="469492"/>
          </a:xfrm>
          <a:prstGeom prst="rect">
            <a:avLst/>
          </a:prstGeom>
        </p:spPr>
        <p:txBody>
          <a:bodyPr vert="horz" lIns="0" tIns="0" rIns="0" bIns="0" rtlCol="0" anchor="t" anchorCtr="0">
            <a:noAutofit/>
          </a:bodyPr>
          <a:lstStyle>
            <a:lvl1pPr>
              <a:defRPr/>
            </a:lvl1pPr>
          </a:lstStyle>
          <a:p>
            <a:endParaRPr lang="en-US" dirty="0"/>
          </a:p>
        </p:txBody>
      </p:sp>
      <p:sp>
        <p:nvSpPr>
          <p:cNvPr id="8" name="Text Placeholder 18"/>
          <p:cNvSpPr>
            <a:spLocks noGrp="1"/>
          </p:cNvSpPr>
          <p:nvPr>
            <p:ph idx="1"/>
          </p:nvPr>
        </p:nvSpPr>
        <p:spPr>
          <a:xfrm>
            <a:off x="528000" y="1700213"/>
            <a:ext cx="11139067" cy="4678986"/>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GB" dirty="0"/>
              <a:t>Seventh level</a:t>
            </a:r>
          </a:p>
          <a:p>
            <a:pPr lvl="7"/>
            <a:r>
              <a:rPr lang="en-GB" dirty="0"/>
              <a:t>Eighth level</a:t>
            </a:r>
          </a:p>
          <a:p>
            <a:pPr lvl="8"/>
            <a:r>
              <a:rPr lang="en-GB" dirty="0"/>
              <a:t>Ninth level</a:t>
            </a:r>
          </a:p>
        </p:txBody>
      </p:sp>
    </p:spTree>
    <p:extLst>
      <p:ext uri="{BB962C8B-B14F-4D97-AF65-F5344CB8AC3E}">
        <p14:creationId xmlns:p14="http://schemas.microsoft.com/office/powerpoint/2010/main" val="3632932060"/>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4" name="Title Placeholder 1"/>
          <p:cNvSpPr>
            <a:spLocks noGrp="1"/>
          </p:cNvSpPr>
          <p:nvPr>
            <p:ph type="title"/>
          </p:nvPr>
        </p:nvSpPr>
        <p:spPr>
          <a:xfrm>
            <a:off x="528000" y="295683"/>
            <a:ext cx="11136000" cy="469492"/>
          </a:xfrm>
          <a:prstGeom prst="rect">
            <a:avLst/>
          </a:prstGeom>
        </p:spPr>
        <p:txBody>
          <a:bodyPr vert="horz" lIns="0" tIns="0" rIns="0" bIns="0" rtlCol="0" anchor="t" anchorCtr="0">
            <a:noAutofit/>
          </a:bodyPr>
          <a:lstStyle>
            <a:lvl1pPr>
              <a:defRPr/>
            </a:lvl1pPr>
          </a:lstStyle>
          <a:p>
            <a:endParaRPr lang="en-US" dirty="0"/>
          </a:p>
        </p:txBody>
      </p:sp>
      <p:sp>
        <p:nvSpPr>
          <p:cNvPr id="8" name="Text Placeholder 18"/>
          <p:cNvSpPr>
            <a:spLocks noGrp="1"/>
          </p:cNvSpPr>
          <p:nvPr>
            <p:ph idx="1"/>
          </p:nvPr>
        </p:nvSpPr>
        <p:spPr>
          <a:xfrm>
            <a:off x="524934" y="1700213"/>
            <a:ext cx="11142133" cy="4678986"/>
          </a:xfrm>
          <a:prstGeom prst="rect">
            <a:avLst/>
          </a:prstGeom>
        </p:spPr>
        <p:txBody>
          <a:bodyPr vert="horz" lIns="0" tIns="0" rIns="0" bIns="0" rtlCol="0">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GB" dirty="0"/>
              <a:t>Seventh level</a:t>
            </a:r>
          </a:p>
          <a:p>
            <a:pPr lvl="7"/>
            <a:r>
              <a:rPr lang="en-GB" dirty="0"/>
              <a:t>Eighth level</a:t>
            </a:r>
          </a:p>
          <a:p>
            <a:pPr lvl="8"/>
            <a:r>
              <a:rPr lang="en-GB" dirty="0"/>
              <a:t>Ninth level</a:t>
            </a:r>
          </a:p>
        </p:txBody>
      </p:sp>
    </p:spTree>
    <p:extLst>
      <p:ext uri="{BB962C8B-B14F-4D97-AF65-F5344CB8AC3E}">
        <p14:creationId xmlns:p14="http://schemas.microsoft.com/office/powerpoint/2010/main" val="1640437310"/>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6"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521439" y="2052000"/>
            <a:ext cx="11145628" cy="4069013"/>
          </a:xfrm>
          <a:prstGeom prst="rect">
            <a:avLst/>
          </a:prstGeom>
        </p:spPr>
        <p:txBody>
          <a:bodyPr/>
          <a:lstStyle/>
          <a:p>
            <a:endParaRPr lang="en-GB" dirty="0"/>
          </a:p>
        </p:txBody>
      </p:sp>
      <p:sp>
        <p:nvSpPr>
          <p:cNvPr id="18" name="Text Placeholder 8"/>
          <p:cNvSpPr>
            <a:spLocks noGrp="1"/>
          </p:cNvSpPr>
          <p:nvPr>
            <p:ph type="body" sz="quarter" idx="18"/>
          </p:nvPr>
        </p:nvSpPr>
        <p:spPr>
          <a:xfrm>
            <a:off x="528000" y="1700214"/>
            <a:ext cx="11136001" cy="357187"/>
          </a:xfrm>
        </p:spPr>
        <p:txBody>
          <a:bodyPr/>
          <a:lstStyle/>
          <a:p>
            <a:pPr lvl="0"/>
            <a:r>
              <a:rPr lang="en-US" dirty="0"/>
              <a:t>Click to edit Master text styles</a:t>
            </a:r>
          </a:p>
        </p:txBody>
      </p:sp>
      <p:sp>
        <p:nvSpPr>
          <p:cNvPr id="19" name="Text Placeholder 7"/>
          <p:cNvSpPr>
            <a:spLocks noGrp="1"/>
          </p:cNvSpPr>
          <p:nvPr>
            <p:ph type="body" sz="quarter" idx="23"/>
          </p:nvPr>
        </p:nvSpPr>
        <p:spPr>
          <a:xfrm>
            <a:off x="521441" y="6121014"/>
            <a:ext cx="11145627" cy="256647"/>
          </a:xfrm>
        </p:spPr>
        <p:txBody>
          <a:bodyPr>
            <a:normAutofit/>
          </a:bodyPr>
          <a:lstStyle>
            <a:lvl1pPr>
              <a:spcAft>
                <a:spcPts val="0"/>
              </a:spcAft>
              <a:defRPr sz="900"/>
            </a:lvl1pPr>
          </a:lstStyle>
          <a:p>
            <a:pPr lvl="0"/>
            <a:r>
              <a:rPr lang="en-US" dirty="0"/>
              <a:t>Click to edit Master text styles</a:t>
            </a:r>
          </a:p>
        </p:txBody>
      </p:sp>
    </p:spTree>
    <p:extLst>
      <p:ext uri="{BB962C8B-B14F-4D97-AF65-F5344CB8AC3E}">
        <p14:creationId xmlns:p14="http://schemas.microsoft.com/office/powerpoint/2010/main" val="3681388465"/>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Title, subtitle &amp; chart">
    <p:bg>
      <p:bgRef idx="1001">
        <a:schemeClr val="bg1"/>
      </p:bgRef>
    </p:bg>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BBBCBC"/>
                </a:solidFill>
              </a:defRPr>
            </a:lvl1pPr>
          </a:lstStyle>
          <a:p>
            <a:pPr lvl="0"/>
            <a:r>
              <a:rPr lang="en-US" dirty="0"/>
              <a:t>Click to add subtitle</a:t>
            </a:r>
          </a:p>
        </p:txBody>
      </p:sp>
      <p:sp>
        <p:nvSpPr>
          <p:cNvPr id="16"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521439" y="2052000"/>
            <a:ext cx="11145628" cy="4069013"/>
          </a:xfrm>
          <a:prstGeom prst="rect">
            <a:avLst/>
          </a:prstGeom>
        </p:spPr>
        <p:txBody>
          <a:bodyPr/>
          <a:lstStyle/>
          <a:p>
            <a:endParaRPr lang="en-GB" dirty="0"/>
          </a:p>
        </p:txBody>
      </p:sp>
      <p:sp>
        <p:nvSpPr>
          <p:cNvPr id="18" name="Text Placeholder 8"/>
          <p:cNvSpPr>
            <a:spLocks noGrp="1"/>
          </p:cNvSpPr>
          <p:nvPr>
            <p:ph type="body" sz="quarter" idx="18"/>
          </p:nvPr>
        </p:nvSpPr>
        <p:spPr>
          <a:xfrm>
            <a:off x="528000" y="1700214"/>
            <a:ext cx="11136001" cy="357187"/>
          </a:xfrm>
        </p:spPr>
        <p:txBody>
          <a:bodyPr/>
          <a:lstStyle/>
          <a:p>
            <a:pPr lvl="0"/>
            <a:r>
              <a:rPr lang="en-US" dirty="0"/>
              <a:t>Click to edit Master text styles</a:t>
            </a:r>
          </a:p>
        </p:txBody>
      </p:sp>
      <p:sp>
        <p:nvSpPr>
          <p:cNvPr id="19" name="Text Placeholder 7"/>
          <p:cNvSpPr>
            <a:spLocks noGrp="1"/>
          </p:cNvSpPr>
          <p:nvPr>
            <p:ph type="body" sz="quarter" idx="23"/>
          </p:nvPr>
        </p:nvSpPr>
        <p:spPr>
          <a:xfrm>
            <a:off x="521441" y="6121014"/>
            <a:ext cx="11145627" cy="256647"/>
          </a:xfrm>
        </p:spPr>
        <p:txBody>
          <a:bodyPr>
            <a:normAutofit/>
          </a:bodyPr>
          <a:lstStyle>
            <a:lvl1pPr>
              <a:spcAft>
                <a:spcPts val="0"/>
              </a:spcAft>
              <a:defRPr sz="900"/>
            </a:lvl1pPr>
          </a:lstStyle>
          <a:p>
            <a:pPr lvl="0"/>
            <a:r>
              <a:rPr lang="en-US" dirty="0"/>
              <a:t>Click to edit Master text styles</a:t>
            </a:r>
          </a:p>
        </p:txBody>
      </p:sp>
      <p:sp>
        <p:nvSpPr>
          <p:cNvPr id="7" name="TextBox 6"/>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203052625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6"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524933" y="2051999"/>
            <a:ext cx="3522776" cy="4069014"/>
          </a:xfrm>
          <a:prstGeom prst="rect">
            <a:avLst/>
          </a:prstGeom>
        </p:spPr>
        <p:txBody>
          <a:bodyPr/>
          <a:lstStyle/>
          <a:p>
            <a:endParaRPr lang="en-GB" dirty="0"/>
          </a:p>
        </p:txBody>
      </p:sp>
      <p:sp>
        <p:nvSpPr>
          <p:cNvPr id="18" name="Text Placeholder 8"/>
          <p:cNvSpPr>
            <a:spLocks noGrp="1"/>
          </p:cNvSpPr>
          <p:nvPr>
            <p:ph type="body" sz="quarter" idx="18"/>
          </p:nvPr>
        </p:nvSpPr>
        <p:spPr>
          <a:xfrm>
            <a:off x="527999" y="1700214"/>
            <a:ext cx="3537600" cy="357187"/>
          </a:xfrm>
        </p:spPr>
        <p:txBody>
          <a:bodyPr/>
          <a:lstStyle/>
          <a:p>
            <a:pPr lvl="0"/>
            <a:r>
              <a:rPr lang="en-US" dirty="0"/>
              <a:t>Click to edit Master text styles</a:t>
            </a:r>
          </a:p>
        </p:txBody>
      </p:sp>
      <p:sp>
        <p:nvSpPr>
          <p:cNvPr id="7" name="Chart Placeholder 3"/>
          <p:cNvSpPr>
            <a:spLocks noGrp="1"/>
          </p:cNvSpPr>
          <p:nvPr>
            <p:ph type="chart" sz="quarter" idx="19"/>
          </p:nvPr>
        </p:nvSpPr>
        <p:spPr>
          <a:xfrm>
            <a:off x="4327200" y="2051999"/>
            <a:ext cx="3537600" cy="4069014"/>
          </a:xfrm>
          <a:prstGeom prst="rect">
            <a:avLst/>
          </a:prstGeom>
        </p:spPr>
        <p:txBody>
          <a:bodyPr/>
          <a:lstStyle/>
          <a:p>
            <a:endParaRPr lang="en-GB" dirty="0"/>
          </a:p>
        </p:txBody>
      </p:sp>
      <p:sp>
        <p:nvSpPr>
          <p:cNvPr id="8" name="Text Placeholder 8"/>
          <p:cNvSpPr>
            <a:spLocks noGrp="1"/>
          </p:cNvSpPr>
          <p:nvPr>
            <p:ph type="body" sz="quarter" idx="20"/>
          </p:nvPr>
        </p:nvSpPr>
        <p:spPr>
          <a:xfrm>
            <a:off x="4327199" y="1700214"/>
            <a:ext cx="3537600" cy="357187"/>
          </a:xfrm>
        </p:spPr>
        <p:txBody>
          <a:bodyPr/>
          <a:lstStyle/>
          <a:p>
            <a:pPr lvl="0"/>
            <a:r>
              <a:rPr lang="en-US" dirty="0"/>
              <a:t>Click to edit Master text styles</a:t>
            </a:r>
          </a:p>
        </p:txBody>
      </p:sp>
      <p:sp>
        <p:nvSpPr>
          <p:cNvPr id="9" name="Chart Placeholder 3"/>
          <p:cNvSpPr>
            <a:spLocks noGrp="1"/>
          </p:cNvSpPr>
          <p:nvPr>
            <p:ph type="chart" sz="quarter" idx="21"/>
          </p:nvPr>
        </p:nvSpPr>
        <p:spPr>
          <a:xfrm>
            <a:off x="8144286" y="2051999"/>
            <a:ext cx="3522781" cy="4069014"/>
          </a:xfrm>
          <a:prstGeom prst="rect">
            <a:avLst/>
          </a:prstGeom>
        </p:spPr>
        <p:txBody>
          <a:bodyPr/>
          <a:lstStyle/>
          <a:p>
            <a:endParaRPr lang="en-GB" dirty="0"/>
          </a:p>
        </p:txBody>
      </p:sp>
      <p:sp>
        <p:nvSpPr>
          <p:cNvPr id="10" name="Text Placeholder 8"/>
          <p:cNvSpPr>
            <a:spLocks noGrp="1"/>
          </p:cNvSpPr>
          <p:nvPr>
            <p:ph type="body" sz="quarter" idx="22"/>
          </p:nvPr>
        </p:nvSpPr>
        <p:spPr>
          <a:xfrm>
            <a:off x="8126397" y="1700214"/>
            <a:ext cx="3540671" cy="357187"/>
          </a:xfrm>
        </p:spPr>
        <p:txBody>
          <a:bodyPr/>
          <a:lstStyle/>
          <a:p>
            <a:pPr lvl="0"/>
            <a:r>
              <a:rPr lang="en-US" dirty="0"/>
              <a:t>Click to edit Master text styles</a:t>
            </a:r>
          </a:p>
        </p:txBody>
      </p:sp>
      <p:sp>
        <p:nvSpPr>
          <p:cNvPr id="12" name="Text Placeholder 7"/>
          <p:cNvSpPr>
            <a:spLocks noGrp="1"/>
          </p:cNvSpPr>
          <p:nvPr>
            <p:ph type="body" sz="quarter" idx="23"/>
          </p:nvPr>
        </p:nvSpPr>
        <p:spPr>
          <a:xfrm>
            <a:off x="521441" y="6121014"/>
            <a:ext cx="11145627" cy="256647"/>
          </a:xfrm>
        </p:spPr>
        <p:txBody>
          <a:bodyPr>
            <a:normAutofit/>
          </a:bodyPr>
          <a:lstStyle>
            <a:lvl1pPr>
              <a:spcAft>
                <a:spcPts val="0"/>
              </a:spcAft>
              <a:defRPr sz="900"/>
            </a:lvl1pPr>
          </a:lstStyle>
          <a:p>
            <a:pPr lvl="0"/>
            <a:r>
              <a:rPr lang="en-US" dirty="0"/>
              <a:t>Click to edit Master text styles</a:t>
            </a:r>
          </a:p>
        </p:txBody>
      </p:sp>
    </p:spTree>
    <p:extLst>
      <p:ext uri="{BB962C8B-B14F-4D97-AF65-F5344CB8AC3E}">
        <p14:creationId xmlns:p14="http://schemas.microsoft.com/office/powerpoint/2010/main" val="2759675164"/>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3 chart">
    <p:bg>
      <p:bgRef idx="1001">
        <a:schemeClr val="bg1"/>
      </p:bgRef>
    </p:bg>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BBBCBC"/>
                </a:solidFill>
              </a:defRPr>
            </a:lvl1pPr>
          </a:lstStyle>
          <a:p>
            <a:pPr lvl="0"/>
            <a:r>
              <a:rPr lang="en-US" dirty="0"/>
              <a:t>Click to add subtitle</a:t>
            </a:r>
          </a:p>
        </p:txBody>
      </p:sp>
      <p:sp>
        <p:nvSpPr>
          <p:cNvPr id="16"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524933" y="2051999"/>
            <a:ext cx="3522776" cy="4069014"/>
          </a:xfrm>
          <a:prstGeom prst="rect">
            <a:avLst/>
          </a:prstGeom>
        </p:spPr>
        <p:txBody>
          <a:bodyPr/>
          <a:lstStyle/>
          <a:p>
            <a:endParaRPr lang="en-GB" dirty="0"/>
          </a:p>
        </p:txBody>
      </p:sp>
      <p:sp>
        <p:nvSpPr>
          <p:cNvPr id="18" name="Text Placeholder 8"/>
          <p:cNvSpPr>
            <a:spLocks noGrp="1"/>
          </p:cNvSpPr>
          <p:nvPr>
            <p:ph type="body" sz="quarter" idx="18"/>
          </p:nvPr>
        </p:nvSpPr>
        <p:spPr>
          <a:xfrm>
            <a:off x="527999" y="1700214"/>
            <a:ext cx="3537600" cy="357187"/>
          </a:xfrm>
        </p:spPr>
        <p:txBody>
          <a:bodyPr/>
          <a:lstStyle/>
          <a:p>
            <a:pPr lvl="0"/>
            <a:r>
              <a:rPr lang="en-US" dirty="0"/>
              <a:t>Click to edit Master text styles</a:t>
            </a:r>
          </a:p>
        </p:txBody>
      </p:sp>
      <p:sp>
        <p:nvSpPr>
          <p:cNvPr id="7" name="Chart Placeholder 3"/>
          <p:cNvSpPr>
            <a:spLocks noGrp="1"/>
          </p:cNvSpPr>
          <p:nvPr>
            <p:ph type="chart" sz="quarter" idx="19"/>
          </p:nvPr>
        </p:nvSpPr>
        <p:spPr>
          <a:xfrm>
            <a:off x="4327200" y="2051999"/>
            <a:ext cx="3537600" cy="4069014"/>
          </a:xfrm>
          <a:prstGeom prst="rect">
            <a:avLst/>
          </a:prstGeom>
        </p:spPr>
        <p:txBody>
          <a:bodyPr/>
          <a:lstStyle/>
          <a:p>
            <a:endParaRPr lang="en-GB" dirty="0"/>
          </a:p>
        </p:txBody>
      </p:sp>
      <p:sp>
        <p:nvSpPr>
          <p:cNvPr id="8" name="Text Placeholder 8"/>
          <p:cNvSpPr>
            <a:spLocks noGrp="1"/>
          </p:cNvSpPr>
          <p:nvPr>
            <p:ph type="body" sz="quarter" idx="20"/>
          </p:nvPr>
        </p:nvSpPr>
        <p:spPr>
          <a:xfrm>
            <a:off x="4327199" y="1700214"/>
            <a:ext cx="3537600" cy="357187"/>
          </a:xfrm>
        </p:spPr>
        <p:txBody>
          <a:bodyPr/>
          <a:lstStyle/>
          <a:p>
            <a:pPr lvl="0"/>
            <a:r>
              <a:rPr lang="en-US" dirty="0"/>
              <a:t>Click to edit Master text styles</a:t>
            </a:r>
          </a:p>
        </p:txBody>
      </p:sp>
      <p:sp>
        <p:nvSpPr>
          <p:cNvPr id="9" name="Chart Placeholder 3"/>
          <p:cNvSpPr>
            <a:spLocks noGrp="1"/>
          </p:cNvSpPr>
          <p:nvPr>
            <p:ph type="chart" sz="quarter" idx="21"/>
          </p:nvPr>
        </p:nvSpPr>
        <p:spPr>
          <a:xfrm>
            <a:off x="8144286" y="2051999"/>
            <a:ext cx="3522781" cy="4069014"/>
          </a:xfrm>
          <a:prstGeom prst="rect">
            <a:avLst/>
          </a:prstGeom>
        </p:spPr>
        <p:txBody>
          <a:bodyPr/>
          <a:lstStyle/>
          <a:p>
            <a:endParaRPr lang="en-GB" dirty="0"/>
          </a:p>
        </p:txBody>
      </p:sp>
      <p:sp>
        <p:nvSpPr>
          <p:cNvPr id="10" name="Text Placeholder 8"/>
          <p:cNvSpPr>
            <a:spLocks noGrp="1"/>
          </p:cNvSpPr>
          <p:nvPr>
            <p:ph type="body" sz="quarter" idx="22"/>
          </p:nvPr>
        </p:nvSpPr>
        <p:spPr>
          <a:xfrm>
            <a:off x="8126397" y="1700214"/>
            <a:ext cx="3540671" cy="357187"/>
          </a:xfrm>
        </p:spPr>
        <p:txBody>
          <a:bodyPr/>
          <a:lstStyle/>
          <a:p>
            <a:pPr lvl="0"/>
            <a:r>
              <a:rPr lang="en-US" dirty="0"/>
              <a:t>Click to edit Master text styles</a:t>
            </a:r>
          </a:p>
        </p:txBody>
      </p:sp>
      <p:sp>
        <p:nvSpPr>
          <p:cNvPr id="12" name="Text Placeholder 7"/>
          <p:cNvSpPr>
            <a:spLocks noGrp="1"/>
          </p:cNvSpPr>
          <p:nvPr>
            <p:ph type="body" sz="quarter" idx="23"/>
          </p:nvPr>
        </p:nvSpPr>
        <p:spPr>
          <a:xfrm>
            <a:off x="521441" y="6121014"/>
            <a:ext cx="11145627" cy="256647"/>
          </a:xfrm>
        </p:spPr>
        <p:txBody>
          <a:bodyPr>
            <a:normAutofit/>
          </a:bodyPr>
          <a:lstStyle>
            <a:lvl1pPr>
              <a:spcAft>
                <a:spcPts val="0"/>
              </a:spcAft>
              <a:defRPr sz="900"/>
            </a:lvl1pPr>
          </a:lstStyle>
          <a:p>
            <a:pPr lvl="0"/>
            <a:r>
              <a:rPr lang="en-US" dirty="0"/>
              <a:t>Click to edit Master text styles</a:t>
            </a:r>
          </a:p>
        </p:txBody>
      </p:sp>
      <p:sp>
        <p:nvSpPr>
          <p:cNvPr id="11" name="TextBox 10"/>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355941531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27229" y="295683"/>
            <a:ext cx="11177091"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9" name="Text Placeholder 8"/>
          <p:cNvSpPr>
            <a:spLocks noGrp="1"/>
          </p:cNvSpPr>
          <p:nvPr>
            <p:ph type="body" sz="quarter" idx="13" hasCustomPrompt="1"/>
          </p:nvPr>
        </p:nvSpPr>
        <p:spPr>
          <a:xfrm>
            <a:off x="527229" y="651600"/>
            <a:ext cx="11177091"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Content Placeholder 3"/>
          <p:cNvSpPr>
            <a:spLocks noGrp="1"/>
          </p:cNvSpPr>
          <p:nvPr>
            <p:ph sz="quarter" idx="10"/>
          </p:nvPr>
        </p:nvSpPr>
        <p:spPr>
          <a:xfrm>
            <a:off x="524933" y="1700213"/>
            <a:ext cx="5282296" cy="4681537"/>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5"/>
            <a:r>
              <a:rPr lang="en-US" dirty="0"/>
              <a:t>Fifth level</a:t>
            </a:r>
          </a:p>
          <a:p>
            <a:pPr lvl="6"/>
            <a:r>
              <a:rPr lang="en-US" dirty="0"/>
              <a:t>Sixth level</a:t>
            </a:r>
          </a:p>
          <a:p>
            <a:pPr lvl="7"/>
            <a:r>
              <a:rPr lang="en-US" dirty="0"/>
              <a:t>Seventh level</a:t>
            </a:r>
          </a:p>
          <a:p>
            <a:pPr lvl="8"/>
            <a:r>
              <a:rPr lang="en-US" dirty="0"/>
              <a:t>Eighth level</a:t>
            </a:r>
          </a:p>
          <a:p>
            <a:pPr lvl="8"/>
            <a:r>
              <a:rPr lang="en-US" dirty="0"/>
              <a:t>Ninth level</a:t>
            </a:r>
          </a:p>
        </p:txBody>
      </p:sp>
      <p:sp>
        <p:nvSpPr>
          <p:cNvPr id="15" name="Content Placeholder 3"/>
          <p:cNvSpPr>
            <a:spLocks noGrp="1"/>
          </p:cNvSpPr>
          <p:nvPr>
            <p:ph sz="quarter" idx="20"/>
          </p:nvPr>
        </p:nvSpPr>
        <p:spPr>
          <a:xfrm>
            <a:off x="6381539" y="1700213"/>
            <a:ext cx="5285527" cy="4681537"/>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5"/>
            <a:r>
              <a:rPr lang="en-US" dirty="0"/>
              <a:t>Fifth level</a:t>
            </a:r>
          </a:p>
          <a:p>
            <a:pPr lvl="6"/>
            <a:r>
              <a:rPr lang="en-US" dirty="0"/>
              <a:t>Sixth level</a:t>
            </a:r>
          </a:p>
          <a:p>
            <a:pPr lvl="7"/>
            <a:r>
              <a:rPr lang="en-US" dirty="0"/>
              <a:t>Seventh level</a:t>
            </a:r>
          </a:p>
          <a:p>
            <a:pPr lvl="8"/>
            <a:r>
              <a:rPr lang="en-US" dirty="0"/>
              <a:t>Eighth level</a:t>
            </a:r>
          </a:p>
          <a:p>
            <a:pPr lvl="8"/>
            <a:r>
              <a:rPr lang="en-US" dirty="0"/>
              <a:t>Ninth level</a:t>
            </a:r>
          </a:p>
        </p:txBody>
      </p:sp>
    </p:spTree>
    <p:extLst>
      <p:ext uri="{BB962C8B-B14F-4D97-AF65-F5344CB8AC3E}">
        <p14:creationId xmlns:p14="http://schemas.microsoft.com/office/powerpoint/2010/main" val="1032314064"/>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8"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1" name="Content Placeholder 3"/>
          <p:cNvSpPr>
            <a:spLocks noGrp="1"/>
          </p:cNvSpPr>
          <p:nvPr>
            <p:ph sz="quarter" idx="10"/>
          </p:nvPr>
        </p:nvSpPr>
        <p:spPr>
          <a:xfrm>
            <a:off x="524933" y="1700213"/>
            <a:ext cx="5282296" cy="4681537"/>
          </a:xfrm>
          <a:prstGeom prst="rect">
            <a:avLst/>
          </a:prstGeom>
        </p:spPr>
        <p:txBody>
          <a:bodyPr>
            <a:norm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5"/>
            <a:r>
              <a:rPr lang="en-US" dirty="0"/>
              <a:t>Fifth level</a:t>
            </a:r>
          </a:p>
          <a:p>
            <a:pPr lvl="6"/>
            <a:r>
              <a:rPr lang="en-US" dirty="0"/>
              <a:t>Sixth level</a:t>
            </a:r>
          </a:p>
          <a:p>
            <a:pPr lvl="7"/>
            <a:r>
              <a:rPr lang="en-US" dirty="0"/>
              <a:t>Seventh level</a:t>
            </a:r>
          </a:p>
          <a:p>
            <a:pPr lvl="8"/>
            <a:r>
              <a:rPr lang="en-US" dirty="0"/>
              <a:t>Eighth level</a:t>
            </a:r>
          </a:p>
          <a:p>
            <a:pPr lvl="8"/>
            <a:r>
              <a:rPr lang="en-US" dirty="0"/>
              <a:t>Ninth level</a:t>
            </a:r>
          </a:p>
        </p:txBody>
      </p:sp>
      <p:sp>
        <p:nvSpPr>
          <p:cNvPr id="13" name="Content Placeholder 3"/>
          <p:cNvSpPr>
            <a:spLocks noGrp="1"/>
          </p:cNvSpPr>
          <p:nvPr>
            <p:ph sz="quarter" idx="20"/>
          </p:nvPr>
        </p:nvSpPr>
        <p:spPr>
          <a:xfrm>
            <a:off x="6384000" y="1700213"/>
            <a:ext cx="5283067" cy="4681536"/>
          </a:xfrm>
          <a:prstGeom prst="rect">
            <a:avLst/>
          </a:prstGeom>
        </p:spPr>
        <p:txBody>
          <a:bodyPr>
            <a:norm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5"/>
            <a:r>
              <a:rPr lang="en-US" dirty="0"/>
              <a:t>Fifth level</a:t>
            </a:r>
          </a:p>
          <a:p>
            <a:pPr lvl="6"/>
            <a:r>
              <a:rPr lang="en-US" dirty="0"/>
              <a:t>Sixth level</a:t>
            </a:r>
          </a:p>
          <a:p>
            <a:pPr lvl="7"/>
            <a:r>
              <a:rPr lang="en-US" dirty="0"/>
              <a:t>Seventh level</a:t>
            </a:r>
          </a:p>
          <a:p>
            <a:pPr lvl="8"/>
            <a:r>
              <a:rPr lang="en-US" dirty="0"/>
              <a:t>Eighth level</a:t>
            </a:r>
          </a:p>
          <a:p>
            <a:pPr lvl="8"/>
            <a:r>
              <a:rPr lang="en-US" dirty="0"/>
              <a:t>Ninth level</a:t>
            </a:r>
          </a:p>
        </p:txBody>
      </p:sp>
    </p:spTree>
    <p:extLst>
      <p:ext uri="{BB962C8B-B14F-4D97-AF65-F5344CB8AC3E}">
        <p14:creationId xmlns:p14="http://schemas.microsoft.com/office/powerpoint/2010/main" val="3679911373"/>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27229" y="1700213"/>
            <a:ext cx="5280000" cy="4420800"/>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5"/>
            <a:r>
              <a:rPr lang="en-US" dirty="0"/>
              <a:t>Fifth level</a:t>
            </a:r>
          </a:p>
          <a:p>
            <a:pPr lvl="6"/>
            <a:r>
              <a:rPr lang="en-US" dirty="0"/>
              <a:t>Sixth level</a:t>
            </a:r>
          </a:p>
          <a:p>
            <a:pPr lvl="7"/>
            <a:r>
              <a:rPr lang="en-US" dirty="0"/>
              <a:t>Seventh level</a:t>
            </a:r>
          </a:p>
          <a:p>
            <a:pPr lvl="8"/>
            <a:r>
              <a:rPr lang="en-US" dirty="0"/>
              <a:t>Eighth level</a:t>
            </a:r>
          </a:p>
          <a:p>
            <a:pPr lvl="8"/>
            <a:r>
              <a:rPr lang="en-US" dirty="0"/>
              <a:t>Ninth level</a:t>
            </a:r>
          </a:p>
        </p:txBody>
      </p:sp>
      <p:sp>
        <p:nvSpPr>
          <p:cNvPr id="3" name="Chart Placeholder 2"/>
          <p:cNvSpPr>
            <a:spLocks noGrp="1"/>
          </p:cNvSpPr>
          <p:nvPr>
            <p:ph type="chart" sz="quarter" idx="21"/>
          </p:nvPr>
        </p:nvSpPr>
        <p:spPr>
          <a:xfrm>
            <a:off x="6341223" y="2125013"/>
            <a:ext cx="5325844" cy="3996000"/>
          </a:xfrm>
        </p:spPr>
        <p:txBody>
          <a:bodyPr/>
          <a:lstStyle/>
          <a:p>
            <a:endParaRPr lang="en-GB" dirty="0"/>
          </a:p>
        </p:txBody>
      </p:sp>
      <p:sp>
        <p:nvSpPr>
          <p:cNvPr id="6" name="Text Placeholder 5"/>
          <p:cNvSpPr>
            <a:spLocks noGrp="1"/>
          </p:cNvSpPr>
          <p:nvPr>
            <p:ph type="body" sz="quarter" idx="22"/>
          </p:nvPr>
        </p:nvSpPr>
        <p:spPr>
          <a:xfrm>
            <a:off x="6341223" y="1700213"/>
            <a:ext cx="5319272" cy="385762"/>
          </a:xfrm>
        </p:spPr>
        <p:txBody>
          <a:bodyPr/>
          <a:lstStyle/>
          <a:p>
            <a:pPr lvl="0"/>
            <a:r>
              <a:rPr lang="en-US" dirty="0"/>
              <a:t>Click to edit Master text styles</a:t>
            </a:r>
          </a:p>
        </p:txBody>
      </p:sp>
      <p:sp>
        <p:nvSpPr>
          <p:cNvPr id="11"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5" name="Text Placeholder 7"/>
          <p:cNvSpPr>
            <a:spLocks noGrp="1"/>
          </p:cNvSpPr>
          <p:nvPr>
            <p:ph type="body" sz="quarter" idx="23"/>
          </p:nvPr>
        </p:nvSpPr>
        <p:spPr>
          <a:xfrm>
            <a:off x="521440" y="6121014"/>
            <a:ext cx="11145627" cy="256647"/>
          </a:xfrm>
        </p:spPr>
        <p:txBody>
          <a:bodyPr>
            <a:normAutofit/>
          </a:bodyPr>
          <a:lstStyle>
            <a:lvl1pPr>
              <a:spcAft>
                <a:spcPts val="0"/>
              </a:spcAft>
              <a:defRPr sz="900"/>
            </a:lvl1pPr>
          </a:lstStyle>
          <a:p>
            <a:pPr lvl="0"/>
            <a:r>
              <a:rPr lang="en-US" dirty="0"/>
              <a:t>Click to edit Master text styles</a:t>
            </a:r>
          </a:p>
        </p:txBody>
      </p:sp>
    </p:spTree>
    <p:extLst>
      <p:ext uri="{BB962C8B-B14F-4D97-AF65-F5344CB8AC3E}">
        <p14:creationId xmlns:p14="http://schemas.microsoft.com/office/powerpoint/2010/main" val="1098340242"/>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38155" y="2125013"/>
            <a:ext cx="5325845" cy="3996000"/>
          </a:xfrm>
        </p:spPr>
        <p:txBody>
          <a:bodyPr/>
          <a:lstStyle/>
          <a:p>
            <a:endParaRPr lang="en-GB" dirty="0"/>
          </a:p>
        </p:txBody>
      </p:sp>
      <p:sp>
        <p:nvSpPr>
          <p:cNvPr id="6" name="Text Placeholder 5"/>
          <p:cNvSpPr>
            <a:spLocks noGrp="1"/>
          </p:cNvSpPr>
          <p:nvPr>
            <p:ph type="body" sz="quarter" idx="22"/>
          </p:nvPr>
        </p:nvSpPr>
        <p:spPr>
          <a:xfrm>
            <a:off x="6338157" y="1700213"/>
            <a:ext cx="5325844" cy="385762"/>
          </a:xfrm>
        </p:spPr>
        <p:txBody>
          <a:bodyPr/>
          <a:lstStyle/>
          <a:p>
            <a:pPr lvl="0"/>
            <a:r>
              <a:rPr lang="en-US" dirty="0"/>
              <a:t>Click to edit Master text styles</a:t>
            </a:r>
          </a:p>
        </p:txBody>
      </p:sp>
      <p:sp>
        <p:nvSpPr>
          <p:cNvPr id="11"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5" name="Text Placeholder 7"/>
          <p:cNvSpPr>
            <a:spLocks noGrp="1"/>
          </p:cNvSpPr>
          <p:nvPr>
            <p:ph type="body" sz="quarter" idx="23"/>
          </p:nvPr>
        </p:nvSpPr>
        <p:spPr>
          <a:xfrm>
            <a:off x="521441" y="6121014"/>
            <a:ext cx="11145627" cy="256647"/>
          </a:xfrm>
        </p:spPr>
        <p:txBody>
          <a:bodyPr>
            <a:normAutofit/>
          </a:bodyPr>
          <a:lstStyle>
            <a:lvl1pPr>
              <a:spcAft>
                <a:spcPts val="0"/>
              </a:spcAft>
              <a:defRPr sz="900"/>
            </a:lvl1pPr>
          </a:lstStyle>
          <a:p>
            <a:pPr lvl="0"/>
            <a:r>
              <a:rPr lang="en-US" dirty="0"/>
              <a:t>Click to edit Master text styles</a:t>
            </a:r>
          </a:p>
        </p:txBody>
      </p:sp>
      <p:sp>
        <p:nvSpPr>
          <p:cNvPr id="9" name="Chart Placeholder 2"/>
          <p:cNvSpPr>
            <a:spLocks noGrp="1"/>
          </p:cNvSpPr>
          <p:nvPr>
            <p:ph type="chart" sz="quarter" idx="24"/>
          </p:nvPr>
        </p:nvSpPr>
        <p:spPr>
          <a:xfrm>
            <a:off x="528001" y="2125013"/>
            <a:ext cx="5316825" cy="3996000"/>
          </a:xfrm>
        </p:spPr>
        <p:txBody>
          <a:bodyPr/>
          <a:lstStyle/>
          <a:p>
            <a:endParaRPr lang="en-GB" dirty="0"/>
          </a:p>
        </p:txBody>
      </p:sp>
      <p:sp>
        <p:nvSpPr>
          <p:cNvPr id="12" name="Text Placeholder 5"/>
          <p:cNvSpPr>
            <a:spLocks noGrp="1"/>
          </p:cNvSpPr>
          <p:nvPr>
            <p:ph type="body" sz="quarter" idx="25"/>
          </p:nvPr>
        </p:nvSpPr>
        <p:spPr>
          <a:xfrm>
            <a:off x="528000" y="1700213"/>
            <a:ext cx="5319272" cy="385762"/>
          </a:xfrm>
        </p:spPr>
        <p:txBody>
          <a:bodyPr/>
          <a:lstStyle/>
          <a:p>
            <a:pPr lvl="0"/>
            <a:r>
              <a:rPr lang="en-US" dirty="0"/>
              <a:t>Click to edit Master text styles</a:t>
            </a:r>
          </a:p>
        </p:txBody>
      </p:sp>
    </p:spTree>
    <p:extLst>
      <p:ext uri="{BB962C8B-B14F-4D97-AF65-F5344CB8AC3E}">
        <p14:creationId xmlns:p14="http://schemas.microsoft.com/office/powerpoint/2010/main" val="2090788617"/>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_2 chart">
    <p:bg>
      <p:bgRef idx="1001">
        <a:schemeClr val="bg1"/>
      </p:bgRef>
    </p:bg>
    <p:spTree>
      <p:nvGrpSpPr>
        <p:cNvPr id="1" name=""/>
        <p:cNvGrpSpPr/>
        <p:nvPr/>
      </p:nvGrpSpPr>
      <p:grpSpPr>
        <a:xfrm>
          <a:off x="0" y="0"/>
          <a:ext cx="0" cy="0"/>
          <a:chOff x="0" y="0"/>
          <a:chExt cx="0" cy="0"/>
        </a:xfrm>
      </p:grpSpPr>
      <p:sp>
        <p:nvSpPr>
          <p:cNvPr id="11"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BBBCBC"/>
                </a:solidFill>
              </a:defRPr>
            </a:lvl1pPr>
          </a:lstStyle>
          <a:p>
            <a:pPr lvl="0"/>
            <a:r>
              <a:rPr lang="en-US" dirty="0"/>
              <a:t>Click to add subtitle</a:t>
            </a:r>
          </a:p>
        </p:txBody>
      </p:sp>
      <p:sp>
        <p:nvSpPr>
          <p:cNvPr id="2" name="Title 1"/>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Chart Placeholder 2"/>
          <p:cNvSpPr>
            <a:spLocks noGrp="1"/>
          </p:cNvSpPr>
          <p:nvPr>
            <p:ph type="chart" sz="quarter" idx="21"/>
          </p:nvPr>
        </p:nvSpPr>
        <p:spPr>
          <a:xfrm>
            <a:off x="6338155" y="2125013"/>
            <a:ext cx="5325845" cy="3996000"/>
          </a:xfrm>
        </p:spPr>
        <p:txBody>
          <a:bodyPr/>
          <a:lstStyle/>
          <a:p>
            <a:endParaRPr lang="en-GB" dirty="0"/>
          </a:p>
        </p:txBody>
      </p:sp>
      <p:sp>
        <p:nvSpPr>
          <p:cNvPr id="6" name="Text Placeholder 5"/>
          <p:cNvSpPr>
            <a:spLocks noGrp="1"/>
          </p:cNvSpPr>
          <p:nvPr>
            <p:ph type="body" sz="quarter" idx="22"/>
          </p:nvPr>
        </p:nvSpPr>
        <p:spPr>
          <a:xfrm>
            <a:off x="6338157" y="1700213"/>
            <a:ext cx="5325844" cy="385762"/>
          </a:xfrm>
        </p:spPr>
        <p:txBody>
          <a:bodyPr/>
          <a:lstStyle/>
          <a:p>
            <a:pPr lvl="0"/>
            <a:r>
              <a:rPr lang="en-US" dirty="0"/>
              <a:t>Click to edit Master text styles</a:t>
            </a:r>
          </a:p>
        </p:txBody>
      </p:sp>
      <p:sp>
        <p:nvSpPr>
          <p:cNvPr id="15" name="Text Placeholder 7"/>
          <p:cNvSpPr>
            <a:spLocks noGrp="1"/>
          </p:cNvSpPr>
          <p:nvPr>
            <p:ph type="body" sz="quarter" idx="23"/>
          </p:nvPr>
        </p:nvSpPr>
        <p:spPr>
          <a:xfrm>
            <a:off x="521441" y="6121014"/>
            <a:ext cx="11145627" cy="256647"/>
          </a:xfrm>
        </p:spPr>
        <p:txBody>
          <a:bodyPr>
            <a:normAutofit/>
          </a:bodyPr>
          <a:lstStyle>
            <a:lvl1pPr>
              <a:spcAft>
                <a:spcPts val="0"/>
              </a:spcAft>
              <a:defRPr sz="900"/>
            </a:lvl1pPr>
          </a:lstStyle>
          <a:p>
            <a:pPr lvl="0"/>
            <a:r>
              <a:rPr lang="en-US" dirty="0"/>
              <a:t>Click to edit Master text styles</a:t>
            </a:r>
          </a:p>
        </p:txBody>
      </p:sp>
      <p:sp>
        <p:nvSpPr>
          <p:cNvPr id="9" name="Chart Placeholder 2"/>
          <p:cNvSpPr>
            <a:spLocks noGrp="1"/>
          </p:cNvSpPr>
          <p:nvPr>
            <p:ph type="chart" sz="quarter" idx="24"/>
          </p:nvPr>
        </p:nvSpPr>
        <p:spPr>
          <a:xfrm>
            <a:off x="528001" y="2125013"/>
            <a:ext cx="5316825" cy="3996000"/>
          </a:xfrm>
        </p:spPr>
        <p:txBody>
          <a:bodyPr/>
          <a:lstStyle/>
          <a:p>
            <a:endParaRPr lang="en-GB" dirty="0"/>
          </a:p>
        </p:txBody>
      </p:sp>
      <p:sp>
        <p:nvSpPr>
          <p:cNvPr id="12" name="Text Placeholder 5"/>
          <p:cNvSpPr>
            <a:spLocks noGrp="1"/>
          </p:cNvSpPr>
          <p:nvPr>
            <p:ph type="body" sz="quarter" idx="25"/>
          </p:nvPr>
        </p:nvSpPr>
        <p:spPr>
          <a:xfrm>
            <a:off x="528000" y="1700213"/>
            <a:ext cx="5319272" cy="385762"/>
          </a:xfrm>
        </p:spPr>
        <p:txBody>
          <a:bodyPr/>
          <a:lstStyle/>
          <a:p>
            <a:pPr lvl="0"/>
            <a:r>
              <a:rPr lang="en-US" dirty="0"/>
              <a:t>Click to edit Master text styles</a:t>
            </a:r>
          </a:p>
        </p:txBody>
      </p:sp>
      <p:sp>
        <p:nvSpPr>
          <p:cNvPr id="10" name="TextBox 9"/>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93915530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27999" y="295683"/>
            <a:ext cx="11153884" cy="1129080"/>
          </a:xfrm>
          <a:prstGeom prst="rect">
            <a:avLst/>
          </a:prstGeom>
        </p:spPr>
        <p:txBody>
          <a:bodyPr vert="horz" lIns="0" tIns="0" rIns="0" bIns="0" rtlCol="0" anchor="t" anchorCtr="0">
            <a:noAutofit/>
          </a:bodyPr>
          <a:lstStyle>
            <a:lvl1pPr>
              <a:defRPr/>
            </a:lvl1pPr>
          </a:lstStyle>
          <a:p>
            <a:r>
              <a:rPr lang="en-US" dirty="0"/>
              <a:t>Click to add title</a:t>
            </a:r>
          </a:p>
        </p:txBody>
      </p:sp>
      <p:sp>
        <p:nvSpPr>
          <p:cNvPr id="6" name="Content Placeholder 3"/>
          <p:cNvSpPr>
            <a:spLocks noGrp="1"/>
          </p:cNvSpPr>
          <p:nvPr>
            <p:ph sz="quarter" idx="10"/>
          </p:nvPr>
        </p:nvSpPr>
        <p:spPr>
          <a:xfrm>
            <a:off x="524933" y="1700213"/>
            <a:ext cx="4351867" cy="4681538"/>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5"/>
            <a:r>
              <a:rPr lang="en-US" dirty="0"/>
              <a:t>Fifth level</a:t>
            </a:r>
          </a:p>
          <a:p>
            <a:pPr lvl="6"/>
            <a:r>
              <a:rPr lang="en-US" dirty="0"/>
              <a:t>Sixth level</a:t>
            </a:r>
          </a:p>
          <a:p>
            <a:pPr lvl="7"/>
            <a:r>
              <a:rPr lang="en-US" dirty="0"/>
              <a:t>Seventh level</a:t>
            </a:r>
          </a:p>
          <a:p>
            <a:pPr lvl="8"/>
            <a:r>
              <a:rPr lang="en-US" dirty="0"/>
              <a:t>Eighth level</a:t>
            </a:r>
          </a:p>
          <a:p>
            <a:pPr lvl="8"/>
            <a:r>
              <a:rPr lang="en-US" dirty="0"/>
              <a:t>Ninth level</a:t>
            </a:r>
          </a:p>
        </p:txBody>
      </p:sp>
      <p:sp>
        <p:nvSpPr>
          <p:cNvPr id="8" name="Content Placeholder 3"/>
          <p:cNvSpPr>
            <a:spLocks noGrp="1"/>
          </p:cNvSpPr>
          <p:nvPr>
            <p:ph sz="quarter" idx="16"/>
          </p:nvPr>
        </p:nvSpPr>
        <p:spPr>
          <a:xfrm>
            <a:off x="5172687" y="1700213"/>
            <a:ext cx="6494380" cy="4681538"/>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5"/>
            <a:r>
              <a:rPr lang="en-US" dirty="0"/>
              <a:t>Fifth level</a:t>
            </a:r>
          </a:p>
          <a:p>
            <a:pPr lvl="6"/>
            <a:r>
              <a:rPr lang="en-US" dirty="0"/>
              <a:t>Sixth level</a:t>
            </a:r>
          </a:p>
          <a:p>
            <a:pPr lvl="7"/>
            <a:r>
              <a:rPr lang="en-US" dirty="0"/>
              <a:t>Seventh level</a:t>
            </a:r>
          </a:p>
          <a:p>
            <a:pPr lvl="8"/>
            <a:r>
              <a:rPr lang="en-US" dirty="0"/>
              <a:t>Eighth level</a:t>
            </a:r>
          </a:p>
          <a:p>
            <a:pPr lvl="8"/>
            <a:r>
              <a:rPr lang="en-US" dirty="0"/>
              <a:t>Ninth level</a:t>
            </a:r>
          </a:p>
        </p:txBody>
      </p:sp>
      <p:sp>
        <p:nvSpPr>
          <p:cNvPr id="9"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3865807306"/>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27999" y="295683"/>
            <a:ext cx="11153884" cy="1129080"/>
          </a:xfrm>
          <a:prstGeom prst="rect">
            <a:avLst/>
          </a:prstGeom>
        </p:spPr>
        <p:txBody>
          <a:bodyPr vert="horz" lIns="0" tIns="0" rIns="0" bIns="0" rtlCol="0" anchor="t" anchorCtr="0">
            <a:noAutofit/>
          </a:bodyPr>
          <a:lstStyle>
            <a:lvl1pPr>
              <a:defRPr/>
            </a:lvl1pPr>
          </a:lstStyle>
          <a:p>
            <a:r>
              <a:rPr lang="en-US" dirty="0"/>
              <a:t>Click to add title</a:t>
            </a:r>
          </a:p>
        </p:txBody>
      </p:sp>
      <p:sp>
        <p:nvSpPr>
          <p:cNvPr id="6" name="Content Placeholder 3"/>
          <p:cNvSpPr>
            <a:spLocks noGrp="1"/>
          </p:cNvSpPr>
          <p:nvPr>
            <p:ph sz="quarter" idx="10"/>
          </p:nvPr>
        </p:nvSpPr>
        <p:spPr>
          <a:xfrm>
            <a:off x="7577883" y="1700213"/>
            <a:ext cx="4089184" cy="4681539"/>
          </a:xfrm>
          <a:prstGeom prst="rect">
            <a:avLst/>
          </a:prstGeom>
        </p:spPr>
        <p:txBody>
          <a:bodyPr>
            <a:normAutofit/>
          </a:bodyPr>
          <a:lstStyle>
            <a:lvl1pPr>
              <a:tabLst>
                <a:tab pos="5029200" algn="r"/>
              </a:tabLst>
              <a:defRPr sz="24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dirty="0"/>
              <a:t>Click to edit Master text styles</a:t>
            </a:r>
          </a:p>
        </p:txBody>
      </p:sp>
      <p:sp>
        <p:nvSpPr>
          <p:cNvPr id="8" name="Content Placeholder 3"/>
          <p:cNvSpPr>
            <a:spLocks noGrp="1"/>
          </p:cNvSpPr>
          <p:nvPr>
            <p:ph sz="quarter" idx="16"/>
          </p:nvPr>
        </p:nvSpPr>
        <p:spPr>
          <a:xfrm>
            <a:off x="524934" y="1700212"/>
            <a:ext cx="6483065" cy="4681538"/>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5"/>
            <a:r>
              <a:rPr lang="en-US" dirty="0"/>
              <a:t>Fifth level</a:t>
            </a:r>
          </a:p>
          <a:p>
            <a:pPr lvl="6"/>
            <a:r>
              <a:rPr lang="en-US" dirty="0"/>
              <a:t>Sixth level</a:t>
            </a:r>
          </a:p>
          <a:p>
            <a:pPr lvl="7"/>
            <a:r>
              <a:rPr lang="en-US" dirty="0"/>
              <a:t>Seventh level</a:t>
            </a:r>
          </a:p>
          <a:p>
            <a:pPr lvl="8"/>
            <a:r>
              <a:rPr lang="en-US" dirty="0"/>
              <a:t>Eighth level</a:t>
            </a:r>
          </a:p>
          <a:p>
            <a:pPr lvl="8"/>
            <a:r>
              <a:rPr lang="en-US" dirty="0"/>
              <a:t>Ninth level</a:t>
            </a:r>
          </a:p>
        </p:txBody>
      </p:sp>
      <p:sp>
        <p:nvSpPr>
          <p:cNvPr id="9"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2944155558"/>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Picture Placeholder 6"/>
          <p:cNvSpPr>
            <a:spLocks noGrp="1"/>
          </p:cNvSpPr>
          <p:nvPr>
            <p:ph type="pic" sz="quarter" idx="13"/>
          </p:nvPr>
        </p:nvSpPr>
        <p:spPr>
          <a:xfrm>
            <a:off x="527049" y="1700213"/>
            <a:ext cx="2712000" cy="1260000"/>
          </a:xfrm>
        </p:spPr>
        <p:txBody>
          <a:bodyPr lIns="0" tIns="0" rIns="0" bIns="0">
            <a:noAutofit/>
          </a:bodyPr>
          <a:lstStyle/>
          <a:p>
            <a:r>
              <a:rPr lang="en-US" dirty="0"/>
              <a:t>Click icon to add picture</a:t>
            </a:r>
            <a:endParaRPr lang="en-GB" dirty="0"/>
          </a:p>
        </p:txBody>
      </p:sp>
      <p:sp>
        <p:nvSpPr>
          <p:cNvPr id="5" name="Picture Placeholder 6"/>
          <p:cNvSpPr>
            <a:spLocks noGrp="1"/>
          </p:cNvSpPr>
          <p:nvPr>
            <p:ph type="pic" sz="quarter" idx="14"/>
          </p:nvPr>
        </p:nvSpPr>
        <p:spPr>
          <a:xfrm>
            <a:off x="3336000" y="1700213"/>
            <a:ext cx="2712000" cy="1260000"/>
          </a:xfrm>
        </p:spPr>
        <p:txBody>
          <a:bodyPr lIns="0" tIns="0" rIns="0" bIns="0">
            <a:noAutofit/>
          </a:bodyPr>
          <a:lstStyle/>
          <a:p>
            <a:r>
              <a:rPr lang="en-US"/>
              <a:t>Click icon to add picture</a:t>
            </a:r>
            <a:endParaRPr lang="en-GB"/>
          </a:p>
        </p:txBody>
      </p:sp>
      <p:sp>
        <p:nvSpPr>
          <p:cNvPr id="6" name="Picture Placeholder 6"/>
          <p:cNvSpPr>
            <a:spLocks noGrp="1"/>
          </p:cNvSpPr>
          <p:nvPr>
            <p:ph type="pic" sz="quarter" idx="15"/>
          </p:nvPr>
        </p:nvSpPr>
        <p:spPr>
          <a:xfrm>
            <a:off x="6143147" y="1700213"/>
            <a:ext cx="2712000" cy="1260000"/>
          </a:xfrm>
        </p:spPr>
        <p:txBody>
          <a:bodyPr lIns="0" tIns="0" rIns="0" bIns="0">
            <a:noAutofit/>
          </a:bodyPr>
          <a:lstStyle/>
          <a:p>
            <a:r>
              <a:rPr lang="en-US"/>
              <a:t>Click icon to add picture</a:t>
            </a:r>
            <a:endParaRPr lang="en-GB"/>
          </a:p>
        </p:txBody>
      </p:sp>
      <p:sp>
        <p:nvSpPr>
          <p:cNvPr id="7" name="Picture Placeholder 6"/>
          <p:cNvSpPr>
            <a:spLocks noGrp="1"/>
          </p:cNvSpPr>
          <p:nvPr>
            <p:ph type="pic" sz="quarter" idx="16"/>
          </p:nvPr>
        </p:nvSpPr>
        <p:spPr>
          <a:xfrm>
            <a:off x="8951999" y="1700213"/>
            <a:ext cx="2712000" cy="1260000"/>
          </a:xfrm>
        </p:spPr>
        <p:txBody>
          <a:bodyPr lIns="0" tIns="0" rIns="0" bIns="0">
            <a:noAutofit/>
          </a:bodyPr>
          <a:lstStyle/>
          <a:p>
            <a:r>
              <a:rPr lang="en-US" dirty="0"/>
              <a:t>Click icon to add picture</a:t>
            </a:r>
            <a:endParaRPr lang="en-GB" dirty="0"/>
          </a:p>
        </p:txBody>
      </p:sp>
      <p:sp>
        <p:nvSpPr>
          <p:cNvPr id="9" name="Text Placeholder 8"/>
          <p:cNvSpPr>
            <a:spLocks noGrp="1"/>
          </p:cNvSpPr>
          <p:nvPr>
            <p:ph type="body" sz="quarter" idx="17"/>
          </p:nvPr>
        </p:nvSpPr>
        <p:spPr>
          <a:xfrm>
            <a:off x="524933" y="3124200"/>
            <a:ext cx="2697184" cy="3257548"/>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0" name="Text Placeholder 8"/>
          <p:cNvSpPr>
            <a:spLocks noGrp="1"/>
          </p:cNvSpPr>
          <p:nvPr>
            <p:ph type="body" sz="quarter" idx="18"/>
          </p:nvPr>
        </p:nvSpPr>
        <p:spPr>
          <a:xfrm>
            <a:off x="6149963"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Text Placeholder 8"/>
          <p:cNvSpPr>
            <a:spLocks noGrp="1"/>
          </p:cNvSpPr>
          <p:nvPr>
            <p:ph type="body" sz="quarter" idx="19"/>
          </p:nvPr>
        </p:nvSpPr>
        <p:spPr>
          <a:xfrm>
            <a:off x="3330040" y="3124200"/>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Text Placeholder 8"/>
          <p:cNvSpPr>
            <a:spLocks noGrp="1"/>
          </p:cNvSpPr>
          <p:nvPr>
            <p:ph type="body" sz="quarter" idx="20"/>
          </p:nvPr>
        </p:nvSpPr>
        <p:spPr>
          <a:xfrm>
            <a:off x="8969885" y="3108510"/>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3" name="Text Placeholder 8"/>
          <p:cNvSpPr>
            <a:spLocks noGrp="1"/>
          </p:cNvSpPr>
          <p:nvPr>
            <p:ph type="body" sz="quarter" idx="21" hasCustomPrompt="1"/>
          </p:nvPr>
        </p:nvSpPr>
        <p:spPr>
          <a:xfrm>
            <a:off x="528000" y="651600"/>
            <a:ext cx="11136000" cy="757255"/>
          </a:xfrm>
          <a:prstGeom prst="rect">
            <a:avLst/>
          </a:prstGeom>
        </p:spPr>
        <p:txBody>
          <a:bodyPr lIns="0" tIns="0" rIns="0" bIns="0">
            <a:noAutofit/>
          </a:bodyPr>
          <a:lstStyle>
            <a:lvl1pPr marL="0" indent="0">
              <a:buNone/>
              <a:defRPr sz="16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3671727910"/>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Rectangle 3"/>
          <p:cNvSpPr/>
          <p:nvPr userDrawn="1"/>
        </p:nvSpPr>
        <p:spPr>
          <a:xfrm>
            <a:off x="527051"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prstClr val="white"/>
              </a:solidFill>
            </a:endParaRPr>
          </a:p>
        </p:txBody>
      </p:sp>
      <p:sp>
        <p:nvSpPr>
          <p:cNvPr id="5" name="Rectangle 4"/>
          <p:cNvSpPr/>
          <p:nvPr userDrawn="1"/>
        </p:nvSpPr>
        <p:spPr>
          <a:xfrm>
            <a:off x="6192000" y="1700213"/>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prstClr val="white"/>
              </a:solidFill>
            </a:endParaRPr>
          </a:p>
        </p:txBody>
      </p:sp>
      <p:sp>
        <p:nvSpPr>
          <p:cNvPr id="6" name="Rectangle 5"/>
          <p:cNvSpPr/>
          <p:nvPr userDrawn="1"/>
        </p:nvSpPr>
        <p:spPr>
          <a:xfrm>
            <a:off x="527051"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prstClr val="white"/>
              </a:solidFill>
            </a:endParaRPr>
          </a:p>
        </p:txBody>
      </p:sp>
      <p:sp>
        <p:nvSpPr>
          <p:cNvPr id="7" name="Rectangle 6"/>
          <p:cNvSpPr/>
          <p:nvPr userDrawn="1"/>
        </p:nvSpPr>
        <p:spPr>
          <a:xfrm>
            <a:off x="6192000"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prstClr val="white"/>
              </a:solidFill>
            </a:endParaRPr>
          </a:p>
        </p:txBody>
      </p:sp>
      <p:sp>
        <p:nvSpPr>
          <p:cNvPr id="8" name="Picture Placeholder 11"/>
          <p:cNvSpPr>
            <a:spLocks noGrp="1"/>
          </p:cNvSpPr>
          <p:nvPr>
            <p:ph type="pic" sz="quarter" idx="25"/>
          </p:nvPr>
        </p:nvSpPr>
        <p:spPr>
          <a:xfrm>
            <a:off x="527051" y="1880213"/>
            <a:ext cx="1968000" cy="1476000"/>
          </a:xfrm>
        </p:spPr>
        <p:txBody>
          <a:bodyPr/>
          <a:lstStyle>
            <a:lvl1pPr>
              <a:defRPr/>
            </a:lvl1pPr>
          </a:lstStyle>
          <a:p>
            <a:r>
              <a:rPr lang="en-GB" dirty="0"/>
              <a:t>Click icon to add picture</a:t>
            </a:r>
          </a:p>
        </p:txBody>
      </p:sp>
      <p:sp>
        <p:nvSpPr>
          <p:cNvPr id="9" name="Picture Placeholder 11"/>
          <p:cNvSpPr>
            <a:spLocks noGrp="1"/>
          </p:cNvSpPr>
          <p:nvPr>
            <p:ph type="pic" sz="quarter" idx="27"/>
          </p:nvPr>
        </p:nvSpPr>
        <p:spPr>
          <a:xfrm>
            <a:off x="6192000" y="1880213"/>
            <a:ext cx="1968000" cy="1476000"/>
          </a:xfrm>
        </p:spPr>
        <p:txBody>
          <a:bodyPr/>
          <a:lstStyle>
            <a:lvl1pPr>
              <a:defRPr/>
            </a:lvl1pPr>
          </a:lstStyle>
          <a:p>
            <a:r>
              <a:rPr lang="en-GB" dirty="0"/>
              <a:t>Click icon to add picture</a:t>
            </a:r>
          </a:p>
        </p:txBody>
      </p:sp>
      <p:sp>
        <p:nvSpPr>
          <p:cNvPr id="10" name="Picture Placeholder 11"/>
          <p:cNvSpPr>
            <a:spLocks noGrp="1"/>
          </p:cNvSpPr>
          <p:nvPr>
            <p:ph type="pic" sz="quarter" idx="29"/>
          </p:nvPr>
        </p:nvSpPr>
        <p:spPr>
          <a:xfrm>
            <a:off x="527051" y="4256213"/>
            <a:ext cx="1968000" cy="1476000"/>
          </a:xfrm>
        </p:spPr>
        <p:txBody>
          <a:bodyPr/>
          <a:lstStyle>
            <a:lvl1pPr>
              <a:defRPr/>
            </a:lvl1pPr>
          </a:lstStyle>
          <a:p>
            <a:r>
              <a:rPr lang="en-GB" dirty="0"/>
              <a:t>Click icon to add picture</a:t>
            </a:r>
          </a:p>
        </p:txBody>
      </p:sp>
      <p:sp>
        <p:nvSpPr>
          <p:cNvPr id="11" name="Picture Placeholder 11"/>
          <p:cNvSpPr>
            <a:spLocks noGrp="1"/>
          </p:cNvSpPr>
          <p:nvPr>
            <p:ph type="pic" sz="quarter" idx="31"/>
          </p:nvPr>
        </p:nvSpPr>
        <p:spPr>
          <a:xfrm>
            <a:off x="6192000" y="4256213"/>
            <a:ext cx="1968000" cy="1476000"/>
          </a:xfrm>
        </p:spPr>
        <p:txBody>
          <a:bodyPr/>
          <a:lstStyle>
            <a:lvl1pPr>
              <a:defRPr/>
            </a:lvl1pPr>
          </a:lstStyle>
          <a:p>
            <a:r>
              <a:rPr lang="en-GB" dirty="0"/>
              <a:t>Click icon to add picture</a:t>
            </a:r>
          </a:p>
        </p:txBody>
      </p:sp>
      <p:sp>
        <p:nvSpPr>
          <p:cNvPr id="13" name="Text Placeholder 12"/>
          <p:cNvSpPr>
            <a:spLocks noGrp="1"/>
          </p:cNvSpPr>
          <p:nvPr>
            <p:ph type="body" sz="quarter" idx="32"/>
          </p:nvPr>
        </p:nvSpPr>
        <p:spPr>
          <a:xfrm>
            <a:off x="2699525" y="1880213"/>
            <a:ext cx="3288000" cy="1944000"/>
          </a:xfrm>
        </p:spPr>
        <p:txBody>
          <a:bodyPr/>
          <a:lstStyle>
            <a:lvl1pPr>
              <a:spcAft>
                <a:spcPts val="0"/>
              </a:spcAft>
              <a:defRPr b="1"/>
            </a:lvl1pPr>
            <a:lvl2pPr>
              <a:spcAft>
                <a:spcPts val="0"/>
              </a:spcAft>
              <a:defRPr b="0"/>
            </a:lvl2pPr>
          </a:lstStyle>
          <a:p>
            <a:pPr lvl="0"/>
            <a:r>
              <a:rPr lang="en-US" dirty="0"/>
              <a:t>Click to edit Master text styles</a:t>
            </a:r>
          </a:p>
          <a:p>
            <a:pPr lvl="1"/>
            <a:r>
              <a:rPr lang="en-US" dirty="0"/>
              <a:t>Second level</a:t>
            </a:r>
          </a:p>
        </p:txBody>
      </p:sp>
      <p:sp>
        <p:nvSpPr>
          <p:cNvPr id="14" name="Text Placeholder 12"/>
          <p:cNvSpPr>
            <a:spLocks noGrp="1"/>
          </p:cNvSpPr>
          <p:nvPr>
            <p:ph type="body" sz="quarter" idx="33"/>
          </p:nvPr>
        </p:nvSpPr>
        <p:spPr>
          <a:xfrm>
            <a:off x="8364475" y="1880213"/>
            <a:ext cx="3302592" cy="1944000"/>
          </a:xfrm>
        </p:spPr>
        <p:txBody>
          <a:bodyPr/>
          <a:lstStyle>
            <a:lvl1pPr>
              <a:spcAft>
                <a:spcPts val="0"/>
              </a:spcAft>
              <a:defRPr b="1"/>
            </a:lvl1pPr>
            <a:lvl2pPr>
              <a:spcAft>
                <a:spcPts val="0"/>
              </a:spcAft>
              <a:defRPr b="0"/>
            </a:lvl2pPr>
          </a:lstStyle>
          <a:p>
            <a:pPr lvl="0"/>
            <a:r>
              <a:rPr lang="en-US" dirty="0"/>
              <a:t>Click to edit Master text styles</a:t>
            </a:r>
          </a:p>
          <a:p>
            <a:pPr lvl="1"/>
            <a:r>
              <a:rPr lang="en-US" dirty="0"/>
              <a:t>Second level</a:t>
            </a:r>
          </a:p>
        </p:txBody>
      </p:sp>
      <p:sp>
        <p:nvSpPr>
          <p:cNvPr id="15" name="Text Placeholder 12"/>
          <p:cNvSpPr>
            <a:spLocks noGrp="1"/>
          </p:cNvSpPr>
          <p:nvPr>
            <p:ph type="body" sz="quarter" idx="34"/>
          </p:nvPr>
        </p:nvSpPr>
        <p:spPr>
          <a:xfrm>
            <a:off x="2699525" y="4256213"/>
            <a:ext cx="3288000" cy="1944000"/>
          </a:xfrm>
        </p:spPr>
        <p:txBody>
          <a:bodyPr/>
          <a:lstStyle>
            <a:lvl1pPr>
              <a:spcAft>
                <a:spcPts val="0"/>
              </a:spcAft>
              <a:defRPr b="1"/>
            </a:lvl1pPr>
            <a:lvl2pPr>
              <a:spcAft>
                <a:spcPts val="0"/>
              </a:spcAft>
              <a:defRPr b="0"/>
            </a:lvl2pPr>
          </a:lstStyle>
          <a:p>
            <a:pPr lvl="0"/>
            <a:r>
              <a:rPr lang="en-US" dirty="0"/>
              <a:t>Click to edit Master text styles</a:t>
            </a:r>
          </a:p>
          <a:p>
            <a:pPr lvl="1"/>
            <a:r>
              <a:rPr lang="en-US" dirty="0"/>
              <a:t>Second level</a:t>
            </a:r>
          </a:p>
        </p:txBody>
      </p:sp>
      <p:sp>
        <p:nvSpPr>
          <p:cNvPr id="16" name="Text Placeholder 12"/>
          <p:cNvSpPr>
            <a:spLocks noGrp="1"/>
          </p:cNvSpPr>
          <p:nvPr>
            <p:ph type="body" sz="quarter" idx="35"/>
          </p:nvPr>
        </p:nvSpPr>
        <p:spPr>
          <a:xfrm>
            <a:off x="8364475" y="4256213"/>
            <a:ext cx="3302592" cy="1944000"/>
          </a:xfrm>
        </p:spPr>
        <p:txBody>
          <a:bodyPr/>
          <a:lstStyle>
            <a:lvl1pPr>
              <a:spcAft>
                <a:spcPts val="0"/>
              </a:spcAft>
              <a:defRPr b="1"/>
            </a:lvl1pPr>
            <a:lvl2pPr>
              <a:spcAft>
                <a:spcPts val="0"/>
              </a:spcAft>
              <a:defRPr b="0"/>
            </a:lvl2pPr>
          </a:lstStyle>
          <a:p>
            <a:pPr lvl="0"/>
            <a:r>
              <a:rPr lang="en-US" dirty="0"/>
              <a:t>Click to edit Master text styles</a:t>
            </a:r>
          </a:p>
          <a:p>
            <a:pPr lvl="1"/>
            <a:r>
              <a:rPr lang="en-US" dirty="0"/>
              <a:t>Second level</a:t>
            </a:r>
          </a:p>
        </p:txBody>
      </p:sp>
      <p:sp>
        <p:nvSpPr>
          <p:cNvPr id="17"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1513069038"/>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Picture Placeholder 7"/>
          <p:cNvSpPr>
            <a:spLocks noGrp="1"/>
          </p:cNvSpPr>
          <p:nvPr>
            <p:ph type="pic" sz="quarter" idx="13"/>
          </p:nvPr>
        </p:nvSpPr>
        <p:spPr>
          <a:xfrm>
            <a:off x="524934" y="1700214"/>
            <a:ext cx="3672417" cy="1971675"/>
          </a:xfrm>
        </p:spPr>
        <p:txBody>
          <a:bodyPr/>
          <a:lstStyle/>
          <a:p>
            <a:r>
              <a:rPr lang="en-US"/>
              <a:t>Click icon to add picture</a:t>
            </a:r>
            <a:endParaRPr lang="en-GB"/>
          </a:p>
        </p:txBody>
      </p:sp>
      <p:sp>
        <p:nvSpPr>
          <p:cNvPr id="5" name="Picture Placeholder 7"/>
          <p:cNvSpPr>
            <a:spLocks noGrp="1"/>
          </p:cNvSpPr>
          <p:nvPr>
            <p:ph type="pic" sz="quarter" idx="14"/>
          </p:nvPr>
        </p:nvSpPr>
        <p:spPr>
          <a:xfrm>
            <a:off x="8006398" y="1700214"/>
            <a:ext cx="3660668" cy="1971675"/>
          </a:xfrm>
        </p:spPr>
        <p:txBody>
          <a:bodyPr/>
          <a:lstStyle/>
          <a:p>
            <a:r>
              <a:rPr lang="en-US" dirty="0"/>
              <a:t>Click icon to add picture</a:t>
            </a:r>
            <a:endParaRPr lang="en-GB" dirty="0"/>
          </a:p>
        </p:txBody>
      </p:sp>
      <p:sp>
        <p:nvSpPr>
          <p:cNvPr id="6" name="Picture Placeholder 7"/>
          <p:cNvSpPr>
            <a:spLocks noGrp="1"/>
          </p:cNvSpPr>
          <p:nvPr>
            <p:ph type="pic" sz="quarter" idx="15"/>
          </p:nvPr>
        </p:nvSpPr>
        <p:spPr>
          <a:xfrm>
            <a:off x="4273075" y="1700214"/>
            <a:ext cx="3657600" cy="1971675"/>
          </a:xfrm>
        </p:spPr>
        <p:txBody>
          <a:bodyPr/>
          <a:lstStyle/>
          <a:p>
            <a:r>
              <a:rPr lang="en-US"/>
              <a:t>Click icon to add picture</a:t>
            </a:r>
            <a:endParaRPr lang="en-GB"/>
          </a:p>
        </p:txBody>
      </p:sp>
      <p:sp>
        <p:nvSpPr>
          <p:cNvPr id="9" name="Text Placeholder 18"/>
          <p:cNvSpPr>
            <a:spLocks noGrp="1"/>
          </p:cNvSpPr>
          <p:nvPr>
            <p:ph idx="1" hasCustomPrompt="1"/>
          </p:nvPr>
        </p:nvSpPr>
        <p:spPr>
          <a:xfrm>
            <a:off x="528000" y="3832225"/>
            <a:ext cx="3657600" cy="20952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8"/>
          <p:cNvSpPr>
            <a:spLocks noGrp="1"/>
          </p:cNvSpPr>
          <p:nvPr>
            <p:ph idx="16" hasCustomPrompt="1"/>
          </p:nvPr>
        </p:nvSpPr>
        <p:spPr>
          <a:xfrm>
            <a:off x="4267200" y="3832225"/>
            <a:ext cx="3657600" cy="20952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8"/>
          <p:cNvSpPr>
            <a:spLocks noGrp="1"/>
          </p:cNvSpPr>
          <p:nvPr>
            <p:ph idx="17" hasCustomPrompt="1"/>
          </p:nvPr>
        </p:nvSpPr>
        <p:spPr>
          <a:xfrm>
            <a:off x="8006398" y="3832225"/>
            <a:ext cx="3660668" cy="20952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8"/>
          <p:cNvSpPr>
            <a:spLocks noGrp="1"/>
          </p:cNvSpPr>
          <p:nvPr>
            <p:ph type="body" sz="quarter" idx="18"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4241400117"/>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1"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3249833455"/>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Title &amp; subtitle">
    <p:bg>
      <p:bgRef idx="1001">
        <a:schemeClr val="bg1"/>
      </p:bgRef>
    </p:bg>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BBBCBC"/>
                </a:solidFill>
              </a:defRPr>
            </a:lvl1pPr>
          </a:lstStyle>
          <a:p>
            <a:pPr lvl="0"/>
            <a:r>
              <a:rPr lang="en-US" dirty="0"/>
              <a:t>Click to add subtitle</a:t>
            </a:r>
          </a:p>
        </p:txBody>
      </p:sp>
      <p:sp>
        <p:nvSpPr>
          <p:cNvPr id="11"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solidFill>
                  <a:schemeClr val="tx1"/>
                </a:solidFill>
              </a:defRPr>
            </a:lvl1pPr>
          </a:lstStyle>
          <a:p>
            <a:r>
              <a:rPr lang="en-US" dirty="0"/>
              <a:t>Click to add title</a:t>
            </a:r>
          </a:p>
        </p:txBody>
      </p:sp>
      <p:sp>
        <p:nvSpPr>
          <p:cNvPr id="4" name="TextBox 3"/>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189144580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24935" y="1857892"/>
            <a:ext cx="5468941"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Text Placeholder 8"/>
          <p:cNvSpPr>
            <a:spLocks noGrp="1"/>
          </p:cNvSpPr>
          <p:nvPr>
            <p:ph type="body" sz="quarter" idx="21"/>
          </p:nvPr>
        </p:nvSpPr>
        <p:spPr>
          <a:xfrm>
            <a:off x="6214110" y="1857892"/>
            <a:ext cx="545466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2" name="Title 1"/>
          <p:cNvSpPr>
            <a:spLocks noGrp="1"/>
          </p:cNvSpPr>
          <p:nvPr>
            <p:ph type="title"/>
          </p:nvPr>
        </p:nvSpPr>
        <p:spPr/>
        <p:txBody>
          <a:bodyPr/>
          <a:lstStyle/>
          <a:p>
            <a:r>
              <a:rPr lang="en-US"/>
              <a:t>Click to edit Master title style</a:t>
            </a:r>
            <a:endParaRPr lang="en-GB"/>
          </a:p>
        </p:txBody>
      </p:sp>
      <p:sp>
        <p:nvSpPr>
          <p:cNvPr id="4" name="Rectangle 3"/>
          <p:cNvSpPr/>
          <p:nvPr userDrawn="1"/>
        </p:nvSpPr>
        <p:spPr>
          <a:xfrm>
            <a:off x="527051" y="171172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prstClr val="white"/>
              </a:solidFill>
            </a:endParaRPr>
          </a:p>
        </p:txBody>
      </p:sp>
      <p:sp>
        <p:nvSpPr>
          <p:cNvPr id="5" name="Rectangle 4"/>
          <p:cNvSpPr/>
          <p:nvPr userDrawn="1"/>
        </p:nvSpPr>
        <p:spPr>
          <a:xfrm>
            <a:off x="6214110" y="171172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prstClr val="white"/>
              </a:solidFill>
            </a:endParaRPr>
          </a:p>
        </p:txBody>
      </p:sp>
      <p:sp>
        <p:nvSpPr>
          <p:cNvPr id="6" name="Picture Placeholder 29"/>
          <p:cNvSpPr>
            <a:spLocks noGrp="1"/>
          </p:cNvSpPr>
          <p:nvPr>
            <p:ph type="pic" sz="quarter" idx="19" hasCustomPrompt="1"/>
          </p:nvPr>
        </p:nvSpPr>
        <p:spPr>
          <a:xfrm>
            <a:off x="4783669"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6"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3912019287"/>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24935" y="1857892"/>
            <a:ext cx="5468941"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9" name="Text Placeholder 8"/>
          <p:cNvSpPr>
            <a:spLocks noGrp="1"/>
          </p:cNvSpPr>
          <p:nvPr>
            <p:ph type="body" sz="quarter" idx="21"/>
          </p:nvPr>
        </p:nvSpPr>
        <p:spPr>
          <a:xfrm>
            <a:off x="6214110" y="1857892"/>
            <a:ext cx="545466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 name="Title 1"/>
          <p:cNvSpPr>
            <a:spLocks noGrp="1"/>
          </p:cNvSpPr>
          <p:nvPr>
            <p:ph type="title"/>
          </p:nvPr>
        </p:nvSpPr>
        <p:spPr/>
        <p:txBody>
          <a:bodyPr/>
          <a:lstStyle/>
          <a:p>
            <a:r>
              <a:rPr lang="en-US"/>
              <a:t>Click to edit Master title style</a:t>
            </a:r>
            <a:endParaRPr lang="en-GB"/>
          </a:p>
        </p:txBody>
      </p:sp>
      <p:sp>
        <p:nvSpPr>
          <p:cNvPr id="4" name="Rectangle 3"/>
          <p:cNvSpPr/>
          <p:nvPr userDrawn="1"/>
        </p:nvSpPr>
        <p:spPr>
          <a:xfrm>
            <a:off x="527051" y="171172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prstClr val="white"/>
              </a:solidFill>
            </a:endParaRPr>
          </a:p>
        </p:txBody>
      </p:sp>
      <p:sp>
        <p:nvSpPr>
          <p:cNvPr id="5" name="Rectangle 4"/>
          <p:cNvSpPr/>
          <p:nvPr userDrawn="1"/>
        </p:nvSpPr>
        <p:spPr>
          <a:xfrm>
            <a:off x="6214110" y="171172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prstClr val="white"/>
              </a:solidFill>
            </a:endParaRPr>
          </a:p>
        </p:txBody>
      </p:sp>
      <p:sp>
        <p:nvSpPr>
          <p:cNvPr id="6" name="Picture Placeholder 29"/>
          <p:cNvSpPr>
            <a:spLocks noGrp="1"/>
          </p:cNvSpPr>
          <p:nvPr>
            <p:ph type="pic" sz="quarter" idx="19" hasCustomPrompt="1"/>
          </p:nvPr>
        </p:nvSpPr>
        <p:spPr>
          <a:xfrm>
            <a:off x="4783669"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0" name="Text Placeholder 8"/>
          <p:cNvSpPr>
            <a:spLocks noGrp="1"/>
          </p:cNvSpPr>
          <p:nvPr>
            <p:ph type="body" sz="quarter" idx="22"/>
          </p:nvPr>
        </p:nvSpPr>
        <p:spPr>
          <a:xfrm>
            <a:off x="527051" y="4249682"/>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1" name="Text Placeholder 8"/>
          <p:cNvSpPr>
            <a:spLocks noGrp="1"/>
          </p:cNvSpPr>
          <p:nvPr>
            <p:ph type="body" sz="quarter" idx="23"/>
          </p:nvPr>
        </p:nvSpPr>
        <p:spPr>
          <a:xfrm>
            <a:off x="6214109" y="4249682"/>
            <a:ext cx="5452959"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2" name="Rectangle 11"/>
          <p:cNvSpPr/>
          <p:nvPr userDrawn="1"/>
        </p:nvSpPr>
        <p:spPr>
          <a:xfrm>
            <a:off x="524933"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prstClr val="white"/>
              </a:solidFill>
            </a:endParaRPr>
          </a:p>
        </p:txBody>
      </p:sp>
      <p:sp>
        <p:nvSpPr>
          <p:cNvPr id="13" name="Rectangle 12"/>
          <p:cNvSpPr/>
          <p:nvPr userDrawn="1"/>
        </p:nvSpPr>
        <p:spPr>
          <a:xfrm>
            <a:off x="6214109"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prstClr val="white"/>
              </a:solidFill>
            </a:endParaRPr>
          </a:p>
        </p:txBody>
      </p:sp>
      <p:sp>
        <p:nvSpPr>
          <p:cNvPr id="14" name="Picture Placeholder 29"/>
          <p:cNvSpPr>
            <a:spLocks noGrp="1"/>
          </p:cNvSpPr>
          <p:nvPr>
            <p:ph type="pic" sz="quarter" idx="24" hasCustomPrompt="1"/>
          </p:nvPr>
        </p:nvSpPr>
        <p:spPr>
          <a:xfrm>
            <a:off x="4754494" y="4255707"/>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6"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2838773508"/>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Rectangle 3"/>
          <p:cNvSpPr/>
          <p:nvPr userDrawn="1"/>
        </p:nvSpPr>
        <p:spPr>
          <a:xfrm>
            <a:off x="4320001" y="1705968"/>
            <a:ext cx="354057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prstClr val="white"/>
              </a:solidFill>
            </a:endParaRPr>
          </a:p>
        </p:txBody>
      </p:sp>
      <p:sp>
        <p:nvSpPr>
          <p:cNvPr id="5" name="Rectangle 4"/>
          <p:cNvSpPr/>
          <p:nvPr userDrawn="1"/>
        </p:nvSpPr>
        <p:spPr>
          <a:xfrm>
            <a:off x="524934" y="1700214"/>
            <a:ext cx="3525761"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prstClr val="white"/>
              </a:solidFill>
            </a:endParaRPr>
          </a:p>
        </p:txBody>
      </p:sp>
      <p:sp>
        <p:nvSpPr>
          <p:cNvPr id="6" name="Rectangle 5"/>
          <p:cNvSpPr/>
          <p:nvPr userDrawn="1"/>
        </p:nvSpPr>
        <p:spPr>
          <a:xfrm>
            <a:off x="8141308" y="1705968"/>
            <a:ext cx="352576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prstClr val="white"/>
              </a:solidFill>
            </a:endParaRPr>
          </a:p>
        </p:txBody>
      </p:sp>
      <p:sp>
        <p:nvSpPr>
          <p:cNvPr id="7" name="Text Placeholder 8"/>
          <p:cNvSpPr>
            <a:spLocks noGrp="1"/>
          </p:cNvSpPr>
          <p:nvPr>
            <p:ph type="body" sz="quarter" idx="17"/>
          </p:nvPr>
        </p:nvSpPr>
        <p:spPr>
          <a:xfrm>
            <a:off x="4325712" y="1784680"/>
            <a:ext cx="3540577" cy="3914258"/>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Text Placeholder 8"/>
          <p:cNvSpPr>
            <a:spLocks noGrp="1"/>
          </p:cNvSpPr>
          <p:nvPr>
            <p:ph type="body" sz="quarter" idx="18"/>
          </p:nvPr>
        </p:nvSpPr>
        <p:spPr>
          <a:xfrm>
            <a:off x="528000" y="1784680"/>
            <a:ext cx="3522693" cy="3914258"/>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Text Placeholder 8"/>
          <p:cNvSpPr>
            <a:spLocks noGrp="1"/>
          </p:cNvSpPr>
          <p:nvPr>
            <p:ph type="body" sz="quarter" idx="19"/>
          </p:nvPr>
        </p:nvSpPr>
        <p:spPr>
          <a:xfrm>
            <a:off x="8141307" y="1784680"/>
            <a:ext cx="3525760" cy="3914258"/>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0"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2796699771"/>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Text Placeholder 8"/>
          <p:cNvSpPr>
            <a:spLocks noGrp="1"/>
          </p:cNvSpPr>
          <p:nvPr>
            <p:ph type="body" sz="quarter" idx="17"/>
          </p:nvPr>
        </p:nvSpPr>
        <p:spPr>
          <a:xfrm>
            <a:off x="528000" y="2556000"/>
            <a:ext cx="2544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8"/>
          <p:cNvSpPr>
            <a:spLocks noGrp="1"/>
          </p:cNvSpPr>
          <p:nvPr>
            <p:ph type="body" sz="quarter" idx="18"/>
          </p:nvPr>
        </p:nvSpPr>
        <p:spPr>
          <a:xfrm>
            <a:off x="9120000" y="2556000"/>
            <a:ext cx="2547067"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Text Placeholder 8"/>
          <p:cNvSpPr>
            <a:spLocks noGrp="1"/>
          </p:cNvSpPr>
          <p:nvPr>
            <p:ph type="body" sz="quarter" idx="19"/>
          </p:nvPr>
        </p:nvSpPr>
        <p:spPr>
          <a:xfrm>
            <a:off x="3392000" y="2556000"/>
            <a:ext cx="2544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Text Placeholder 8"/>
          <p:cNvSpPr>
            <a:spLocks noGrp="1"/>
          </p:cNvSpPr>
          <p:nvPr>
            <p:ph type="body" sz="quarter" idx="20"/>
          </p:nvPr>
        </p:nvSpPr>
        <p:spPr>
          <a:xfrm>
            <a:off x="6256000" y="2556000"/>
            <a:ext cx="2544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2076655757"/>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dirty="0"/>
              <a:t>Click to edit Master title style</a:t>
            </a:r>
            <a:endParaRPr lang="en-GB" dirty="0"/>
          </a:p>
        </p:txBody>
      </p:sp>
      <p:sp>
        <p:nvSpPr>
          <p:cNvPr id="4" name="Text Placeholder 8"/>
          <p:cNvSpPr>
            <a:spLocks noGrp="1"/>
          </p:cNvSpPr>
          <p:nvPr>
            <p:ph type="body" sz="quarter" idx="17"/>
          </p:nvPr>
        </p:nvSpPr>
        <p:spPr>
          <a:xfrm>
            <a:off x="528000" y="2556000"/>
            <a:ext cx="2544000" cy="3394800"/>
          </a:xfrm>
        </p:spPr>
        <p:txBody>
          <a:bodyPr/>
          <a:lstStyle>
            <a:lvl1pPr>
              <a:defRPr b="1">
                <a:solidFill>
                  <a:schemeClr val="tx1"/>
                </a:solidFill>
              </a:defRPr>
            </a:lvl1pPr>
            <a:lvl2pPr>
              <a:spcAft>
                <a:spcPts val="1000"/>
              </a:spcAft>
              <a:defRPr>
                <a:solidFill>
                  <a:schemeClr val="tx1"/>
                </a:solidFill>
              </a:defRPr>
            </a:lvl2pPr>
            <a:lvl3pPr marL="0" indent="0">
              <a:spcAft>
                <a:spcPts val="1000"/>
              </a:spcAft>
              <a:buNone/>
              <a:defRPr>
                <a:solidFill>
                  <a:schemeClr val="tx1"/>
                </a:solidFill>
              </a:defRPr>
            </a:lvl3pPr>
            <a:lvl4pPr marL="176400" indent="-176400">
              <a:spcAft>
                <a:spcPts val="1000"/>
              </a:spcAft>
              <a:buFont typeface="Arial" panose="020B0604020202020204" pitchFamily="34" charset="0"/>
              <a:buChar char="•"/>
              <a:defRPr>
                <a:solidFill>
                  <a:schemeClr val="tx1"/>
                </a:solidFill>
              </a:defRPr>
            </a:lvl4pPr>
            <a:lvl5pPr marL="356400" indent="-176400">
              <a:spcAft>
                <a:spcPts val="1000"/>
              </a:spcAft>
              <a:defRPr baseline="0">
                <a:solidFill>
                  <a:schemeClr val="tx1"/>
                </a:solidFill>
              </a:defRPr>
            </a:lvl5pPr>
            <a:lvl6pPr marL="356400" indent="-176400">
              <a:spcAft>
                <a:spcPts val="1000"/>
              </a:spcAft>
              <a:buFont typeface="Verdana" panose="020B0604030504040204" pitchFamily="34" charset="0"/>
              <a:buChar char="−"/>
              <a:defRPr>
                <a:solidFill>
                  <a:schemeClr val="tx1"/>
                </a:solidFill>
              </a:defRPr>
            </a:lvl6pPr>
            <a:lvl7pPr marL="356400" indent="-176400">
              <a:spcAft>
                <a:spcPts val="1000"/>
              </a:spcAft>
              <a:defRPr>
                <a:solidFill>
                  <a:schemeClr val="tx1"/>
                </a:solidFill>
              </a:defRPr>
            </a:lvl7pPr>
            <a:lvl8pPr marL="356400" indent="-176400">
              <a:spcAft>
                <a:spcPts val="1000"/>
              </a:spcAft>
              <a:defRPr>
                <a:solidFill>
                  <a:schemeClr val="tx1"/>
                </a:solidFill>
              </a:defRPr>
            </a:lvl8pPr>
            <a:lvl9pPr marL="356400" indent="-176400">
              <a:spcAft>
                <a:spcPts val="1000"/>
              </a:spcAft>
              <a:defRPr>
                <a:solidFill>
                  <a:schemeClr val="tx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8"/>
          <p:cNvSpPr>
            <a:spLocks noGrp="1"/>
          </p:cNvSpPr>
          <p:nvPr>
            <p:ph type="body" sz="quarter" idx="18"/>
          </p:nvPr>
        </p:nvSpPr>
        <p:spPr>
          <a:xfrm>
            <a:off x="9120000" y="2556000"/>
            <a:ext cx="2547067" cy="3394800"/>
          </a:xfrm>
        </p:spPr>
        <p:txBody>
          <a:bodyPr/>
          <a:lstStyle>
            <a:lvl1pPr>
              <a:defRPr b="1">
                <a:solidFill>
                  <a:schemeClr val="tx1"/>
                </a:solidFill>
              </a:defRPr>
            </a:lvl1pPr>
            <a:lvl2pPr>
              <a:spcAft>
                <a:spcPts val="1000"/>
              </a:spcAft>
              <a:defRPr>
                <a:solidFill>
                  <a:schemeClr val="tx1"/>
                </a:solidFill>
              </a:defRPr>
            </a:lvl2pPr>
            <a:lvl3pPr marL="0" indent="0">
              <a:spcAft>
                <a:spcPts val="1000"/>
              </a:spcAft>
              <a:buNone/>
              <a:defRPr>
                <a:solidFill>
                  <a:schemeClr val="tx1"/>
                </a:solidFill>
              </a:defRPr>
            </a:lvl3pPr>
            <a:lvl4pPr marL="176400" indent="-176400">
              <a:spcAft>
                <a:spcPts val="1000"/>
              </a:spcAft>
              <a:buFont typeface="Arial" panose="020B0604020202020204" pitchFamily="34" charset="0"/>
              <a:buChar char="•"/>
              <a:defRPr>
                <a:solidFill>
                  <a:schemeClr val="tx1"/>
                </a:solidFill>
              </a:defRPr>
            </a:lvl4pPr>
            <a:lvl5pPr marL="356400" indent="-176400">
              <a:spcAft>
                <a:spcPts val="1000"/>
              </a:spcAft>
              <a:defRPr baseline="0">
                <a:solidFill>
                  <a:schemeClr val="tx1"/>
                </a:solidFill>
              </a:defRPr>
            </a:lvl5pPr>
            <a:lvl6pPr marL="356400" indent="-176400">
              <a:spcAft>
                <a:spcPts val="1000"/>
              </a:spcAft>
              <a:buFont typeface="Verdana" panose="020B0604030504040204" pitchFamily="34" charset="0"/>
              <a:buChar char="−"/>
              <a:defRPr>
                <a:solidFill>
                  <a:schemeClr val="tx1"/>
                </a:solidFill>
              </a:defRPr>
            </a:lvl6pPr>
            <a:lvl7pPr marL="356400" indent="-176400">
              <a:spcAft>
                <a:spcPts val="1000"/>
              </a:spcAft>
              <a:defRPr>
                <a:solidFill>
                  <a:schemeClr val="tx1"/>
                </a:solidFill>
              </a:defRPr>
            </a:lvl7pPr>
            <a:lvl8pPr marL="356400" indent="-176400">
              <a:spcAft>
                <a:spcPts val="1000"/>
              </a:spcAft>
              <a:defRPr>
                <a:solidFill>
                  <a:schemeClr val="tx1"/>
                </a:solidFill>
              </a:defRPr>
            </a:lvl8pPr>
            <a:lvl9pPr marL="356400" indent="-176400">
              <a:spcAft>
                <a:spcPts val="1000"/>
              </a:spcAft>
              <a:defRPr>
                <a:solidFill>
                  <a:schemeClr val="tx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Text Placeholder 8"/>
          <p:cNvSpPr>
            <a:spLocks noGrp="1"/>
          </p:cNvSpPr>
          <p:nvPr>
            <p:ph type="body" sz="quarter" idx="19"/>
          </p:nvPr>
        </p:nvSpPr>
        <p:spPr>
          <a:xfrm>
            <a:off x="3392000" y="2556000"/>
            <a:ext cx="2544000" cy="3394800"/>
          </a:xfrm>
        </p:spPr>
        <p:txBody>
          <a:bodyPr/>
          <a:lstStyle>
            <a:lvl1pPr>
              <a:defRPr b="1">
                <a:solidFill>
                  <a:schemeClr val="tx1"/>
                </a:solidFill>
              </a:defRPr>
            </a:lvl1pPr>
            <a:lvl2pPr>
              <a:spcAft>
                <a:spcPts val="1000"/>
              </a:spcAft>
              <a:defRPr>
                <a:solidFill>
                  <a:schemeClr val="tx1"/>
                </a:solidFill>
              </a:defRPr>
            </a:lvl2pPr>
            <a:lvl3pPr marL="0" indent="0">
              <a:spcAft>
                <a:spcPts val="1000"/>
              </a:spcAft>
              <a:buNone/>
              <a:defRPr>
                <a:solidFill>
                  <a:schemeClr val="tx1"/>
                </a:solidFill>
              </a:defRPr>
            </a:lvl3pPr>
            <a:lvl4pPr marL="176400" indent="-176400">
              <a:spcAft>
                <a:spcPts val="1000"/>
              </a:spcAft>
              <a:buFont typeface="Arial" panose="020B0604020202020204" pitchFamily="34" charset="0"/>
              <a:buChar char="•"/>
              <a:defRPr>
                <a:solidFill>
                  <a:schemeClr val="tx1"/>
                </a:solidFill>
              </a:defRPr>
            </a:lvl4pPr>
            <a:lvl5pPr marL="356400" indent="-176400">
              <a:spcAft>
                <a:spcPts val="1000"/>
              </a:spcAft>
              <a:defRPr baseline="0">
                <a:solidFill>
                  <a:schemeClr val="tx1"/>
                </a:solidFill>
              </a:defRPr>
            </a:lvl5pPr>
            <a:lvl6pPr marL="356400" indent="-176400">
              <a:spcAft>
                <a:spcPts val="1000"/>
              </a:spcAft>
              <a:buFont typeface="Verdana" panose="020B0604030504040204" pitchFamily="34" charset="0"/>
              <a:buChar char="−"/>
              <a:defRPr>
                <a:solidFill>
                  <a:schemeClr val="tx1"/>
                </a:solidFill>
              </a:defRPr>
            </a:lvl6pPr>
            <a:lvl7pPr marL="356400" indent="-176400">
              <a:spcAft>
                <a:spcPts val="1000"/>
              </a:spcAft>
              <a:defRPr>
                <a:solidFill>
                  <a:schemeClr val="tx1"/>
                </a:solidFill>
              </a:defRPr>
            </a:lvl7pPr>
            <a:lvl8pPr marL="356400" indent="-176400">
              <a:spcAft>
                <a:spcPts val="1000"/>
              </a:spcAft>
              <a:defRPr>
                <a:solidFill>
                  <a:schemeClr val="tx1"/>
                </a:solidFill>
              </a:defRPr>
            </a:lvl8pPr>
            <a:lvl9pPr marL="356400" indent="-176400">
              <a:spcAft>
                <a:spcPts val="1000"/>
              </a:spcAft>
              <a:defRPr>
                <a:solidFill>
                  <a:schemeClr val="tx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Text Placeholder 8"/>
          <p:cNvSpPr>
            <a:spLocks noGrp="1"/>
          </p:cNvSpPr>
          <p:nvPr>
            <p:ph type="body" sz="quarter" idx="20"/>
          </p:nvPr>
        </p:nvSpPr>
        <p:spPr>
          <a:xfrm>
            <a:off x="6256000" y="2556000"/>
            <a:ext cx="2544000" cy="3394800"/>
          </a:xfrm>
        </p:spPr>
        <p:txBody>
          <a:bodyPr/>
          <a:lstStyle>
            <a:lvl1pPr>
              <a:defRPr b="1">
                <a:solidFill>
                  <a:schemeClr val="tx1"/>
                </a:solidFill>
              </a:defRPr>
            </a:lvl1pPr>
            <a:lvl2pPr>
              <a:spcAft>
                <a:spcPts val="1000"/>
              </a:spcAft>
              <a:defRPr>
                <a:solidFill>
                  <a:schemeClr val="tx1"/>
                </a:solidFill>
              </a:defRPr>
            </a:lvl2pPr>
            <a:lvl3pPr marL="0" indent="0">
              <a:spcAft>
                <a:spcPts val="1000"/>
              </a:spcAft>
              <a:buNone/>
              <a:defRPr>
                <a:solidFill>
                  <a:schemeClr val="tx1"/>
                </a:solidFill>
              </a:defRPr>
            </a:lvl3pPr>
            <a:lvl4pPr marL="176400" indent="-176400">
              <a:spcAft>
                <a:spcPts val="1000"/>
              </a:spcAft>
              <a:buFont typeface="Arial" panose="020B0604020202020204" pitchFamily="34" charset="0"/>
              <a:buChar char="•"/>
              <a:defRPr>
                <a:solidFill>
                  <a:schemeClr val="tx1"/>
                </a:solidFill>
              </a:defRPr>
            </a:lvl4pPr>
            <a:lvl5pPr marL="356400" indent="-176400">
              <a:spcAft>
                <a:spcPts val="1000"/>
              </a:spcAft>
              <a:defRPr baseline="0">
                <a:solidFill>
                  <a:schemeClr val="tx1"/>
                </a:solidFill>
              </a:defRPr>
            </a:lvl5pPr>
            <a:lvl6pPr marL="356400" indent="-176400">
              <a:spcAft>
                <a:spcPts val="1000"/>
              </a:spcAft>
              <a:buFont typeface="Verdana" panose="020B0604030504040204" pitchFamily="34" charset="0"/>
              <a:buChar char="−"/>
              <a:defRPr>
                <a:solidFill>
                  <a:schemeClr val="tx1"/>
                </a:solidFill>
              </a:defRPr>
            </a:lvl6pPr>
            <a:lvl7pPr marL="356400" indent="-176400">
              <a:spcAft>
                <a:spcPts val="1000"/>
              </a:spcAft>
              <a:defRPr>
                <a:solidFill>
                  <a:schemeClr val="tx1"/>
                </a:solidFill>
              </a:defRPr>
            </a:lvl7pPr>
            <a:lvl8pPr marL="356400" indent="-176400">
              <a:spcAft>
                <a:spcPts val="1000"/>
              </a:spcAft>
              <a:defRPr>
                <a:solidFill>
                  <a:schemeClr val="tx1"/>
                </a:solidFill>
              </a:defRPr>
            </a:lvl8pPr>
            <a:lvl9pPr marL="356400" indent="-176400">
              <a:spcAft>
                <a:spcPts val="1000"/>
              </a:spcAft>
              <a:defRPr>
                <a:solidFill>
                  <a:schemeClr val="tx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chemeClr val="tx1"/>
                </a:solidFill>
              </a:defRPr>
            </a:lvl1pPr>
          </a:lstStyle>
          <a:p>
            <a:pPr lvl="0"/>
            <a:r>
              <a:rPr lang="en-US" dirty="0"/>
              <a:t>Click to add subtitle</a:t>
            </a:r>
          </a:p>
        </p:txBody>
      </p:sp>
      <p:sp>
        <p:nvSpPr>
          <p:cNvPr id="9" name="TextBox 8"/>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4141661417"/>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9"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0" name="Text Placeholder 18"/>
          <p:cNvSpPr>
            <a:spLocks noGrp="1"/>
          </p:cNvSpPr>
          <p:nvPr>
            <p:ph idx="1"/>
          </p:nvPr>
        </p:nvSpPr>
        <p:spPr>
          <a:xfrm>
            <a:off x="528000" y="1700213"/>
            <a:ext cx="5568000" cy="468153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GB" dirty="0"/>
              <a:t>Seventh level</a:t>
            </a:r>
          </a:p>
          <a:p>
            <a:pPr lvl="7"/>
            <a:r>
              <a:rPr lang="en-GB" dirty="0"/>
              <a:t>Eighth level</a:t>
            </a:r>
          </a:p>
          <a:p>
            <a:pPr lvl="8"/>
            <a:r>
              <a:rPr lang="en-GB" dirty="0"/>
              <a:t>Ninth level</a:t>
            </a:r>
          </a:p>
        </p:txBody>
      </p:sp>
    </p:spTree>
    <p:extLst>
      <p:ext uri="{BB962C8B-B14F-4D97-AF65-F5344CB8AC3E}">
        <p14:creationId xmlns:p14="http://schemas.microsoft.com/office/powerpoint/2010/main" val="1668007601"/>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1_Title, subtitle, 1 column text with charts">
    <p:bg>
      <p:bgRef idx="1001">
        <a:schemeClr val="bg1"/>
      </p:bgRef>
    </p:bg>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BBBCBC"/>
                </a:solidFill>
              </a:defRPr>
            </a:lvl1pPr>
          </a:lstStyle>
          <a:p>
            <a:pPr lvl="0"/>
            <a:r>
              <a:rPr lang="en-US" dirty="0"/>
              <a:t>Click to add subtitle</a:t>
            </a:r>
          </a:p>
        </p:txBody>
      </p:sp>
      <p:sp>
        <p:nvSpPr>
          <p:cNvPr id="9"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0" name="Text Placeholder 18"/>
          <p:cNvSpPr>
            <a:spLocks noGrp="1"/>
          </p:cNvSpPr>
          <p:nvPr>
            <p:ph idx="1"/>
          </p:nvPr>
        </p:nvSpPr>
        <p:spPr>
          <a:xfrm>
            <a:off x="528000" y="1700213"/>
            <a:ext cx="5568000" cy="468153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GB" dirty="0"/>
              <a:t>Seventh level</a:t>
            </a:r>
          </a:p>
          <a:p>
            <a:pPr lvl="7"/>
            <a:r>
              <a:rPr lang="en-GB" dirty="0"/>
              <a:t>Eighth level</a:t>
            </a:r>
          </a:p>
          <a:p>
            <a:pPr lvl="8"/>
            <a:r>
              <a:rPr lang="en-GB" dirty="0"/>
              <a:t>Ninth level</a:t>
            </a:r>
          </a:p>
        </p:txBody>
      </p:sp>
      <p:sp>
        <p:nvSpPr>
          <p:cNvPr id="5" name="TextBox 4"/>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230460807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1088930"/>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66216278"/>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1_Title Only">
    <p:bg>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4" name="TextBox 3"/>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182074221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5"/>
            <a:ext cx="8503537" cy="2169796"/>
          </a:xfrm>
        </p:spPr>
        <p:txBody>
          <a:bodyPr anchor="b" anchorCtr="0"/>
          <a:lstStyle>
            <a:lvl1pPr>
              <a:lnSpc>
                <a:spcPct val="100000"/>
              </a:lnSpc>
              <a:spcAft>
                <a:spcPts val="600"/>
              </a:spcAft>
              <a:defRPr sz="900"/>
            </a:lvl1pPr>
          </a:lstStyle>
          <a:p>
            <a:pPr lvl="0"/>
            <a:r>
              <a:rPr lang="en-US"/>
              <a:t>Edit Master text styles</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7051" y="404813"/>
            <a:ext cx="2232000" cy="313154"/>
          </a:xfrm>
          <a:prstGeom prst="rect">
            <a:avLst/>
          </a:prstGeom>
        </p:spPr>
      </p:pic>
      <p:sp>
        <p:nvSpPr>
          <p:cNvPr id="3" name="Picture Placeholder 2"/>
          <p:cNvSpPr>
            <a:spLocks noGrp="1"/>
          </p:cNvSpPr>
          <p:nvPr>
            <p:ph type="pic" sz="quarter" idx="14" hasCustomPrompt="1"/>
          </p:nvPr>
        </p:nvSpPr>
        <p:spPr>
          <a:xfrm>
            <a:off x="9370848" y="4535905"/>
            <a:ext cx="2012853" cy="1401498"/>
          </a:xfrm>
        </p:spPr>
        <p:txBody>
          <a:bodyPr anchor="ctr" anchorCtr="0"/>
          <a:lstStyle>
            <a:lvl1pPr algn="ctr">
              <a:defRPr sz="900"/>
            </a:lvl1pPr>
          </a:lstStyle>
          <a:p>
            <a:r>
              <a:rPr lang="en-GB" sz="900" dirty="0"/>
              <a:t>Insert sponsorship mark here</a:t>
            </a:r>
            <a:endParaRPr lang="en-GB" dirty="0"/>
          </a:p>
        </p:txBody>
      </p:sp>
      <p:sp>
        <p:nvSpPr>
          <p:cNvPr id="8" name="Text Placeholder 7"/>
          <p:cNvSpPr>
            <a:spLocks noGrp="1"/>
          </p:cNvSpPr>
          <p:nvPr>
            <p:ph type="body" sz="quarter" idx="15"/>
          </p:nvPr>
        </p:nvSpPr>
        <p:spPr>
          <a:xfrm>
            <a:off x="9370850" y="6018028"/>
            <a:ext cx="2012852" cy="363722"/>
          </a:xfrm>
        </p:spPr>
        <p:txBody>
          <a:bodyPr anchor="b" anchorCtr="0"/>
          <a:lstStyle>
            <a:lvl1pPr>
              <a:lnSpc>
                <a:spcPct val="100000"/>
              </a:lnSpc>
              <a:defRPr sz="950"/>
            </a:lvl1pPr>
          </a:lstStyle>
          <a:p>
            <a:pPr lvl="0"/>
            <a:r>
              <a:rPr lang="en-US"/>
              <a:t>Edit Master text styles</a:t>
            </a:r>
          </a:p>
        </p:txBody>
      </p:sp>
    </p:spTree>
    <p:extLst>
      <p:ext uri="{BB962C8B-B14F-4D97-AF65-F5344CB8AC3E}">
        <p14:creationId xmlns:p14="http://schemas.microsoft.com/office/powerpoint/2010/main" val="3171788632"/>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smtClean="0"/>
              <a:t>Click icon to add picture</a:t>
            </a:r>
            <a:endParaRPr lang="en-US" noProof="0" dirty="0"/>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17"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dirty="0"/>
              <a:t>Click to edit Master title style</a:t>
            </a:r>
          </a:p>
          <a:p>
            <a:pPr marL="0" marR="0" lvl="1" indent="0" algn="l" defTabSz="914417"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p:txBody>
      </p:sp>
      <p:grpSp>
        <p:nvGrpSpPr>
          <p:cNvPr id="22" name="Group 21"/>
          <p:cNvGrpSpPr>
            <a:grpSpLocks noChangeAspect="1"/>
          </p:cNvGrpSpPr>
          <p:nvPr userDrawn="1"/>
        </p:nvGrpSpPr>
        <p:grpSpPr>
          <a:xfrm>
            <a:off x="501649" y="378001"/>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grpSp>
    </p:spTree>
    <p:extLst>
      <p:ext uri="{BB962C8B-B14F-4D97-AF65-F5344CB8AC3E}">
        <p14:creationId xmlns:p14="http://schemas.microsoft.com/office/powerpoint/2010/main" val="3672665532"/>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508">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noProof="0" dirty="0" smtClean="0"/>
              <a:t>Click icon to add picture</a:t>
            </a:r>
            <a:endParaRPr lang="en-US" noProof="0" dirty="0"/>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914417" indent="0" algn="ctr">
              <a:buNone/>
              <a:defRPr sz="1800"/>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p:txBody>
      </p:sp>
      <p:grpSp>
        <p:nvGrpSpPr>
          <p:cNvPr id="7" name="Group 6"/>
          <p:cNvGrpSpPr/>
          <p:nvPr userDrawn="1"/>
        </p:nvGrpSpPr>
        <p:grpSpPr>
          <a:xfrm>
            <a:off x="503988" y="378000"/>
            <a:ext cx="2160000" cy="307976"/>
            <a:chOff x="398463" y="404813"/>
            <a:chExt cx="1627187" cy="307976"/>
          </a:xfrm>
          <a:solidFill>
            <a:schemeClr val="tx1"/>
          </a:solidFill>
        </p:grpSpPr>
        <p:sp>
          <p:nvSpPr>
            <p:cNvPr id="8"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dirty="0">
                <a:solidFill>
                  <a:schemeClr val="bg1"/>
                </a:solidFill>
              </a:endParaRPr>
            </a:p>
          </p:txBody>
        </p:sp>
        <p:sp>
          <p:nvSpPr>
            <p:cNvPr id="1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dirty="0">
                <a:solidFill>
                  <a:schemeClr val="bg1"/>
                </a:solidFill>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053" noProof="0" dirty="0">
                <a:solidFill>
                  <a:schemeClr val="bg1"/>
                </a:solidFill>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dirty="0">
                <a:solidFill>
                  <a:schemeClr val="bg1"/>
                </a:solidFill>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053" noProof="0" dirty="0">
                <a:solidFill>
                  <a:schemeClr val="bg1"/>
                </a:solidFill>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053" noProof="0" dirty="0">
                <a:solidFill>
                  <a:schemeClr val="bg1"/>
                </a:solidFill>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dirty="0">
                <a:solidFill>
                  <a:schemeClr val="bg1"/>
                </a:solidFill>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dirty="0">
                <a:solidFill>
                  <a:schemeClr val="bg1"/>
                </a:solidFill>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dirty="0">
                <a:solidFill>
                  <a:schemeClr val="bg1"/>
                </a:solidFill>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53" noProof="0" dirty="0">
                <a:solidFill>
                  <a:schemeClr val="bg1"/>
                </a:solidFill>
              </a:endParaRPr>
            </a:p>
          </p:txBody>
        </p:sp>
      </p:grpSp>
    </p:spTree>
    <p:extLst>
      <p:ext uri="{BB962C8B-B14F-4D97-AF65-F5344CB8AC3E}">
        <p14:creationId xmlns:p14="http://schemas.microsoft.com/office/powerpoint/2010/main" val="774620033"/>
      </p:ext>
    </p:extLst>
  </p:cSld>
  <p:clrMapOvr>
    <a:masterClrMapping/>
  </p:clrMapOvr>
  <p:transition>
    <p:fade/>
  </p:transition>
  <p:extLst mod="1">
    <p:ext uri="{DCECCB84-F9BA-43D5-87BE-67443E8EF086}">
      <p15:sldGuideLst xmlns:p15="http://schemas.microsoft.com/office/powerpoint/2012/main">
        <p15:guide id="1" orient="horz" pos="4508">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bg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457209" indent="0" algn="ctr">
              <a:buNone/>
              <a:defRPr sz="2000"/>
            </a:lvl2pPr>
            <a:lvl3pPr marL="914417" indent="0" algn="ctr">
              <a:buNone/>
              <a:defRPr sz="1800"/>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smtClean="0"/>
              <a:t>Click to edit Master subtitle style</a:t>
            </a:r>
            <a:endParaRPr lang="en-US" noProof="0" dirty="0"/>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p:txBody>
      </p:sp>
      <p:grpSp>
        <p:nvGrpSpPr>
          <p:cNvPr id="22" name="Group 21"/>
          <p:cNvGrpSpPr>
            <a:grpSpLocks noChangeAspect="1"/>
          </p:cNvGrpSpPr>
          <p:nvPr userDrawn="1"/>
        </p:nvGrpSpPr>
        <p:grpSpPr>
          <a:xfrm>
            <a:off x="501649" y="378001"/>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grpSp>
    </p:spTree>
    <p:extLst>
      <p:ext uri="{BB962C8B-B14F-4D97-AF65-F5344CB8AC3E}">
        <p14:creationId xmlns:p14="http://schemas.microsoft.com/office/powerpoint/2010/main" val="2153761438"/>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508">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tx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457209" indent="0" algn="ctr">
              <a:buNone/>
              <a:defRPr sz="2000"/>
            </a:lvl2pPr>
            <a:lvl3pPr marL="914417" indent="0" algn="ctr">
              <a:buNone/>
              <a:defRPr sz="1800"/>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smtClean="0"/>
              <a:t>Click to edit Master subtitle style</a:t>
            </a:r>
            <a:endParaRPr lang="en-US" noProof="0" dirty="0"/>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Click to edit Master text styles</a:t>
            </a:r>
          </a:p>
        </p:txBody>
      </p:sp>
      <p:grpSp>
        <p:nvGrpSpPr>
          <p:cNvPr id="4" name="Group 3"/>
          <p:cNvGrpSpPr/>
          <p:nvPr userDrawn="1"/>
        </p:nvGrpSpPr>
        <p:grpSpPr>
          <a:xfrm>
            <a:off x="501649" y="378001"/>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endParaRPr lang="en-US" sz="1632" noProof="0" dirty="0">
                <a:solidFill>
                  <a:schemeClr val="bg1"/>
                </a:solidFill>
              </a:endParaRPr>
            </a:p>
          </p:txBody>
        </p:sp>
      </p:grpSp>
    </p:spTree>
    <p:extLst>
      <p:ext uri="{BB962C8B-B14F-4D97-AF65-F5344CB8AC3E}">
        <p14:creationId xmlns:p14="http://schemas.microsoft.com/office/powerpoint/2010/main" val="3213265995"/>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508">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dirty="0" smtClean="0"/>
              <a:t>Click to edit Master text styles</a:t>
            </a:r>
          </a:p>
        </p:txBody>
      </p:sp>
      <p:sp>
        <p:nvSpPr>
          <p:cNvPr id="5" name="TextBox 4"/>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7" name="TextBox 6"/>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fr-FR" sz="650" noProof="0" dirty="0" smtClean="0">
                <a:solidFill>
                  <a:schemeClr val="bg1"/>
                </a:solidFill>
              </a:rPr>
              <a:t>© 2018 Deloitte Touche Tohmatsu India LLP</a:t>
            </a:r>
            <a:endParaRPr lang="fr-FR" sz="650" noProof="0" dirty="0">
              <a:solidFill>
                <a:schemeClr val="bg1"/>
              </a:solidFill>
            </a:endParaRPr>
          </a:p>
        </p:txBody>
      </p:sp>
      <p:sp>
        <p:nvSpPr>
          <p:cNvPr id="8" name="TextBox 7"/>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526663275"/>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501651" y="3429001"/>
            <a:ext cx="10544067"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dirty="0" smtClean="0"/>
              <a:t>Click to edit Master text styles</a:t>
            </a:r>
          </a:p>
        </p:txBody>
      </p:sp>
      <p:sp>
        <p:nvSpPr>
          <p:cNvPr id="13" name="TextBox 12"/>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fr-FR" sz="650" noProof="0" dirty="0" smtClean="0">
                <a:solidFill>
                  <a:schemeClr val="bg1"/>
                </a:solidFill>
              </a:rPr>
              <a:t>© 2018 Deloitte Touche Tohmatsu India LLP</a:t>
            </a:r>
            <a:endParaRPr lang="fr-FR" sz="650" noProof="0" dirty="0">
              <a:solidFill>
                <a:schemeClr val="bg1"/>
              </a:solidFill>
            </a:endParaRPr>
          </a:p>
        </p:txBody>
      </p:sp>
      <p:sp>
        <p:nvSpPr>
          <p:cNvPr id="15" name="TextBox 14"/>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918357842"/>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dirty="0" smtClean="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fr-FR" sz="650" noProof="0" dirty="0" smtClean="0">
                <a:solidFill>
                  <a:schemeClr val="bg1"/>
                </a:solidFill>
              </a:rPr>
              <a:t>© 2018 Deloitte Touche Tohmatsu India LLP</a:t>
            </a:r>
            <a:endParaRPr lang="fr-FR" sz="650" noProof="0" dirty="0">
              <a:solidFill>
                <a:schemeClr val="bg1"/>
              </a:solidFill>
            </a:endParaRP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442184323"/>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dirty="0" smtClean="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fr-FR" sz="650" noProof="0" dirty="0" smtClean="0">
                <a:solidFill>
                  <a:schemeClr val="bg1"/>
                </a:solidFill>
              </a:rPr>
              <a:t>© 2018 Deloitte Touche Tohmatsu India LLP</a:t>
            </a:r>
            <a:endParaRPr lang="fr-FR" sz="650" noProof="0" dirty="0">
              <a:solidFill>
                <a:schemeClr val="bg1"/>
              </a:solidFill>
            </a:endParaRP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661861754"/>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dirty="0" smtClean="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fr-FR" sz="650" noProof="0" dirty="0" smtClean="0">
                <a:solidFill>
                  <a:schemeClr val="bg1"/>
                </a:solidFill>
              </a:rPr>
              <a:t>© 2018 Deloitte Touche Tohmatsu India LLP</a:t>
            </a:r>
            <a:endParaRPr lang="fr-FR" sz="650" noProof="0" dirty="0">
              <a:solidFill>
                <a:schemeClr val="bg1"/>
              </a:solidFill>
            </a:endParaRP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760704064"/>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tx1"/>
                </a:solidFill>
                <a:latin typeface="+mj-lt"/>
                <a:ea typeface="Open Sans" panose="020B0606030504020204" pitchFamily="34" charset="0"/>
                <a:cs typeface="Open Sans" panose="020B0606030504020204" pitchFamily="34" charset="0"/>
              </a:defRPr>
            </a:lvl1pPr>
          </a:lstStyle>
          <a:p>
            <a:r>
              <a:rPr lang="en-US" noProof="0" dirty="0" smtClean="0"/>
              <a:t>Click to edit Master title style</a:t>
            </a:r>
            <a:endParaRPr lang="en-US" noProof="0" dirty="0"/>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tx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dirty="0" smtClean="0"/>
              <a:t>Click to edit Master text styles</a:t>
            </a:r>
          </a:p>
        </p:txBody>
      </p:sp>
    </p:spTree>
    <p:extLst>
      <p:ext uri="{BB962C8B-B14F-4D97-AF65-F5344CB8AC3E}">
        <p14:creationId xmlns:p14="http://schemas.microsoft.com/office/powerpoint/2010/main" val="2003738527"/>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382">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152370" cy="4752975"/>
          </a:xfrm>
          <a:prstGeom prst="rect">
            <a:avLst/>
          </a:prstGeom>
        </p:spPr>
        <p:txBody>
          <a:bodyPr>
            <a:noAutofit/>
          </a:bodyPr>
          <a:lstStyle>
            <a:lvl1pPr>
              <a:spcBef>
                <a:spcPts val="3600"/>
              </a:spcBef>
              <a:defRPr sz="2720">
                <a:solidFill>
                  <a:schemeClr val="bg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dirty="0" smtClean="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fr-FR" sz="650" noProof="0" dirty="0" smtClean="0">
                <a:solidFill>
                  <a:schemeClr val="bg1"/>
                </a:solidFill>
              </a:rPr>
              <a:t>© 2018 Deloitte Touche Tohmatsu India LLP</a:t>
            </a:r>
            <a:endParaRPr lang="fr-FR" sz="650" noProof="0" dirty="0">
              <a:solidFill>
                <a:schemeClr val="bg1"/>
              </a:solidFill>
            </a:endParaRP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493478046"/>
      </p:ext>
    </p:extLst>
  </p:cSld>
  <p:clrMapOvr>
    <a:masterClrMapping/>
  </p:clrMapOvr>
  <p:transition>
    <p:fade/>
  </p:transition>
  <p:timing>
    <p:tnLst>
      <p:par>
        <p:cTn id="1" dur="indefinite" restart="never" nodeType="tmRoot"/>
      </p:par>
    </p:tnLst>
  </p:timing>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7200"/>
            <a:ext cx="9277349" cy="4759584"/>
          </a:xfrm>
          <a:prstGeom prst="rect">
            <a:avLst/>
          </a:prstGeom>
        </p:spPr>
        <p:txBody>
          <a:bodyPr>
            <a:noAutofit/>
          </a:bodyPr>
          <a:lstStyle>
            <a:lvl1pPr>
              <a:spcBef>
                <a:spcPts val="3600"/>
              </a:spcBef>
              <a:defRPr sz="2720">
                <a:solidFill>
                  <a:schemeClr val="bg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dirty="0" smtClean="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fr-FR" sz="650" noProof="0" dirty="0" smtClean="0">
                <a:solidFill>
                  <a:schemeClr val="bg1"/>
                </a:solidFill>
              </a:rPr>
              <a:t>© 2018 Deloitte Touche Tohmatsu India LLP</a:t>
            </a:r>
            <a:endParaRPr lang="fr-FR" sz="650" noProof="0" dirty="0">
              <a:solidFill>
                <a:schemeClr val="bg1"/>
              </a:solidFill>
            </a:endParaRP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581658136"/>
      </p:ext>
    </p:extLst>
  </p:cSld>
  <p:clrMapOvr>
    <a:masterClrMapping/>
  </p:clrMapOvr>
  <p:transition>
    <p:fade/>
  </p:transition>
  <p:timing>
    <p:tnLst>
      <p:par>
        <p:cTn id="1" dur="indefinite" restart="never" nodeType="tmRoot"/>
      </p:par>
    </p:tnLst>
  </p:timing>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Autofit/>
          </a:bodyPr>
          <a:lstStyle>
            <a:lvl1pPr>
              <a:spcBef>
                <a:spcPts val="3600"/>
              </a:spcBef>
              <a:defRPr sz="2720">
                <a:solidFill>
                  <a:schemeClr val="bg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dirty="0" smtClean="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fr-FR" sz="650" noProof="0" dirty="0" smtClean="0">
                <a:solidFill>
                  <a:schemeClr val="bg1"/>
                </a:solidFill>
              </a:rPr>
              <a:t>© 2018 Deloitte Touche Tohmatsu India LLP</a:t>
            </a:r>
            <a:endParaRPr lang="fr-FR" sz="650" noProof="0" dirty="0">
              <a:solidFill>
                <a:schemeClr val="bg1"/>
              </a:solidFill>
            </a:endParaRP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486332844"/>
      </p:ext>
    </p:extLst>
  </p:cSld>
  <p:clrMapOvr>
    <a:masterClrMapping/>
  </p:clrMapOvr>
  <p:transition>
    <p:fade/>
  </p:transition>
  <p:timing>
    <p:tnLst>
      <p:par>
        <p:cTn id="1" dur="indefinite" restart="never" nodeType="tmRoot"/>
      </p:par>
    </p:tnLst>
  </p:timing>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Autofit/>
          </a:bodyPr>
          <a:lstStyle>
            <a:lvl1pPr>
              <a:spcBef>
                <a:spcPts val="3600"/>
              </a:spcBef>
              <a:defRPr sz="2720">
                <a:solidFill>
                  <a:schemeClr val="bg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dirty="0" smtClean="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fr-FR" sz="650" noProof="0" dirty="0" smtClean="0">
                <a:solidFill>
                  <a:schemeClr val="bg1"/>
                </a:solidFill>
              </a:rPr>
              <a:t>© 2018 Deloitte Touche Tohmatsu India LLP</a:t>
            </a:r>
            <a:endParaRPr lang="fr-FR" sz="650" noProof="0" dirty="0">
              <a:solidFill>
                <a:schemeClr val="bg1"/>
              </a:solidFill>
            </a:endParaRP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858987756"/>
      </p:ext>
    </p:extLst>
  </p:cSld>
  <p:clrMapOvr>
    <a:masterClrMapping/>
  </p:clrMapOvr>
  <p:transition>
    <p:fade/>
  </p:transition>
  <p:timing>
    <p:tnLst>
      <p:par>
        <p:cTn id="1" dur="indefinite" restart="never" nodeType="tmRoot"/>
      </p:par>
    </p:tnLst>
  </p:timing>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Autofit/>
          </a:bodyPr>
          <a:lstStyle>
            <a:lvl1pPr>
              <a:spcBef>
                <a:spcPts val="3600"/>
              </a:spcBef>
              <a:defRPr sz="2720">
                <a:solidFill>
                  <a:schemeClr val="tx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dirty="0" smtClean="0"/>
              <a:t>Click to edit Master text styles</a:t>
            </a:r>
          </a:p>
        </p:txBody>
      </p:sp>
    </p:spTree>
    <p:extLst>
      <p:ext uri="{BB962C8B-B14F-4D97-AF65-F5344CB8AC3E}">
        <p14:creationId xmlns:p14="http://schemas.microsoft.com/office/powerpoint/2010/main" val="1854791555"/>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lstStyle>
            <a:lvl1pPr>
              <a:tabLst>
                <a:tab pos="6729541" algn="r"/>
              </a:tabLst>
              <a:defRPr/>
            </a:lvl1pPr>
            <a:lvl2pPr>
              <a:tabLst>
                <a:tab pos="6729541" algn="r"/>
              </a:tabLst>
              <a:defRPr/>
            </a:lvl2pPr>
            <a:lvl3pPr>
              <a:tabLst>
                <a:tab pos="6729541" algn="r"/>
              </a:tabLst>
              <a:defRPr/>
            </a:lvl3pPr>
            <a:lvl4pPr>
              <a:tabLst>
                <a:tab pos="6729541" algn="r"/>
              </a:tabLst>
              <a:defRPr/>
            </a:lvl4pPr>
            <a:lvl5pPr>
              <a:tabLst>
                <a:tab pos="5029296" algn="r"/>
              </a:tabLst>
              <a:defRPr baseline="0"/>
            </a:lvl5pPr>
            <a:lvl6pPr>
              <a:tabLst>
                <a:tab pos="6729541" algn="r"/>
              </a:tabLst>
              <a:defRPr/>
            </a:lvl6pPr>
            <a:lvl7pPr>
              <a:tabLst>
                <a:tab pos="6729541" algn="r"/>
              </a:tabLst>
              <a:defRPr/>
            </a:lvl7pPr>
            <a:lvl8pPr>
              <a:tabLst>
                <a:tab pos="6729541" algn="r"/>
              </a:tabLst>
              <a:defRPr/>
            </a:lvl8pPr>
            <a:lvl9pPr>
              <a:tabLst>
                <a:tab pos="6729541" algn="r"/>
              </a:tabLst>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82775268"/>
      </p:ext>
    </p:extLst>
  </p:cSld>
  <p:clrMapOvr>
    <a:masterClrMapping/>
  </p:clrMapOvr>
  <p:transition>
    <p:fade/>
  </p:transition>
  <p:timing>
    <p:tnLst>
      <p:par>
        <p:cTn id="1" dur="indefinite" restart="never" nodeType="tmRoot"/>
      </p:par>
    </p:tnLst>
  </p:timing>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dirty="0" smtClean="0"/>
              <a:t>Click icon to add picture</a:t>
            </a:r>
            <a:endParaRPr lang="en-US" noProof="0" dirty="0"/>
          </a:p>
        </p:txBody>
      </p:sp>
      <p:sp>
        <p:nvSpPr>
          <p:cNvPr id="6" name="Content Placeholder 3"/>
          <p:cNvSpPr>
            <a:spLocks noGrp="1"/>
          </p:cNvSpPr>
          <p:nvPr>
            <p:ph sz="quarter" idx="10"/>
          </p:nvPr>
        </p:nvSpPr>
        <p:spPr>
          <a:xfrm>
            <a:off x="501652" y="1665289"/>
            <a:ext cx="4456429" cy="4716463"/>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1630710581"/>
      </p:ext>
    </p:extLst>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noProof="0" smtClean="0"/>
              <a:t>Click to edit Master title style</a:t>
            </a:r>
            <a:endParaRPr lang="en-US" noProof="0" dirty="0"/>
          </a:p>
        </p:txBody>
      </p:sp>
      <p:sp>
        <p:nvSpPr>
          <p:cNvPr id="14" name="Text Placeholder 18"/>
          <p:cNvSpPr>
            <a:spLocks noGrp="1"/>
          </p:cNvSpPr>
          <p:nvPr>
            <p:ph idx="1"/>
          </p:nvPr>
        </p:nvSpPr>
        <p:spPr>
          <a:xfrm>
            <a:off x="501652" y="1665289"/>
            <a:ext cx="11165416" cy="4716463"/>
          </a:xfrm>
          <a:prstGeom prst="rect">
            <a:avLst/>
          </a:prstGeom>
        </p:spPr>
        <p:txBody>
          <a:bodyPr vert="horz"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4200983846"/>
      </p:ext>
    </p:extLst>
  </p:cSld>
  <p:clrMapOvr>
    <a:masterClrMapping/>
  </p:clrMapOvr>
  <p:transition>
    <p:fade/>
  </p:transition>
  <p:timing>
    <p:tnLst>
      <p:par>
        <p:cTn id="1" dur="indefinite" restart="never" nodeType="tmRoot"/>
      </p:par>
    </p:tnLst>
  </p:timing>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0" y="317500"/>
            <a:ext cx="11162350" cy="334101"/>
          </a:xfrm>
          <a:prstGeom prst="rect">
            <a:avLst/>
          </a:prstGeom>
        </p:spPr>
        <p:txBody>
          <a:bodyPr vert="horz" lIns="0" tIns="0" rIns="0" bIns="0" rtlCol="0" anchor="t" anchorCtr="0">
            <a:noAutofit/>
          </a:bodyPr>
          <a:lstStyle>
            <a:lvl1pPr>
              <a:defRPr/>
            </a:lvl1pPr>
          </a:lstStyle>
          <a:p>
            <a:r>
              <a:rPr lang="en-US" noProof="0" smtClean="0"/>
              <a:t>Click to edit Master title style</a:t>
            </a:r>
            <a:endParaRPr lang="en-US" noProof="0" dirty="0"/>
          </a:p>
        </p:txBody>
      </p:sp>
      <p:sp>
        <p:nvSpPr>
          <p:cNvPr id="8" name="Text Placeholder 18"/>
          <p:cNvSpPr>
            <a:spLocks noGrp="1"/>
          </p:cNvSpPr>
          <p:nvPr>
            <p:ph idx="1"/>
          </p:nvPr>
        </p:nvSpPr>
        <p:spPr>
          <a:xfrm>
            <a:off x="501652" y="1665288"/>
            <a:ext cx="11165416" cy="4713911"/>
          </a:xfrm>
          <a:prstGeom prst="rect">
            <a:avLst/>
          </a:prstGeom>
        </p:spPr>
        <p:txBody>
          <a:bodyPr vert="horz"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4063577"/>
      </p:ext>
    </p:extLst>
  </p:cSld>
  <p:clrMapOvr>
    <a:masterClrMapping/>
  </p:clrMapOvr>
  <p:transition>
    <p:fade/>
  </p:transition>
  <p:timing>
    <p:tnLst>
      <p:par>
        <p:cTn id="1" dur="indefinite" restart="never" nodeType="tmRoot"/>
      </p:par>
    </p:tnLst>
  </p:timing>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0" y="317500"/>
            <a:ext cx="11162350" cy="334101"/>
          </a:xfrm>
          <a:prstGeom prst="rect">
            <a:avLst/>
          </a:prstGeom>
        </p:spPr>
        <p:txBody>
          <a:bodyPr vert="horz" lIns="0" tIns="0" rIns="0" bIns="0" rtlCol="0" anchor="t" anchorCtr="0">
            <a:noAutofit/>
          </a:bodyPr>
          <a:lstStyle>
            <a:lvl1pPr>
              <a:defRPr/>
            </a:lvl1pPr>
          </a:lstStyle>
          <a:p>
            <a:r>
              <a:rPr lang="en-US" noProof="0" smtClean="0"/>
              <a:t>Click to edit Master title style</a:t>
            </a:r>
            <a:endParaRPr lang="en-US" noProof="0" dirty="0"/>
          </a:p>
        </p:txBody>
      </p:sp>
      <p:sp>
        <p:nvSpPr>
          <p:cNvPr id="8" name="Text Placeholder 18"/>
          <p:cNvSpPr>
            <a:spLocks noGrp="1"/>
          </p:cNvSpPr>
          <p:nvPr>
            <p:ph idx="1"/>
          </p:nvPr>
        </p:nvSpPr>
        <p:spPr>
          <a:xfrm>
            <a:off x="501652" y="1700213"/>
            <a:ext cx="11165416" cy="4678986"/>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190089770"/>
      </p:ext>
    </p:extLst>
  </p:cSld>
  <p:clrMapOvr>
    <a:masterClrMapping/>
  </p:clrMapOvr>
  <p:transition>
    <p:fade/>
  </p:transition>
  <p:timing>
    <p:tnLst>
      <p:par>
        <p:cTn id="1" dur="indefinite" restart="never" nodeType="tmRoot"/>
      </p:par>
    </p:tnLst>
  </p:timing>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1653" y="2052000"/>
            <a:ext cx="11188699" cy="4069013"/>
          </a:xfrm>
          <a:prstGeom prst="rect">
            <a:avLst/>
          </a:prstGeom>
        </p:spPr>
        <p:txBody>
          <a:bodyPr/>
          <a:lstStyle/>
          <a:p>
            <a:r>
              <a:rPr lang="en-US" noProof="0" dirty="0" smtClean="0"/>
              <a:t>Click icon to add chart</a:t>
            </a:r>
            <a:endParaRPr lang="en-US" noProof="0" dirty="0"/>
          </a:p>
        </p:txBody>
      </p:sp>
      <p:sp>
        <p:nvSpPr>
          <p:cNvPr id="18" name="Text Placeholder 8"/>
          <p:cNvSpPr>
            <a:spLocks noGrp="1"/>
          </p:cNvSpPr>
          <p:nvPr>
            <p:ph type="body" sz="quarter" idx="18"/>
          </p:nvPr>
        </p:nvSpPr>
        <p:spPr>
          <a:xfrm>
            <a:off x="501653" y="1665289"/>
            <a:ext cx="11188699" cy="392112"/>
          </a:xfrm>
        </p:spPr>
        <p:txBody>
          <a:bodyPr/>
          <a:lstStyle/>
          <a:p>
            <a:pPr lvl="0"/>
            <a:r>
              <a:rPr lang="en-US" noProof="0" smtClean="0"/>
              <a:t>Click to edit Master text styles</a:t>
            </a:r>
          </a:p>
        </p:txBody>
      </p:sp>
      <p:sp>
        <p:nvSpPr>
          <p:cNvPr id="19" name="Text Placeholder 7"/>
          <p:cNvSpPr>
            <a:spLocks noGrp="1"/>
          </p:cNvSpPr>
          <p:nvPr>
            <p:ph type="body" sz="quarter" idx="23"/>
          </p:nvPr>
        </p:nvSpPr>
        <p:spPr>
          <a:xfrm>
            <a:off x="501651" y="6121014"/>
            <a:ext cx="11188700" cy="260737"/>
          </a:xfrm>
        </p:spPr>
        <p:txBody>
          <a:bodyPr>
            <a:noAutofit/>
          </a:bodyPr>
          <a:lstStyle>
            <a:lvl1pPr>
              <a:spcAft>
                <a:spcPts val="0"/>
              </a:spcAft>
              <a:defRPr sz="907"/>
            </a:lvl1pPr>
          </a:lstStyle>
          <a:p>
            <a:pPr lvl="0"/>
            <a:r>
              <a:rPr lang="en-US" noProof="0" smtClean="0"/>
              <a:t>Click to edit Master text styles</a:t>
            </a:r>
          </a:p>
        </p:txBody>
      </p:sp>
    </p:spTree>
    <p:extLst>
      <p:ext uri="{BB962C8B-B14F-4D97-AF65-F5344CB8AC3E}">
        <p14:creationId xmlns:p14="http://schemas.microsoft.com/office/powerpoint/2010/main" val="496870519"/>
      </p:ext>
    </p:extLst>
  </p:cSld>
  <p:clrMapOvr>
    <a:masterClrMapping/>
  </p:clrMapOvr>
  <p:transition>
    <p:fade/>
  </p:transition>
  <p:timing>
    <p:tnLst>
      <p:par>
        <p:cTn id="1" dur="indefinite" restart="never" nodeType="tmRoot"/>
      </p:par>
    </p:tnLst>
  </p:timing>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dirty="0" smtClean="0"/>
              <a:t>Click icon to add chart</a:t>
            </a:r>
            <a:endParaRPr lang="en-US" noProof="0" dirty="0"/>
          </a:p>
        </p:txBody>
      </p:sp>
      <p:sp>
        <p:nvSpPr>
          <p:cNvPr id="18" name="Text Placeholder 8"/>
          <p:cNvSpPr>
            <a:spLocks noGrp="1"/>
          </p:cNvSpPr>
          <p:nvPr>
            <p:ph type="body" sz="quarter" idx="18"/>
          </p:nvPr>
        </p:nvSpPr>
        <p:spPr>
          <a:xfrm>
            <a:off x="501650" y="1665289"/>
            <a:ext cx="3562351" cy="392112"/>
          </a:xfrm>
        </p:spPr>
        <p:txBody>
          <a:bodyPr/>
          <a:lstStyle/>
          <a:p>
            <a:pPr lvl="0"/>
            <a:r>
              <a:rPr lang="en-US" noProof="0" smtClean="0"/>
              <a:t>Click to edit Master text styles</a:t>
            </a:r>
          </a:p>
        </p:txBody>
      </p:sp>
      <p:sp>
        <p:nvSpPr>
          <p:cNvPr id="7" name="Chart Placeholder 3"/>
          <p:cNvSpPr>
            <a:spLocks noGrp="1"/>
          </p:cNvSpPr>
          <p:nvPr>
            <p:ph type="chart" sz="quarter" idx="19"/>
          </p:nvPr>
        </p:nvSpPr>
        <p:spPr>
          <a:xfrm>
            <a:off x="4303184" y="2051999"/>
            <a:ext cx="3561616" cy="4069014"/>
          </a:xfrm>
          <a:prstGeom prst="rect">
            <a:avLst/>
          </a:prstGeom>
        </p:spPr>
        <p:txBody>
          <a:bodyPr/>
          <a:lstStyle/>
          <a:p>
            <a:r>
              <a:rPr lang="en-US" noProof="0" dirty="0" smtClean="0"/>
              <a:t>Click icon to add chart</a:t>
            </a:r>
            <a:endParaRPr lang="en-US" noProof="0" dirty="0"/>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smtClean="0"/>
              <a:t>Click to 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dirty="0" smtClean="0"/>
              <a:t>Click icon to add chart</a:t>
            </a:r>
            <a:endParaRPr lang="en-US" noProof="0" dirty="0"/>
          </a:p>
        </p:txBody>
      </p:sp>
      <p:sp>
        <p:nvSpPr>
          <p:cNvPr id="10" name="Text Placeholder 8"/>
          <p:cNvSpPr>
            <a:spLocks noGrp="1"/>
          </p:cNvSpPr>
          <p:nvPr>
            <p:ph type="body" sz="quarter" idx="22"/>
          </p:nvPr>
        </p:nvSpPr>
        <p:spPr>
          <a:xfrm>
            <a:off x="8126397" y="1659145"/>
            <a:ext cx="3563954" cy="398256"/>
          </a:xfrm>
        </p:spPr>
        <p:txBody>
          <a:bodyPr/>
          <a:lstStyle/>
          <a:p>
            <a:pPr lvl="0"/>
            <a:r>
              <a:rPr lang="en-US" noProof="0" smtClean="0"/>
              <a:t>Click to edit Master text styles</a:t>
            </a:r>
          </a:p>
        </p:txBody>
      </p:sp>
      <p:sp>
        <p:nvSpPr>
          <p:cNvPr id="12" name="Text Placeholder 7"/>
          <p:cNvSpPr>
            <a:spLocks noGrp="1"/>
          </p:cNvSpPr>
          <p:nvPr>
            <p:ph type="body" sz="quarter" idx="23"/>
          </p:nvPr>
        </p:nvSpPr>
        <p:spPr>
          <a:xfrm>
            <a:off x="501649" y="6121014"/>
            <a:ext cx="11165419" cy="260737"/>
          </a:xfrm>
        </p:spPr>
        <p:txBody>
          <a:bodyPr>
            <a:noAutofit/>
          </a:bodyPr>
          <a:lstStyle>
            <a:lvl1pPr>
              <a:spcAft>
                <a:spcPts val="0"/>
              </a:spcAft>
              <a:defRPr sz="907"/>
            </a:lvl1pPr>
          </a:lstStyle>
          <a:p>
            <a:pPr lvl="0"/>
            <a:r>
              <a:rPr lang="en-US" noProof="0" smtClean="0"/>
              <a:t>Click to edit Master text styles</a:t>
            </a:r>
          </a:p>
        </p:txBody>
      </p:sp>
    </p:spTree>
    <p:extLst>
      <p:ext uri="{BB962C8B-B14F-4D97-AF65-F5344CB8AC3E}">
        <p14:creationId xmlns:p14="http://schemas.microsoft.com/office/powerpoint/2010/main" val="2584062360"/>
      </p:ext>
    </p:extLst>
  </p:cSld>
  <p:clrMapOvr>
    <a:masterClrMapping/>
  </p:clrMapOvr>
  <p:transition>
    <p:fade/>
  </p:transition>
  <p:timing>
    <p:tnLst>
      <p:par>
        <p:cTn id="1" dur="indefinite" restart="never" nodeType="tmRoot"/>
      </p:par>
    </p:tnLst>
  </p:timing>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1" y="317500"/>
            <a:ext cx="1120266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501651" y="651601"/>
            <a:ext cx="1120266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5" name="Content Placeholder 3"/>
          <p:cNvSpPr>
            <a:spLocks noGrp="1"/>
          </p:cNvSpPr>
          <p:nvPr>
            <p:ph sz="quarter" idx="20"/>
          </p:nvPr>
        </p:nvSpPr>
        <p:spPr>
          <a:xfrm>
            <a:off x="6381539" y="1665288"/>
            <a:ext cx="5322782" cy="4716461"/>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2869453797"/>
      </p:ext>
    </p:extLst>
  </p:cSld>
  <p:clrMapOvr>
    <a:masterClrMapping/>
  </p:clrMapOvr>
  <p:transition>
    <p:fade/>
  </p:transition>
  <p:timing>
    <p:tnLst>
      <p:par>
        <p:cTn id="1" dur="indefinite" restart="never" nodeType="tmRoot"/>
      </p:par>
    </p:tnLst>
  </p:timing>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0" y="317500"/>
            <a:ext cx="11188700"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501650" y="1665288"/>
            <a:ext cx="5305581" cy="4716461"/>
          </a:xfrm>
          <a:prstGeom prst="rect">
            <a:avLst/>
          </a:prstGeom>
        </p:spPr>
        <p:txBody>
          <a:bodyPr>
            <a:noAutofit/>
          </a:bodyPr>
          <a:lstStyle>
            <a:lvl1pPr>
              <a:tabLst>
                <a:tab pos="5029296" algn="r"/>
              </a:tabLst>
              <a:defRPr sz="1600"/>
            </a:lvl1pPr>
            <a:lvl2pPr>
              <a:tabLst>
                <a:tab pos="5029296" algn="r"/>
              </a:tabLst>
              <a:defRPr sz="1600"/>
            </a:lvl2pPr>
            <a:lvl3pPr>
              <a:tabLst>
                <a:tab pos="5029296" algn="r"/>
              </a:tabLst>
              <a:defRPr sz="1600"/>
            </a:lvl3pPr>
            <a:lvl4pPr>
              <a:tabLst>
                <a:tab pos="5029296" algn="r"/>
              </a:tabLst>
              <a:defRPr sz="1600"/>
            </a:lvl4pPr>
            <a:lvl5pPr>
              <a:tabLst>
                <a:tab pos="5029296" algn="r"/>
              </a:tabLst>
              <a:defRPr baseline="0"/>
            </a:lvl5pPr>
            <a:lvl6pPr>
              <a:defRPr sz="1600"/>
            </a:lvl6pPr>
            <a:lvl7pPr>
              <a:defRPr sz="1600"/>
            </a:lvl7pPr>
            <a:lvl8pPr>
              <a:defRPr sz="1600"/>
            </a:lvl8pPr>
            <a:lvl9pPr>
              <a:defRPr sz="1600"/>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3" name="Content Placeholder 3"/>
          <p:cNvSpPr>
            <a:spLocks noGrp="1"/>
          </p:cNvSpPr>
          <p:nvPr>
            <p:ph sz="quarter" idx="20"/>
          </p:nvPr>
        </p:nvSpPr>
        <p:spPr>
          <a:xfrm>
            <a:off x="6384000" y="1665288"/>
            <a:ext cx="5306350" cy="4716461"/>
          </a:xfrm>
          <a:prstGeom prst="rect">
            <a:avLst/>
          </a:prstGeom>
        </p:spPr>
        <p:txBody>
          <a:bodyPr>
            <a:noAutofit/>
          </a:bodyPr>
          <a:lstStyle>
            <a:lvl1pPr>
              <a:tabLst>
                <a:tab pos="5029296" algn="r"/>
              </a:tabLst>
              <a:defRPr sz="1600"/>
            </a:lvl1pPr>
            <a:lvl2pPr>
              <a:tabLst>
                <a:tab pos="5029296" algn="r"/>
              </a:tabLst>
              <a:defRPr sz="1600"/>
            </a:lvl2pPr>
            <a:lvl3pPr>
              <a:tabLst>
                <a:tab pos="5029296" algn="r"/>
              </a:tabLst>
              <a:defRPr sz="1600"/>
            </a:lvl3pPr>
            <a:lvl4pPr>
              <a:tabLst>
                <a:tab pos="5029296" algn="r"/>
              </a:tabLst>
              <a:defRPr sz="1600"/>
            </a:lvl4pPr>
            <a:lvl5pPr>
              <a:tabLst>
                <a:tab pos="5029296" algn="r"/>
              </a:tabLst>
              <a:defRPr baseline="0"/>
            </a:lvl5pPr>
            <a:lvl6pPr>
              <a:defRPr sz="1600"/>
            </a:lvl6pPr>
            <a:lvl7pPr>
              <a:defRPr sz="1600"/>
            </a:lvl7pPr>
            <a:lvl8pPr>
              <a:defRPr sz="1600"/>
            </a:lvl8pPr>
            <a:lvl9pPr>
              <a:defRPr sz="1600"/>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1866849280"/>
      </p:ext>
    </p:extLst>
  </p:cSld>
  <p:clrMapOvr>
    <a:masterClrMapping/>
  </p:clrMapOvr>
  <p:transition>
    <p:fade/>
  </p:transition>
  <p:timing>
    <p:tnLst>
      <p:par>
        <p:cTn id="1" dur="indefinite" restart="never" nodeType="tmRoot"/>
      </p:par>
    </p:tnLst>
  </p:timing>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6" cy="4455725"/>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lstStyle/>
          <a:p>
            <a:r>
              <a:rPr lang="en-US" noProof="0" dirty="0" smtClean="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smtClean="0"/>
              <a:t>Click to edit Master text styles</a:t>
            </a:r>
          </a:p>
        </p:txBody>
      </p:sp>
      <p:sp>
        <p:nvSpPr>
          <p:cNvPr id="11"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907"/>
            </a:lvl1pPr>
          </a:lstStyle>
          <a:p>
            <a:pPr lvl="0"/>
            <a:r>
              <a:rPr lang="en-US" noProof="0" smtClean="0"/>
              <a:t>Click to edit Master text styles</a:t>
            </a:r>
          </a:p>
        </p:txBody>
      </p:sp>
    </p:spTree>
    <p:extLst>
      <p:ext uri="{BB962C8B-B14F-4D97-AF65-F5344CB8AC3E}">
        <p14:creationId xmlns:p14="http://schemas.microsoft.com/office/powerpoint/2010/main" val="4173729293"/>
      </p:ext>
    </p:extLst>
  </p:cSld>
  <p:clrMapOvr>
    <a:masterClrMapping/>
  </p:clrMapOvr>
  <p:transition>
    <p:fade/>
  </p:transition>
  <p:timing>
    <p:tnLst>
      <p:par>
        <p:cTn id="1" dur="indefinite" restart="never" nodeType="tmRoot"/>
      </p:par>
    </p:tnLst>
  </p:timing>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noProof="0" dirty="0" smtClean="0"/>
              <a:t>Click icon to add chart</a:t>
            </a:r>
            <a:endParaRPr lang="en-US" noProof="0" dirty="0"/>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smtClean="0"/>
              <a:t>Click to edit Master text styles</a:t>
            </a:r>
          </a:p>
        </p:txBody>
      </p:sp>
      <p:sp>
        <p:nvSpPr>
          <p:cNvPr id="11"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907"/>
            </a:lvl1pPr>
          </a:lstStyle>
          <a:p>
            <a:pPr lvl="0"/>
            <a:r>
              <a:rPr lang="en-US" noProof="0" smtClean="0"/>
              <a:t>Click to edit Master text styles</a:t>
            </a:r>
          </a:p>
        </p:txBody>
      </p:sp>
      <p:sp>
        <p:nvSpPr>
          <p:cNvPr id="9" name="Chart Placeholder 2"/>
          <p:cNvSpPr>
            <a:spLocks noGrp="1"/>
          </p:cNvSpPr>
          <p:nvPr>
            <p:ph type="chart" sz="quarter" idx="24"/>
          </p:nvPr>
        </p:nvSpPr>
        <p:spPr>
          <a:xfrm>
            <a:off x="501651" y="2125013"/>
            <a:ext cx="5339063" cy="3996000"/>
          </a:xfrm>
        </p:spPr>
        <p:txBody>
          <a:bodyPr/>
          <a:lstStyle/>
          <a:p>
            <a:r>
              <a:rPr lang="en-US" noProof="0" dirty="0" smtClean="0"/>
              <a:t>Click icon to add chart</a:t>
            </a:r>
            <a:endParaRPr lang="en-US" noProof="0" dirty="0"/>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smtClean="0"/>
              <a:t>Click to edit Master text styles</a:t>
            </a:r>
          </a:p>
        </p:txBody>
      </p:sp>
    </p:spTree>
    <p:extLst>
      <p:ext uri="{BB962C8B-B14F-4D97-AF65-F5344CB8AC3E}">
        <p14:creationId xmlns:p14="http://schemas.microsoft.com/office/powerpoint/2010/main" val="4031928715"/>
      </p:ext>
    </p:extLst>
  </p:cSld>
  <p:clrMapOvr>
    <a:masterClrMapping/>
  </p:clrMapOvr>
  <p:transition>
    <p:fade/>
  </p:transition>
  <p:timing>
    <p:tnLst>
      <p:par>
        <p:cTn id="1" dur="indefinite" restart="never" nodeType="tmRoot"/>
      </p:par>
    </p:tnLst>
  </p:timing>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3" y="317500"/>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501651" y="1665289"/>
            <a:ext cx="4431857" cy="4716463"/>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8" name="Content Placeholder 3"/>
          <p:cNvSpPr>
            <a:spLocks noGrp="1"/>
          </p:cNvSpPr>
          <p:nvPr>
            <p:ph sz="quarter" idx="16"/>
          </p:nvPr>
        </p:nvSpPr>
        <p:spPr>
          <a:xfrm>
            <a:off x="5450350" y="1700214"/>
            <a:ext cx="6240000" cy="4681537"/>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148641129"/>
      </p:ext>
    </p:extLst>
  </p:cSld>
  <p:clrMapOvr>
    <a:masterClrMapping/>
  </p:clrMapOvr>
  <p:transition>
    <p:fade/>
  </p:transition>
  <p:timing>
    <p:tnLst>
      <p:par>
        <p:cTn id="1" dur="indefinite" restart="never" nodeType="tmRoot"/>
      </p:par>
    </p:tnLst>
  </p:timing>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700"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029296" algn="r"/>
              </a:tabLst>
              <a:defRPr sz="2400">
                <a:solidFill>
                  <a:schemeClr val="accent3"/>
                </a:solidFill>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smtClean="0"/>
              <a:t>Click to edit Master text styles</a:t>
            </a:r>
          </a:p>
        </p:txBody>
      </p:sp>
      <p:sp>
        <p:nvSpPr>
          <p:cNvPr id="8" name="Content Placeholder 3"/>
          <p:cNvSpPr>
            <a:spLocks noGrp="1"/>
          </p:cNvSpPr>
          <p:nvPr>
            <p:ph sz="quarter" idx="16"/>
          </p:nvPr>
        </p:nvSpPr>
        <p:spPr>
          <a:xfrm>
            <a:off x="501651" y="1665289"/>
            <a:ext cx="6506348" cy="4716462"/>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13" hasCustomPrompt="1"/>
          </p:nvPr>
        </p:nvSpPr>
        <p:spPr>
          <a:xfrm>
            <a:off x="501653"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317590080"/>
      </p:ext>
    </p:extLst>
  </p:cSld>
  <p:clrMapOvr>
    <a:masterClrMapping/>
  </p:clrMapOvr>
  <p:transition>
    <p:fade/>
  </p:transition>
  <p:timing>
    <p:tnLst>
      <p:par>
        <p:cTn id="1" dur="indefinite" restart="never" nodeType="tmRoot"/>
      </p:par>
    </p:tnLst>
  </p:timing>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smtClean="0"/>
              <a:t>Click to edit Master title style</a:t>
            </a:r>
            <a:endParaRPr lang="en-US" noProof="0" dirty="0"/>
          </a:p>
        </p:txBody>
      </p:sp>
      <p:sp>
        <p:nvSpPr>
          <p:cNvPr id="4" name="Picture Placeholder 6"/>
          <p:cNvSpPr>
            <a:spLocks noGrp="1"/>
          </p:cNvSpPr>
          <p:nvPr>
            <p:ph type="pic" sz="quarter" idx="13"/>
          </p:nvPr>
        </p:nvSpPr>
        <p:spPr>
          <a:xfrm>
            <a:off x="501650" y="1700213"/>
            <a:ext cx="2712000" cy="1260000"/>
          </a:xfrm>
        </p:spPr>
        <p:txBody>
          <a:bodyPr lIns="0" tIns="0" rIns="0" bIns="0">
            <a:noAutofit/>
          </a:bodyPr>
          <a:lstStyle/>
          <a:p>
            <a:r>
              <a:rPr lang="en-US" noProof="0" dirty="0" smtClean="0"/>
              <a:t>Click icon to add picture</a:t>
            </a:r>
            <a:endParaRPr lang="en-US" noProof="0" dirty="0"/>
          </a:p>
        </p:txBody>
      </p:sp>
      <p:sp>
        <p:nvSpPr>
          <p:cNvPr id="5" name="Picture Placeholder 6"/>
          <p:cNvSpPr>
            <a:spLocks noGrp="1"/>
          </p:cNvSpPr>
          <p:nvPr>
            <p:ph type="pic" sz="quarter" idx="14"/>
          </p:nvPr>
        </p:nvSpPr>
        <p:spPr>
          <a:xfrm>
            <a:off x="3327217" y="1700213"/>
            <a:ext cx="2712000" cy="1260000"/>
          </a:xfrm>
        </p:spPr>
        <p:txBody>
          <a:bodyPr lIns="0" tIns="0" rIns="0" bIns="0">
            <a:noAutofit/>
          </a:bodyPr>
          <a:lstStyle/>
          <a:p>
            <a:r>
              <a:rPr lang="en-US" noProof="0" dirty="0" smtClean="0"/>
              <a:t>Click icon to add picture</a:t>
            </a:r>
            <a:endParaRPr lang="en-US" noProof="0" dirty="0"/>
          </a:p>
        </p:txBody>
      </p:sp>
      <p:sp>
        <p:nvSpPr>
          <p:cNvPr id="6" name="Picture Placeholder 6"/>
          <p:cNvSpPr>
            <a:spLocks noGrp="1"/>
          </p:cNvSpPr>
          <p:nvPr>
            <p:ph type="pic" sz="quarter" idx="15"/>
          </p:nvPr>
        </p:nvSpPr>
        <p:spPr>
          <a:xfrm>
            <a:off x="6152783" y="1700213"/>
            <a:ext cx="2712000" cy="1260000"/>
          </a:xfrm>
        </p:spPr>
        <p:txBody>
          <a:bodyPr lIns="0" tIns="0" rIns="0" bIns="0">
            <a:noAutofit/>
          </a:bodyPr>
          <a:lstStyle/>
          <a:p>
            <a:r>
              <a:rPr lang="en-US" noProof="0" dirty="0" smtClean="0"/>
              <a:t>Click icon to add picture</a:t>
            </a:r>
            <a:endParaRPr lang="en-US" noProof="0" dirty="0"/>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dirty="0" smtClean="0"/>
              <a:t>Click icon to add picture</a:t>
            </a:r>
            <a:endParaRPr lang="en-US" noProof="0" dirty="0"/>
          </a:p>
        </p:txBody>
      </p:sp>
      <p:sp>
        <p:nvSpPr>
          <p:cNvPr id="9" name="Text Placeholder 8"/>
          <p:cNvSpPr>
            <a:spLocks noGrp="1"/>
          </p:cNvSpPr>
          <p:nvPr>
            <p:ph type="body" sz="quarter" idx="17"/>
          </p:nvPr>
        </p:nvSpPr>
        <p:spPr>
          <a:xfrm>
            <a:off x="501651"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0" name="Text Placeholder 8"/>
          <p:cNvSpPr>
            <a:spLocks noGrp="1"/>
          </p:cNvSpPr>
          <p:nvPr>
            <p:ph type="body" sz="quarter" idx="18"/>
          </p:nvPr>
        </p:nvSpPr>
        <p:spPr>
          <a:xfrm>
            <a:off x="6149964"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1" name="Text Placeholder 8"/>
          <p:cNvSpPr>
            <a:spLocks noGrp="1"/>
          </p:cNvSpPr>
          <p:nvPr>
            <p:ph type="body" sz="quarter" idx="19"/>
          </p:nvPr>
        </p:nvSpPr>
        <p:spPr>
          <a:xfrm>
            <a:off x="3330041" y="3124200"/>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2" name="Text Placeholder 8"/>
          <p:cNvSpPr>
            <a:spLocks noGrp="1"/>
          </p:cNvSpPr>
          <p:nvPr>
            <p:ph type="body" sz="quarter" idx="20"/>
          </p:nvPr>
        </p:nvSpPr>
        <p:spPr>
          <a:xfrm>
            <a:off x="8993169" y="3108508"/>
            <a:ext cx="2697182" cy="3273240"/>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3" name="Text Placeholder 8"/>
          <p:cNvSpPr>
            <a:spLocks noGrp="1"/>
          </p:cNvSpPr>
          <p:nvPr>
            <p:ph type="body" sz="quarter" idx="21" hasCustomPrompt="1"/>
          </p:nvPr>
        </p:nvSpPr>
        <p:spPr>
          <a:xfrm>
            <a:off x="501651" y="651601"/>
            <a:ext cx="11188701"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706698884"/>
      </p:ext>
    </p:extLst>
  </p:cSld>
  <p:clrMapOvr>
    <a:masterClrMapping/>
  </p:clrMapOvr>
  <p:transition>
    <p:fade/>
  </p:transition>
  <p:timing>
    <p:tnLst>
      <p:par>
        <p:cTn id="1" dur="indefinite" restart="never" nodeType="tmRoot"/>
      </p:par>
    </p:tnLst>
  </p:timing>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smtClean="0"/>
              <a:t>Click to edit Master title style</a:t>
            </a:r>
            <a:endParaRPr lang="en-US" noProof="0" dirty="0"/>
          </a:p>
        </p:txBody>
      </p:sp>
      <p:sp>
        <p:nvSpPr>
          <p:cNvPr id="4" name="Rectangle 3"/>
          <p:cNvSpPr/>
          <p:nvPr userDrawn="1"/>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userDrawn="1"/>
        </p:nvSpPr>
        <p:spPr>
          <a:xfrm>
            <a:off x="6224087" y="1700213"/>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userDrawn="1"/>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7" name="Rectangle 6"/>
          <p:cNvSpPr/>
          <p:nvPr userDrawn="1"/>
        </p:nvSpPr>
        <p:spPr>
          <a:xfrm>
            <a:off x="6224087"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8" name="Picture Placeholder 11"/>
          <p:cNvSpPr>
            <a:spLocks noGrp="1"/>
          </p:cNvSpPr>
          <p:nvPr>
            <p:ph type="pic" sz="quarter" idx="25"/>
          </p:nvPr>
        </p:nvSpPr>
        <p:spPr>
          <a:xfrm>
            <a:off x="504000" y="1880213"/>
            <a:ext cx="1968000" cy="1476000"/>
          </a:xfrm>
        </p:spPr>
        <p:txBody>
          <a:bodyPr/>
          <a:lstStyle>
            <a:lvl1pPr algn="ctr">
              <a:defRPr/>
            </a:lvl1pPr>
          </a:lstStyle>
          <a:p>
            <a:r>
              <a:rPr lang="en-US" noProof="0" dirty="0" smtClean="0"/>
              <a:t>Click icon to add picture</a:t>
            </a:r>
            <a:endParaRPr lang="en-US" noProof="0" dirty="0"/>
          </a:p>
        </p:txBody>
      </p:sp>
      <p:sp>
        <p:nvSpPr>
          <p:cNvPr id="9" name="Picture Placeholder 11"/>
          <p:cNvSpPr>
            <a:spLocks noGrp="1"/>
          </p:cNvSpPr>
          <p:nvPr>
            <p:ph type="pic" sz="quarter" idx="27"/>
          </p:nvPr>
        </p:nvSpPr>
        <p:spPr>
          <a:xfrm>
            <a:off x="6224086" y="1880213"/>
            <a:ext cx="1968000" cy="1476000"/>
          </a:xfrm>
        </p:spPr>
        <p:txBody>
          <a:bodyPr/>
          <a:lstStyle>
            <a:lvl1pPr algn="ctr">
              <a:defRPr/>
            </a:lvl1pPr>
          </a:lstStyle>
          <a:p>
            <a:r>
              <a:rPr lang="en-US" noProof="0" dirty="0" smtClean="0"/>
              <a:t>Click icon to add picture</a:t>
            </a:r>
            <a:endParaRPr lang="en-US" noProof="0"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noProof="0" dirty="0" smtClean="0"/>
              <a:t>Click icon to add picture</a:t>
            </a:r>
            <a:endParaRPr lang="en-US" noProof="0" dirty="0"/>
          </a:p>
        </p:txBody>
      </p:sp>
      <p:sp>
        <p:nvSpPr>
          <p:cNvPr id="11" name="Picture Placeholder 11"/>
          <p:cNvSpPr>
            <a:spLocks noGrp="1"/>
          </p:cNvSpPr>
          <p:nvPr>
            <p:ph type="pic" sz="quarter" idx="31"/>
          </p:nvPr>
        </p:nvSpPr>
        <p:spPr>
          <a:xfrm>
            <a:off x="6224086" y="4256213"/>
            <a:ext cx="1968000" cy="1476000"/>
          </a:xfrm>
        </p:spPr>
        <p:txBody>
          <a:bodyPr/>
          <a:lstStyle>
            <a:lvl1pPr algn="ctr">
              <a:defRPr/>
            </a:lvl1pPr>
          </a:lstStyle>
          <a:p>
            <a:r>
              <a:rPr lang="en-US" noProof="0" dirty="0" smtClean="0"/>
              <a:t>Click icon to add picture</a:t>
            </a:r>
            <a:endParaRPr lang="en-US" noProof="0" dirty="0"/>
          </a:p>
        </p:txBody>
      </p:sp>
      <p:sp>
        <p:nvSpPr>
          <p:cNvPr id="13" name="Text Placeholder 12"/>
          <p:cNvSpPr>
            <a:spLocks noGrp="1"/>
          </p:cNvSpPr>
          <p:nvPr>
            <p:ph type="body" sz="quarter" idx="32"/>
          </p:nvPr>
        </p:nvSpPr>
        <p:spPr>
          <a:xfrm>
            <a:off x="2683483" y="1880213"/>
            <a:ext cx="3288000" cy="1944000"/>
          </a:xfrm>
        </p:spPr>
        <p:txBody>
          <a:bodyPr/>
          <a:lstStyle>
            <a:lvl1pPr>
              <a:spcAft>
                <a:spcPts val="0"/>
              </a:spcAft>
              <a:defRPr b="1"/>
            </a:lvl1pPr>
            <a:lvl2pPr>
              <a:spcAft>
                <a:spcPts val="0"/>
              </a:spcAft>
              <a:defRPr b="0"/>
            </a:lvl2pPr>
          </a:lstStyle>
          <a:p>
            <a:pPr lvl="0"/>
            <a:r>
              <a:rPr lang="en-US" noProof="0" dirty="0" smtClean="0"/>
              <a:t>Click to edit Master text styles</a:t>
            </a:r>
          </a:p>
          <a:p>
            <a:pPr lvl="1"/>
            <a:r>
              <a:rPr lang="en-US" noProof="0" dirty="0" smtClean="0"/>
              <a:t>Second level</a:t>
            </a:r>
          </a:p>
        </p:txBody>
      </p:sp>
      <p:sp>
        <p:nvSpPr>
          <p:cNvPr id="14" name="Text Placeholder 12"/>
          <p:cNvSpPr>
            <a:spLocks noGrp="1"/>
          </p:cNvSpPr>
          <p:nvPr>
            <p:ph type="body" sz="quarter" idx="33"/>
          </p:nvPr>
        </p:nvSpPr>
        <p:spPr>
          <a:xfrm>
            <a:off x="8396561" y="1880213"/>
            <a:ext cx="3302591" cy="1944000"/>
          </a:xfrm>
        </p:spPr>
        <p:txBody>
          <a:bodyPr/>
          <a:lstStyle>
            <a:lvl1pPr>
              <a:spcAft>
                <a:spcPts val="0"/>
              </a:spcAft>
              <a:defRPr b="1"/>
            </a:lvl1pPr>
            <a:lvl2pPr>
              <a:spcAft>
                <a:spcPts val="0"/>
              </a:spcAft>
              <a:defRPr b="0"/>
            </a:lvl2pPr>
          </a:lstStyle>
          <a:p>
            <a:pPr lvl="0"/>
            <a:r>
              <a:rPr lang="en-US" noProof="0" smtClean="0"/>
              <a:t>Click to edit Master text styles</a:t>
            </a:r>
          </a:p>
          <a:p>
            <a:pPr lvl="1"/>
            <a:r>
              <a:rPr lang="en-US" noProof="0" smtClean="0"/>
              <a:t>Second level</a:t>
            </a:r>
          </a:p>
        </p:txBody>
      </p:sp>
      <p:sp>
        <p:nvSpPr>
          <p:cNvPr id="15" name="Text Placeholder 12"/>
          <p:cNvSpPr>
            <a:spLocks noGrp="1"/>
          </p:cNvSpPr>
          <p:nvPr>
            <p:ph type="body" sz="quarter" idx="34"/>
          </p:nvPr>
        </p:nvSpPr>
        <p:spPr>
          <a:xfrm>
            <a:off x="2683483" y="4256213"/>
            <a:ext cx="3288000" cy="1944000"/>
          </a:xfrm>
        </p:spPr>
        <p:txBody>
          <a:bodyPr/>
          <a:lstStyle>
            <a:lvl1pPr>
              <a:spcAft>
                <a:spcPts val="0"/>
              </a:spcAft>
              <a:defRPr b="1"/>
            </a:lvl1pPr>
            <a:lvl2pPr>
              <a:spcAft>
                <a:spcPts val="0"/>
              </a:spcAft>
              <a:defRPr b="0"/>
            </a:lvl2pPr>
          </a:lstStyle>
          <a:p>
            <a:pPr lvl="0"/>
            <a:r>
              <a:rPr lang="en-US" noProof="0" smtClean="0"/>
              <a:t>Click to edit Master text styles</a:t>
            </a:r>
          </a:p>
          <a:p>
            <a:pPr lvl="1"/>
            <a:r>
              <a:rPr lang="en-US" noProof="0" smtClean="0"/>
              <a:t>Second level</a:t>
            </a:r>
          </a:p>
        </p:txBody>
      </p:sp>
      <p:sp>
        <p:nvSpPr>
          <p:cNvPr id="16" name="Text Placeholder 12"/>
          <p:cNvSpPr>
            <a:spLocks noGrp="1"/>
          </p:cNvSpPr>
          <p:nvPr>
            <p:ph type="body" sz="quarter" idx="35"/>
          </p:nvPr>
        </p:nvSpPr>
        <p:spPr>
          <a:xfrm>
            <a:off x="8396561" y="4256213"/>
            <a:ext cx="3302591" cy="1944000"/>
          </a:xfrm>
        </p:spPr>
        <p:txBody>
          <a:bodyPr/>
          <a:lstStyle>
            <a:lvl1pPr>
              <a:spcAft>
                <a:spcPts val="0"/>
              </a:spcAft>
              <a:defRPr b="1"/>
            </a:lvl1pPr>
            <a:lvl2pPr>
              <a:spcAft>
                <a:spcPts val="0"/>
              </a:spcAft>
              <a:defRPr b="0"/>
            </a:lvl2pPr>
          </a:lstStyle>
          <a:p>
            <a:pPr lvl="0"/>
            <a:r>
              <a:rPr lang="en-US" noProof="0" smtClean="0"/>
              <a:t>Click to edit Master text styles</a:t>
            </a:r>
          </a:p>
          <a:p>
            <a:pPr lvl="1"/>
            <a:r>
              <a:rPr lang="en-US" noProof="0" smtClean="0"/>
              <a:t>Second level</a:t>
            </a:r>
          </a:p>
        </p:txBody>
      </p:sp>
      <p:sp>
        <p:nvSpPr>
          <p:cNvPr id="17"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597509406"/>
      </p:ext>
    </p:extLst>
  </p:cSld>
  <p:clrMapOvr>
    <a:masterClrMapping/>
  </p:clrMapOvr>
  <p:transition>
    <p:fade/>
  </p:transition>
  <p:timing>
    <p:tnLst>
      <p:par>
        <p:cTn id="1" dur="indefinite" restart="never" nodeType="tmRoot"/>
      </p:par>
    </p:tnLst>
  </p:timing>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smtClean="0"/>
              <a:t>Click to edit Master title style</a:t>
            </a:r>
            <a:endParaRPr lang="en-US" noProof="0" dirty="0"/>
          </a:p>
        </p:txBody>
      </p:sp>
      <p:sp>
        <p:nvSpPr>
          <p:cNvPr id="4" name="Picture Placeholder 7"/>
          <p:cNvSpPr>
            <a:spLocks noGrp="1"/>
          </p:cNvSpPr>
          <p:nvPr>
            <p:ph type="pic" sz="quarter" idx="13"/>
          </p:nvPr>
        </p:nvSpPr>
        <p:spPr>
          <a:xfrm>
            <a:off x="501652" y="1700214"/>
            <a:ext cx="3695700" cy="1971675"/>
          </a:xfrm>
        </p:spPr>
        <p:txBody>
          <a:bodyPr/>
          <a:lstStyle/>
          <a:p>
            <a:r>
              <a:rPr lang="en-US" noProof="0" dirty="0" smtClean="0"/>
              <a:t>Click icon to add picture</a:t>
            </a:r>
            <a:endParaRPr lang="en-US" noProof="0" dirty="0"/>
          </a:p>
        </p:txBody>
      </p:sp>
      <p:sp>
        <p:nvSpPr>
          <p:cNvPr id="5" name="Picture Placeholder 7"/>
          <p:cNvSpPr>
            <a:spLocks noGrp="1"/>
          </p:cNvSpPr>
          <p:nvPr>
            <p:ph type="pic" sz="quarter" idx="14"/>
          </p:nvPr>
        </p:nvSpPr>
        <p:spPr>
          <a:xfrm>
            <a:off x="8006399" y="1700214"/>
            <a:ext cx="3683953" cy="1971675"/>
          </a:xfrm>
        </p:spPr>
        <p:txBody>
          <a:bodyPr/>
          <a:lstStyle/>
          <a:p>
            <a:r>
              <a:rPr lang="en-US" noProof="0" dirty="0" smtClean="0"/>
              <a:t>Click icon to add picture</a:t>
            </a:r>
            <a:endParaRPr lang="en-US" noProof="0" dirty="0"/>
          </a:p>
        </p:txBody>
      </p:sp>
      <p:sp>
        <p:nvSpPr>
          <p:cNvPr id="6" name="Picture Placeholder 7"/>
          <p:cNvSpPr>
            <a:spLocks noGrp="1"/>
          </p:cNvSpPr>
          <p:nvPr>
            <p:ph type="pic" sz="quarter" idx="15"/>
          </p:nvPr>
        </p:nvSpPr>
        <p:spPr>
          <a:xfrm>
            <a:off x="4273075" y="1700214"/>
            <a:ext cx="3657600" cy="1971675"/>
          </a:xfrm>
        </p:spPr>
        <p:txBody>
          <a:bodyPr/>
          <a:lstStyle/>
          <a:p>
            <a:r>
              <a:rPr lang="en-US" noProof="0" dirty="0" smtClean="0"/>
              <a:t>Click icon to add picture</a:t>
            </a:r>
            <a:endParaRPr lang="en-US" noProof="0" dirty="0"/>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1" y="3832225"/>
            <a:ext cx="365760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9" y="3832225"/>
            <a:ext cx="3683953"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983523519"/>
      </p:ext>
    </p:extLst>
  </p:cSld>
  <p:clrMapOvr>
    <a:masterClrMapping/>
  </p:clrMapOvr>
  <p:transition>
    <p:fade/>
  </p:transition>
  <p:timing>
    <p:tnLst>
      <p:par>
        <p:cTn id="1" dur="indefinite" restart="never" nodeType="tmRoot"/>
      </p:par>
    </p:tnLst>
  </p:timing>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4169083954"/>
      </p:ext>
    </p:extLst>
  </p:cSld>
  <p:clrMapOvr>
    <a:masterClrMapping/>
  </p:clrMapOvr>
  <p:transition>
    <p:fade/>
  </p:transition>
  <p:timing>
    <p:tnLst>
      <p:par>
        <p:cTn id="1" dur="indefinite" restart="never" nodeType="tmRoot"/>
      </p:par>
    </p:tnLst>
  </p:timing>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3"/>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9" name="Text Placeholder 8"/>
          <p:cNvSpPr>
            <a:spLocks noGrp="1"/>
          </p:cNvSpPr>
          <p:nvPr>
            <p:ph type="body" sz="quarter" idx="21"/>
          </p:nvPr>
        </p:nvSpPr>
        <p:spPr>
          <a:xfrm>
            <a:off x="6246195" y="1857893"/>
            <a:ext cx="5444156"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2" name="Title 1"/>
          <p:cNvSpPr>
            <a:spLocks noGrp="1"/>
          </p:cNvSpPr>
          <p:nvPr>
            <p:ph type="title"/>
          </p:nvPr>
        </p:nvSpPr>
        <p:spPr>
          <a:xfrm>
            <a:off x="501651" y="317502"/>
            <a:ext cx="11188700" cy="334099"/>
          </a:xfrm>
        </p:spPr>
        <p:txBody>
          <a:bodyPr/>
          <a:lstStyle/>
          <a:p>
            <a:r>
              <a:rPr lang="en-US" noProof="0" smtClean="0"/>
              <a:t>Click to edit Master title style</a:t>
            </a:r>
            <a:endParaRPr lang="en-US" noProof="0" dirty="0"/>
          </a:p>
        </p:txBody>
      </p:sp>
      <p:sp>
        <p:nvSpPr>
          <p:cNvPr id="4" name="Rectangle 3"/>
          <p:cNvSpPr/>
          <p:nvPr userDrawn="1"/>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userDrawn="1"/>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3" y="1863917"/>
            <a:ext cx="1210206"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304851040"/>
      </p:ext>
    </p:extLst>
  </p:cSld>
  <p:clrMapOvr>
    <a:masterClrMapping/>
  </p:clrMapOvr>
  <p:transition>
    <p:fade/>
  </p:transition>
  <p:timing>
    <p:tnLst>
      <p:par>
        <p:cTn id="1" dur="indefinite" restart="never" nodeType="tmRoot"/>
      </p:par>
    </p:tnLst>
  </p:timing>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3"/>
            <a:ext cx="5468941"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21"/>
          </p:nvPr>
        </p:nvSpPr>
        <p:spPr>
          <a:xfrm>
            <a:off x="6246195" y="1857893"/>
            <a:ext cx="545466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2" name="Title 1"/>
          <p:cNvSpPr>
            <a:spLocks noGrp="1"/>
          </p:cNvSpPr>
          <p:nvPr>
            <p:ph type="title"/>
          </p:nvPr>
        </p:nvSpPr>
        <p:spPr>
          <a:xfrm>
            <a:off x="501651" y="317502"/>
            <a:ext cx="11188700" cy="334099"/>
          </a:xfrm>
        </p:spPr>
        <p:txBody>
          <a:bodyPr/>
          <a:lstStyle/>
          <a:p>
            <a:r>
              <a:rPr lang="en-US" noProof="0" smtClean="0"/>
              <a:t>Click to edit Master title style</a:t>
            </a:r>
            <a:endParaRPr lang="en-US" noProof="0" dirty="0"/>
          </a:p>
        </p:txBody>
      </p:sp>
      <p:sp>
        <p:nvSpPr>
          <p:cNvPr id="4" name="Rectangle 3"/>
          <p:cNvSpPr/>
          <p:nvPr userDrawn="1"/>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userDrawn="1"/>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4000" y="4249683"/>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1" name="Text Placeholder 8"/>
          <p:cNvSpPr>
            <a:spLocks noGrp="1"/>
          </p:cNvSpPr>
          <p:nvPr>
            <p:ph type="body" sz="quarter" idx="23"/>
          </p:nvPr>
        </p:nvSpPr>
        <p:spPr>
          <a:xfrm>
            <a:off x="6246195" y="4249683"/>
            <a:ext cx="545295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13" name="Rectangle 12"/>
          <p:cNvSpPr/>
          <p:nvPr userDrawn="1"/>
        </p:nvSpPr>
        <p:spPr>
          <a:xfrm>
            <a:off x="6246195"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14" name="Picture Placeholder 29"/>
          <p:cNvSpPr>
            <a:spLocks noGrp="1"/>
          </p:cNvSpPr>
          <p:nvPr>
            <p:ph type="pic" sz="quarter" idx="24" hasCustomPrompt="1"/>
          </p:nvPr>
        </p:nvSpPr>
        <p:spPr>
          <a:xfrm>
            <a:off x="4754494" y="4255707"/>
            <a:ext cx="1239382"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9493" y="1863917"/>
            <a:ext cx="1210206"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Tree>
    <p:extLst>
      <p:ext uri="{BB962C8B-B14F-4D97-AF65-F5344CB8AC3E}">
        <p14:creationId xmlns:p14="http://schemas.microsoft.com/office/powerpoint/2010/main" val="3167421362"/>
      </p:ext>
    </p:extLst>
  </p:cSld>
  <p:clrMapOvr>
    <a:masterClrMapping/>
  </p:clrMapOvr>
  <p:transition>
    <p:fade/>
  </p:transition>
  <p:timing>
    <p:tnLst>
      <p:par>
        <p:cTn id="1" dur="indefinite" restart="never" nodeType="tmRoot"/>
      </p:par>
    </p:tnLst>
  </p:timing>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smtClean="0"/>
              <a:t>Click to edit Master title style</a:t>
            </a:r>
            <a:endParaRPr lang="en-US" noProof="0" dirty="0"/>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19"/>
          </p:nvPr>
        </p:nvSpPr>
        <p:spPr>
          <a:xfrm>
            <a:off x="8127999" y="1851441"/>
            <a:ext cx="3571153"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0"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148422084"/>
      </p:ext>
    </p:extLst>
  </p:cSld>
  <p:clrMapOvr>
    <a:masterClrMapping/>
  </p:clrMapOvr>
  <p:transition>
    <p:fade/>
  </p:transition>
  <p:timing>
    <p:tnLst>
      <p:par>
        <p:cTn id="1" dur="indefinite" restart="never" nodeType="tmRoot"/>
      </p:par>
    </p:tnLst>
  </p:timing>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smtClean="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8"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271616749"/>
      </p:ext>
    </p:extLst>
  </p:cSld>
  <p:clrMapOvr>
    <a:masterClrMapping/>
  </p:clrMapOvr>
  <p:transition>
    <p:fade/>
  </p:transition>
  <p:timing>
    <p:tnLst>
      <p:par>
        <p:cTn id="1" dur="indefinite" restart="never" nodeType="tmRoot"/>
      </p:par>
    </p:tnLst>
  </p:timing>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1" cy="370193"/>
          </a:xfrm>
        </p:spPr>
        <p:txBody>
          <a:bodyPr/>
          <a:lstStyle>
            <a:lvl1pPr>
              <a:defRPr>
                <a:solidFill>
                  <a:schemeClr val="bg1"/>
                </a:solidFill>
              </a:defRPr>
            </a:lvl1pPr>
          </a:lstStyle>
          <a:p>
            <a:r>
              <a:rPr lang="en-US" noProof="0" dirty="0" smtClean="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8" name="Text Placeholder 8"/>
          <p:cNvSpPr>
            <a:spLocks noGrp="1"/>
          </p:cNvSpPr>
          <p:nvPr>
            <p:ph type="body" sz="quarter" idx="13" hasCustomPrompt="1"/>
          </p:nvPr>
        </p:nvSpPr>
        <p:spPr>
          <a:xfrm>
            <a:off x="501651" y="687694"/>
            <a:ext cx="11188701" cy="757255"/>
          </a:xfrm>
          <a:prstGeom prst="rect">
            <a:avLst/>
          </a:prstGeom>
        </p:spPr>
        <p:txBody>
          <a:bodyPr lIns="0" tIns="0" rIns="0" bIns="0">
            <a:noAutofit/>
          </a:bodyPr>
          <a:lstStyle>
            <a:lvl1pPr marL="0" indent="0">
              <a:buNone/>
              <a:defRPr sz="1814" b="0">
                <a:solidFill>
                  <a:schemeClr val="bg1"/>
                </a:solidFill>
              </a:defRPr>
            </a:lvl1pPr>
          </a:lstStyle>
          <a:p>
            <a:pPr lvl="0"/>
            <a:r>
              <a:rPr lang="en-US" noProof="0" dirty="0"/>
              <a:t>Click to add subtitle</a:t>
            </a:r>
          </a:p>
        </p:txBody>
      </p:sp>
      <p:sp>
        <p:nvSpPr>
          <p:cNvPr id="13" name="TextBox 12"/>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fr-FR" sz="650" noProof="0" dirty="0" smtClean="0">
                <a:solidFill>
                  <a:schemeClr val="bg1"/>
                </a:solidFill>
              </a:rPr>
              <a:t>© 2018 Deloitte Touche Tohmatsu India LLP</a:t>
            </a:r>
            <a:endParaRPr lang="fr-FR" sz="650" noProof="0" dirty="0">
              <a:solidFill>
                <a:schemeClr val="bg1"/>
              </a:solidFill>
            </a:endParaRPr>
          </a:p>
        </p:txBody>
      </p:sp>
      <p:sp>
        <p:nvSpPr>
          <p:cNvPr id="15" name="TextBox 14"/>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828861877"/>
      </p:ext>
    </p:extLst>
  </p:cSld>
  <p:clrMapOvr>
    <a:masterClrMapping/>
  </p:clrMapOvr>
  <p:transition>
    <p:fade/>
  </p:transition>
  <p:timing>
    <p:tnLst>
      <p:par>
        <p:cTn id="1" dur="indefinite" restart="never" nodeType="tmRoot"/>
      </p:par>
    </p:tnLst>
  </p:timing>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501651" y="1665289"/>
            <a:ext cx="5594351" cy="4716463"/>
          </a:xfrm>
          <a:prstGeom prst="rect">
            <a:avLst/>
          </a:prstGeom>
        </p:spPr>
        <p:txBody>
          <a:bodyPr vert="horz"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2693050963"/>
      </p:ext>
    </p:extLst>
  </p:cSld>
  <p:clrMapOvr>
    <a:masterClrMapping/>
  </p:clrMapOvr>
  <p:transition>
    <p:fade/>
  </p:transition>
  <p:timing>
    <p:tnLst>
      <p:par>
        <p:cTn id="1" dur="indefinite" restart="never" nodeType="tmRoot"/>
      </p:par>
    </p:tnLst>
  </p:timing>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smtClean="0"/>
              <a:t>Click to edit Master title style</a:t>
            </a:r>
            <a:endParaRPr lang="en-US" noProof="0" dirty="0"/>
          </a:p>
        </p:txBody>
      </p:sp>
    </p:spTree>
    <p:extLst>
      <p:ext uri="{BB962C8B-B14F-4D97-AF65-F5344CB8AC3E}">
        <p14:creationId xmlns:p14="http://schemas.microsoft.com/office/powerpoint/2010/main" val="1824857523"/>
      </p:ext>
    </p:extLst>
  </p:cSld>
  <p:clrMapOvr>
    <a:masterClrMapping/>
  </p:clrMapOvr>
  <p:transition>
    <p:fade/>
  </p:transition>
  <p:timing>
    <p:tnLst>
      <p:par>
        <p:cTn id="1" dur="indefinite" restart="never" nodeType="tmRoot"/>
      </p:par>
    </p:tnLst>
  </p:timing>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6861948"/>
      </p:ext>
    </p:extLst>
  </p:cSld>
  <p:clrMapOvr>
    <a:masterClrMapping/>
  </p:clrMapOvr>
  <p:transition>
    <p:fade/>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2" y="4211955"/>
            <a:ext cx="8528936" cy="2169796"/>
          </a:xfrm>
        </p:spPr>
        <p:txBody>
          <a:bodyPr anchor="b" anchorCtr="0"/>
          <a:lstStyle>
            <a:lvl1pPr>
              <a:lnSpc>
                <a:spcPct val="100000"/>
              </a:lnSpc>
              <a:spcAft>
                <a:spcPts val="566"/>
              </a:spcAft>
              <a:defRPr sz="856"/>
            </a:lvl1pPr>
          </a:lstStyle>
          <a:p>
            <a:pPr lvl="0"/>
            <a:r>
              <a:rPr lang="en-US" noProof="0" dirty="0" smtClean="0"/>
              <a:t>Deloitte refers to one or more of Deloitte </a:t>
            </a:r>
            <a:r>
              <a:rPr lang="en-US" noProof="0" dirty="0" err="1" smtClean="0"/>
              <a:t>Touche</a:t>
            </a:r>
            <a:r>
              <a:rPr lang="en-US" noProof="0" dirty="0" smtClean="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smtClean="0"/>
              <a:t>This material has been prepared by Deloitte </a:t>
            </a:r>
            <a:r>
              <a:rPr lang="en-US" noProof="0" dirty="0" err="1" smtClean="0"/>
              <a:t>Touche</a:t>
            </a:r>
            <a:r>
              <a:rPr lang="en-US" noProof="0" dirty="0" smtClean="0"/>
              <a:t> Tohmatsu India LLP (“DTTILLP”), a member of Deloitte </a:t>
            </a:r>
            <a:r>
              <a:rPr lang="en-US" noProof="0" dirty="0" err="1" smtClean="0"/>
              <a:t>Touche</a:t>
            </a:r>
            <a:r>
              <a:rPr lang="en-US" noProof="0" dirty="0" smtClean="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smtClean="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smtClean="0"/>
              <a:t>©2016 Deloitte </a:t>
            </a:r>
            <a:r>
              <a:rPr lang="en-US" noProof="0" dirty="0" err="1" smtClean="0"/>
              <a:t>Touche</a:t>
            </a:r>
            <a:r>
              <a:rPr lang="en-US" noProof="0" dirty="0" smtClean="0"/>
              <a:t> Tohmatsu India LLP. Member of Deloitte </a:t>
            </a:r>
            <a:r>
              <a:rPr lang="en-US" noProof="0" dirty="0" err="1" smtClean="0"/>
              <a:t>Touche</a:t>
            </a:r>
            <a:r>
              <a:rPr lang="en-US" noProof="0" dirty="0" smtClean="0"/>
              <a:t> Tohmatsu Limited</a:t>
            </a:r>
          </a:p>
          <a:p>
            <a:pPr lvl="0"/>
            <a:r>
              <a:rPr lang="en-US" noProof="0" dirty="0" smtClean="0"/>
              <a:t>Deloitte </a:t>
            </a:r>
            <a:r>
              <a:rPr lang="en-US" noProof="0" dirty="0" err="1" smtClean="0"/>
              <a:t>Touche</a:t>
            </a:r>
            <a:r>
              <a:rPr lang="en-US" noProof="0" dirty="0" smtClean="0"/>
              <a:t> Tohmatsu India Private Limited (U74140MH199 5PTC093339), a private company limited by shares, was converted into Deloitte </a:t>
            </a:r>
            <a:r>
              <a:rPr lang="en-US" noProof="0" dirty="0" err="1" smtClean="0"/>
              <a:t>Touche</a:t>
            </a:r>
            <a:r>
              <a:rPr lang="en-US" noProof="0" dirty="0" smtClean="0"/>
              <a:t> Tohmatsu India LLP, a limited liability partnership (LLP Identification No. AAE-8458),with effect from October 1, 2015.</a:t>
            </a:r>
          </a:p>
        </p:txBody>
      </p:sp>
      <p:grpSp>
        <p:nvGrpSpPr>
          <p:cNvPr id="20" name="Group 19"/>
          <p:cNvGrpSpPr/>
          <p:nvPr userDrawn="1"/>
        </p:nvGrpSpPr>
        <p:grpSpPr>
          <a:xfrm>
            <a:off x="501649" y="378002"/>
            <a:ext cx="2159032" cy="326302"/>
            <a:chOff x="439792" y="416850"/>
            <a:chExt cx="1892808" cy="359839"/>
          </a:xfrm>
        </p:grpSpPr>
        <p:sp>
          <p:nvSpPr>
            <p:cNvPr id="21"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892195"/>
              <a:endParaRPr lang="en-US" sz="1756" dirty="0">
                <a:solidFill>
                  <a:prstClr val="white"/>
                </a:solidFill>
              </a:endParaRPr>
            </a:p>
          </p:txBody>
        </p:sp>
        <p:sp>
          <p:nvSpPr>
            <p:cNvPr id="22"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pPr defTabSz="892195"/>
              <a:endParaRPr lang="en-US" sz="1756" dirty="0">
                <a:solidFill>
                  <a:prstClr val="white"/>
                </a:solidFill>
              </a:endParaRPr>
            </a:p>
          </p:txBody>
        </p:sp>
        <p:sp>
          <p:nvSpPr>
            <p:cNvPr id="23" name="Rectangle 7"/>
            <p:cNvSpPr>
              <a:spLocks noChangeArrowheads="1"/>
            </p:cNvSpPr>
            <p:nvPr userDrawn="1"/>
          </p:nvSpPr>
          <p:spPr bwMode="auto">
            <a:xfrm>
              <a:off x="1030718" y="416850"/>
              <a:ext cx="86792" cy="354274"/>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pPr defTabSz="892195"/>
              <a:endParaRPr lang="en-US" sz="1756" dirty="0">
                <a:solidFill>
                  <a:prstClr val="white"/>
                </a:solidFill>
              </a:endParaRPr>
            </a:p>
          </p:txBody>
        </p:sp>
        <p:sp>
          <p:nvSpPr>
            <p:cNvPr id="24"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pPr defTabSz="892195"/>
              <a:endParaRPr lang="en-US" sz="1756" dirty="0">
                <a:solidFill>
                  <a:prstClr val="white"/>
                </a:solidFill>
              </a:endParaRPr>
            </a:p>
          </p:txBody>
        </p:sp>
        <p:sp>
          <p:nvSpPr>
            <p:cNvPr id="25" name="Rectangle 9"/>
            <p:cNvSpPr>
              <a:spLocks noChangeArrowheads="1"/>
            </p:cNvSpPr>
            <p:nvPr userDrawn="1"/>
          </p:nvSpPr>
          <p:spPr bwMode="auto">
            <a:xfrm>
              <a:off x="1438825" y="507737"/>
              <a:ext cx="86792" cy="263386"/>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pPr defTabSz="892195"/>
              <a:endParaRPr lang="en-US" sz="1756" dirty="0">
                <a:solidFill>
                  <a:prstClr val="white"/>
                </a:solidFill>
              </a:endParaRPr>
            </a:p>
          </p:txBody>
        </p:sp>
        <p:sp>
          <p:nvSpPr>
            <p:cNvPr id="26" name="Rectangle 10"/>
            <p:cNvSpPr>
              <a:spLocks noChangeArrowheads="1"/>
            </p:cNvSpPr>
            <p:nvPr userDrawn="1"/>
          </p:nvSpPr>
          <p:spPr bwMode="auto">
            <a:xfrm>
              <a:off x="1438825" y="416850"/>
              <a:ext cx="86792" cy="59355"/>
            </a:xfrm>
            <a:prstGeom prst="rect">
              <a:avLst/>
            </a:prstGeom>
            <a:solidFill>
              <a:srgbClr val="000000"/>
            </a:solidFill>
            <a:ln>
              <a:noFill/>
            </a:ln>
            <a:extLst/>
          </p:spPr>
          <p:txBody>
            <a:bodyPr vert="horz" wrap="square" lIns="91440" tIns="45720" rIns="91440" bIns="45720" numCol="1" anchor="t" anchorCtr="0" compatLnSpc="1">
              <a:prstTxWarp prst="textNoShape">
                <a:avLst/>
              </a:prstTxWarp>
            </a:bodyPr>
            <a:lstStyle/>
            <a:p>
              <a:pPr defTabSz="892195"/>
              <a:endParaRPr lang="en-US" sz="1756" dirty="0">
                <a:solidFill>
                  <a:prstClr val="white"/>
                </a:solidFill>
              </a:endParaRPr>
            </a:p>
          </p:txBody>
        </p:sp>
        <p:sp>
          <p:nvSpPr>
            <p:cNvPr id="27"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pPr defTabSz="892195"/>
              <a:endParaRPr lang="en-US" sz="1756" dirty="0">
                <a:solidFill>
                  <a:prstClr val="white"/>
                </a:solidFill>
              </a:endParaRPr>
            </a:p>
          </p:txBody>
        </p:sp>
        <p:sp>
          <p:nvSpPr>
            <p:cNvPr id="28"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pPr defTabSz="892195"/>
              <a:endParaRPr lang="en-US" sz="1756" dirty="0">
                <a:solidFill>
                  <a:prstClr val="white"/>
                </a:solidFill>
              </a:endParaRPr>
            </a:p>
          </p:txBody>
        </p:sp>
        <p:sp>
          <p:nvSpPr>
            <p:cNvPr id="29"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pPr defTabSz="892195"/>
              <a:endParaRPr lang="en-US" sz="1756" dirty="0">
                <a:solidFill>
                  <a:prstClr val="white"/>
                </a:solidFill>
              </a:endParaRPr>
            </a:p>
          </p:txBody>
        </p:sp>
        <p:sp>
          <p:nvSpPr>
            <p:cNvPr id="30"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a:extLst/>
          </p:spPr>
          <p:txBody>
            <a:bodyPr vert="horz" wrap="square" lIns="91440" tIns="45720" rIns="91440" bIns="45720" numCol="1" anchor="t" anchorCtr="0" compatLnSpc="1">
              <a:prstTxWarp prst="textNoShape">
                <a:avLst/>
              </a:prstTxWarp>
            </a:bodyPr>
            <a:lstStyle/>
            <a:p>
              <a:pPr defTabSz="892195"/>
              <a:endParaRPr lang="en-US" sz="1756" dirty="0">
                <a:solidFill>
                  <a:prstClr val="white"/>
                </a:solidFill>
              </a:endParaRPr>
            </a:p>
          </p:txBody>
        </p:sp>
      </p:grpSp>
    </p:spTree>
    <p:extLst>
      <p:ext uri="{BB962C8B-B14F-4D97-AF65-F5344CB8AC3E}">
        <p14:creationId xmlns:p14="http://schemas.microsoft.com/office/powerpoint/2010/main" val="2214896867"/>
      </p:ext>
    </p:extLst>
  </p:cSld>
  <p:clrMapOvr>
    <a:masterClrMapping/>
  </p:clrMapOvr>
  <p:timing>
    <p:tnLst>
      <p:par>
        <p:cTn id="1" dur="indefinite" restart="never" nodeType="tmRoot"/>
      </p:par>
    </p:tnLst>
  </p:timing>
</p:sldLayout>
</file>

<file path=ppt/slideLayouts/slideLayout181.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1"/>
            <a:ext cx="11162349" cy="757255"/>
          </a:xfrm>
          <a:prstGeom prst="rect">
            <a:avLst/>
          </a:prstGeom>
        </p:spPr>
        <p:txBody>
          <a:bodyPr lIns="0" tIns="0" rIns="0" bIns="0">
            <a:noAutofit/>
          </a:bodyPr>
          <a:lstStyle>
            <a:lvl1pPr marL="0" indent="0">
              <a:buNone/>
              <a:defRPr sz="1590" b="0">
                <a:solidFill>
                  <a:schemeClr val="tx2"/>
                </a:solidFill>
              </a:defRPr>
            </a:lvl1pPr>
          </a:lstStyle>
          <a:p>
            <a:pPr lvl="0"/>
            <a:r>
              <a:rPr lang="en-US" noProof="0" dirty="0"/>
              <a:t>Click to add subtitle</a:t>
            </a:r>
          </a:p>
        </p:txBody>
      </p:sp>
      <p:sp>
        <p:nvSpPr>
          <p:cNvPr id="8" name="Text Placeholder 18"/>
          <p:cNvSpPr>
            <a:spLocks noGrp="1"/>
          </p:cNvSpPr>
          <p:nvPr>
            <p:ph idx="1"/>
          </p:nvPr>
        </p:nvSpPr>
        <p:spPr>
          <a:xfrm>
            <a:off x="501652" y="1665289"/>
            <a:ext cx="11165416" cy="4713911"/>
          </a:xfrm>
          <a:prstGeom prst="rect">
            <a:avLst/>
          </a:prstGeom>
        </p:spPr>
        <p:txBody>
          <a:bodyPr vert="horz"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3386569624"/>
      </p:ext>
    </p:extLst>
  </p:cSld>
  <p:clrMapOvr>
    <a:masterClrMapping/>
  </p:clrMapOvr>
  <p:transition>
    <p:fade/>
  </p:transition>
  <p:timing>
    <p:tnLst>
      <p:par>
        <p:cTn id="1" dur="indefinite" restart="never" nodeType="tmRoot"/>
      </p:par>
    </p:tnLst>
  </p:timing>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solidFill>
          <a:schemeClr val="tx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0587" y="727200"/>
            <a:ext cx="7200000" cy="5400000"/>
          </a:xfrm>
          <a:prstGeom prst="rect">
            <a:avLst/>
          </a:prstGeom>
        </p:spPr>
        <p:txBody>
          <a:bodyPr/>
          <a:lstStyle/>
          <a:p>
            <a:r>
              <a:rPr lang="en-US"/>
              <a:t>Click icon to add picture</a:t>
            </a:r>
            <a:endParaRPr lang="en-GB"/>
          </a:p>
        </p:txBody>
      </p:sp>
      <p:sp>
        <p:nvSpPr>
          <p:cNvPr id="2" name="Title 1"/>
          <p:cNvSpPr>
            <a:spLocks noGrp="1"/>
          </p:cNvSpPr>
          <p:nvPr>
            <p:ph type="ctrTitle"/>
          </p:nvPr>
        </p:nvSpPr>
        <p:spPr bwMode="gray">
          <a:xfrm>
            <a:off x="527051" y="5549440"/>
            <a:ext cx="5568949" cy="324000"/>
          </a:xfrm>
        </p:spPr>
        <p:txBody>
          <a:bodyPr anchor="t" anchorCtr="0">
            <a:noAutofit/>
          </a:bodyPr>
          <a:lstStyle>
            <a:lvl1pPr algn="l">
              <a:lnSpc>
                <a:spcPct val="100000"/>
              </a:lnSpc>
              <a:defRPr sz="1800" b="1">
                <a:solidFill>
                  <a:schemeClr val="bg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Subtitle 2"/>
          <p:cNvSpPr>
            <a:spLocks noGrp="1"/>
          </p:cNvSpPr>
          <p:nvPr>
            <p:ph type="subTitle" idx="1"/>
          </p:nvPr>
        </p:nvSpPr>
        <p:spPr bwMode="gray">
          <a:xfrm>
            <a:off x="527051" y="5864230"/>
            <a:ext cx="5568948" cy="505645"/>
          </a:xfrm>
          <a:prstGeom prst="rect">
            <a:avLst/>
          </a:prstGeom>
        </p:spPr>
        <p:txBody>
          <a:bodyPr lIns="0" tIns="0" rIns="0" bIns="0">
            <a:noAutofit/>
          </a:bodyPr>
          <a:lstStyle>
            <a:lvl1pPr marL="0" indent="0" algn="l">
              <a:lnSpc>
                <a:spcPct val="110000"/>
              </a:lnSpc>
              <a:spcAft>
                <a:spcPts val="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Text Placeholder 4"/>
          <p:cNvSpPr>
            <a:spLocks noGrp="1"/>
          </p:cNvSpPr>
          <p:nvPr>
            <p:ph type="body" sz="quarter" idx="10"/>
          </p:nvPr>
        </p:nvSpPr>
        <p:spPr>
          <a:xfrm>
            <a:off x="527051" y="6399564"/>
            <a:ext cx="55689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7051" y="404814"/>
            <a:ext cx="2178308" cy="307849"/>
          </a:xfrm>
          <a:prstGeom prst="rect">
            <a:avLst/>
          </a:prstGeom>
        </p:spPr>
      </p:pic>
    </p:spTree>
    <p:extLst>
      <p:ext uri="{BB962C8B-B14F-4D97-AF65-F5344CB8AC3E}">
        <p14:creationId xmlns:p14="http://schemas.microsoft.com/office/powerpoint/2010/main" val="3479167002"/>
      </p:ext>
    </p:extLst>
  </p:cSld>
  <p:clrMapOvr>
    <a:masterClrMapping/>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0587" y="727200"/>
            <a:ext cx="7200000" cy="5400000"/>
          </a:xfrm>
          <a:prstGeom prst="rect">
            <a:avLst/>
          </a:prstGeom>
        </p:spPr>
        <p:txBody>
          <a:bodyPr/>
          <a:lstStyle/>
          <a:p>
            <a:r>
              <a:rPr lang="en-US" dirty="0"/>
              <a:t>Click icon to add picture</a:t>
            </a:r>
            <a:endParaRPr lang="en-GB" dirty="0"/>
          </a:p>
        </p:txBody>
      </p:sp>
      <p:sp>
        <p:nvSpPr>
          <p:cNvPr id="2" name="Title 1"/>
          <p:cNvSpPr>
            <a:spLocks noGrp="1"/>
          </p:cNvSpPr>
          <p:nvPr>
            <p:ph type="ctrTitle"/>
          </p:nvPr>
        </p:nvSpPr>
        <p:spPr bwMode="gray">
          <a:xfrm>
            <a:off x="527051" y="5549440"/>
            <a:ext cx="5568949" cy="324000"/>
          </a:xfrm>
        </p:spPr>
        <p:txBody>
          <a:bodyPr anchor="t"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Subtitle 2"/>
          <p:cNvSpPr>
            <a:spLocks noGrp="1"/>
          </p:cNvSpPr>
          <p:nvPr>
            <p:ph type="subTitle" idx="1"/>
          </p:nvPr>
        </p:nvSpPr>
        <p:spPr bwMode="gray">
          <a:xfrm>
            <a:off x="527051" y="5864230"/>
            <a:ext cx="5568948" cy="505645"/>
          </a:xfrm>
          <a:prstGeom prst="rect">
            <a:avLst/>
          </a:prstGeom>
        </p:spPr>
        <p:txBody>
          <a:bodyPr lIns="0" tIns="0" rIns="0" bIns="0">
            <a:noAutofit/>
          </a:bodyPr>
          <a:lstStyle>
            <a:lvl1pPr marL="0" indent="0" algn="l">
              <a:lnSpc>
                <a:spcPct val="11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Text Placeholder 4"/>
          <p:cNvSpPr>
            <a:spLocks noGrp="1"/>
          </p:cNvSpPr>
          <p:nvPr>
            <p:ph type="body" sz="quarter" idx="10"/>
          </p:nvPr>
        </p:nvSpPr>
        <p:spPr>
          <a:xfrm>
            <a:off x="527051" y="6399564"/>
            <a:ext cx="55689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7051" y="405929"/>
            <a:ext cx="2178308" cy="305616"/>
          </a:xfrm>
          <a:prstGeom prst="rect">
            <a:avLst/>
          </a:prstGeom>
        </p:spPr>
      </p:pic>
    </p:spTree>
    <p:extLst>
      <p:ext uri="{BB962C8B-B14F-4D97-AF65-F5344CB8AC3E}">
        <p14:creationId xmlns:p14="http://schemas.microsoft.com/office/powerpoint/2010/main" val="1316100828"/>
      </p:ext>
    </p:extLst>
  </p:cSld>
  <p:clrMapOvr>
    <a:masterClrMapping/>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pic>
        <p:nvPicPr>
          <p:cNvPr id="22" name="Picture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27051" y="404814"/>
            <a:ext cx="2178308" cy="307849"/>
          </a:xfrm>
          <a:prstGeom prst="rect">
            <a:avLst/>
          </a:prstGeom>
        </p:spPr>
      </p:pic>
      <p:sp>
        <p:nvSpPr>
          <p:cNvPr id="23" name="Subtitle 2"/>
          <p:cNvSpPr>
            <a:spLocks noGrp="1"/>
          </p:cNvSpPr>
          <p:nvPr>
            <p:ph type="subTitle" idx="1"/>
          </p:nvPr>
        </p:nvSpPr>
        <p:spPr bwMode="gray">
          <a:xfrm>
            <a:off x="527051" y="5864230"/>
            <a:ext cx="5568948" cy="505645"/>
          </a:xfrm>
          <a:prstGeom prst="rect">
            <a:avLst/>
          </a:prstGeom>
        </p:spPr>
        <p:txBody>
          <a:bodyPr lIns="0" tIns="0" rIns="0" bIns="0">
            <a:noAutofit/>
          </a:bodyPr>
          <a:lstStyle>
            <a:lvl1pPr marL="0" indent="0" algn="l">
              <a:lnSpc>
                <a:spcPct val="110000"/>
              </a:lnSpc>
              <a:spcAft>
                <a:spcPts val="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4" name="Text Placeholder 4"/>
          <p:cNvSpPr>
            <a:spLocks noGrp="1"/>
          </p:cNvSpPr>
          <p:nvPr>
            <p:ph type="body" sz="quarter" idx="10"/>
          </p:nvPr>
        </p:nvSpPr>
        <p:spPr>
          <a:xfrm>
            <a:off x="527051" y="6399564"/>
            <a:ext cx="55689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2988133358"/>
      </p:ext>
    </p:extLst>
  </p:cSld>
  <p:clrMapOvr>
    <a:overrideClrMapping bg1="lt1" tx1="dk1" bg2="lt2" tx2="dk2" accent1="accent1" accent2="accent2" accent3="accent3" accent4="accent4" accent5="accent5" accent6="accent6" hlink="hlink" folHlink="folHlink"/>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Subtitle 2"/>
          <p:cNvSpPr>
            <a:spLocks noGrp="1"/>
          </p:cNvSpPr>
          <p:nvPr>
            <p:ph type="subTitle" idx="1"/>
          </p:nvPr>
        </p:nvSpPr>
        <p:spPr bwMode="gray">
          <a:xfrm>
            <a:off x="527051" y="5864230"/>
            <a:ext cx="5568948" cy="505645"/>
          </a:xfrm>
          <a:prstGeom prst="rect">
            <a:avLst/>
          </a:prstGeom>
        </p:spPr>
        <p:txBody>
          <a:bodyPr lIns="0" tIns="0" rIns="0" bIns="0">
            <a:noAutofit/>
          </a:bodyPr>
          <a:lstStyle>
            <a:lvl1pPr marL="0" indent="0" algn="l">
              <a:lnSpc>
                <a:spcPct val="11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0" name="Text Placeholder 4"/>
          <p:cNvSpPr>
            <a:spLocks noGrp="1"/>
          </p:cNvSpPr>
          <p:nvPr>
            <p:ph type="body" sz="quarter" idx="10"/>
          </p:nvPr>
        </p:nvSpPr>
        <p:spPr>
          <a:xfrm>
            <a:off x="527051" y="6399564"/>
            <a:ext cx="55689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pic>
        <p:nvPicPr>
          <p:cNvPr id="21" name="Picture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7051" y="405929"/>
            <a:ext cx="2178308" cy="305616"/>
          </a:xfrm>
          <a:prstGeom prst="rect">
            <a:avLst/>
          </a:prstGeom>
        </p:spPr>
      </p:pic>
    </p:spTree>
    <p:extLst>
      <p:ext uri="{BB962C8B-B14F-4D97-AF65-F5344CB8AC3E}">
        <p14:creationId xmlns:p14="http://schemas.microsoft.com/office/powerpoint/2010/main" val="2987187577"/>
      </p:ext>
    </p:extLst>
  </p:cSld>
  <p:clrMapOvr>
    <a:masterClrMapping/>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24934" y="1705670"/>
            <a:ext cx="10517717"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Text Placeholder 2"/>
          <p:cNvSpPr>
            <a:spLocks noGrp="1"/>
          </p:cNvSpPr>
          <p:nvPr>
            <p:ph type="body" idx="1"/>
          </p:nvPr>
        </p:nvSpPr>
        <p:spPr bwMode="gray">
          <a:xfrm>
            <a:off x="524934" y="3429000"/>
            <a:ext cx="10517717"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289678685"/>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28000" y="1705670"/>
            <a:ext cx="10514651"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Text Placeholder 2"/>
          <p:cNvSpPr>
            <a:spLocks noGrp="1"/>
          </p:cNvSpPr>
          <p:nvPr>
            <p:ph type="body" idx="1"/>
          </p:nvPr>
        </p:nvSpPr>
        <p:spPr bwMode="gray">
          <a:xfrm>
            <a:off x="528000" y="3429000"/>
            <a:ext cx="10517717"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660275454"/>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24934" y="1705670"/>
            <a:ext cx="10517717"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Text Placeholder 2"/>
          <p:cNvSpPr>
            <a:spLocks noGrp="1"/>
          </p:cNvSpPr>
          <p:nvPr>
            <p:ph type="body" idx="1"/>
          </p:nvPr>
        </p:nvSpPr>
        <p:spPr bwMode="gray">
          <a:xfrm>
            <a:off x="524934" y="3429000"/>
            <a:ext cx="10517717"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741602868"/>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24934" y="1705670"/>
            <a:ext cx="10517717"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Text Placeholder 2"/>
          <p:cNvSpPr>
            <a:spLocks noGrp="1"/>
          </p:cNvSpPr>
          <p:nvPr>
            <p:ph type="body" idx="1"/>
          </p:nvPr>
        </p:nvSpPr>
        <p:spPr bwMode="gray">
          <a:xfrm>
            <a:off x="524934" y="3429000"/>
            <a:ext cx="10517717"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635750733"/>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24934" y="1705670"/>
            <a:ext cx="10517717"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Text Placeholder 2"/>
          <p:cNvSpPr>
            <a:spLocks noGrp="1"/>
          </p:cNvSpPr>
          <p:nvPr>
            <p:ph type="body" idx="1"/>
          </p:nvPr>
        </p:nvSpPr>
        <p:spPr bwMode="gray">
          <a:xfrm>
            <a:off x="524934" y="3429000"/>
            <a:ext cx="10517717"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340383464"/>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24934" y="1705670"/>
            <a:ext cx="10517717"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Text Placeholder 2"/>
          <p:cNvSpPr>
            <a:spLocks noGrp="1"/>
          </p:cNvSpPr>
          <p:nvPr>
            <p:ph type="body" idx="1"/>
          </p:nvPr>
        </p:nvSpPr>
        <p:spPr bwMode="gray">
          <a:xfrm>
            <a:off x="524934" y="3429000"/>
            <a:ext cx="10517717" cy="1566532"/>
          </a:xfrm>
        </p:spPr>
        <p:txBody>
          <a:bodyPr lIns="0" tIns="0" rIns="0" bIns="0">
            <a:noAutofit/>
          </a:bodyPr>
          <a:lstStyle>
            <a:lvl1pPr marL="0" indent="0">
              <a:lnSpc>
                <a:spcPct val="95000"/>
              </a:lnSpc>
              <a:spcAft>
                <a:spcPts val="0"/>
              </a:spcAft>
              <a:buNone/>
              <a:defRPr sz="385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1215478016"/>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Key statement green">
    <p:bg>
      <p:bgPr>
        <a:solidFill>
          <a:schemeClr val="accent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24934" y="1628775"/>
            <a:ext cx="9129087" cy="4678730"/>
          </a:xfrm>
          <a:prstGeom prst="rect">
            <a:avLst/>
          </a:prstGeom>
        </p:spPr>
        <p:txBody>
          <a:bodyPr>
            <a:norm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dirty="0"/>
              <a:t>Click to edit Master text styles</a:t>
            </a:r>
          </a:p>
        </p:txBody>
      </p:sp>
    </p:spTree>
    <p:extLst>
      <p:ext uri="{BB962C8B-B14F-4D97-AF65-F5344CB8AC3E}">
        <p14:creationId xmlns:p14="http://schemas.microsoft.com/office/powerpoint/2010/main" val="3595770129"/>
      </p:ext>
    </p:extLst>
  </p:cSld>
  <p:clrMapOvr>
    <a:masterClrMapping/>
  </p:clrMapOvr>
  <p:transition>
    <p:fade/>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24934" y="1628775"/>
            <a:ext cx="9129087" cy="4678730"/>
          </a:xfrm>
          <a:prstGeom prst="rect">
            <a:avLst/>
          </a:prstGeom>
        </p:spPr>
        <p:txBody>
          <a:bodyPr>
            <a:norm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dirty="0"/>
              <a:t>Click to edit Master text styles</a:t>
            </a:r>
          </a:p>
        </p:txBody>
      </p:sp>
    </p:spTree>
    <p:extLst>
      <p:ext uri="{BB962C8B-B14F-4D97-AF65-F5344CB8AC3E}">
        <p14:creationId xmlns:p14="http://schemas.microsoft.com/office/powerpoint/2010/main" val="2422891057"/>
      </p:ext>
    </p:extLst>
  </p:cSld>
  <p:clrMapOvr>
    <a:masterClrMapping/>
  </p:clrMapOvr>
  <p:transition>
    <p:fade/>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Key statement blue">
    <p:bg>
      <p:bgPr>
        <a:solidFill>
          <a:schemeClr val="accent3"/>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24934" y="1628775"/>
            <a:ext cx="9129087" cy="4678730"/>
          </a:xfrm>
          <a:prstGeom prst="rect">
            <a:avLst/>
          </a:prstGeom>
        </p:spPr>
        <p:txBody>
          <a:bodyPr>
            <a:norm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dirty="0"/>
              <a:t>Click to edit Master text styles</a:t>
            </a:r>
          </a:p>
        </p:txBody>
      </p:sp>
    </p:spTree>
    <p:extLst>
      <p:ext uri="{BB962C8B-B14F-4D97-AF65-F5344CB8AC3E}">
        <p14:creationId xmlns:p14="http://schemas.microsoft.com/office/powerpoint/2010/main" val="905556840"/>
      </p:ext>
    </p:extLst>
  </p:cSld>
  <p:clrMapOvr>
    <a:masterClrMapping/>
  </p:clrMapOvr>
  <p:transition>
    <p:fade/>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24934" y="1628775"/>
            <a:ext cx="9129087" cy="4678730"/>
          </a:xfrm>
          <a:prstGeom prst="rect">
            <a:avLst/>
          </a:prstGeom>
        </p:spPr>
        <p:txBody>
          <a:bodyPr>
            <a:norm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dirty="0"/>
              <a:t>Click to edit Master text styles</a:t>
            </a:r>
          </a:p>
        </p:txBody>
      </p:sp>
    </p:spTree>
    <p:extLst>
      <p:ext uri="{BB962C8B-B14F-4D97-AF65-F5344CB8AC3E}">
        <p14:creationId xmlns:p14="http://schemas.microsoft.com/office/powerpoint/2010/main" val="2815975880"/>
      </p:ext>
    </p:extLst>
  </p:cSld>
  <p:clrMapOvr>
    <a:masterClrMapping/>
  </p:clrMapOvr>
  <p:transition>
    <p:fade/>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24934" y="1628775"/>
            <a:ext cx="9129087" cy="4678730"/>
          </a:xfrm>
          <a:prstGeom prst="rect">
            <a:avLst/>
          </a:prstGeom>
        </p:spPr>
        <p:txBody>
          <a:bodyPr>
            <a:norm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dirty="0"/>
              <a:t>Click to edit Master text styles</a:t>
            </a:r>
          </a:p>
        </p:txBody>
      </p:sp>
    </p:spTree>
    <p:extLst>
      <p:ext uri="{BB962C8B-B14F-4D97-AF65-F5344CB8AC3E}">
        <p14:creationId xmlns:p14="http://schemas.microsoft.com/office/powerpoint/2010/main" val="2950554097"/>
      </p:ext>
    </p:extLst>
  </p:cSld>
  <p:clrMapOvr>
    <a:masterClrMapping/>
  </p:clrMapOvr>
  <p:transition>
    <p:fade/>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24933" y="1700213"/>
            <a:ext cx="9293691" cy="4681538"/>
          </a:xfrm>
          <a:prstGeom prst="rect">
            <a:avLst/>
          </a:prstGeom>
        </p:spPr>
        <p:txBody>
          <a:bodyPr/>
          <a:lstStyle>
            <a:lvl1pPr>
              <a:tabLst>
                <a:tab pos="6729413" algn="r"/>
              </a:tabLst>
              <a:defRPr/>
            </a:lvl1pPr>
            <a:lvl2pPr>
              <a:tabLst>
                <a:tab pos="6729413" algn="r"/>
              </a:tabLst>
              <a:defRPr/>
            </a:lvl2pPr>
            <a:lvl3pPr>
              <a:tabLst>
                <a:tab pos="6729413" algn="r"/>
              </a:tabLst>
              <a:defRPr/>
            </a:lvl3pPr>
            <a:lvl4pPr>
              <a:tabLst>
                <a:tab pos="6729413" algn="r"/>
              </a:tabLst>
              <a:defRPr/>
            </a:lvl4pPr>
            <a:lvl5pPr>
              <a:tabLst>
                <a:tab pos="5029200" algn="r"/>
              </a:tabLst>
              <a:defRPr baseline="0"/>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27999" y="295683"/>
            <a:ext cx="11153884" cy="1129080"/>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615218106"/>
      </p:ext>
    </p:extLst>
  </p:cSld>
  <p:clrMapOvr>
    <a:masterClrMapping/>
  </p:clrMapOvr>
  <p:transition>
    <p:fade/>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preserve="1"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27999" y="295683"/>
            <a:ext cx="11132495" cy="1129080"/>
          </a:xfrm>
          <a:prstGeom prst="rect">
            <a:avLst/>
          </a:prstGeom>
        </p:spPr>
        <p:txBody>
          <a:bodyPr vert="horz" lIns="0" tIns="0" rIns="0" bIns="0" rtlCol="0" anchor="t" anchorCtr="0">
            <a:noAutofit/>
          </a:bodyPr>
          <a:lstStyle>
            <a:lvl1pPr>
              <a:defRPr/>
            </a:lvl1pPr>
          </a:lstStyle>
          <a:p>
            <a:r>
              <a:rPr lang="en-US" dirty="0"/>
              <a:t>Click to add title</a:t>
            </a:r>
          </a:p>
        </p:txBody>
      </p:sp>
      <p:sp>
        <p:nvSpPr>
          <p:cNvPr id="5" name="Picture Placeholder 9"/>
          <p:cNvSpPr>
            <a:spLocks noGrp="1"/>
          </p:cNvSpPr>
          <p:nvPr>
            <p:ph type="pic" sz="quarter" idx="15"/>
          </p:nvPr>
        </p:nvSpPr>
        <p:spPr>
          <a:xfrm>
            <a:off x="5151744" y="1701800"/>
            <a:ext cx="6515323" cy="4679950"/>
          </a:xfrm>
        </p:spPr>
        <p:txBody>
          <a:bodyPr/>
          <a:lstStyle/>
          <a:p>
            <a:endParaRPr lang="en-US"/>
          </a:p>
        </p:txBody>
      </p:sp>
      <p:sp>
        <p:nvSpPr>
          <p:cNvPr id="6" name="Content Placeholder 3"/>
          <p:cNvSpPr>
            <a:spLocks noGrp="1"/>
          </p:cNvSpPr>
          <p:nvPr>
            <p:ph sz="quarter" idx="10"/>
          </p:nvPr>
        </p:nvSpPr>
        <p:spPr>
          <a:xfrm>
            <a:off x="524933" y="1700213"/>
            <a:ext cx="4083067" cy="4681538"/>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5"/>
            <a:r>
              <a:rPr lang="en-US" dirty="0"/>
              <a:t>Fifth level</a:t>
            </a:r>
          </a:p>
          <a:p>
            <a:pPr lvl="6"/>
            <a:r>
              <a:rPr lang="en-US" dirty="0"/>
              <a:t>Sixth level</a:t>
            </a:r>
          </a:p>
          <a:p>
            <a:pPr lvl="7"/>
            <a:r>
              <a:rPr lang="en-US" dirty="0"/>
              <a:t>Seventh level</a:t>
            </a:r>
          </a:p>
          <a:p>
            <a:pPr lvl="8"/>
            <a:r>
              <a:rPr lang="en-US" dirty="0"/>
              <a:t>Eighth level</a:t>
            </a:r>
          </a:p>
          <a:p>
            <a:pPr lvl="8"/>
            <a:r>
              <a:rPr lang="en-US" dirty="0"/>
              <a:t>Ninth level</a:t>
            </a:r>
          </a:p>
        </p:txBody>
      </p:sp>
      <p:sp>
        <p:nvSpPr>
          <p:cNvPr id="8" name="TextBox 7"/>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2611163585"/>
      </p:ext>
    </p:extLst>
  </p:cSld>
  <p:clrMapOvr>
    <a:masterClrMapping/>
  </p:clrMapOvr>
  <p:transition>
    <p:fade/>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14" name="Text Placeholder 18"/>
          <p:cNvSpPr>
            <a:spLocks noGrp="1"/>
          </p:cNvSpPr>
          <p:nvPr>
            <p:ph idx="1"/>
          </p:nvPr>
        </p:nvSpPr>
        <p:spPr>
          <a:xfrm>
            <a:off x="528000" y="1700213"/>
            <a:ext cx="11139067" cy="468153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GB" dirty="0"/>
              <a:t>Seventh level</a:t>
            </a:r>
          </a:p>
          <a:p>
            <a:pPr lvl="7"/>
            <a:r>
              <a:rPr lang="en-GB" dirty="0"/>
              <a:t>Eighth level</a:t>
            </a:r>
          </a:p>
          <a:p>
            <a:pPr lvl="8"/>
            <a:r>
              <a:rPr lang="en-GB" dirty="0"/>
              <a:t>Ninth level</a:t>
            </a:r>
          </a:p>
        </p:txBody>
      </p:sp>
    </p:spTree>
    <p:extLst>
      <p:ext uri="{BB962C8B-B14F-4D97-AF65-F5344CB8AC3E}">
        <p14:creationId xmlns:p14="http://schemas.microsoft.com/office/powerpoint/2010/main" val="40534275"/>
      </p:ext>
    </p:extLst>
  </p:cSld>
  <p:clrMapOvr>
    <a:masterClrMapping/>
  </p:clrMapOvr>
  <p:transition>
    <p:fade/>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4" name="Title Placeholder 1"/>
          <p:cNvSpPr>
            <a:spLocks noGrp="1"/>
          </p:cNvSpPr>
          <p:nvPr>
            <p:ph type="title"/>
          </p:nvPr>
        </p:nvSpPr>
        <p:spPr>
          <a:xfrm>
            <a:off x="528000" y="295683"/>
            <a:ext cx="11136000" cy="469492"/>
          </a:xfrm>
          <a:prstGeom prst="rect">
            <a:avLst/>
          </a:prstGeom>
        </p:spPr>
        <p:txBody>
          <a:bodyPr vert="horz" lIns="0" tIns="0" rIns="0" bIns="0" rtlCol="0" anchor="t" anchorCtr="0">
            <a:noAutofit/>
          </a:bodyPr>
          <a:lstStyle>
            <a:lvl1pPr>
              <a:defRPr/>
            </a:lvl1pPr>
          </a:lstStyle>
          <a:p>
            <a:endParaRPr lang="en-US" dirty="0"/>
          </a:p>
        </p:txBody>
      </p:sp>
      <p:sp>
        <p:nvSpPr>
          <p:cNvPr id="8" name="Text Placeholder 18"/>
          <p:cNvSpPr>
            <a:spLocks noGrp="1"/>
          </p:cNvSpPr>
          <p:nvPr>
            <p:ph idx="1"/>
          </p:nvPr>
        </p:nvSpPr>
        <p:spPr>
          <a:xfrm>
            <a:off x="528000" y="1700213"/>
            <a:ext cx="11139067" cy="4678986"/>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GB" dirty="0"/>
              <a:t>Seventh level</a:t>
            </a:r>
          </a:p>
          <a:p>
            <a:pPr lvl="7"/>
            <a:r>
              <a:rPr lang="en-GB" dirty="0"/>
              <a:t>Eighth level</a:t>
            </a:r>
          </a:p>
          <a:p>
            <a:pPr lvl="8"/>
            <a:r>
              <a:rPr lang="en-GB" dirty="0"/>
              <a:t>Ninth level</a:t>
            </a:r>
          </a:p>
        </p:txBody>
      </p:sp>
    </p:spTree>
    <p:extLst>
      <p:ext uri="{BB962C8B-B14F-4D97-AF65-F5344CB8AC3E}">
        <p14:creationId xmlns:p14="http://schemas.microsoft.com/office/powerpoint/2010/main" val="928098278"/>
      </p:ext>
    </p:extLst>
  </p:cSld>
  <p:clrMapOvr>
    <a:masterClrMapping/>
  </p:clrMapOvr>
  <p:transition>
    <p:fade/>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4" name="Title Placeholder 1"/>
          <p:cNvSpPr>
            <a:spLocks noGrp="1"/>
          </p:cNvSpPr>
          <p:nvPr>
            <p:ph type="title"/>
          </p:nvPr>
        </p:nvSpPr>
        <p:spPr>
          <a:xfrm>
            <a:off x="528000" y="295683"/>
            <a:ext cx="11136000" cy="469492"/>
          </a:xfrm>
          <a:prstGeom prst="rect">
            <a:avLst/>
          </a:prstGeom>
        </p:spPr>
        <p:txBody>
          <a:bodyPr vert="horz" lIns="0" tIns="0" rIns="0" bIns="0" rtlCol="0" anchor="t" anchorCtr="0">
            <a:noAutofit/>
          </a:bodyPr>
          <a:lstStyle>
            <a:lvl1pPr>
              <a:defRPr/>
            </a:lvl1pPr>
          </a:lstStyle>
          <a:p>
            <a:endParaRPr lang="en-US" dirty="0"/>
          </a:p>
        </p:txBody>
      </p:sp>
      <p:sp>
        <p:nvSpPr>
          <p:cNvPr id="8" name="Text Placeholder 18"/>
          <p:cNvSpPr>
            <a:spLocks noGrp="1"/>
          </p:cNvSpPr>
          <p:nvPr>
            <p:ph idx="1"/>
          </p:nvPr>
        </p:nvSpPr>
        <p:spPr>
          <a:xfrm>
            <a:off x="524934" y="1700213"/>
            <a:ext cx="11142133" cy="4678986"/>
          </a:xfrm>
          <a:prstGeom prst="rect">
            <a:avLst/>
          </a:prstGeom>
        </p:spPr>
        <p:txBody>
          <a:bodyPr vert="horz" lIns="0" tIns="0" rIns="0" bIns="0" rtlCol="0">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GB" dirty="0"/>
              <a:t>Seventh level</a:t>
            </a:r>
          </a:p>
          <a:p>
            <a:pPr lvl="7"/>
            <a:r>
              <a:rPr lang="en-GB" dirty="0"/>
              <a:t>Eighth level</a:t>
            </a:r>
          </a:p>
          <a:p>
            <a:pPr lvl="8"/>
            <a:r>
              <a:rPr lang="en-GB" dirty="0"/>
              <a:t>Ninth level</a:t>
            </a:r>
          </a:p>
        </p:txBody>
      </p:sp>
    </p:spTree>
    <p:extLst>
      <p:ext uri="{BB962C8B-B14F-4D97-AF65-F5344CB8AC3E}">
        <p14:creationId xmlns:p14="http://schemas.microsoft.com/office/powerpoint/2010/main" val="3182676259"/>
      </p:ext>
    </p:extLst>
  </p:cSld>
  <p:clrMapOvr>
    <a:masterClrMapping/>
  </p:clrMapOvr>
  <p:transition>
    <p:fade/>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6"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521439" y="2052000"/>
            <a:ext cx="11145628" cy="4069013"/>
          </a:xfrm>
          <a:prstGeom prst="rect">
            <a:avLst/>
          </a:prstGeom>
        </p:spPr>
        <p:txBody>
          <a:bodyPr/>
          <a:lstStyle/>
          <a:p>
            <a:endParaRPr lang="en-GB" dirty="0"/>
          </a:p>
        </p:txBody>
      </p:sp>
      <p:sp>
        <p:nvSpPr>
          <p:cNvPr id="18" name="Text Placeholder 8"/>
          <p:cNvSpPr>
            <a:spLocks noGrp="1"/>
          </p:cNvSpPr>
          <p:nvPr>
            <p:ph type="body" sz="quarter" idx="18"/>
          </p:nvPr>
        </p:nvSpPr>
        <p:spPr>
          <a:xfrm>
            <a:off x="528000" y="1700214"/>
            <a:ext cx="11136001" cy="357187"/>
          </a:xfrm>
        </p:spPr>
        <p:txBody>
          <a:bodyPr/>
          <a:lstStyle/>
          <a:p>
            <a:pPr lvl="0"/>
            <a:r>
              <a:rPr lang="en-US" dirty="0"/>
              <a:t>Click to edit Master text styles</a:t>
            </a:r>
          </a:p>
        </p:txBody>
      </p:sp>
      <p:sp>
        <p:nvSpPr>
          <p:cNvPr id="19" name="Text Placeholder 7"/>
          <p:cNvSpPr>
            <a:spLocks noGrp="1"/>
          </p:cNvSpPr>
          <p:nvPr>
            <p:ph type="body" sz="quarter" idx="23"/>
          </p:nvPr>
        </p:nvSpPr>
        <p:spPr>
          <a:xfrm>
            <a:off x="521441" y="6121014"/>
            <a:ext cx="11145627" cy="256647"/>
          </a:xfrm>
        </p:spPr>
        <p:txBody>
          <a:bodyPr>
            <a:normAutofit/>
          </a:bodyPr>
          <a:lstStyle>
            <a:lvl1pPr>
              <a:spcAft>
                <a:spcPts val="0"/>
              </a:spcAft>
              <a:defRPr sz="900"/>
            </a:lvl1pPr>
          </a:lstStyle>
          <a:p>
            <a:pPr lvl="0"/>
            <a:r>
              <a:rPr lang="en-US" dirty="0"/>
              <a:t>Click to edit Master text styles</a:t>
            </a:r>
          </a:p>
        </p:txBody>
      </p:sp>
    </p:spTree>
    <p:extLst>
      <p:ext uri="{BB962C8B-B14F-4D97-AF65-F5344CB8AC3E}">
        <p14:creationId xmlns:p14="http://schemas.microsoft.com/office/powerpoint/2010/main" val="1363278218"/>
      </p:ext>
    </p:extLst>
  </p:cSld>
  <p:clrMapOvr>
    <a:masterClrMapping/>
  </p:clrMapOvr>
  <p:transition>
    <p:fade/>
  </p:transition>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Title, subtitle &amp; chart">
    <p:bg>
      <p:bgRef idx="1001">
        <a:schemeClr val="bg1"/>
      </p:bgRef>
    </p:bg>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BBBCBC"/>
                </a:solidFill>
              </a:defRPr>
            </a:lvl1pPr>
          </a:lstStyle>
          <a:p>
            <a:pPr lvl="0"/>
            <a:r>
              <a:rPr lang="en-US" dirty="0"/>
              <a:t>Click to add subtitle</a:t>
            </a:r>
          </a:p>
        </p:txBody>
      </p:sp>
      <p:sp>
        <p:nvSpPr>
          <p:cNvPr id="16"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521439" y="2052000"/>
            <a:ext cx="11145628" cy="4069013"/>
          </a:xfrm>
          <a:prstGeom prst="rect">
            <a:avLst/>
          </a:prstGeom>
        </p:spPr>
        <p:txBody>
          <a:bodyPr/>
          <a:lstStyle/>
          <a:p>
            <a:endParaRPr lang="en-GB" dirty="0"/>
          </a:p>
        </p:txBody>
      </p:sp>
      <p:sp>
        <p:nvSpPr>
          <p:cNvPr id="18" name="Text Placeholder 8"/>
          <p:cNvSpPr>
            <a:spLocks noGrp="1"/>
          </p:cNvSpPr>
          <p:nvPr>
            <p:ph type="body" sz="quarter" idx="18"/>
          </p:nvPr>
        </p:nvSpPr>
        <p:spPr>
          <a:xfrm>
            <a:off x="528000" y="1700214"/>
            <a:ext cx="11136001" cy="357187"/>
          </a:xfrm>
        </p:spPr>
        <p:txBody>
          <a:bodyPr/>
          <a:lstStyle/>
          <a:p>
            <a:pPr lvl="0"/>
            <a:r>
              <a:rPr lang="en-US" dirty="0"/>
              <a:t>Click to edit Master text styles</a:t>
            </a:r>
          </a:p>
        </p:txBody>
      </p:sp>
      <p:sp>
        <p:nvSpPr>
          <p:cNvPr id="19" name="Text Placeholder 7"/>
          <p:cNvSpPr>
            <a:spLocks noGrp="1"/>
          </p:cNvSpPr>
          <p:nvPr>
            <p:ph type="body" sz="quarter" idx="23"/>
          </p:nvPr>
        </p:nvSpPr>
        <p:spPr>
          <a:xfrm>
            <a:off x="521441" y="6121014"/>
            <a:ext cx="11145627" cy="256647"/>
          </a:xfrm>
        </p:spPr>
        <p:txBody>
          <a:bodyPr>
            <a:normAutofit/>
          </a:bodyPr>
          <a:lstStyle>
            <a:lvl1pPr>
              <a:spcAft>
                <a:spcPts val="0"/>
              </a:spcAft>
              <a:defRPr sz="900"/>
            </a:lvl1pPr>
          </a:lstStyle>
          <a:p>
            <a:pPr lvl="0"/>
            <a:r>
              <a:rPr lang="en-US" dirty="0"/>
              <a:t>Click to edit Master text styles</a:t>
            </a:r>
          </a:p>
        </p:txBody>
      </p:sp>
      <p:sp>
        <p:nvSpPr>
          <p:cNvPr id="7" name="TextBox 6"/>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284909936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6"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524933" y="2051999"/>
            <a:ext cx="3522776" cy="4069014"/>
          </a:xfrm>
          <a:prstGeom prst="rect">
            <a:avLst/>
          </a:prstGeom>
        </p:spPr>
        <p:txBody>
          <a:bodyPr/>
          <a:lstStyle/>
          <a:p>
            <a:endParaRPr lang="en-GB" dirty="0"/>
          </a:p>
        </p:txBody>
      </p:sp>
      <p:sp>
        <p:nvSpPr>
          <p:cNvPr id="18" name="Text Placeholder 8"/>
          <p:cNvSpPr>
            <a:spLocks noGrp="1"/>
          </p:cNvSpPr>
          <p:nvPr>
            <p:ph type="body" sz="quarter" idx="18"/>
          </p:nvPr>
        </p:nvSpPr>
        <p:spPr>
          <a:xfrm>
            <a:off x="527999" y="1700214"/>
            <a:ext cx="3537600" cy="357187"/>
          </a:xfrm>
        </p:spPr>
        <p:txBody>
          <a:bodyPr/>
          <a:lstStyle/>
          <a:p>
            <a:pPr lvl="0"/>
            <a:r>
              <a:rPr lang="en-US" dirty="0"/>
              <a:t>Click to edit Master text styles</a:t>
            </a:r>
          </a:p>
        </p:txBody>
      </p:sp>
      <p:sp>
        <p:nvSpPr>
          <p:cNvPr id="7" name="Chart Placeholder 3"/>
          <p:cNvSpPr>
            <a:spLocks noGrp="1"/>
          </p:cNvSpPr>
          <p:nvPr>
            <p:ph type="chart" sz="quarter" idx="19"/>
          </p:nvPr>
        </p:nvSpPr>
        <p:spPr>
          <a:xfrm>
            <a:off x="4327200" y="2051999"/>
            <a:ext cx="3537600" cy="4069014"/>
          </a:xfrm>
          <a:prstGeom prst="rect">
            <a:avLst/>
          </a:prstGeom>
        </p:spPr>
        <p:txBody>
          <a:bodyPr/>
          <a:lstStyle/>
          <a:p>
            <a:endParaRPr lang="en-GB" dirty="0"/>
          </a:p>
        </p:txBody>
      </p:sp>
      <p:sp>
        <p:nvSpPr>
          <p:cNvPr id="8" name="Text Placeholder 8"/>
          <p:cNvSpPr>
            <a:spLocks noGrp="1"/>
          </p:cNvSpPr>
          <p:nvPr>
            <p:ph type="body" sz="quarter" idx="20"/>
          </p:nvPr>
        </p:nvSpPr>
        <p:spPr>
          <a:xfrm>
            <a:off x="4327199" y="1700214"/>
            <a:ext cx="3537600" cy="357187"/>
          </a:xfrm>
        </p:spPr>
        <p:txBody>
          <a:bodyPr/>
          <a:lstStyle/>
          <a:p>
            <a:pPr lvl="0"/>
            <a:r>
              <a:rPr lang="en-US" dirty="0"/>
              <a:t>Click to edit Master text styles</a:t>
            </a:r>
          </a:p>
        </p:txBody>
      </p:sp>
      <p:sp>
        <p:nvSpPr>
          <p:cNvPr id="9" name="Chart Placeholder 3"/>
          <p:cNvSpPr>
            <a:spLocks noGrp="1"/>
          </p:cNvSpPr>
          <p:nvPr>
            <p:ph type="chart" sz="quarter" idx="21"/>
          </p:nvPr>
        </p:nvSpPr>
        <p:spPr>
          <a:xfrm>
            <a:off x="8144286" y="2051999"/>
            <a:ext cx="3522781" cy="4069014"/>
          </a:xfrm>
          <a:prstGeom prst="rect">
            <a:avLst/>
          </a:prstGeom>
        </p:spPr>
        <p:txBody>
          <a:bodyPr/>
          <a:lstStyle/>
          <a:p>
            <a:endParaRPr lang="en-GB" dirty="0"/>
          </a:p>
        </p:txBody>
      </p:sp>
      <p:sp>
        <p:nvSpPr>
          <p:cNvPr id="10" name="Text Placeholder 8"/>
          <p:cNvSpPr>
            <a:spLocks noGrp="1"/>
          </p:cNvSpPr>
          <p:nvPr>
            <p:ph type="body" sz="quarter" idx="22"/>
          </p:nvPr>
        </p:nvSpPr>
        <p:spPr>
          <a:xfrm>
            <a:off x="8126397" y="1700214"/>
            <a:ext cx="3540671" cy="357187"/>
          </a:xfrm>
        </p:spPr>
        <p:txBody>
          <a:bodyPr/>
          <a:lstStyle/>
          <a:p>
            <a:pPr lvl="0"/>
            <a:r>
              <a:rPr lang="en-US" dirty="0"/>
              <a:t>Click to edit Master text styles</a:t>
            </a:r>
          </a:p>
        </p:txBody>
      </p:sp>
      <p:sp>
        <p:nvSpPr>
          <p:cNvPr id="12" name="Text Placeholder 7"/>
          <p:cNvSpPr>
            <a:spLocks noGrp="1"/>
          </p:cNvSpPr>
          <p:nvPr>
            <p:ph type="body" sz="quarter" idx="23"/>
          </p:nvPr>
        </p:nvSpPr>
        <p:spPr>
          <a:xfrm>
            <a:off x="521441" y="6121014"/>
            <a:ext cx="11145627" cy="256647"/>
          </a:xfrm>
        </p:spPr>
        <p:txBody>
          <a:bodyPr>
            <a:normAutofit/>
          </a:bodyPr>
          <a:lstStyle>
            <a:lvl1pPr>
              <a:spcAft>
                <a:spcPts val="0"/>
              </a:spcAft>
              <a:defRPr sz="900"/>
            </a:lvl1pPr>
          </a:lstStyle>
          <a:p>
            <a:pPr lvl="0"/>
            <a:r>
              <a:rPr lang="en-US" dirty="0"/>
              <a:t>Click to edit Master text styles</a:t>
            </a:r>
          </a:p>
        </p:txBody>
      </p:sp>
    </p:spTree>
    <p:extLst>
      <p:ext uri="{BB962C8B-B14F-4D97-AF65-F5344CB8AC3E}">
        <p14:creationId xmlns:p14="http://schemas.microsoft.com/office/powerpoint/2010/main" val="2557919942"/>
      </p:ext>
    </p:extLst>
  </p:cSld>
  <p:clrMapOvr>
    <a:masterClrMapping/>
  </p:clrMapOvr>
  <p:transition>
    <p:fade/>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1_3 chart">
    <p:bg>
      <p:bgRef idx="1001">
        <a:schemeClr val="bg1"/>
      </p:bgRef>
    </p:bg>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BBBCBC"/>
                </a:solidFill>
              </a:defRPr>
            </a:lvl1pPr>
          </a:lstStyle>
          <a:p>
            <a:pPr lvl="0"/>
            <a:r>
              <a:rPr lang="en-US" dirty="0"/>
              <a:t>Click to add subtitle</a:t>
            </a:r>
          </a:p>
        </p:txBody>
      </p:sp>
      <p:sp>
        <p:nvSpPr>
          <p:cNvPr id="16"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524933" y="2051999"/>
            <a:ext cx="3522776" cy="4069014"/>
          </a:xfrm>
          <a:prstGeom prst="rect">
            <a:avLst/>
          </a:prstGeom>
        </p:spPr>
        <p:txBody>
          <a:bodyPr/>
          <a:lstStyle/>
          <a:p>
            <a:endParaRPr lang="en-GB" dirty="0"/>
          </a:p>
        </p:txBody>
      </p:sp>
      <p:sp>
        <p:nvSpPr>
          <p:cNvPr id="18" name="Text Placeholder 8"/>
          <p:cNvSpPr>
            <a:spLocks noGrp="1"/>
          </p:cNvSpPr>
          <p:nvPr>
            <p:ph type="body" sz="quarter" idx="18"/>
          </p:nvPr>
        </p:nvSpPr>
        <p:spPr>
          <a:xfrm>
            <a:off x="527999" y="1700214"/>
            <a:ext cx="3537600" cy="357187"/>
          </a:xfrm>
        </p:spPr>
        <p:txBody>
          <a:bodyPr/>
          <a:lstStyle/>
          <a:p>
            <a:pPr lvl="0"/>
            <a:r>
              <a:rPr lang="en-US" dirty="0"/>
              <a:t>Click to edit Master text styles</a:t>
            </a:r>
          </a:p>
        </p:txBody>
      </p:sp>
      <p:sp>
        <p:nvSpPr>
          <p:cNvPr id="7" name="Chart Placeholder 3"/>
          <p:cNvSpPr>
            <a:spLocks noGrp="1"/>
          </p:cNvSpPr>
          <p:nvPr>
            <p:ph type="chart" sz="quarter" idx="19"/>
          </p:nvPr>
        </p:nvSpPr>
        <p:spPr>
          <a:xfrm>
            <a:off x="4327200" y="2051999"/>
            <a:ext cx="3537600" cy="4069014"/>
          </a:xfrm>
          <a:prstGeom prst="rect">
            <a:avLst/>
          </a:prstGeom>
        </p:spPr>
        <p:txBody>
          <a:bodyPr/>
          <a:lstStyle/>
          <a:p>
            <a:endParaRPr lang="en-GB" dirty="0"/>
          </a:p>
        </p:txBody>
      </p:sp>
      <p:sp>
        <p:nvSpPr>
          <p:cNvPr id="8" name="Text Placeholder 8"/>
          <p:cNvSpPr>
            <a:spLocks noGrp="1"/>
          </p:cNvSpPr>
          <p:nvPr>
            <p:ph type="body" sz="quarter" idx="20"/>
          </p:nvPr>
        </p:nvSpPr>
        <p:spPr>
          <a:xfrm>
            <a:off x="4327199" y="1700214"/>
            <a:ext cx="3537600" cy="357187"/>
          </a:xfrm>
        </p:spPr>
        <p:txBody>
          <a:bodyPr/>
          <a:lstStyle/>
          <a:p>
            <a:pPr lvl="0"/>
            <a:r>
              <a:rPr lang="en-US" dirty="0"/>
              <a:t>Click to edit Master text styles</a:t>
            </a:r>
          </a:p>
        </p:txBody>
      </p:sp>
      <p:sp>
        <p:nvSpPr>
          <p:cNvPr id="9" name="Chart Placeholder 3"/>
          <p:cNvSpPr>
            <a:spLocks noGrp="1"/>
          </p:cNvSpPr>
          <p:nvPr>
            <p:ph type="chart" sz="quarter" idx="21"/>
          </p:nvPr>
        </p:nvSpPr>
        <p:spPr>
          <a:xfrm>
            <a:off x="8144286" y="2051999"/>
            <a:ext cx="3522781" cy="4069014"/>
          </a:xfrm>
          <a:prstGeom prst="rect">
            <a:avLst/>
          </a:prstGeom>
        </p:spPr>
        <p:txBody>
          <a:bodyPr/>
          <a:lstStyle/>
          <a:p>
            <a:endParaRPr lang="en-GB" dirty="0"/>
          </a:p>
        </p:txBody>
      </p:sp>
      <p:sp>
        <p:nvSpPr>
          <p:cNvPr id="10" name="Text Placeholder 8"/>
          <p:cNvSpPr>
            <a:spLocks noGrp="1"/>
          </p:cNvSpPr>
          <p:nvPr>
            <p:ph type="body" sz="quarter" idx="22"/>
          </p:nvPr>
        </p:nvSpPr>
        <p:spPr>
          <a:xfrm>
            <a:off x="8126397" y="1700214"/>
            <a:ext cx="3540671" cy="357187"/>
          </a:xfrm>
        </p:spPr>
        <p:txBody>
          <a:bodyPr/>
          <a:lstStyle/>
          <a:p>
            <a:pPr lvl="0"/>
            <a:r>
              <a:rPr lang="en-US" dirty="0"/>
              <a:t>Click to edit Master text styles</a:t>
            </a:r>
          </a:p>
        </p:txBody>
      </p:sp>
      <p:sp>
        <p:nvSpPr>
          <p:cNvPr id="12" name="Text Placeholder 7"/>
          <p:cNvSpPr>
            <a:spLocks noGrp="1"/>
          </p:cNvSpPr>
          <p:nvPr>
            <p:ph type="body" sz="quarter" idx="23"/>
          </p:nvPr>
        </p:nvSpPr>
        <p:spPr>
          <a:xfrm>
            <a:off x="521441" y="6121014"/>
            <a:ext cx="11145627" cy="256647"/>
          </a:xfrm>
        </p:spPr>
        <p:txBody>
          <a:bodyPr>
            <a:normAutofit/>
          </a:bodyPr>
          <a:lstStyle>
            <a:lvl1pPr>
              <a:spcAft>
                <a:spcPts val="0"/>
              </a:spcAft>
              <a:defRPr sz="900"/>
            </a:lvl1pPr>
          </a:lstStyle>
          <a:p>
            <a:pPr lvl="0"/>
            <a:r>
              <a:rPr lang="en-US" dirty="0"/>
              <a:t>Click to edit Master text styles</a:t>
            </a:r>
          </a:p>
        </p:txBody>
      </p:sp>
      <p:sp>
        <p:nvSpPr>
          <p:cNvPr id="11" name="TextBox 10"/>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198734192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27229" y="295683"/>
            <a:ext cx="11177091"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9" name="Text Placeholder 8"/>
          <p:cNvSpPr>
            <a:spLocks noGrp="1"/>
          </p:cNvSpPr>
          <p:nvPr>
            <p:ph type="body" sz="quarter" idx="13" hasCustomPrompt="1"/>
          </p:nvPr>
        </p:nvSpPr>
        <p:spPr>
          <a:xfrm>
            <a:off x="527229" y="651600"/>
            <a:ext cx="11177091"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Content Placeholder 3"/>
          <p:cNvSpPr>
            <a:spLocks noGrp="1"/>
          </p:cNvSpPr>
          <p:nvPr>
            <p:ph sz="quarter" idx="10"/>
          </p:nvPr>
        </p:nvSpPr>
        <p:spPr>
          <a:xfrm>
            <a:off x="524933" y="1700213"/>
            <a:ext cx="5282296" cy="4681537"/>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5"/>
            <a:r>
              <a:rPr lang="en-US" dirty="0"/>
              <a:t>Fifth level</a:t>
            </a:r>
          </a:p>
          <a:p>
            <a:pPr lvl="6"/>
            <a:r>
              <a:rPr lang="en-US" dirty="0"/>
              <a:t>Sixth level</a:t>
            </a:r>
          </a:p>
          <a:p>
            <a:pPr lvl="7"/>
            <a:r>
              <a:rPr lang="en-US" dirty="0"/>
              <a:t>Seventh level</a:t>
            </a:r>
          </a:p>
          <a:p>
            <a:pPr lvl="8"/>
            <a:r>
              <a:rPr lang="en-US" dirty="0"/>
              <a:t>Eighth level</a:t>
            </a:r>
          </a:p>
          <a:p>
            <a:pPr lvl="8"/>
            <a:r>
              <a:rPr lang="en-US" dirty="0"/>
              <a:t>Ninth level</a:t>
            </a:r>
          </a:p>
        </p:txBody>
      </p:sp>
      <p:sp>
        <p:nvSpPr>
          <p:cNvPr id="15" name="Content Placeholder 3"/>
          <p:cNvSpPr>
            <a:spLocks noGrp="1"/>
          </p:cNvSpPr>
          <p:nvPr>
            <p:ph sz="quarter" idx="20"/>
          </p:nvPr>
        </p:nvSpPr>
        <p:spPr>
          <a:xfrm>
            <a:off x="6381539" y="1700213"/>
            <a:ext cx="5285527" cy="4681537"/>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5"/>
            <a:r>
              <a:rPr lang="en-US" dirty="0"/>
              <a:t>Fifth level</a:t>
            </a:r>
          </a:p>
          <a:p>
            <a:pPr lvl="6"/>
            <a:r>
              <a:rPr lang="en-US" dirty="0"/>
              <a:t>Sixth level</a:t>
            </a:r>
          </a:p>
          <a:p>
            <a:pPr lvl="7"/>
            <a:r>
              <a:rPr lang="en-US" dirty="0"/>
              <a:t>Seventh level</a:t>
            </a:r>
          </a:p>
          <a:p>
            <a:pPr lvl="8"/>
            <a:r>
              <a:rPr lang="en-US" dirty="0"/>
              <a:t>Eighth level</a:t>
            </a:r>
          </a:p>
          <a:p>
            <a:pPr lvl="8"/>
            <a:r>
              <a:rPr lang="en-US" dirty="0"/>
              <a:t>Ninth level</a:t>
            </a:r>
          </a:p>
        </p:txBody>
      </p:sp>
    </p:spTree>
    <p:extLst>
      <p:ext uri="{BB962C8B-B14F-4D97-AF65-F5344CB8AC3E}">
        <p14:creationId xmlns:p14="http://schemas.microsoft.com/office/powerpoint/2010/main" val="1651406140"/>
      </p:ext>
    </p:extLst>
  </p:cSld>
  <p:clrMapOvr>
    <a:masterClrMapping/>
  </p:clrMapOvr>
  <p:transition>
    <p:fade/>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8"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1" name="Content Placeholder 3"/>
          <p:cNvSpPr>
            <a:spLocks noGrp="1"/>
          </p:cNvSpPr>
          <p:nvPr>
            <p:ph sz="quarter" idx="10"/>
          </p:nvPr>
        </p:nvSpPr>
        <p:spPr>
          <a:xfrm>
            <a:off x="524933" y="1700213"/>
            <a:ext cx="5282296" cy="4681537"/>
          </a:xfrm>
          <a:prstGeom prst="rect">
            <a:avLst/>
          </a:prstGeom>
        </p:spPr>
        <p:txBody>
          <a:bodyPr>
            <a:norm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5"/>
            <a:r>
              <a:rPr lang="en-US" dirty="0"/>
              <a:t>Fifth level</a:t>
            </a:r>
          </a:p>
          <a:p>
            <a:pPr lvl="6"/>
            <a:r>
              <a:rPr lang="en-US" dirty="0"/>
              <a:t>Sixth level</a:t>
            </a:r>
          </a:p>
          <a:p>
            <a:pPr lvl="7"/>
            <a:r>
              <a:rPr lang="en-US" dirty="0"/>
              <a:t>Seventh level</a:t>
            </a:r>
          </a:p>
          <a:p>
            <a:pPr lvl="8"/>
            <a:r>
              <a:rPr lang="en-US" dirty="0"/>
              <a:t>Eighth level</a:t>
            </a:r>
          </a:p>
          <a:p>
            <a:pPr lvl="8"/>
            <a:r>
              <a:rPr lang="en-US" dirty="0"/>
              <a:t>Ninth level</a:t>
            </a:r>
          </a:p>
        </p:txBody>
      </p:sp>
      <p:sp>
        <p:nvSpPr>
          <p:cNvPr id="13" name="Content Placeholder 3"/>
          <p:cNvSpPr>
            <a:spLocks noGrp="1"/>
          </p:cNvSpPr>
          <p:nvPr>
            <p:ph sz="quarter" idx="20"/>
          </p:nvPr>
        </p:nvSpPr>
        <p:spPr>
          <a:xfrm>
            <a:off x="6384000" y="1700213"/>
            <a:ext cx="5283067" cy="4681536"/>
          </a:xfrm>
          <a:prstGeom prst="rect">
            <a:avLst/>
          </a:prstGeom>
        </p:spPr>
        <p:txBody>
          <a:bodyPr>
            <a:norm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5"/>
            <a:r>
              <a:rPr lang="en-US" dirty="0"/>
              <a:t>Fifth level</a:t>
            </a:r>
          </a:p>
          <a:p>
            <a:pPr lvl="6"/>
            <a:r>
              <a:rPr lang="en-US" dirty="0"/>
              <a:t>Sixth level</a:t>
            </a:r>
          </a:p>
          <a:p>
            <a:pPr lvl="7"/>
            <a:r>
              <a:rPr lang="en-US" dirty="0"/>
              <a:t>Seventh level</a:t>
            </a:r>
          </a:p>
          <a:p>
            <a:pPr lvl="8"/>
            <a:r>
              <a:rPr lang="en-US" dirty="0"/>
              <a:t>Eighth level</a:t>
            </a:r>
          </a:p>
          <a:p>
            <a:pPr lvl="8"/>
            <a:r>
              <a:rPr lang="en-US" dirty="0"/>
              <a:t>Ninth level</a:t>
            </a:r>
          </a:p>
        </p:txBody>
      </p:sp>
    </p:spTree>
    <p:extLst>
      <p:ext uri="{BB962C8B-B14F-4D97-AF65-F5344CB8AC3E}">
        <p14:creationId xmlns:p14="http://schemas.microsoft.com/office/powerpoint/2010/main" val="1696225294"/>
      </p:ext>
    </p:extLst>
  </p:cSld>
  <p:clrMapOvr>
    <a:masterClrMapping/>
  </p:clrMapOvr>
  <p:transition>
    <p:fade/>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27229" y="1700213"/>
            <a:ext cx="5280000" cy="4420800"/>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5"/>
            <a:r>
              <a:rPr lang="en-US" dirty="0"/>
              <a:t>Fifth level</a:t>
            </a:r>
          </a:p>
          <a:p>
            <a:pPr lvl="6"/>
            <a:r>
              <a:rPr lang="en-US" dirty="0"/>
              <a:t>Sixth level</a:t>
            </a:r>
          </a:p>
          <a:p>
            <a:pPr lvl="7"/>
            <a:r>
              <a:rPr lang="en-US" dirty="0"/>
              <a:t>Seventh level</a:t>
            </a:r>
          </a:p>
          <a:p>
            <a:pPr lvl="8"/>
            <a:r>
              <a:rPr lang="en-US" dirty="0"/>
              <a:t>Eighth level</a:t>
            </a:r>
          </a:p>
          <a:p>
            <a:pPr lvl="8"/>
            <a:r>
              <a:rPr lang="en-US" dirty="0"/>
              <a:t>Ninth level</a:t>
            </a:r>
          </a:p>
        </p:txBody>
      </p:sp>
      <p:sp>
        <p:nvSpPr>
          <p:cNvPr id="3" name="Chart Placeholder 2"/>
          <p:cNvSpPr>
            <a:spLocks noGrp="1"/>
          </p:cNvSpPr>
          <p:nvPr>
            <p:ph type="chart" sz="quarter" idx="21"/>
          </p:nvPr>
        </p:nvSpPr>
        <p:spPr>
          <a:xfrm>
            <a:off x="6341223" y="2125013"/>
            <a:ext cx="5325844" cy="3996000"/>
          </a:xfrm>
        </p:spPr>
        <p:txBody>
          <a:bodyPr/>
          <a:lstStyle/>
          <a:p>
            <a:endParaRPr lang="en-GB" dirty="0"/>
          </a:p>
        </p:txBody>
      </p:sp>
      <p:sp>
        <p:nvSpPr>
          <p:cNvPr id="6" name="Text Placeholder 5"/>
          <p:cNvSpPr>
            <a:spLocks noGrp="1"/>
          </p:cNvSpPr>
          <p:nvPr>
            <p:ph type="body" sz="quarter" idx="22"/>
          </p:nvPr>
        </p:nvSpPr>
        <p:spPr>
          <a:xfrm>
            <a:off x="6341223" y="1700213"/>
            <a:ext cx="5319272" cy="385762"/>
          </a:xfrm>
        </p:spPr>
        <p:txBody>
          <a:bodyPr/>
          <a:lstStyle/>
          <a:p>
            <a:pPr lvl="0"/>
            <a:r>
              <a:rPr lang="en-US" dirty="0"/>
              <a:t>Click to edit Master text styles</a:t>
            </a:r>
          </a:p>
        </p:txBody>
      </p:sp>
      <p:sp>
        <p:nvSpPr>
          <p:cNvPr id="11"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5" name="Text Placeholder 7"/>
          <p:cNvSpPr>
            <a:spLocks noGrp="1"/>
          </p:cNvSpPr>
          <p:nvPr>
            <p:ph type="body" sz="quarter" idx="23"/>
          </p:nvPr>
        </p:nvSpPr>
        <p:spPr>
          <a:xfrm>
            <a:off x="521440" y="6121014"/>
            <a:ext cx="11145627" cy="256647"/>
          </a:xfrm>
        </p:spPr>
        <p:txBody>
          <a:bodyPr>
            <a:normAutofit/>
          </a:bodyPr>
          <a:lstStyle>
            <a:lvl1pPr>
              <a:spcAft>
                <a:spcPts val="0"/>
              </a:spcAft>
              <a:defRPr sz="900"/>
            </a:lvl1pPr>
          </a:lstStyle>
          <a:p>
            <a:pPr lvl="0"/>
            <a:r>
              <a:rPr lang="en-US" dirty="0"/>
              <a:t>Click to edit Master text styles</a:t>
            </a:r>
          </a:p>
        </p:txBody>
      </p:sp>
    </p:spTree>
    <p:extLst>
      <p:ext uri="{BB962C8B-B14F-4D97-AF65-F5344CB8AC3E}">
        <p14:creationId xmlns:p14="http://schemas.microsoft.com/office/powerpoint/2010/main" val="673302306"/>
      </p:ext>
    </p:extLst>
  </p:cSld>
  <p:clrMapOvr>
    <a:masterClrMapping/>
  </p:clrMapOvr>
  <p:transition>
    <p:fade/>
  </p:transition>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38155" y="2125013"/>
            <a:ext cx="5325845" cy="3996000"/>
          </a:xfrm>
        </p:spPr>
        <p:txBody>
          <a:bodyPr/>
          <a:lstStyle/>
          <a:p>
            <a:endParaRPr lang="en-GB" dirty="0"/>
          </a:p>
        </p:txBody>
      </p:sp>
      <p:sp>
        <p:nvSpPr>
          <p:cNvPr id="6" name="Text Placeholder 5"/>
          <p:cNvSpPr>
            <a:spLocks noGrp="1"/>
          </p:cNvSpPr>
          <p:nvPr>
            <p:ph type="body" sz="quarter" idx="22"/>
          </p:nvPr>
        </p:nvSpPr>
        <p:spPr>
          <a:xfrm>
            <a:off x="6338157" y="1700213"/>
            <a:ext cx="5325844" cy="385762"/>
          </a:xfrm>
        </p:spPr>
        <p:txBody>
          <a:bodyPr/>
          <a:lstStyle/>
          <a:p>
            <a:pPr lvl="0"/>
            <a:r>
              <a:rPr lang="en-US" dirty="0"/>
              <a:t>Click to edit Master text styles</a:t>
            </a:r>
          </a:p>
        </p:txBody>
      </p:sp>
      <p:sp>
        <p:nvSpPr>
          <p:cNvPr id="11"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5" name="Text Placeholder 7"/>
          <p:cNvSpPr>
            <a:spLocks noGrp="1"/>
          </p:cNvSpPr>
          <p:nvPr>
            <p:ph type="body" sz="quarter" idx="23"/>
          </p:nvPr>
        </p:nvSpPr>
        <p:spPr>
          <a:xfrm>
            <a:off x="521441" y="6121014"/>
            <a:ext cx="11145627" cy="256647"/>
          </a:xfrm>
        </p:spPr>
        <p:txBody>
          <a:bodyPr>
            <a:normAutofit/>
          </a:bodyPr>
          <a:lstStyle>
            <a:lvl1pPr>
              <a:spcAft>
                <a:spcPts val="0"/>
              </a:spcAft>
              <a:defRPr sz="900"/>
            </a:lvl1pPr>
          </a:lstStyle>
          <a:p>
            <a:pPr lvl="0"/>
            <a:r>
              <a:rPr lang="en-US" dirty="0"/>
              <a:t>Click to edit Master text styles</a:t>
            </a:r>
          </a:p>
        </p:txBody>
      </p:sp>
      <p:sp>
        <p:nvSpPr>
          <p:cNvPr id="9" name="Chart Placeholder 2"/>
          <p:cNvSpPr>
            <a:spLocks noGrp="1"/>
          </p:cNvSpPr>
          <p:nvPr>
            <p:ph type="chart" sz="quarter" idx="24"/>
          </p:nvPr>
        </p:nvSpPr>
        <p:spPr>
          <a:xfrm>
            <a:off x="528001" y="2125013"/>
            <a:ext cx="5316825" cy="3996000"/>
          </a:xfrm>
        </p:spPr>
        <p:txBody>
          <a:bodyPr/>
          <a:lstStyle/>
          <a:p>
            <a:endParaRPr lang="en-GB" dirty="0"/>
          </a:p>
        </p:txBody>
      </p:sp>
      <p:sp>
        <p:nvSpPr>
          <p:cNvPr id="12" name="Text Placeholder 5"/>
          <p:cNvSpPr>
            <a:spLocks noGrp="1"/>
          </p:cNvSpPr>
          <p:nvPr>
            <p:ph type="body" sz="quarter" idx="25"/>
          </p:nvPr>
        </p:nvSpPr>
        <p:spPr>
          <a:xfrm>
            <a:off x="528000" y="1700213"/>
            <a:ext cx="5319272" cy="385762"/>
          </a:xfrm>
        </p:spPr>
        <p:txBody>
          <a:bodyPr/>
          <a:lstStyle/>
          <a:p>
            <a:pPr lvl="0"/>
            <a:r>
              <a:rPr lang="en-US" dirty="0"/>
              <a:t>Click to edit Master text styles</a:t>
            </a:r>
          </a:p>
        </p:txBody>
      </p:sp>
    </p:spTree>
    <p:extLst>
      <p:ext uri="{BB962C8B-B14F-4D97-AF65-F5344CB8AC3E}">
        <p14:creationId xmlns:p14="http://schemas.microsoft.com/office/powerpoint/2010/main" val="3944076093"/>
      </p:ext>
    </p:extLst>
  </p:cSld>
  <p:clrMapOvr>
    <a:masterClrMapping/>
  </p:clrMapOvr>
  <p:transition>
    <p:fade/>
  </p:transition>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1_2 chart">
    <p:bg>
      <p:bgRef idx="1001">
        <a:schemeClr val="bg1"/>
      </p:bgRef>
    </p:bg>
    <p:spTree>
      <p:nvGrpSpPr>
        <p:cNvPr id="1" name=""/>
        <p:cNvGrpSpPr/>
        <p:nvPr/>
      </p:nvGrpSpPr>
      <p:grpSpPr>
        <a:xfrm>
          <a:off x="0" y="0"/>
          <a:ext cx="0" cy="0"/>
          <a:chOff x="0" y="0"/>
          <a:chExt cx="0" cy="0"/>
        </a:xfrm>
      </p:grpSpPr>
      <p:sp>
        <p:nvSpPr>
          <p:cNvPr id="11"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BBBCBC"/>
                </a:solidFill>
              </a:defRPr>
            </a:lvl1pPr>
          </a:lstStyle>
          <a:p>
            <a:pPr lvl="0"/>
            <a:r>
              <a:rPr lang="en-US" dirty="0"/>
              <a:t>Click to add subtitle</a:t>
            </a:r>
          </a:p>
        </p:txBody>
      </p:sp>
      <p:sp>
        <p:nvSpPr>
          <p:cNvPr id="2" name="Title 1"/>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Chart Placeholder 2"/>
          <p:cNvSpPr>
            <a:spLocks noGrp="1"/>
          </p:cNvSpPr>
          <p:nvPr>
            <p:ph type="chart" sz="quarter" idx="21"/>
          </p:nvPr>
        </p:nvSpPr>
        <p:spPr>
          <a:xfrm>
            <a:off x="6338155" y="2125013"/>
            <a:ext cx="5325845" cy="3996000"/>
          </a:xfrm>
        </p:spPr>
        <p:txBody>
          <a:bodyPr/>
          <a:lstStyle/>
          <a:p>
            <a:endParaRPr lang="en-GB" dirty="0"/>
          </a:p>
        </p:txBody>
      </p:sp>
      <p:sp>
        <p:nvSpPr>
          <p:cNvPr id="6" name="Text Placeholder 5"/>
          <p:cNvSpPr>
            <a:spLocks noGrp="1"/>
          </p:cNvSpPr>
          <p:nvPr>
            <p:ph type="body" sz="quarter" idx="22"/>
          </p:nvPr>
        </p:nvSpPr>
        <p:spPr>
          <a:xfrm>
            <a:off x="6338157" y="1700213"/>
            <a:ext cx="5325844" cy="385762"/>
          </a:xfrm>
        </p:spPr>
        <p:txBody>
          <a:bodyPr/>
          <a:lstStyle/>
          <a:p>
            <a:pPr lvl="0"/>
            <a:r>
              <a:rPr lang="en-US" dirty="0"/>
              <a:t>Click to edit Master text styles</a:t>
            </a:r>
          </a:p>
        </p:txBody>
      </p:sp>
      <p:sp>
        <p:nvSpPr>
          <p:cNvPr id="15" name="Text Placeholder 7"/>
          <p:cNvSpPr>
            <a:spLocks noGrp="1"/>
          </p:cNvSpPr>
          <p:nvPr>
            <p:ph type="body" sz="quarter" idx="23"/>
          </p:nvPr>
        </p:nvSpPr>
        <p:spPr>
          <a:xfrm>
            <a:off x="521441" y="6121014"/>
            <a:ext cx="11145627" cy="256647"/>
          </a:xfrm>
        </p:spPr>
        <p:txBody>
          <a:bodyPr>
            <a:normAutofit/>
          </a:bodyPr>
          <a:lstStyle>
            <a:lvl1pPr>
              <a:spcAft>
                <a:spcPts val="0"/>
              </a:spcAft>
              <a:defRPr sz="900"/>
            </a:lvl1pPr>
          </a:lstStyle>
          <a:p>
            <a:pPr lvl="0"/>
            <a:r>
              <a:rPr lang="en-US" dirty="0"/>
              <a:t>Click to edit Master text styles</a:t>
            </a:r>
          </a:p>
        </p:txBody>
      </p:sp>
      <p:sp>
        <p:nvSpPr>
          <p:cNvPr id="9" name="Chart Placeholder 2"/>
          <p:cNvSpPr>
            <a:spLocks noGrp="1"/>
          </p:cNvSpPr>
          <p:nvPr>
            <p:ph type="chart" sz="quarter" idx="24"/>
          </p:nvPr>
        </p:nvSpPr>
        <p:spPr>
          <a:xfrm>
            <a:off x="528001" y="2125013"/>
            <a:ext cx="5316825" cy="3996000"/>
          </a:xfrm>
        </p:spPr>
        <p:txBody>
          <a:bodyPr/>
          <a:lstStyle/>
          <a:p>
            <a:endParaRPr lang="en-GB" dirty="0"/>
          </a:p>
        </p:txBody>
      </p:sp>
      <p:sp>
        <p:nvSpPr>
          <p:cNvPr id="12" name="Text Placeholder 5"/>
          <p:cNvSpPr>
            <a:spLocks noGrp="1"/>
          </p:cNvSpPr>
          <p:nvPr>
            <p:ph type="body" sz="quarter" idx="25"/>
          </p:nvPr>
        </p:nvSpPr>
        <p:spPr>
          <a:xfrm>
            <a:off x="528000" y="1700213"/>
            <a:ext cx="5319272" cy="385762"/>
          </a:xfrm>
        </p:spPr>
        <p:txBody>
          <a:bodyPr/>
          <a:lstStyle/>
          <a:p>
            <a:pPr lvl="0"/>
            <a:r>
              <a:rPr lang="en-US" dirty="0"/>
              <a:t>Click to edit Master text styles</a:t>
            </a:r>
          </a:p>
        </p:txBody>
      </p:sp>
      <p:sp>
        <p:nvSpPr>
          <p:cNvPr id="10" name="TextBox 9"/>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306711053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27999" y="295683"/>
            <a:ext cx="11153884" cy="1129080"/>
          </a:xfrm>
          <a:prstGeom prst="rect">
            <a:avLst/>
          </a:prstGeom>
        </p:spPr>
        <p:txBody>
          <a:bodyPr vert="horz" lIns="0" tIns="0" rIns="0" bIns="0" rtlCol="0" anchor="t" anchorCtr="0">
            <a:noAutofit/>
          </a:bodyPr>
          <a:lstStyle>
            <a:lvl1pPr>
              <a:defRPr/>
            </a:lvl1pPr>
          </a:lstStyle>
          <a:p>
            <a:r>
              <a:rPr lang="en-US" dirty="0"/>
              <a:t>Click to add title</a:t>
            </a:r>
          </a:p>
        </p:txBody>
      </p:sp>
      <p:sp>
        <p:nvSpPr>
          <p:cNvPr id="6" name="Content Placeholder 3"/>
          <p:cNvSpPr>
            <a:spLocks noGrp="1"/>
          </p:cNvSpPr>
          <p:nvPr>
            <p:ph sz="quarter" idx="10"/>
          </p:nvPr>
        </p:nvSpPr>
        <p:spPr>
          <a:xfrm>
            <a:off x="524933" y="1700213"/>
            <a:ext cx="4351867" cy="4681538"/>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5"/>
            <a:r>
              <a:rPr lang="en-US" dirty="0"/>
              <a:t>Fifth level</a:t>
            </a:r>
          </a:p>
          <a:p>
            <a:pPr lvl="6"/>
            <a:r>
              <a:rPr lang="en-US" dirty="0"/>
              <a:t>Sixth level</a:t>
            </a:r>
          </a:p>
          <a:p>
            <a:pPr lvl="7"/>
            <a:r>
              <a:rPr lang="en-US" dirty="0"/>
              <a:t>Seventh level</a:t>
            </a:r>
          </a:p>
          <a:p>
            <a:pPr lvl="8"/>
            <a:r>
              <a:rPr lang="en-US" dirty="0"/>
              <a:t>Eighth level</a:t>
            </a:r>
          </a:p>
          <a:p>
            <a:pPr lvl="8"/>
            <a:r>
              <a:rPr lang="en-US" dirty="0"/>
              <a:t>Ninth level</a:t>
            </a:r>
          </a:p>
        </p:txBody>
      </p:sp>
      <p:sp>
        <p:nvSpPr>
          <p:cNvPr id="8" name="Content Placeholder 3"/>
          <p:cNvSpPr>
            <a:spLocks noGrp="1"/>
          </p:cNvSpPr>
          <p:nvPr>
            <p:ph sz="quarter" idx="16"/>
          </p:nvPr>
        </p:nvSpPr>
        <p:spPr>
          <a:xfrm>
            <a:off x="5172687" y="1700213"/>
            <a:ext cx="6494380" cy="4681538"/>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5"/>
            <a:r>
              <a:rPr lang="en-US" dirty="0"/>
              <a:t>Fifth level</a:t>
            </a:r>
          </a:p>
          <a:p>
            <a:pPr lvl="6"/>
            <a:r>
              <a:rPr lang="en-US" dirty="0"/>
              <a:t>Sixth level</a:t>
            </a:r>
          </a:p>
          <a:p>
            <a:pPr lvl="7"/>
            <a:r>
              <a:rPr lang="en-US" dirty="0"/>
              <a:t>Seventh level</a:t>
            </a:r>
          </a:p>
          <a:p>
            <a:pPr lvl="8"/>
            <a:r>
              <a:rPr lang="en-US" dirty="0"/>
              <a:t>Eighth level</a:t>
            </a:r>
          </a:p>
          <a:p>
            <a:pPr lvl="8"/>
            <a:r>
              <a:rPr lang="en-US" dirty="0"/>
              <a:t>Ninth level</a:t>
            </a:r>
          </a:p>
        </p:txBody>
      </p:sp>
      <p:sp>
        <p:nvSpPr>
          <p:cNvPr id="9"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1398676849"/>
      </p:ext>
    </p:extLst>
  </p:cSld>
  <p:clrMapOvr>
    <a:masterClrMapping/>
  </p:clrMapOvr>
  <p:transition>
    <p:fade/>
  </p:transition>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27999" y="295683"/>
            <a:ext cx="11153884" cy="1129080"/>
          </a:xfrm>
          <a:prstGeom prst="rect">
            <a:avLst/>
          </a:prstGeom>
        </p:spPr>
        <p:txBody>
          <a:bodyPr vert="horz" lIns="0" tIns="0" rIns="0" bIns="0" rtlCol="0" anchor="t" anchorCtr="0">
            <a:noAutofit/>
          </a:bodyPr>
          <a:lstStyle>
            <a:lvl1pPr>
              <a:defRPr/>
            </a:lvl1pPr>
          </a:lstStyle>
          <a:p>
            <a:r>
              <a:rPr lang="en-US" dirty="0"/>
              <a:t>Click to add title</a:t>
            </a:r>
          </a:p>
        </p:txBody>
      </p:sp>
      <p:sp>
        <p:nvSpPr>
          <p:cNvPr id="6" name="Content Placeholder 3"/>
          <p:cNvSpPr>
            <a:spLocks noGrp="1"/>
          </p:cNvSpPr>
          <p:nvPr>
            <p:ph sz="quarter" idx="10"/>
          </p:nvPr>
        </p:nvSpPr>
        <p:spPr>
          <a:xfrm>
            <a:off x="7577883" y="1700213"/>
            <a:ext cx="4089184" cy="4681539"/>
          </a:xfrm>
          <a:prstGeom prst="rect">
            <a:avLst/>
          </a:prstGeom>
        </p:spPr>
        <p:txBody>
          <a:bodyPr>
            <a:normAutofit/>
          </a:bodyPr>
          <a:lstStyle>
            <a:lvl1pPr>
              <a:tabLst>
                <a:tab pos="5029200" algn="r"/>
              </a:tabLst>
              <a:defRPr sz="24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dirty="0"/>
              <a:t>Click to edit Master text styles</a:t>
            </a:r>
          </a:p>
        </p:txBody>
      </p:sp>
      <p:sp>
        <p:nvSpPr>
          <p:cNvPr id="8" name="Content Placeholder 3"/>
          <p:cNvSpPr>
            <a:spLocks noGrp="1"/>
          </p:cNvSpPr>
          <p:nvPr>
            <p:ph sz="quarter" idx="16"/>
          </p:nvPr>
        </p:nvSpPr>
        <p:spPr>
          <a:xfrm>
            <a:off x="524934" y="1700212"/>
            <a:ext cx="6483065" cy="4681538"/>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5"/>
            <a:r>
              <a:rPr lang="en-US" dirty="0"/>
              <a:t>Fifth level</a:t>
            </a:r>
          </a:p>
          <a:p>
            <a:pPr lvl="6"/>
            <a:r>
              <a:rPr lang="en-US" dirty="0"/>
              <a:t>Sixth level</a:t>
            </a:r>
          </a:p>
          <a:p>
            <a:pPr lvl="7"/>
            <a:r>
              <a:rPr lang="en-US" dirty="0"/>
              <a:t>Seventh level</a:t>
            </a:r>
          </a:p>
          <a:p>
            <a:pPr lvl="8"/>
            <a:r>
              <a:rPr lang="en-US" dirty="0"/>
              <a:t>Eighth level</a:t>
            </a:r>
          </a:p>
          <a:p>
            <a:pPr lvl="8"/>
            <a:r>
              <a:rPr lang="en-US" dirty="0"/>
              <a:t>Ninth level</a:t>
            </a:r>
          </a:p>
        </p:txBody>
      </p:sp>
      <p:sp>
        <p:nvSpPr>
          <p:cNvPr id="9"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1543371201"/>
      </p:ext>
    </p:extLst>
  </p:cSld>
  <p:clrMapOvr>
    <a:masterClrMapping/>
  </p:clrMapOvr>
  <p:transition>
    <p:fade/>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Picture Placeholder 6"/>
          <p:cNvSpPr>
            <a:spLocks noGrp="1"/>
          </p:cNvSpPr>
          <p:nvPr>
            <p:ph type="pic" sz="quarter" idx="13"/>
          </p:nvPr>
        </p:nvSpPr>
        <p:spPr>
          <a:xfrm>
            <a:off x="527049" y="1700213"/>
            <a:ext cx="2712000" cy="1260000"/>
          </a:xfrm>
        </p:spPr>
        <p:txBody>
          <a:bodyPr lIns="0" tIns="0" rIns="0" bIns="0">
            <a:noAutofit/>
          </a:bodyPr>
          <a:lstStyle/>
          <a:p>
            <a:r>
              <a:rPr lang="en-US" dirty="0"/>
              <a:t>Click icon to add picture</a:t>
            </a:r>
            <a:endParaRPr lang="en-GB" dirty="0"/>
          </a:p>
        </p:txBody>
      </p:sp>
      <p:sp>
        <p:nvSpPr>
          <p:cNvPr id="5" name="Picture Placeholder 6"/>
          <p:cNvSpPr>
            <a:spLocks noGrp="1"/>
          </p:cNvSpPr>
          <p:nvPr>
            <p:ph type="pic" sz="quarter" idx="14"/>
          </p:nvPr>
        </p:nvSpPr>
        <p:spPr>
          <a:xfrm>
            <a:off x="3336000" y="1700213"/>
            <a:ext cx="2712000" cy="1260000"/>
          </a:xfrm>
        </p:spPr>
        <p:txBody>
          <a:bodyPr lIns="0" tIns="0" rIns="0" bIns="0">
            <a:noAutofit/>
          </a:bodyPr>
          <a:lstStyle/>
          <a:p>
            <a:r>
              <a:rPr lang="en-US"/>
              <a:t>Click icon to add picture</a:t>
            </a:r>
            <a:endParaRPr lang="en-GB"/>
          </a:p>
        </p:txBody>
      </p:sp>
      <p:sp>
        <p:nvSpPr>
          <p:cNvPr id="6" name="Picture Placeholder 6"/>
          <p:cNvSpPr>
            <a:spLocks noGrp="1"/>
          </p:cNvSpPr>
          <p:nvPr>
            <p:ph type="pic" sz="quarter" idx="15"/>
          </p:nvPr>
        </p:nvSpPr>
        <p:spPr>
          <a:xfrm>
            <a:off x="6143147" y="1700213"/>
            <a:ext cx="2712000" cy="1260000"/>
          </a:xfrm>
        </p:spPr>
        <p:txBody>
          <a:bodyPr lIns="0" tIns="0" rIns="0" bIns="0">
            <a:noAutofit/>
          </a:bodyPr>
          <a:lstStyle/>
          <a:p>
            <a:r>
              <a:rPr lang="en-US"/>
              <a:t>Click icon to add picture</a:t>
            </a:r>
            <a:endParaRPr lang="en-GB"/>
          </a:p>
        </p:txBody>
      </p:sp>
      <p:sp>
        <p:nvSpPr>
          <p:cNvPr id="7" name="Picture Placeholder 6"/>
          <p:cNvSpPr>
            <a:spLocks noGrp="1"/>
          </p:cNvSpPr>
          <p:nvPr>
            <p:ph type="pic" sz="quarter" idx="16"/>
          </p:nvPr>
        </p:nvSpPr>
        <p:spPr>
          <a:xfrm>
            <a:off x="8951999" y="1700213"/>
            <a:ext cx="2712000" cy="1260000"/>
          </a:xfrm>
        </p:spPr>
        <p:txBody>
          <a:bodyPr lIns="0" tIns="0" rIns="0" bIns="0">
            <a:noAutofit/>
          </a:bodyPr>
          <a:lstStyle/>
          <a:p>
            <a:r>
              <a:rPr lang="en-US" dirty="0"/>
              <a:t>Click icon to add picture</a:t>
            </a:r>
            <a:endParaRPr lang="en-GB" dirty="0"/>
          </a:p>
        </p:txBody>
      </p:sp>
      <p:sp>
        <p:nvSpPr>
          <p:cNvPr id="9" name="Text Placeholder 8"/>
          <p:cNvSpPr>
            <a:spLocks noGrp="1"/>
          </p:cNvSpPr>
          <p:nvPr>
            <p:ph type="body" sz="quarter" idx="17"/>
          </p:nvPr>
        </p:nvSpPr>
        <p:spPr>
          <a:xfrm>
            <a:off x="524933" y="3124200"/>
            <a:ext cx="2697184" cy="3257548"/>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0" name="Text Placeholder 8"/>
          <p:cNvSpPr>
            <a:spLocks noGrp="1"/>
          </p:cNvSpPr>
          <p:nvPr>
            <p:ph type="body" sz="quarter" idx="18"/>
          </p:nvPr>
        </p:nvSpPr>
        <p:spPr>
          <a:xfrm>
            <a:off x="6149963"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Text Placeholder 8"/>
          <p:cNvSpPr>
            <a:spLocks noGrp="1"/>
          </p:cNvSpPr>
          <p:nvPr>
            <p:ph type="body" sz="quarter" idx="19"/>
          </p:nvPr>
        </p:nvSpPr>
        <p:spPr>
          <a:xfrm>
            <a:off x="3330040" y="3124200"/>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Text Placeholder 8"/>
          <p:cNvSpPr>
            <a:spLocks noGrp="1"/>
          </p:cNvSpPr>
          <p:nvPr>
            <p:ph type="body" sz="quarter" idx="20"/>
          </p:nvPr>
        </p:nvSpPr>
        <p:spPr>
          <a:xfrm>
            <a:off x="8969885" y="3108510"/>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3" name="Text Placeholder 8"/>
          <p:cNvSpPr>
            <a:spLocks noGrp="1"/>
          </p:cNvSpPr>
          <p:nvPr>
            <p:ph type="body" sz="quarter" idx="21" hasCustomPrompt="1"/>
          </p:nvPr>
        </p:nvSpPr>
        <p:spPr>
          <a:xfrm>
            <a:off x="528000" y="651600"/>
            <a:ext cx="11136000" cy="757255"/>
          </a:xfrm>
          <a:prstGeom prst="rect">
            <a:avLst/>
          </a:prstGeom>
        </p:spPr>
        <p:txBody>
          <a:bodyPr lIns="0" tIns="0" rIns="0" bIns="0">
            <a:noAutofit/>
          </a:bodyPr>
          <a:lstStyle>
            <a:lvl1pPr marL="0" indent="0">
              <a:buNone/>
              <a:defRPr sz="16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944830528"/>
      </p:ext>
    </p:extLst>
  </p:cSld>
  <p:clrMapOvr>
    <a:masterClrMapping/>
  </p:clrMapOvr>
  <p:transition>
    <p:fade/>
  </p:transition>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Rectangle 3"/>
          <p:cNvSpPr/>
          <p:nvPr userDrawn="1"/>
        </p:nvSpPr>
        <p:spPr>
          <a:xfrm>
            <a:off x="527051"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prstClr val="white"/>
              </a:solidFill>
            </a:endParaRPr>
          </a:p>
        </p:txBody>
      </p:sp>
      <p:sp>
        <p:nvSpPr>
          <p:cNvPr id="5" name="Rectangle 4"/>
          <p:cNvSpPr/>
          <p:nvPr userDrawn="1"/>
        </p:nvSpPr>
        <p:spPr>
          <a:xfrm>
            <a:off x="6192000" y="1700213"/>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prstClr val="white"/>
              </a:solidFill>
            </a:endParaRPr>
          </a:p>
        </p:txBody>
      </p:sp>
      <p:sp>
        <p:nvSpPr>
          <p:cNvPr id="6" name="Rectangle 5"/>
          <p:cNvSpPr/>
          <p:nvPr userDrawn="1"/>
        </p:nvSpPr>
        <p:spPr>
          <a:xfrm>
            <a:off x="527051"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prstClr val="white"/>
              </a:solidFill>
            </a:endParaRPr>
          </a:p>
        </p:txBody>
      </p:sp>
      <p:sp>
        <p:nvSpPr>
          <p:cNvPr id="7" name="Rectangle 6"/>
          <p:cNvSpPr/>
          <p:nvPr userDrawn="1"/>
        </p:nvSpPr>
        <p:spPr>
          <a:xfrm>
            <a:off x="6192000"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prstClr val="white"/>
              </a:solidFill>
            </a:endParaRPr>
          </a:p>
        </p:txBody>
      </p:sp>
      <p:sp>
        <p:nvSpPr>
          <p:cNvPr id="8" name="Picture Placeholder 11"/>
          <p:cNvSpPr>
            <a:spLocks noGrp="1"/>
          </p:cNvSpPr>
          <p:nvPr>
            <p:ph type="pic" sz="quarter" idx="25"/>
          </p:nvPr>
        </p:nvSpPr>
        <p:spPr>
          <a:xfrm>
            <a:off x="527051" y="1880213"/>
            <a:ext cx="1968000" cy="1476000"/>
          </a:xfrm>
        </p:spPr>
        <p:txBody>
          <a:bodyPr/>
          <a:lstStyle>
            <a:lvl1pPr>
              <a:defRPr/>
            </a:lvl1pPr>
          </a:lstStyle>
          <a:p>
            <a:r>
              <a:rPr lang="en-GB" dirty="0"/>
              <a:t>Click icon to add picture</a:t>
            </a:r>
          </a:p>
        </p:txBody>
      </p:sp>
      <p:sp>
        <p:nvSpPr>
          <p:cNvPr id="9" name="Picture Placeholder 11"/>
          <p:cNvSpPr>
            <a:spLocks noGrp="1"/>
          </p:cNvSpPr>
          <p:nvPr>
            <p:ph type="pic" sz="quarter" idx="27"/>
          </p:nvPr>
        </p:nvSpPr>
        <p:spPr>
          <a:xfrm>
            <a:off x="6192000" y="1880213"/>
            <a:ext cx="1968000" cy="1476000"/>
          </a:xfrm>
        </p:spPr>
        <p:txBody>
          <a:bodyPr/>
          <a:lstStyle>
            <a:lvl1pPr>
              <a:defRPr/>
            </a:lvl1pPr>
          </a:lstStyle>
          <a:p>
            <a:r>
              <a:rPr lang="en-GB" dirty="0"/>
              <a:t>Click icon to add picture</a:t>
            </a:r>
          </a:p>
        </p:txBody>
      </p:sp>
      <p:sp>
        <p:nvSpPr>
          <p:cNvPr id="10" name="Picture Placeholder 11"/>
          <p:cNvSpPr>
            <a:spLocks noGrp="1"/>
          </p:cNvSpPr>
          <p:nvPr>
            <p:ph type="pic" sz="quarter" idx="29"/>
          </p:nvPr>
        </p:nvSpPr>
        <p:spPr>
          <a:xfrm>
            <a:off x="527051" y="4256213"/>
            <a:ext cx="1968000" cy="1476000"/>
          </a:xfrm>
        </p:spPr>
        <p:txBody>
          <a:bodyPr/>
          <a:lstStyle>
            <a:lvl1pPr>
              <a:defRPr/>
            </a:lvl1pPr>
          </a:lstStyle>
          <a:p>
            <a:r>
              <a:rPr lang="en-GB" dirty="0"/>
              <a:t>Click icon to add picture</a:t>
            </a:r>
          </a:p>
        </p:txBody>
      </p:sp>
      <p:sp>
        <p:nvSpPr>
          <p:cNvPr id="11" name="Picture Placeholder 11"/>
          <p:cNvSpPr>
            <a:spLocks noGrp="1"/>
          </p:cNvSpPr>
          <p:nvPr>
            <p:ph type="pic" sz="quarter" idx="31"/>
          </p:nvPr>
        </p:nvSpPr>
        <p:spPr>
          <a:xfrm>
            <a:off x="6192000" y="4256213"/>
            <a:ext cx="1968000" cy="1476000"/>
          </a:xfrm>
        </p:spPr>
        <p:txBody>
          <a:bodyPr/>
          <a:lstStyle>
            <a:lvl1pPr>
              <a:defRPr/>
            </a:lvl1pPr>
          </a:lstStyle>
          <a:p>
            <a:r>
              <a:rPr lang="en-GB" dirty="0"/>
              <a:t>Click icon to add picture</a:t>
            </a:r>
          </a:p>
        </p:txBody>
      </p:sp>
      <p:sp>
        <p:nvSpPr>
          <p:cNvPr id="13" name="Text Placeholder 12"/>
          <p:cNvSpPr>
            <a:spLocks noGrp="1"/>
          </p:cNvSpPr>
          <p:nvPr>
            <p:ph type="body" sz="quarter" idx="32"/>
          </p:nvPr>
        </p:nvSpPr>
        <p:spPr>
          <a:xfrm>
            <a:off x="2699525" y="1880213"/>
            <a:ext cx="3288000" cy="1944000"/>
          </a:xfrm>
        </p:spPr>
        <p:txBody>
          <a:bodyPr/>
          <a:lstStyle>
            <a:lvl1pPr>
              <a:spcAft>
                <a:spcPts val="0"/>
              </a:spcAft>
              <a:defRPr b="1"/>
            </a:lvl1pPr>
            <a:lvl2pPr>
              <a:spcAft>
                <a:spcPts val="0"/>
              </a:spcAft>
              <a:defRPr b="0"/>
            </a:lvl2pPr>
          </a:lstStyle>
          <a:p>
            <a:pPr lvl="0"/>
            <a:r>
              <a:rPr lang="en-US" dirty="0"/>
              <a:t>Click to edit Master text styles</a:t>
            </a:r>
          </a:p>
          <a:p>
            <a:pPr lvl="1"/>
            <a:r>
              <a:rPr lang="en-US" dirty="0"/>
              <a:t>Second level</a:t>
            </a:r>
          </a:p>
        </p:txBody>
      </p:sp>
      <p:sp>
        <p:nvSpPr>
          <p:cNvPr id="14" name="Text Placeholder 12"/>
          <p:cNvSpPr>
            <a:spLocks noGrp="1"/>
          </p:cNvSpPr>
          <p:nvPr>
            <p:ph type="body" sz="quarter" idx="33"/>
          </p:nvPr>
        </p:nvSpPr>
        <p:spPr>
          <a:xfrm>
            <a:off x="8364475" y="1880213"/>
            <a:ext cx="3302592" cy="1944000"/>
          </a:xfrm>
        </p:spPr>
        <p:txBody>
          <a:bodyPr/>
          <a:lstStyle>
            <a:lvl1pPr>
              <a:spcAft>
                <a:spcPts val="0"/>
              </a:spcAft>
              <a:defRPr b="1"/>
            </a:lvl1pPr>
            <a:lvl2pPr>
              <a:spcAft>
                <a:spcPts val="0"/>
              </a:spcAft>
              <a:defRPr b="0"/>
            </a:lvl2pPr>
          </a:lstStyle>
          <a:p>
            <a:pPr lvl="0"/>
            <a:r>
              <a:rPr lang="en-US" dirty="0"/>
              <a:t>Click to edit Master text styles</a:t>
            </a:r>
          </a:p>
          <a:p>
            <a:pPr lvl="1"/>
            <a:r>
              <a:rPr lang="en-US" dirty="0"/>
              <a:t>Second level</a:t>
            </a:r>
          </a:p>
        </p:txBody>
      </p:sp>
      <p:sp>
        <p:nvSpPr>
          <p:cNvPr id="15" name="Text Placeholder 12"/>
          <p:cNvSpPr>
            <a:spLocks noGrp="1"/>
          </p:cNvSpPr>
          <p:nvPr>
            <p:ph type="body" sz="quarter" idx="34"/>
          </p:nvPr>
        </p:nvSpPr>
        <p:spPr>
          <a:xfrm>
            <a:off x="2699525" y="4256213"/>
            <a:ext cx="3288000" cy="1944000"/>
          </a:xfrm>
        </p:spPr>
        <p:txBody>
          <a:bodyPr/>
          <a:lstStyle>
            <a:lvl1pPr>
              <a:spcAft>
                <a:spcPts val="0"/>
              </a:spcAft>
              <a:defRPr b="1"/>
            </a:lvl1pPr>
            <a:lvl2pPr>
              <a:spcAft>
                <a:spcPts val="0"/>
              </a:spcAft>
              <a:defRPr b="0"/>
            </a:lvl2pPr>
          </a:lstStyle>
          <a:p>
            <a:pPr lvl="0"/>
            <a:r>
              <a:rPr lang="en-US" dirty="0"/>
              <a:t>Click to edit Master text styles</a:t>
            </a:r>
          </a:p>
          <a:p>
            <a:pPr lvl="1"/>
            <a:r>
              <a:rPr lang="en-US" dirty="0"/>
              <a:t>Second level</a:t>
            </a:r>
          </a:p>
        </p:txBody>
      </p:sp>
      <p:sp>
        <p:nvSpPr>
          <p:cNvPr id="16" name="Text Placeholder 12"/>
          <p:cNvSpPr>
            <a:spLocks noGrp="1"/>
          </p:cNvSpPr>
          <p:nvPr>
            <p:ph type="body" sz="quarter" idx="35"/>
          </p:nvPr>
        </p:nvSpPr>
        <p:spPr>
          <a:xfrm>
            <a:off x="8364475" y="4256213"/>
            <a:ext cx="3302592" cy="1944000"/>
          </a:xfrm>
        </p:spPr>
        <p:txBody>
          <a:bodyPr/>
          <a:lstStyle>
            <a:lvl1pPr>
              <a:spcAft>
                <a:spcPts val="0"/>
              </a:spcAft>
              <a:defRPr b="1"/>
            </a:lvl1pPr>
            <a:lvl2pPr>
              <a:spcAft>
                <a:spcPts val="0"/>
              </a:spcAft>
              <a:defRPr b="0"/>
            </a:lvl2pPr>
          </a:lstStyle>
          <a:p>
            <a:pPr lvl="0"/>
            <a:r>
              <a:rPr lang="en-US" dirty="0"/>
              <a:t>Click to edit Master text styles</a:t>
            </a:r>
          </a:p>
          <a:p>
            <a:pPr lvl="1"/>
            <a:r>
              <a:rPr lang="en-US" dirty="0"/>
              <a:t>Second level</a:t>
            </a:r>
          </a:p>
        </p:txBody>
      </p:sp>
      <p:sp>
        <p:nvSpPr>
          <p:cNvPr id="17"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2112498539"/>
      </p:ext>
    </p:extLst>
  </p:cSld>
  <p:clrMapOvr>
    <a:masterClrMapping/>
  </p:clrMapOvr>
  <p:transition>
    <p:fade/>
  </p:transition>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Picture Placeholder 7"/>
          <p:cNvSpPr>
            <a:spLocks noGrp="1"/>
          </p:cNvSpPr>
          <p:nvPr>
            <p:ph type="pic" sz="quarter" idx="13"/>
          </p:nvPr>
        </p:nvSpPr>
        <p:spPr>
          <a:xfrm>
            <a:off x="524934" y="1700214"/>
            <a:ext cx="3672417" cy="1971675"/>
          </a:xfrm>
        </p:spPr>
        <p:txBody>
          <a:bodyPr/>
          <a:lstStyle/>
          <a:p>
            <a:r>
              <a:rPr lang="en-US"/>
              <a:t>Click icon to add picture</a:t>
            </a:r>
            <a:endParaRPr lang="en-GB"/>
          </a:p>
        </p:txBody>
      </p:sp>
      <p:sp>
        <p:nvSpPr>
          <p:cNvPr id="5" name="Picture Placeholder 7"/>
          <p:cNvSpPr>
            <a:spLocks noGrp="1"/>
          </p:cNvSpPr>
          <p:nvPr>
            <p:ph type="pic" sz="quarter" idx="14"/>
          </p:nvPr>
        </p:nvSpPr>
        <p:spPr>
          <a:xfrm>
            <a:off x="8006398" y="1700214"/>
            <a:ext cx="3660668" cy="1971675"/>
          </a:xfrm>
        </p:spPr>
        <p:txBody>
          <a:bodyPr/>
          <a:lstStyle/>
          <a:p>
            <a:r>
              <a:rPr lang="en-US" dirty="0"/>
              <a:t>Click icon to add picture</a:t>
            </a:r>
            <a:endParaRPr lang="en-GB" dirty="0"/>
          </a:p>
        </p:txBody>
      </p:sp>
      <p:sp>
        <p:nvSpPr>
          <p:cNvPr id="6" name="Picture Placeholder 7"/>
          <p:cNvSpPr>
            <a:spLocks noGrp="1"/>
          </p:cNvSpPr>
          <p:nvPr>
            <p:ph type="pic" sz="quarter" idx="15"/>
          </p:nvPr>
        </p:nvSpPr>
        <p:spPr>
          <a:xfrm>
            <a:off x="4273075" y="1700214"/>
            <a:ext cx="3657600" cy="1971675"/>
          </a:xfrm>
        </p:spPr>
        <p:txBody>
          <a:bodyPr/>
          <a:lstStyle/>
          <a:p>
            <a:r>
              <a:rPr lang="en-US"/>
              <a:t>Click icon to add picture</a:t>
            </a:r>
            <a:endParaRPr lang="en-GB"/>
          </a:p>
        </p:txBody>
      </p:sp>
      <p:sp>
        <p:nvSpPr>
          <p:cNvPr id="9" name="Text Placeholder 18"/>
          <p:cNvSpPr>
            <a:spLocks noGrp="1"/>
          </p:cNvSpPr>
          <p:nvPr>
            <p:ph idx="1" hasCustomPrompt="1"/>
          </p:nvPr>
        </p:nvSpPr>
        <p:spPr>
          <a:xfrm>
            <a:off x="528000" y="3832225"/>
            <a:ext cx="3657600" cy="20952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8"/>
          <p:cNvSpPr>
            <a:spLocks noGrp="1"/>
          </p:cNvSpPr>
          <p:nvPr>
            <p:ph idx="16" hasCustomPrompt="1"/>
          </p:nvPr>
        </p:nvSpPr>
        <p:spPr>
          <a:xfrm>
            <a:off x="4267200" y="3832225"/>
            <a:ext cx="3657600" cy="20952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8"/>
          <p:cNvSpPr>
            <a:spLocks noGrp="1"/>
          </p:cNvSpPr>
          <p:nvPr>
            <p:ph idx="17" hasCustomPrompt="1"/>
          </p:nvPr>
        </p:nvSpPr>
        <p:spPr>
          <a:xfrm>
            <a:off x="8006398" y="3832225"/>
            <a:ext cx="3660668" cy="20952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8"/>
          <p:cNvSpPr>
            <a:spLocks noGrp="1"/>
          </p:cNvSpPr>
          <p:nvPr>
            <p:ph type="body" sz="quarter" idx="18"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1874271649"/>
      </p:ext>
    </p:extLst>
  </p:cSld>
  <p:clrMapOvr>
    <a:masterClrMapping/>
  </p:clrMapOvr>
  <p:transition>
    <p:fade/>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1"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595582057"/>
      </p:ext>
    </p:extLst>
  </p:cSld>
  <p:clrMapOvr>
    <a:masterClrMapping/>
  </p:clrMapOvr>
  <p:transition>
    <p:fade/>
  </p:transition>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1_Title &amp; subtitle">
    <p:bg>
      <p:bgRef idx="1001">
        <a:schemeClr val="bg1"/>
      </p:bgRef>
    </p:bg>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BBBCBC"/>
                </a:solidFill>
              </a:defRPr>
            </a:lvl1pPr>
          </a:lstStyle>
          <a:p>
            <a:pPr lvl="0"/>
            <a:r>
              <a:rPr lang="en-US" dirty="0"/>
              <a:t>Click to add subtitle</a:t>
            </a:r>
          </a:p>
        </p:txBody>
      </p:sp>
      <p:sp>
        <p:nvSpPr>
          <p:cNvPr id="11"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solidFill>
                  <a:schemeClr val="tx1"/>
                </a:solidFill>
              </a:defRPr>
            </a:lvl1pPr>
          </a:lstStyle>
          <a:p>
            <a:r>
              <a:rPr lang="en-US" dirty="0"/>
              <a:t>Click to add title</a:t>
            </a:r>
          </a:p>
        </p:txBody>
      </p:sp>
      <p:sp>
        <p:nvSpPr>
          <p:cNvPr id="4" name="TextBox 3"/>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176536370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24935" y="1857892"/>
            <a:ext cx="5468941"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Text Placeholder 8"/>
          <p:cNvSpPr>
            <a:spLocks noGrp="1"/>
          </p:cNvSpPr>
          <p:nvPr>
            <p:ph type="body" sz="quarter" idx="21"/>
          </p:nvPr>
        </p:nvSpPr>
        <p:spPr>
          <a:xfrm>
            <a:off x="6214110" y="1857892"/>
            <a:ext cx="545466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2" name="Title 1"/>
          <p:cNvSpPr>
            <a:spLocks noGrp="1"/>
          </p:cNvSpPr>
          <p:nvPr>
            <p:ph type="title"/>
          </p:nvPr>
        </p:nvSpPr>
        <p:spPr/>
        <p:txBody>
          <a:bodyPr/>
          <a:lstStyle/>
          <a:p>
            <a:r>
              <a:rPr lang="en-US"/>
              <a:t>Click to edit Master title style</a:t>
            </a:r>
            <a:endParaRPr lang="en-GB"/>
          </a:p>
        </p:txBody>
      </p:sp>
      <p:sp>
        <p:nvSpPr>
          <p:cNvPr id="4" name="Rectangle 3"/>
          <p:cNvSpPr/>
          <p:nvPr userDrawn="1"/>
        </p:nvSpPr>
        <p:spPr>
          <a:xfrm>
            <a:off x="527051" y="171172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prstClr val="white"/>
              </a:solidFill>
            </a:endParaRPr>
          </a:p>
        </p:txBody>
      </p:sp>
      <p:sp>
        <p:nvSpPr>
          <p:cNvPr id="5" name="Rectangle 4"/>
          <p:cNvSpPr/>
          <p:nvPr userDrawn="1"/>
        </p:nvSpPr>
        <p:spPr>
          <a:xfrm>
            <a:off x="6214110" y="171172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prstClr val="white"/>
              </a:solidFill>
            </a:endParaRPr>
          </a:p>
        </p:txBody>
      </p:sp>
      <p:sp>
        <p:nvSpPr>
          <p:cNvPr id="6" name="Picture Placeholder 29"/>
          <p:cNvSpPr>
            <a:spLocks noGrp="1"/>
          </p:cNvSpPr>
          <p:nvPr>
            <p:ph type="pic" sz="quarter" idx="19" hasCustomPrompt="1"/>
          </p:nvPr>
        </p:nvSpPr>
        <p:spPr>
          <a:xfrm>
            <a:off x="4783669"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6"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904514956"/>
      </p:ext>
    </p:extLst>
  </p:cSld>
  <p:clrMapOvr>
    <a:masterClrMapping/>
  </p:clrMapOvr>
  <p:transition>
    <p:fade/>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24935" y="1857892"/>
            <a:ext cx="5468941"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9" name="Text Placeholder 8"/>
          <p:cNvSpPr>
            <a:spLocks noGrp="1"/>
          </p:cNvSpPr>
          <p:nvPr>
            <p:ph type="body" sz="quarter" idx="21"/>
          </p:nvPr>
        </p:nvSpPr>
        <p:spPr>
          <a:xfrm>
            <a:off x="6214110" y="1857892"/>
            <a:ext cx="545466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 name="Title 1"/>
          <p:cNvSpPr>
            <a:spLocks noGrp="1"/>
          </p:cNvSpPr>
          <p:nvPr>
            <p:ph type="title"/>
          </p:nvPr>
        </p:nvSpPr>
        <p:spPr/>
        <p:txBody>
          <a:bodyPr/>
          <a:lstStyle/>
          <a:p>
            <a:r>
              <a:rPr lang="en-US"/>
              <a:t>Click to edit Master title style</a:t>
            </a:r>
            <a:endParaRPr lang="en-GB"/>
          </a:p>
        </p:txBody>
      </p:sp>
      <p:sp>
        <p:nvSpPr>
          <p:cNvPr id="4" name="Rectangle 3"/>
          <p:cNvSpPr/>
          <p:nvPr userDrawn="1"/>
        </p:nvSpPr>
        <p:spPr>
          <a:xfrm>
            <a:off x="527051" y="171172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prstClr val="white"/>
              </a:solidFill>
            </a:endParaRPr>
          </a:p>
        </p:txBody>
      </p:sp>
      <p:sp>
        <p:nvSpPr>
          <p:cNvPr id="5" name="Rectangle 4"/>
          <p:cNvSpPr/>
          <p:nvPr userDrawn="1"/>
        </p:nvSpPr>
        <p:spPr>
          <a:xfrm>
            <a:off x="6214110" y="171172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prstClr val="white"/>
              </a:solidFill>
            </a:endParaRPr>
          </a:p>
        </p:txBody>
      </p:sp>
      <p:sp>
        <p:nvSpPr>
          <p:cNvPr id="6" name="Picture Placeholder 29"/>
          <p:cNvSpPr>
            <a:spLocks noGrp="1"/>
          </p:cNvSpPr>
          <p:nvPr>
            <p:ph type="pic" sz="quarter" idx="19" hasCustomPrompt="1"/>
          </p:nvPr>
        </p:nvSpPr>
        <p:spPr>
          <a:xfrm>
            <a:off x="4783669"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0" name="Text Placeholder 8"/>
          <p:cNvSpPr>
            <a:spLocks noGrp="1"/>
          </p:cNvSpPr>
          <p:nvPr>
            <p:ph type="body" sz="quarter" idx="22"/>
          </p:nvPr>
        </p:nvSpPr>
        <p:spPr>
          <a:xfrm>
            <a:off x="527051" y="4249682"/>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1" name="Text Placeholder 8"/>
          <p:cNvSpPr>
            <a:spLocks noGrp="1"/>
          </p:cNvSpPr>
          <p:nvPr>
            <p:ph type="body" sz="quarter" idx="23"/>
          </p:nvPr>
        </p:nvSpPr>
        <p:spPr>
          <a:xfrm>
            <a:off x="6214109" y="4249682"/>
            <a:ext cx="5452959"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2" name="Rectangle 11"/>
          <p:cNvSpPr/>
          <p:nvPr userDrawn="1"/>
        </p:nvSpPr>
        <p:spPr>
          <a:xfrm>
            <a:off x="524933"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prstClr val="white"/>
              </a:solidFill>
            </a:endParaRPr>
          </a:p>
        </p:txBody>
      </p:sp>
      <p:sp>
        <p:nvSpPr>
          <p:cNvPr id="13" name="Rectangle 12"/>
          <p:cNvSpPr/>
          <p:nvPr userDrawn="1"/>
        </p:nvSpPr>
        <p:spPr>
          <a:xfrm>
            <a:off x="6214109"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prstClr val="white"/>
              </a:solidFill>
            </a:endParaRPr>
          </a:p>
        </p:txBody>
      </p:sp>
      <p:sp>
        <p:nvSpPr>
          <p:cNvPr id="14" name="Picture Placeholder 29"/>
          <p:cNvSpPr>
            <a:spLocks noGrp="1"/>
          </p:cNvSpPr>
          <p:nvPr>
            <p:ph type="pic" sz="quarter" idx="24" hasCustomPrompt="1"/>
          </p:nvPr>
        </p:nvSpPr>
        <p:spPr>
          <a:xfrm>
            <a:off x="4754494" y="4255707"/>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6"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3521260595"/>
      </p:ext>
    </p:extLst>
  </p:cSld>
  <p:clrMapOvr>
    <a:masterClrMapping/>
  </p:clrMapOvr>
  <p:transition>
    <p:fade/>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Rectangle 3"/>
          <p:cNvSpPr/>
          <p:nvPr userDrawn="1"/>
        </p:nvSpPr>
        <p:spPr>
          <a:xfrm>
            <a:off x="4320001" y="1705968"/>
            <a:ext cx="354057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prstClr val="white"/>
              </a:solidFill>
            </a:endParaRPr>
          </a:p>
        </p:txBody>
      </p:sp>
      <p:sp>
        <p:nvSpPr>
          <p:cNvPr id="5" name="Rectangle 4"/>
          <p:cNvSpPr/>
          <p:nvPr userDrawn="1"/>
        </p:nvSpPr>
        <p:spPr>
          <a:xfrm>
            <a:off x="524934" y="1700214"/>
            <a:ext cx="3525761"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prstClr val="white"/>
              </a:solidFill>
            </a:endParaRPr>
          </a:p>
        </p:txBody>
      </p:sp>
      <p:sp>
        <p:nvSpPr>
          <p:cNvPr id="6" name="Rectangle 5"/>
          <p:cNvSpPr/>
          <p:nvPr userDrawn="1"/>
        </p:nvSpPr>
        <p:spPr>
          <a:xfrm>
            <a:off x="8141308" y="1705968"/>
            <a:ext cx="352576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prstClr val="white"/>
              </a:solidFill>
            </a:endParaRPr>
          </a:p>
        </p:txBody>
      </p:sp>
      <p:sp>
        <p:nvSpPr>
          <p:cNvPr id="7" name="Text Placeholder 8"/>
          <p:cNvSpPr>
            <a:spLocks noGrp="1"/>
          </p:cNvSpPr>
          <p:nvPr>
            <p:ph type="body" sz="quarter" idx="17"/>
          </p:nvPr>
        </p:nvSpPr>
        <p:spPr>
          <a:xfrm>
            <a:off x="4325712" y="1784680"/>
            <a:ext cx="3540577" cy="3914258"/>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Text Placeholder 8"/>
          <p:cNvSpPr>
            <a:spLocks noGrp="1"/>
          </p:cNvSpPr>
          <p:nvPr>
            <p:ph type="body" sz="quarter" idx="18"/>
          </p:nvPr>
        </p:nvSpPr>
        <p:spPr>
          <a:xfrm>
            <a:off x="528000" y="1784680"/>
            <a:ext cx="3522693" cy="3914258"/>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Text Placeholder 8"/>
          <p:cNvSpPr>
            <a:spLocks noGrp="1"/>
          </p:cNvSpPr>
          <p:nvPr>
            <p:ph type="body" sz="quarter" idx="19"/>
          </p:nvPr>
        </p:nvSpPr>
        <p:spPr>
          <a:xfrm>
            <a:off x="8141307" y="1784680"/>
            <a:ext cx="3525760" cy="3914258"/>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0"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2100662478"/>
      </p:ext>
    </p:extLst>
  </p:cSld>
  <p:clrMapOvr>
    <a:masterClrMapping/>
  </p:clrMapOvr>
  <p:transition>
    <p:fade/>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Text Placeholder 8"/>
          <p:cNvSpPr>
            <a:spLocks noGrp="1"/>
          </p:cNvSpPr>
          <p:nvPr>
            <p:ph type="body" sz="quarter" idx="17"/>
          </p:nvPr>
        </p:nvSpPr>
        <p:spPr>
          <a:xfrm>
            <a:off x="528000" y="2556000"/>
            <a:ext cx="2544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8"/>
          <p:cNvSpPr>
            <a:spLocks noGrp="1"/>
          </p:cNvSpPr>
          <p:nvPr>
            <p:ph type="body" sz="quarter" idx="18"/>
          </p:nvPr>
        </p:nvSpPr>
        <p:spPr>
          <a:xfrm>
            <a:off x="9120000" y="2556000"/>
            <a:ext cx="2547067"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Text Placeholder 8"/>
          <p:cNvSpPr>
            <a:spLocks noGrp="1"/>
          </p:cNvSpPr>
          <p:nvPr>
            <p:ph type="body" sz="quarter" idx="19"/>
          </p:nvPr>
        </p:nvSpPr>
        <p:spPr>
          <a:xfrm>
            <a:off x="3392000" y="2556000"/>
            <a:ext cx="2544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Text Placeholder 8"/>
          <p:cNvSpPr>
            <a:spLocks noGrp="1"/>
          </p:cNvSpPr>
          <p:nvPr>
            <p:ph type="body" sz="quarter" idx="20"/>
          </p:nvPr>
        </p:nvSpPr>
        <p:spPr>
          <a:xfrm>
            <a:off x="6256000" y="2556000"/>
            <a:ext cx="2544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534607685"/>
      </p:ext>
    </p:extLst>
  </p:cSld>
  <p:clrMapOvr>
    <a:masterClrMapping/>
  </p:clrMapOvr>
  <p:transition>
    <p:fade/>
  </p:transition>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dirty="0"/>
              <a:t>Click to edit Master title style</a:t>
            </a:r>
            <a:endParaRPr lang="en-GB" dirty="0"/>
          </a:p>
        </p:txBody>
      </p:sp>
      <p:sp>
        <p:nvSpPr>
          <p:cNvPr id="4" name="Text Placeholder 8"/>
          <p:cNvSpPr>
            <a:spLocks noGrp="1"/>
          </p:cNvSpPr>
          <p:nvPr>
            <p:ph type="body" sz="quarter" idx="17"/>
          </p:nvPr>
        </p:nvSpPr>
        <p:spPr>
          <a:xfrm>
            <a:off x="528000" y="2556000"/>
            <a:ext cx="2544000" cy="3394800"/>
          </a:xfrm>
        </p:spPr>
        <p:txBody>
          <a:bodyPr/>
          <a:lstStyle>
            <a:lvl1pPr>
              <a:defRPr b="1">
                <a:solidFill>
                  <a:schemeClr val="tx1"/>
                </a:solidFill>
              </a:defRPr>
            </a:lvl1pPr>
            <a:lvl2pPr>
              <a:spcAft>
                <a:spcPts val="1000"/>
              </a:spcAft>
              <a:defRPr>
                <a:solidFill>
                  <a:schemeClr val="tx1"/>
                </a:solidFill>
              </a:defRPr>
            </a:lvl2pPr>
            <a:lvl3pPr marL="0" indent="0">
              <a:spcAft>
                <a:spcPts val="1000"/>
              </a:spcAft>
              <a:buNone/>
              <a:defRPr>
                <a:solidFill>
                  <a:schemeClr val="tx1"/>
                </a:solidFill>
              </a:defRPr>
            </a:lvl3pPr>
            <a:lvl4pPr marL="176400" indent="-176400">
              <a:spcAft>
                <a:spcPts val="1000"/>
              </a:spcAft>
              <a:buFont typeface="Arial" panose="020B0604020202020204" pitchFamily="34" charset="0"/>
              <a:buChar char="•"/>
              <a:defRPr>
                <a:solidFill>
                  <a:schemeClr val="tx1"/>
                </a:solidFill>
              </a:defRPr>
            </a:lvl4pPr>
            <a:lvl5pPr marL="356400" indent="-176400">
              <a:spcAft>
                <a:spcPts val="1000"/>
              </a:spcAft>
              <a:defRPr baseline="0">
                <a:solidFill>
                  <a:schemeClr val="tx1"/>
                </a:solidFill>
              </a:defRPr>
            </a:lvl5pPr>
            <a:lvl6pPr marL="356400" indent="-176400">
              <a:spcAft>
                <a:spcPts val="1000"/>
              </a:spcAft>
              <a:buFont typeface="Verdana" panose="020B0604030504040204" pitchFamily="34" charset="0"/>
              <a:buChar char="−"/>
              <a:defRPr>
                <a:solidFill>
                  <a:schemeClr val="tx1"/>
                </a:solidFill>
              </a:defRPr>
            </a:lvl6pPr>
            <a:lvl7pPr marL="356400" indent="-176400">
              <a:spcAft>
                <a:spcPts val="1000"/>
              </a:spcAft>
              <a:defRPr>
                <a:solidFill>
                  <a:schemeClr val="tx1"/>
                </a:solidFill>
              </a:defRPr>
            </a:lvl7pPr>
            <a:lvl8pPr marL="356400" indent="-176400">
              <a:spcAft>
                <a:spcPts val="1000"/>
              </a:spcAft>
              <a:defRPr>
                <a:solidFill>
                  <a:schemeClr val="tx1"/>
                </a:solidFill>
              </a:defRPr>
            </a:lvl8pPr>
            <a:lvl9pPr marL="356400" indent="-176400">
              <a:spcAft>
                <a:spcPts val="1000"/>
              </a:spcAft>
              <a:defRPr>
                <a:solidFill>
                  <a:schemeClr val="tx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8"/>
          <p:cNvSpPr>
            <a:spLocks noGrp="1"/>
          </p:cNvSpPr>
          <p:nvPr>
            <p:ph type="body" sz="quarter" idx="18"/>
          </p:nvPr>
        </p:nvSpPr>
        <p:spPr>
          <a:xfrm>
            <a:off x="9120000" y="2556000"/>
            <a:ext cx="2547067" cy="3394800"/>
          </a:xfrm>
        </p:spPr>
        <p:txBody>
          <a:bodyPr/>
          <a:lstStyle>
            <a:lvl1pPr>
              <a:defRPr b="1">
                <a:solidFill>
                  <a:schemeClr val="tx1"/>
                </a:solidFill>
              </a:defRPr>
            </a:lvl1pPr>
            <a:lvl2pPr>
              <a:spcAft>
                <a:spcPts val="1000"/>
              </a:spcAft>
              <a:defRPr>
                <a:solidFill>
                  <a:schemeClr val="tx1"/>
                </a:solidFill>
              </a:defRPr>
            </a:lvl2pPr>
            <a:lvl3pPr marL="0" indent="0">
              <a:spcAft>
                <a:spcPts val="1000"/>
              </a:spcAft>
              <a:buNone/>
              <a:defRPr>
                <a:solidFill>
                  <a:schemeClr val="tx1"/>
                </a:solidFill>
              </a:defRPr>
            </a:lvl3pPr>
            <a:lvl4pPr marL="176400" indent="-176400">
              <a:spcAft>
                <a:spcPts val="1000"/>
              </a:spcAft>
              <a:buFont typeface="Arial" panose="020B0604020202020204" pitchFamily="34" charset="0"/>
              <a:buChar char="•"/>
              <a:defRPr>
                <a:solidFill>
                  <a:schemeClr val="tx1"/>
                </a:solidFill>
              </a:defRPr>
            </a:lvl4pPr>
            <a:lvl5pPr marL="356400" indent="-176400">
              <a:spcAft>
                <a:spcPts val="1000"/>
              </a:spcAft>
              <a:defRPr baseline="0">
                <a:solidFill>
                  <a:schemeClr val="tx1"/>
                </a:solidFill>
              </a:defRPr>
            </a:lvl5pPr>
            <a:lvl6pPr marL="356400" indent="-176400">
              <a:spcAft>
                <a:spcPts val="1000"/>
              </a:spcAft>
              <a:buFont typeface="Verdana" panose="020B0604030504040204" pitchFamily="34" charset="0"/>
              <a:buChar char="−"/>
              <a:defRPr>
                <a:solidFill>
                  <a:schemeClr val="tx1"/>
                </a:solidFill>
              </a:defRPr>
            </a:lvl6pPr>
            <a:lvl7pPr marL="356400" indent="-176400">
              <a:spcAft>
                <a:spcPts val="1000"/>
              </a:spcAft>
              <a:defRPr>
                <a:solidFill>
                  <a:schemeClr val="tx1"/>
                </a:solidFill>
              </a:defRPr>
            </a:lvl7pPr>
            <a:lvl8pPr marL="356400" indent="-176400">
              <a:spcAft>
                <a:spcPts val="1000"/>
              </a:spcAft>
              <a:defRPr>
                <a:solidFill>
                  <a:schemeClr val="tx1"/>
                </a:solidFill>
              </a:defRPr>
            </a:lvl8pPr>
            <a:lvl9pPr marL="356400" indent="-176400">
              <a:spcAft>
                <a:spcPts val="1000"/>
              </a:spcAft>
              <a:defRPr>
                <a:solidFill>
                  <a:schemeClr val="tx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Text Placeholder 8"/>
          <p:cNvSpPr>
            <a:spLocks noGrp="1"/>
          </p:cNvSpPr>
          <p:nvPr>
            <p:ph type="body" sz="quarter" idx="19"/>
          </p:nvPr>
        </p:nvSpPr>
        <p:spPr>
          <a:xfrm>
            <a:off x="3392000" y="2556000"/>
            <a:ext cx="2544000" cy="3394800"/>
          </a:xfrm>
        </p:spPr>
        <p:txBody>
          <a:bodyPr/>
          <a:lstStyle>
            <a:lvl1pPr>
              <a:defRPr b="1">
                <a:solidFill>
                  <a:schemeClr val="tx1"/>
                </a:solidFill>
              </a:defRPr>
            </a:lvl1pPr>
            <a:lvl2pPr>
              <a:spcAft>
                <a:spcPts val="1000"/>
              </a:spcAft>
              <a:defRPr>
                <a:solidFill>
                  <a:schemeClr val="tx1"/>
                </a:solidFill>
              </a:defRPr>
            </a:lvl2pPr>
            <a:lvl3pPr marL="0" indent="0">
              <a:spcAft>
                <a:spcPts val="1000"/>
              </a:spcAft>
              <a:buNone/>
              <a:defRPr>
                <a:solidFill>
                  <a:schemeClr val="tx1"/>
                </a:solidFill>
              </a:defRPr>
            </a:lvl3pPr>
            <a:lvl4pPr marL="176400" indent="-176400">
              <a:spcAft>
                <a:spcPts val="1000"/>
              </a:spcAft>
              <a:buFont typeface="Arial" panose="020B0604020202020204" pitchFamily="34" charset="0"/>
              <a:buChar char="•"/>
              <a:defRPr>
                <a:solidFill>
                  <a:schemeClr val="tx1"/>
                </a:solidFill>
              </a:defRPr>
            </a:lvl4pPr>
            <a:lvl5pPr marL="356400" indent="-176400">
              <a:spcAft>
                <a:spcPts val="1000"/>
              </a:spcAft>
              <a:defRPr baseline="0">
                <a:solidFill>
                  <a:schemeClr val="tx1"/>
                </a:solidFill>
              </a:defRPr>
            </a:lvl5pPr>
            <a:lvl6pPr marL="356400" indent="-176400">
              <a:spcAft>
                <a:spcPts val="1000"/>
              </a:spcAft>
              <a:buFont typeface="Verdana" panose="020B0604030504040204" pitchFamily="34" charset="0"/>
              <a:buChar char="−"/>
              <a:defRPr>
                <a:solidFill>
                  <a:schemeClr val="tx1"/>
                </a:solidFill>
              </a:defRPr>
            </a:lvl6pPr>
            <a:lvl7pPr marL="356400" indent="-176400">
              <a:spcAft>
                <a:spcPts val="1000"/>
              </a:spcAft>
              <a:defRPr>
                <a:solidFill>
                  <a:schemeClr val="tx1"/>
                </a:solidFill>
              </a:defRPr>
            </a:lvl7pPr>
            <a:lvl8pPr marL="356400" indent="-176400">
              <a:spcAft>
                <a:spcPts val="1000"/>
              </a:spcAft>
              <a:defRPr>
                <a:solidFill>
                  <a:schemeClr val="tx1"/>
                </a:solidFill>
              </a:defRPr>
            </a:lvl8pPr>
            <a:lvl9pPr marL="356400" indent="-176400">
              <a:spcAft>
                <a:spcPts val="1000"/>
              </a:spcAft>
              <a:defRPr>
                <a:solidFill>
                  <a:schemeClr val="tx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Text Placeholder 8"/>
          <p:cNvSpPr>
            <a:spLocks noGrp="1"/>
          </p:cNvSpPr>
          <p:nvPr>
            <p:ph type="body" sz="quarter" idx="20"/>
          </p:nvPr>
        </p:nvSpPr>
        <p:spPr>
          <a:xfrm>
            <a:off x="6256000" y="2556000"/>
            <a:ext cx="2544000" cy="3394800"/>
          </a:xfrm>
        </p:spPr>
        <p:txBody>
          <a:bodyPr/>
          <a:lstStyle>
            <a:lvl1pPr>
              <a:defRPr b="1">
                <a:solidFill>
                  <a:schemeClr val="tx1"/>
                </a:solidFill>
              </a:defRPr>
            </a:lvl1pPr>
            <a:lvl2pPr>
              <a:spcAft>
                <a:spcPts val="1000"/>
              </a:spcAft>
              <a:defRPr>
                <a:solidFill>
                  <a:schemeClr val="tx1"/>
                </a:solidFill>
              </a:defRPr>
            </a:lvl2pPr>
            <a:lvl3pPr marL="0" indent="0">
              <a:spcAft>
                <a:spcPts val="1000"/>
              </a:spcAft>
              <a:buNone/>
              <a:defRPr>
                <a:solidFill>
                  <a:schemeClr val="tx1"/>
                </a:solidFill>
              </a:defRPr>
            </a:lvl3pPr>
            <a:lvl4pPr marL="176400" indent="-176400">
              <a:spcAft>
                <a:spcPts val="1000"/>
              </a:spcAft>
              <a:buFont typeface="Arial" panose="020B0604020202020204" pitchFamily="34" charset="0"/>
              <a:buChar char="•"/>
              <a:defRPr>
                <a:solidFill>
                  <a:schemeClr val="tx1"/>
                </a:solidFill>
              </a:defRPr>
            </a:lvl4pPr>
            <a:lvl5pPr marL="356400" indent="-176400">
              <a:spcAft>
                <a:spcPts val="1000"/>
              </a:spcAft>
              <a:defRPr baseline="0">
                <a:solidFill>
                  <a:schemeClr val="tx1"/>
                </a:solidFill>
              </a:defRPr>
            </a:lvl5pPr>
            <a:lvl6pPr marL="356400" indent="-176400">
              <a:spcAft>
                <a:spcPts val="1000"/>
              </a:spcAft>
              <a:buFont typeface="Verdana" panose="020B0604030504040204" pitchFamily="34" charset="0"/>
              <a:buChar char="−"/>
              <a:defRPr>
                <a:solidFill>
                  <a:schemeClr val="tx1"/>
                </a:solidFill>
              </a:defRPr>
            </a:lvl6pPr>
            <a:lvl7pPr marL="356400" indent="-176400">
              <a:spcAft>
                <a:spcPts val="1000"/>
              </a:spcAft>
              <a:defRPr>
                <a:solidFill>
                  <a:schemeClr val="tx1"/>
                </a:solidFill>
              </a:defRPr>
            </a:lvl7pPr>
            <a:lvl8pPr marL="356400" indent="-176400">
              <a:spcAft>
                <a:spcPts val="1000"/>
              </a:spcAft>
              <a:defRPr>
                <a:solidFill>
                  <a:schemeClr val="tx1"/>
                </a:solidFill>
              </a:defRPr>
            </a:lvl8pPr>
            <a:lvl9pPr marL="356400" indent="-176400">
              <a:spcAft>
                <a:spcPts val="1000"/>
              </a:spcAft>
              <a:defRPr>
                <a:solidFill>
                  <a:schemeClr val="tx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chemeClr val="tx1"/>
                </a:solidFill>
              </a:defRPr>
            </a:lvl1pPr>
          </a:lstStyle>
          <a:p>
            <a:pPr lvl="0"/>
            <a:r>
              <a:rPr lang="en-US" dirty="0"/>
              <a:t>Click to add subtitle</a:t>
            </a:r>
          </a:p>
        </p:txBody>
      </p:sp>
      <p:sp>
        <p:nvSpPr>
          <p:cNvPr id="9" name="TextBox 8"/>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2156163418"/>
      </p:ext>
    </p:extLst>
  </p:cSld>
  <p:clrMapOvr>
    <a:masterClrMapping/>
  </p:clrMapOvr>
  <p:transition>
    <p:fade/>
  </p:transition>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9"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0" name="Text Placeholder 18"/>
          <p:cNvSpPr>
            <a:spLocks noGrp="1"/>
          </p:cNvSpPr>
          <p:nvPr>
            <p:ph idx="1"/>
          </p:nvPr>
        </p:nvSpPr>
        <p:spPr>
          <a:xfrm>
            <a:off x="528000" y="1700213"/>
            <a:ext cx="5568000" cy="468153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GB" dirty="0"/>
              <a:t>Seventh level</a:t>
            </a:r>
          </a:p>
          <a:p>
            <a:pPr lvl="7"/>
            <a:r>
              <a:rPr lang="en-GB" dirty="0"/>
              <a:t>Eighth level</a:t>
            </a:r>
          </a:p>
          <a:p>
            <a:pPr lvl="8"/>
            <a:r>
              <a:rPr lang="en-GB" dirty="0"/>
              <a:t>Ninth level</a:t>
            </a:r>
          </a:p>
        </p:txBody>
      </p:sp>
    </p:spTree>
    <p:extLst>
      <p:ext uri="{BB962C8B-B14F-4D97-AF65-F5344CB8AC3E}">
        <p14:creationId xmlns:p14="http://schemas.microsoft.com/office/powerpoint/2010/main" val="1152196798"/>
      </p:ext>
    </p:extLst>
  </p:cSld>
  <p:clrMapOvr>
    <a:masterClrMapping/>
  </p:clrMapOvr>
  <p:transition>
    <p:fade/>
  </p:transition>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_Title, subtitle, 1 column text with charts">
    <p:bg>
      <p:bgRef idx="1001">
        <a:schemeClr val="bg1"/>
      </p:bgRef>
    </p:bg>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BBBCBC"/>
                </a:solidFill>
              </a:defRPr>
            </a:lvl1pPr>
          </a:lstStyle>
          <a:p>
            <a:pPr lvl="0"/>
            <a:r>
              <a:rPr lang="en-US" dirty="0"/>
              <a:t>Click to add subtitle</a:t>
            </a:r>
          </a:p>
        </p:txBody>
      </p:sp>
      <p:sp>
        <p:nvSpPr>
          <p:cNvPr id="9" name="Title Placeholder 1"/>
          <p:cNvSpPr>
            <a:spLocks noGrp="1"/>
          </p:cNvSpPr>
          <p:nvPr>
            <p:ph type="title" hasCustomPrompt="1"/>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0" name="Text Placeholder 18"/>
          <p:cNvSpPr>
            <a:spLocks noGrp="1"/>
          </p:cNvSpPr>
          <p:nvPr>
            <p:ph idx="1"/>
          </p:nvPr>
        </p:nvSpPr>
        <p:spPr>
          <a:xfrm>
            <a:off x="528000" y="1700213"/>
            <a:ext cx="5568000" cy="468153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GB" dirty="0"/>
              <a:t>Seventh level</a:t>
            </a:r>
          </a:p>
          <a:p>
            <a:pPr lvl="7"/>
            <a:r>
              <a:rPr lang="en-GB" dirty="0"/>
              <a:t>Eighth level</a:t>
            </a:r>
          </a:p>
          <a:p>
            <a:pPr lvl="8"/>
            <a:r>
              <a:rPr lang="en-GB" dirty="0"/>
              <a:t>Ninth level</a:t>
            </a:r>
          </a:p>
        </p:txBody>
      </p:sp>
      <p:sp>
        <p:nvSpPr>
          <p:cNvPr id="5" name="TextBox 4"/>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47866650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2008197"/>
      </p:ext>
    </p:extLst>
  </p:cSld>
  <p:clrMapOvr>
    <a:masterClrMapping/>
  </p:clrMapOvr>
  <p:transition>
    <p:fade/>
  </p:transition>
</p:sldLayout>
</file>

<file path=ppt/slideLayouts/slideLayout226.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69789112"/>
      </p:ext>
    </p:extLst>
  </p:cSld>
  <p:clrMapOvr>
    <a:masterClrMapping/>
  </p:clrMapOvr>
  <p:transition>
    <p:fade/>
  </p:transition>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p:cSld name="1_Title Only">
    <p:bg>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4" name="TextBox 3"/>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155133386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5"/>
            <a:ext cx="8503537" cy="2169796"/>
          </a:xfrm>
        </p:spPr>
        <p:txBody>
          <a:bodyPr anchor="b" anchorCtr="0"/>
          <a:lstStyle>
            <a:lvl1pPr>
              <a:lnSpc>
                <a:spcPct val="100000"/>
              </a:lnSpc>
              <a:spcAft>
                <a:spcPts val="600"/>
              </a:spcAft>
              <a:defRPr sz="900"/>
            </a:lvl1pPr>
          </a:lstStyle>
          <a:p>
            <a:pPr lvl="0"/>
            <a:r>
              <a:rPr lang="en-US"/>
              <a:t>Edit Master text styles</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7051" y="404813"/>
            <a:ext cx="2232000" cy="313154"/>
          </a:xfrm>
          <a:prstGeom prst="rect">
            <a:avLst/>
          </a:prstGeom>
        </p:spPr>
      </p:pic>
      <p:sp>
        <p:nvSpPr>
          <p:cNvPr id="3" name="Picture Placeholder 2"/>
          <p:cNvSpPr>
            <a:spLocks noGrp="1"/>
          </p:cNvSpPr>
          <p:nvPr>
            <p:ph type="pic" sz="quarter" idx="14" hasCustomPrompt="1"/>
          </p:nvPr>
        </p:nvSpPr>
        <p:spPr>
          <a:xfrm>
            <a:off x="9370848" y="4535905"/>
            <a:ext cx="2012853" cy="1401498"/>
          </a:xfrm>
        </p:spPr>
        <p:txBody>
          <a:bodyPr anchor="ctr" anchorCtr="0"/>
          <a:lstStyle>
            <a:lvl1pPr algn="ctr">
              <a:defRPr sz="900"/>
            </a:lvl1pPr>
          </a:lstStyle>
          <a:p>
            <a:r>
              <a:rPr lang="en-GB" sz="900" dirty="0"/>
              <a:t>Insert sponsorship mark here</a:t>
            </a:r>
            <a:endParaRPr lang="en-GB" dirty="0"/>
          </a:p>
        </p:txBody>
      </p:sp>
      <p:sp>
        <p:nvSpPr>
          <p:cNvPr id="8" name="Text Placeholder 7"/>
          <p:cNvSpPr>
            <a:spLocks noGrp="1"/>
          </p:cNvSpPr>
          <p:nvPr>
            <p:ph type="body" sz="quarter" idx="15"/>
          </p:nvPr>
        </p:nvSpPr>
        <p:spPr>
          <a:xfrm>
            <a:off x="9370850" y="6018028"/>
            <a:ext cx="2012852" cy="363722"/>
          </a:xfrm>
        </p:spPr>
        <p:txBody>
          <a:bodyPr anchor="b" anchorCtr="0"/>
          <a:lstStyle>
            <a:lvl1pPr>
              <a:lnSpc>
                <a:spcPct val="100000"/>
              </a:lnSpc>
              <a:defRPr sz="950"/>
            </a:lvl1pPr>
          </a:lstStyle>
          <a:p>
            <a:pPr lvl="0"/>
            <a:r>
              <a:rPr lang="en-US"/>
              <a:t>Edit Master text styles</a:t>
            </a:r>
          </a:p>
        </p:txBody>
      </p:sp>
    </p:spTree>
    <p:extLst>
      <p:ext uri="{BB962C8B-B14F-4D97-AF65-F5344CB8AC3E}">
        <p14:creationId xmlns:p14="http://schemas.microsoft.com/office/powerpoint/2010/main" val="2101920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image" Target="../media/image1.emf"/><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oleObject" Target="../embeddings/oleObject1.bin"/><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41" Type="http://schemas.openxmlformats.org/officeDocument/2006/relationships/slideLayout" Target="../slideLayouts/slideLayout5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tags" Target="../tags/tag1.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vmlDrawing" Target="../drawings/vmlDrawing1.v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56.xml"/><Relationship Id="rId7" Type="http://schemas.openxmlformats.org/officeDocument/2006/relationships/oleObject" Target="../embeddings/oleObject2.bin"/><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tags" Target="../tags/tag2.xml"/><Relationship Id="rId5" Type="http://schemas.openxmlformats.org/officeDocument/2006/relationships/vmlDrawing" Target="../drawings/vmlDrawing2.v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18" Type="http://schemas.openxmlformats.org/officeDocument/2006/relationships/slideLayout" Target="../slideLayouts/slideLayout74.xml"/><Relationship Id="rId26" Type="http://schemas.openxmlformats.org/officeDocument/2006/relationships/slideLayout" Target="../slideLayouts/slideLayout82.xml"/><Relationship Id="rId39" Type="http://schemas.openxmlformats.org/officeDocument/2006/relationships/tags" Target="../tags/tag4.xml"/><Relationship Id="rId3" Type="http://schemas.openxmlformats.org/officeDocument/2006/relationships/slideLayout" Target="../slideLayouts/slideLayout59.xml"/><Relationship Id="rId21" Type="http://schemas.openxmlformats.org/officeDocument/2006/relationships/slideLayout" Target="../slideLayouts/slideLayout77.xml"/><Relationship Id="rId34" Type="http://schemas.openxmlformats.org/officeDocument/2006/relationships/slideLayout" Target="../slideLayouts/slideLayout90.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slideLayout" Target="../slideLayouts/slideLayout73.xml"/><Relationship Id="rId25" Type="http://schemas.openxmlformats.org/officeDocument/2006/relationships/slideLayout" Target="../slideLayouts/slideLayout81.xml"/><Relationship Id="rId33" Type="http://schemas.openxmlformats.org/officeDocument/2006/relationships/slideLayout" Target="../slideLayouts/slideLayout89.xml"/><Relationship Id="rId38" Type="http://schemas.openxmlformats.org/officeDocument/2006/relationships/vmlDrawing" Target="../drawings/vmlDrawing4.vml"/><Relationship Id="rId2" Type="http://schemas.openxmlformats.org/officeDocument/2006/relationships/slideLayout" Target="../slideLayouts/slideLayout58.xml"/><Relationship Id="rId16" Type="http://schemas.openxmlformats.org/officeDocument/2006/relationships/slideLayout" Target="../slideLayouts/slideLayout72.xml"/><Relationship Id="rId20" Type="http://schemas.openxmlformats.org/officeDocument/2006/relationships/slideLayout" Target="../slideLayouts/slideLayout76.xml"/><Relationship Id="rId29" Type="http://schemas.openxmlformats.org/officeDocument/2006/relationships/slideLayout" Target="../slideLayouts/slideLayout85.xml"/><Relationship Id="rId41" Type="http://schemas.openxmlformats.org/officeDocument/2006/relationships/image" Target="../media/image1.emf"/><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24" Type="http://schemas.openxmlformats.org/officeDocument/2006/relationships/slideLayout" Target="../slideLayouts/slideLayout80.xml"/><Relationship Id="rId32" Type="http://schemas.openxmlformats.org/officeDocument/2006/relationships/slideLayout" Target="../slideLayouts/slideLayout88.xml"/><Relationship Id="rId37" Type="http://schemas.openxmlformats.org/officeDocument/2006/relationships/theme" Target="../theme/theme4.xml"/><Relationship Id="rId40" Type="http://schemas.openxmlformats.org/officeDocument/2006/relationships/oleObject" Target="../embeddings/oleObject4.bin"/><Relationship Id="rId5" Type="http://schemas.openxmlformats.org/officeDocument/2006/relationships/slideLayout" Target="../slideLayouts/slideLayout61.xml"/><Relationship Id="rId15" Type="http://schemas.openxmlformats.org/officeDocument/2006/relationships/slideLayout" Target="../slideLayouts/slideLayout71.xml"/><Relationship Id="rId23" Type="http://schemas.openxmlformats.org/officeDocument/2006/relationships/slideLayout" Target="../slideLayouts/slideLayout79.xml"/><Relationship Id="rId28" Type="http://schemas.openxmlformats.org/officeDocument/2006/relationships/slideLayout" Target="../slideLayouts/slideLayout84.xml"/><Relationship Id="rId36" Type="http://schemas.openxmlformats.org/officeDocument/2006/relationships/slideLayout" Target="../slideLayouts/slideLayout92.xml"/><Relationship Id="rId10" Type="http://schemas.openxmlformats.org/officeDocument/2006/relationships/slideLayout" Target="../slideLayouts/slideLayout66.xml"/><Relationship Id="rId19" Type="http://schemas.openxmlformats.org/officeDocument/2006/relationships/slideLayout" Target="../slideLayouts/slideLayout75.xml"/><Relationship Id="rId31" Type="http://schemas.openxmlformats.org/officeDocument/2006/relationships/slideLayout" Target="../slideLayouts/slideLayout87.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 Id="rId22" Type="http://schemas.openxmlformats.org/officeDocument/2006/relationships/slideLayout" Target="../slideLayouts/slideLayout78.xml"/><Relationship Id="rId27" Type="http://schemas.openxmlformats.org/officeDocument/2006/relationships/slideLayout" Target="../slideLayouts/slideLayout83.xml"/><Relationship Id="rId30" Type="http://schemas.openxmlformats.org/officeDocument/2006/relationships/slideLayout" Target="../slideLayouts/slideLayout86.xml"/><Relationship Id="rId35" Type="http://schemas.openxmlformats.org/officeDocument/2006/relationships/slideLayout" Target="../slideLayouts/slideLayout91.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05.xml"/><Relationship Id="rId18" Type="http://schemas.openxmlformats.org/officeDocument/2006/relationships/slideLayout" Target="../slideLayouts/slideLayout110.xml"/><Relationship Id="rId26" Type="http://schemas.openxmlformats.org/officeDocument/2006/relationships/slideLayout" Target="../slideLayouts/slideLayout118.xml"/><Relationship Id="rId39" Type="http://schemas.openxmlformats.org/officeDocument/2006/relationships/slideLayout" Target="../slideLayouts/slideLayout131.xml"/><Relationship Id="rId3" Type="http://schemas.openxmlformats.org/officeDocument/2006/relationships/slideLayout" Target="../slideLayouts/slideLayout95.xml"/><Relationship Id="rId21" Type="http://schemas.openxmlformats.org/officeDocument/2006/relationships/slideLayout" Target="../slideLayouts/slideLayout113.xml"/><Relationship Id="rId34" Type="http://schemas.openxmlformats.org/officeDocument/2006/relationships/slideLayout" Target="../slideLayouts/slideLayout126.xml"/><Relationship Id="rId42" Type="http://schemas.openxmlformats.org/officeDocument/2006/relationships/slideLayout" Target="../slideLayouts/slideLayout134.xml"/><Relationship Id="rId47" Type="http://schemas.openxmlformats.org/officeDocument/2006/relationships/slideLayout" Target="../slideLayouts/slideLayout139.xml"/><Relationship Id="rId50" Type="http://schemas.openxmlformats.org/officeDocument/2006/relationships/tags" Target="../tags/tag8.xml"/><Relationship Id="rId7" Type="http://schemas.openxmlformats.org/officeDocument/2006/relationships/slideLayout" Target="../slideLayouts/slideLayout99.xml"/><Relationship Id="rId12" Type="http://schemas.openxmlformats.org/officeDocument/2006/relationships/slideLayout" Target="../slideLayouts/slideLayout104.xml"/><Relationship Id="rId17" Type="http://schemas.openxmlformats.org/officeDocument/2006/relationships/slideLayout" Target="../slideLayouts/slideLayout109.xml"/><Relationship Id="rId25" Type="http://schemas.openxmlformats.org/officeDocument/2006/relationships/slideLayout" Target="../slideLayouts/slideLayout117.xml"/><Relationship Id="rId33" Type="http://schemas.openxmlformats.org/officeDocument/2006/relationships/slideLayout" Target="../slideLayouts/slideLayout125.xml"/><Relationship Id="rId38" Type="http://schemas.openxmlformats.org/officeDocument/2006/relationships/slideLayout" Target="../slideLayouts/slideLayout130.xml"/><Relationship Id="rId46" Type="http://schemas.openxmlformats.org/officeDocument/2006/relationships/slideLayout" Target="../slideLayouts/slideLayout138.xml"/><Relationship Id="rId2" Type="http://schemas.openxmlformats.org/officeDocument/2006/relationships/slideLayout" Target="../slideLayouts/slideLayout94.xml"/><Relationship Id="rId16" Type="http://schemas.openxmlformats.org/officeDocument/2006/relationships/slideLayout" Target="../slideLayouts/slideLayout108.xml"/><Relationship Id="rId20" Type="http://schemas.openxmlformats.org/officeDocument/2006/relationships/slideLayout" Target="../slideLayouts/slideLayout112.xml"/><Relationship Id="rId29" Type="http://schemas.openxmlformats.org/officeDocument/2006/relationships/slideLayout" Target="../slideLayouts/slideLayout121.xml"/><Relationship Id="rId41" Type="http://schemas.openxmlformats.org/officeDocument/2006/relationships/slideLayout" Target="../slideLayouts/slideLayout133.xml"/><Relationship Id="rId1" Type="http://schemas.openxmlformats.org/officeDocument/2006/relationships/slideLayout" Target="../slideLayouts/slideLayout93.xml"/><Relationship Id="rId6" Type="http://schemas.openxmlformats.org/officeDocument/2006/relationships/slideLayout" Target="../slideLayouts/slideLayout98.xml"/><Relationship Id="rId11" Type="http://schemas.openxmlformats.org/officeDocument/2006/relationships/slideLayout" Target="../slideLayouts/slideLayout103.xml"/><Relationship Id="rId24" Type="http://schemas.openxmlformats.org/officeDocument/2006/relationships/slideLayout" Target="../slideLayouts/slideLayout116.xml"/><Relationship Id="rId32" Type="http://schemas.openxmlformats.org/officeDocument/2006/relationships/slideLayout" Target="../slideLayouts/slideLayout124.xml"/><Relationship Id="rId37" Type="http://schemas.openxmlformats.org/officeDocument/2006/relationships/slideLayout" Target="../slideLayouts/slideLayout129.xml"/><Relationship Id="rId40" Type="http://schemas.openxmlformats.org/officeDocument/2006/relationships/slideLayout" Target="../slideLayouts/slideLayout132.xml"/><Relationship Id="rId45" Type="http://schemas.openxmlformats.org/officeDocument/2006/relationships/slideLayout" Target="../slideLayouts/slideLayout137.xml"/><Relationship Id="rId5" Type="http://schemas.openxmlformats.org/officeDocument/2006/relationships/slideLayout" Target="../slideLayouts/slideLayout97.xml"/><Relationship Id="rId15" Type="http://schemas.openxmlformats.org/officeDocument/2006/relationships/slideLayout" Target="../slideLayouts/slideLayout107.xml"/><Relationship Id="rId23" Type="http://schemas.openxmlformats.org/officeDocument/2006/relationships/slideLayout" Target="../slideLayouts/slideLayout115.xml"/><Relationship Id="rId28" Type="http://schemas.openxmlformats.org/officeDocument/2006/relationships/slideLayout" Target="../slideLayouts/slideLayout120.xml"/><Relationship Id="rId36" Type="http://schemas.openxmlformats.org/officeDocument/2006/relationships/slideLayout" Target="../slideLayouts/slideLayout128.xml"/><Relationship Id="rId49" Type="http://schemas.openxmlformats.org/officeDocument/2006/relationships/vmlDrawing" Target="../drawings/vmlDrawing5.vml"/><Relationship Id="rId10" Type="http://schemas.openxmlformats.org/officeDocument/2006/relationships/slideLayout" Target="../slideLayouts/slideLayout102.xml"/><Relationship Id="rId19" Type="http://schemas.openxmlformats.org/officeDocument/2006/relationships/slideLayout" Target="../slideLayouts/slideLayout111.xml"/><Relationship Id="rId31" Type="http://schemas.openxmlformats.org/officeDocument/2006/relationships/slideLayout" Target="../slideLayouts/slideLayout123.xml"/><Relationship Id="rId44" Type="http://schemas.openxmlformats.org/officeDocument/2006/relationships/slideLayout" Target="../slideLayouts/slideLayout136.xml"/><Relationship Id="rId52" Type="http://schemas.openxmlformats.org/officeDocument/2006/relationships/image" Target="../media/image1.emf"/><Relationship Id="rId4" Type="http://schemas.openxmlformats.org/officeDocument/2006/relationships/slideLayout" Target="../slideLayouts/slideLayout96.xml"/><Relationship Id="rId9" Type="http://schemas.openxmlformats.org/officeDocument/2006/relationships/slideLayout" Target="../slideLayouts/slideLayout101.xml"/><Relationship Id="rId14" Type="http://schemas.openxmlformats.org/officeDocument/2006/relationships/slideLayout" Target="../slideLayouts/slideLayout106.xml"/><Relationship Id="rId22" Type="http://schemas.openxmlformats.org/officeDocument/2006/relationships/slideLayout" Target="../slideLayouts/slideLayout114.xml"/><Relationship Id="rId27" Type="http://schemas.openxmlformats.org/officeDocument/2006/relationships/slideLayout" Target="../slideLayouts/slideLayout119.xml"/><Relationship Id="rId30" Type="http://schemas.openxmlformats.org/officeDocument/2006/relationships/slideLayout" Target="../slideLayouts/slideLayout122.xml"/><Relationship Id="rId35" Type="http://schemas.openxmlformats.org/officeDocument/2006/relationships/slideLayout" Target="../slideLayouts/slideLayout127.xml"/><Relationship Id="rId43" Type="http://schemas.openxmlformats.org/officeDocument/2006/relationships/slideLayout" Target="../slideLayouts/slideLayout135.xml"/><Relationship Id="rId48" Type="http://schemas.openxmlformats.org/officeDocument/2006/relationships/theme" Target="../theme/theme5.xml"/><Relationship Id="rId8" Type="http://schemas.openxmlformats.org/officeDocument/2006/relationships/slideLayout" Target="../slideLayouts/slideLayout100.xml"/><Relationship Id="rId51" Type="http://schemas.openxmlformats.org/officeDocument/2006/relationships/oleObject" Target="../embeddings/oleObject5.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47.xml"/><Relationship Id="rId13" Type="http://schemas.openxmlformats.org/officeDocument/2006/relationships/slideLayout" Target="../slideLayouts/slideLayout152.xml"/><Relationship Id="rId18" Type="http://schemas.openxmlformats.org/officeDocument/2006/relationships/slideLayout" Target="../slideLayouts/slideLayout157.xml"/><Relationship Id="rId26" Type="http://schemas.openxmlformats.org/officeDocument/2006/relationships/slideLayout" Target="../slideLayouts/slideLayout165.xml"/><Relationship Id="rId39" Type="http://schemas.openxmlformats.org/officeDocument/2006/relationships/slideLayout" Target="../slideLayouts/slideLayout178.xml"/><Relationship Id="rId3" Type="http://schemas.openxmlformats.org/officeDocument/2006/relationships/slideLayout" Target="../slideLayouts/slideLayout142.xml"/><Relationship Id="rId21" Type="http://schemas.openxmlformats.org/officeDocument/2006/relationships/slideLayout" Target="../slideLayouts/slideLayout160.xml"/><Relationship Id="rId34" Type="http://schemas.openxmlformats.org/officeDocument/2006/relationships/slideLayout" Target="../slideLayouts/slideLayout173.xml"/><Relationship Id="rId42" Type="http://schemas.openxmlformats.org/officeDocument/2006/relationships/slideLayout" Target="../slideLayouts/slideLayout181.xml"/><Relationship Id="rId47" Type="http://schemas.openxmlformats.org/officeDocument/2006/relationships/image" Target="../media/image1.emf"/><Relationship Id="rId7" Type="http://schemas.openxmlformats.org/officeDocument/2006/relationships/slideLayout" Target="../slideLayouts/slideLayout146.xml"/><Relationship Id="rId12" Type="http://schemas.openxmlformats.org/officeDocument/2006/relationships/slideLayout" Target="../slideLayouts/slideLayout151.xml"/><Relationship Id="rId17" Type="http://schemas.openxmlformats.org/officeDocument/2006/relationships/slideLayout" Target="../slideLayouts/slideLayout156.xml"/><Relationship Id="rId25" Type="http://schemas.openxmlformats.org/officeDocument/2006/relationships/slideLayout" Target="../slideLayouts/slideLayout164.xml"/><Relationship Id="rId33" Type="http://schemas.openxmlformats.org/officeDocument/2006/relationships/slideLayout" Target="../slideLayouts/slideLayout172.xml"/><Relationship Id="rId38" Type="http://schemas.openxmlformats.org/officeDocument/2006/relationships/slideLayout" Target="../slideLayouts/slideLayout177.xml"/><Relationship Id="rId46" Type="http://schemas.openxmlformats.org/officeDocument/2006/relationships/oleObject" Target="../embeddings/oleObject6.bin"/><Relationship Id="rId2" Type="http://schemas.openxmlformats.org/officeDocument/2006/relationships/slideLayout" Target="../slideLayouts/slideLayout141.xml"/><Relationship Id="rId16" Type="http://schemas.openxmlformats.org/officeDocument/2006/relationships/slideLayout" Target="../slideLayouts/slideLayout155.xml"/><Relationship Id="rId20" Type="http://schemas.openxmlformats.org/officeDocument/2006/relationships/slideLayout" Target="../slideLayouts/slideLayout159.xml"/><Relationship Id="rId29" Type="http://schemas.openxmlformats.org/officeDocument/2006/relationships/slideLayout" Target="../slideLayouts/slideLayout168.xml"/><Relationship Id="rId41" Type="http://schemas.openxmlformats.org/officeDocument/2006/relationships/slideLayout" Target="../slideLayouts/slideLayout180.xml"/><Relationship Id="rId1" Type="http://schemas.openxmlformats.org/officeDocument/2006/relationships/slideLayout" Target="../slideLayouts/slideLayout140.xml"/><Relationship Id="rId6" Type="http://schemas.openxmlformats.org/officeDocument/2006/relationships/slideLayout" Target="../slideLayouts/slideLayout145.xml"/><Relationship Id="rId11" Type="http://schemas.openxmlformats.org/officeDocument/2006/relationships/slideLayout" Target="../slideLayouts/slideLayout150.xml"/><Relationship Id="rId24" Type="http://schemas.openxmlformats.org/officeDocument/2006/relationships/slideLayout" Target="../slideLayouts/slideLayout163.xml"/><Relationship Id="rId32" Type="http://schemas.openxmlformats.org/officeDocument/2006/relationships/slideLayout" Target="../slideLayouts/slideLayout171.xml"/><Relationship Id="rId37" Type="http://schemas.openxmlformats.org/officeDocument/2006/relationships/slideLayout" Target="../slideLayouts/slideLayout176.xml"/><Relationship Id="rId40" Type="http://schemas.openxmlformats.org/officeDocument/2006/relationships/slideLayout" Target="../slideLayouts/slideLayout179.xml"/><Relationship Id="rId45" Type="http://schemas.openxmlformats.org/officeDocument/2006/relationships/tags" Target="../tags/tag9.xml"/><Relationship Id="rId5" Type="http://schemas.openxmlformats.org/officeDocument/2006/relationships/slideLayout" Target="../slideLayouts/slideLayout144.xml"/><Relationship Id="rId15" Type="http://schemas.openxmlformats.org/officeDocument/2006/relationships/slideLayout" Target="../slideLayouts/slideLayout154.xml"/><Relationship Id="rId23" Type="http://schemas.openxmlformats.org/officeDocument/2006/relationships/slideLayout" Target="../slideLayouts/slideLayout162.xml"/><Relationship Id="rId28" Type="http://schemas.openxmlformats.org/officeDocument/2006/relationships/slideLayout" Target="../slideLayouts/slideLayout167.xml"/><Relationship Id="rId36" Type="http://schemas.openxmlformats.org/officeDocument/2006/relationships/slideLayout" Target="../slideLayouts/slideLayout175.xml"/><Relationship Id="rId10" Type="http://schemas.openxmlformats.org/officeDocument/2006/relationships/slideLayout" Target="../slideLayouts/slideLayout149.xml"/><Relationship Id="rId19" Type="http://schemas.openxmlformats.org/officeDocument/2006/relationships/slideLayout" Target="../slideLayouts/slideLayout158.xml"/><Relationship Id="rId31" Type="http://schemas.openxmlformats.org/officeDocument/2006/relationships/slideLayout" Target="../slideLayouts/slideLayout170.xml"/><Relationship Id="rId44" Type="http://schemas.openxmlformats.org/officeDocument/2006/relationships/vmlDrawing" Target="../drawings/vmlDrawing6.vml"/><Relationship Id="rId4" Type="http://schemas.openxmlformats.org/officeDocument/2006/relationships/slideLayout" Target="../slideLayouts/slideLayout143.xml"/><Relationship Id="rId9" Type="http://schemas.openxmlformats.org/officeDocument/2006/relationships/slideLayout" Target="../slideLayouts/slideLayout148.xml"/><Relationship Id="rId14" Type="http://schemas.openxmlformats.org/officeDocument/2006/relationships/slideLayout" Target="../slideLayouts/slideLayout153.xml"/><Relationship Id="rId22" Type="http://schemas.openxmlformats.org/officeDocument/2006/relationships/slideLayout" Target="../slideLayouts/slideLayout161.xml"/><Relationship Id="rId27" Type="http://schemas.openxmlformats.org/officeDocument/2006/relationships/slideLayout" Target="../slideLayouts/slideLayout166.xml"/><Relationship Id="rId30" Type="http://schemas.openxmlformats.org/officeDocument/2006/relationships/slideLayout" Target="../slideLayouts/slideLayout169.xml"/><Relationship Id="rId35" Type="http://schemas.openxmlformats.org/officeDocument/2006/relationships/slideLayout" Target="../slideLayouts/slideLayout174.xml"/><Relationship Id="rId43"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194.xml"/><Relationship Id="rId18" Type="http://schemas.openxmlformats.org/officeDocument/2006/relationships/slideLayout" Target="../slideLayouts/slideLayout199.xml"/><Relationship Id="rId26" Type="http://schemas.openxmlformats.org/officeDocument/2006/relationships/slideLayout" Target="../slideLayouts/slideLayout207.xml"/><Relationship Id="rId39" Type="http://schemas.openxmlformats.org/officeDocument/2006/relationships/slideLayout" Target="../slideLayouts/slideLayout220.xml"/><Relationship Id="rId3" Type="http://schemas.openxmlformats.org/officeDocument/2006/relationships/slideLayout" Target="../slideLayouts/slideLayout184.xml"/><Relationship Id="rId21" Type="http://schemas.openxmlformats.org/officeDocument/2006/relationships/slideLayout" Target="../slideLayouts/slideLayout202.xml"/><Relationship Id="rId34" Type="http://schemas.openxmlformats.org/officeDocument/2006/relationships/slideLayout" Target="../slideLayouts/slideLayout215.xml"/><Relationship Id="rId42" Type="http://schemas.openxmlformats.org/officeDocument/2006/relationships/slideLayout" Target="../slideLayouts/slideLayout223.xml"/><Relationship Id="rId47" Type="http://schemas.openxmlformats.org/officeDocument/2006/relationships/slideLayout" Target="../slideLayouts/slideLayout228.xml"/><Relationship Id="rId50" Type="http://schemas.openxmlformats.org/officeDocument/2006/relationships/tags" Target="../tags/tag10.xml"/><Relationship Id="rId7" Type="http://schemas.openxmlformats.org/officeDocument/2006/relationships/slideLayout" Target="../slideLayouts/slideLayout188.xml"/><Relationship Id="rId12" Type="http://schemas.openxmlformats.org/officeDocument/2006/relationships/slideLayout" Target="../slideLayouts/slideLayout193.xml"/><Relationship Id="rId17" Type="http://schemas.openxmlformats.org/officeDocument/2006/relationships/slideLayout" Target="../slideLayouts/slideLayout198.xml"/><Relationship Id="rId25" Type="http://schemas.openxmlformats.org/officeDocument/2006/relationships/slideLayout" Target="../slideLayouts/slideLayout206.xml"/><Relationship Id="rId33" Type="http://schemas.openxmlformats.org/officeDocument/2006/relationships/slideLayout" Target="../slideLayouts/slideLayout214.xml"/><Relationship Id="rId38" Type="http://schemas.openxmlformats.org/officeDocument/2006/relationships/slideLayout" Target="../slideLayouts/slideLayout219.xml"/><Relationship Id="rId46" Type="http://schemas.openxmlformats.org/officeDocument/2006/relationships/slideLayout" Target="../slideLayouts/slideLayout227.xml"/><Relationship Id="rId2" Type="http://schemas.openxmlformats.org/officeDocument/2006/relationships/slideLayout" Target="../slideLayouts/slideLayout183.xml"/><Relationship Id="rId16" Type="http://schemas.openxmlformats.org/officeDocument/2006/relationships/slideLayout" Target="../slideLayouts/slideLayout197.xml"/><Relationship Id="rId20" Type="http://schemas.openxmlformats.org/officeDocument/2006/relationships/slideLayout" Target="../slideLayouts/slideLayout201.xml"/><Relationship Id="rId29" Type="http://schemas.openxmlformats.org/officeDocument/2006/relationships/slideLayout" Target="../slideLayouts/slideLayout210.xml"/><Relationship Id="rId41" Type="http://schemas.openxmlformats.org/officeDocument/2006/relationships/slideLayout" Target="../slideLayouts/slideLayout222.xml"/><Relationship Id="rId1" Type="http://schemas.openxmlformats.org/officeDocument/2006/relationships/slideLayout" Target="../slideLayouts/slideLayout182.xml"/><Relationship Id="rId6" Type="http://schemas.openxmlformats.org/officeDocument/2006/relationships/slideLayout" Target="../slideLayouts/slideLayout187.xml"/><Relationship Id="rId11" Type="http://schemas.openxmlformats.org/officeDocument/2006/relationships/slideLayout" Target="../slideLayouts/slideLayout192.xml"/><Relationship Id="rId24" Type="http://schemas.openxmlformats.org/officeDocument/2006/relationships/slideLayout" Target="../slideLayouts/slideLayout205.xml"/><Relationship Id="rId32" Type="http://schemas.openxmlformats.org/officeDocument/2006/relationships/slideLayout" Target="../slideLayouts/slideLayout213.xml"/><Relationship Id="rId37" Type="http://schemas.openxmlformats.org/officeDocument/2006/relationships/slideLayout" Target="../slideLayouts/slideLayout218.xml"/><Relationship Id="rId40" Type="http://schemas.openxmlformats.org/officeDocument/2006/relationships/slideLayout" Target="../slideLayouts/slideLayout221.xml"/><Relationship Id="rId45" Type="http://schemas.openxmlformats.org/officeDocument/2006/relationships/slideLayout" Target="../slideLayouts/slideLayout226.xml"/><Relationship Id="rId5" Type="http://schemas.openxmlformats.org/officeDocument/2006/relationships/slideLayout" Target="../slideLayouts/slideLayout186.xml"/><Relationship Id="rId15" Type="http://schemas.openxmlformats.org/officeDocument/2006/relationships/slideLayout" Target="../slideLayouts/slideLayout196.xml"/><Relationship Id="rId23" Type="http://schemas.openxmlformats.org/officeDocument/2006/relationships/slideLayout" Target="../slideLayouts/slideLayout204.xml"/><Relationship Id="rId28" Type="http://schemas.openxmlformats.org/officeDocument/2006/relationships/slideLayout" Target="../slideLayouts/slideLayout209.xml"/><Relationship Id="rId36" Type="http://schemas.openxmlformats.org/officeDocument/2006/relationships/slideLayout" Target="../slideLayouts/slideLayout217.xml"/><Relationship Id="rId49" Type="http://schemas.openxmlformats.org/officeDocument/2006/relationships/vmlDrawing" Target="../drawings/vmlDrawing7.vml"/><Relationship Id="rId10" Type="http://schemas.openxmlformats.org/officeDocument/2006/relationships/slideLayout" Target="../slideLayouts/slideLayout191.xml"/><Relationship Id="rId19" Type="http://schemas.openxmlformats.org/officeDocument/2006/relationships/slideLayout" Target="../slideLayouts/slideLayout200.xml"/><Relationship Id="rId31" Type="http://schemas.openxmlformats.org/officeDocument/2006/relationships/slideLayout" Target="../slideLayouts/slideLayout212.xml"/><Relationship Id="rId44" Type="http://schemas.openxmlformats.org/officeDocument/2006/relationships/slideLayout" Target="../slideLayouts/slideLayout225.xml"/><Relationship Id="rId52" Type="http://schemas.openxmlformats.org/officeDocument/2006/relationships/image" Target="../media/image1.emf"/><Relationship Id="rId4" Type="http://schemas.openxmlformats.org/officeDocument/2006/relationships/slideLayout" Target="../slideLayouts/slideLayout185.xml"/><Relationship Id="rId9" Type="http://schemas.openxmlformats.org/officeDocument/2006/relationships/slideLayout" Target="../slideLayouts/slideLayout190.xml"/><Relationship Id="rId14" Type="http://schemas.openxmlformats.org/officeDocument/2006/relationships/slideLayout" Target="../slideLayouts/slideLayout195.xml"/><Relationship Id="rId22" Type="http://schemas.openxmlformats.org/officeDocument/2006/relationships/slideLayout" Target="../slideLayouts/slideLayout203.xml"/><Relationship Id="rId27" Type="http://schemas.openxmlformats.org/officeDocument/2006/relationships/slideLayout" Target="../slideLayouts/slideLayout208.xml"/><Relationship Id="rId30" Type="http://schemas.openxmlformats.org/officeDocument/2006/relationships/slideLayout" Target="../slideLayouts/slideLayout211.xml"/><Relationship Id="rId35" Type="http://schemas.openxmlformats.org/officeDocument/2006/relationships/slideLayout" Target="../slideLayouts/slideLayout216.xml"/><Relationship Id="rId43" Type="http://schemas.openxmlformats.org/officeDocument/2006/relationships/slideLayout" Target="../slideLayouts/slideLayout224.xml"/><Relationship Id="rId48" Type="http://schemas.openxmlformats.org/officeDocument/2006/relationships/theme" Target="../theme/theme7.xml"/><Relationship Id="rId8" Type="http://schemas.openxmlformats.org/officeDocument/2006/relationships/slideLayout" Target="../slideLayouts/slideLayout189.xml"/><Relationship Id="rId51" Type="http://schemas.openxmlformats.org/officeDocument/2006/relationships/oleObject" Target="../embeddings/oleObject7.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E4C3D3-18C3-4EE8-A5A7-E29183D8AA6E}" type="datetimeFigureOut">
              <a:rPr lang="en-IN" smtClean="0"/>
              <a:t>30-01-2020</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Tree>
    <p:extLst>
      <p:ext uri="{BB962C8B-B14F-4D97-AF65-F5344CB8AC3E}">
        <p14:creationId xmlns:p14="http://schemas.microsoft.com/office/powerpoint/2010/main" val="38457803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5"/>
            </p:custDataLs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spid="_x0000_s1170" name="think-cell Slide" r:id="rId46" imgW="270" imgH="270" progId="TCLayout.ActiveDocument.1">
                  <p:embed/>
                </p:oleObj>
              </mc:Choice>
              <mc:Fallback>
                <p:oleObj name="think-cell Slide" r:id="rId46" imgW="270" imgH="270" progId="TCLayout.ActiveDocument.1">
                  <p:embed/>
                  <p:pic>
                    <p:nvPicPr>
                      <p:cNvPr id="4" name="Object 3" hidden="1"/>
                      <p:cNvPicPr/>
                      <p:nvPr/>
                    </p:nvPicPr>
                    <p:blipFill>
                      <a:blip r:embed="rId47"/>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692150"/>
          </a:xfrm>
          <a:prstGeom prst="rect">
            <a:avLst/>
          </a:prstGeom>
        </p:spPr>
        <p:txBody>
          <a:bodyPr vert="horz" lIns="0" tIns="0" rIns="0" bIns="0" rtlCol="0" anchor="t" anchorCtr="0">
            <a:noAutofit/>
          </a:bodyPr>
          <a:lstStyle/>
          <a:p>
            <a:r>
              <a:rPr lang="en-US" noProof="0" dirty="0" smtClean="0"/>
              <a:t>Click to edit Master title style</a:t>
            </a:r>
            <a:endParaRPr lang="en-US" noProof="0" dirty="0"/>
          </a:p>
        </p:txBody>
      </p:sp>
      <p:sp>
        <p:nvSpPr>
          <p:cNvPr id="19" name="Text Placeholder 18"/>
          <p:cNvSpPr>
            <a:spLocks noGrp="1"/>
          </p:cNvSpPr>
          <p:nvPr>
            <p:ph type="body" idx="1"/>
          </p:nvPr>
        </p:nvSpPr>
        <p:spPr>
          <a:xfrm>
            <a:off x="501650" y="1665290"/>
            <a:ext cx="11188700" cy="4716462"/>
          </a:xfrm>
          <a:prstGeom prst="rect">
            <a:avLst/>
          </a:prstGeom>
        </p:spPr>
        <p:txBody>
          <a:bodyPr vert="horz" lIns="0" tIns="0" rIns="0" bIns="0" rtlCol="0">
            <a:noAutofit/>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Tree>
    <p:extLst>
      <p:ext uri="{BB962C8B-B14F-4D97-AF65-F5344CB8AC3E}">
        <p14:creationId xmlns:p14="http://schemas.microsoft.com/office/powerpoint/2010/main" val="18930078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Lst>
  <p:transition>
    <p:fade/>
  </p:transition>
  <p:timing>
    <p:tnLst>
      <p:par>
        <p:cTn id="1" dur="indefinite" restart="never" nodeType="tmRoot"/>
      </p:par>
    </p:tnLst>
  </p:timing>
  <p:hf hdr="0" dt="0"/>
  <p:txStyles>
    <p:titleStyle>
      <a:lvl1pPr algn="l" defTabSz="914417" rtl="0" eaLnBrk="1" latinLnBrk="0" hangingPunct="1">
        <a:spcBef>
          <a:spcPct val="0"/>
        </a:spcBef>
        <a:buNone/>
        <a:defRPr sz="1814" kern="1200">
          <a:solidFill>
            <a:schemeClr val="tx1"/>
          </a:solidFill>
          <a:latin typeface="+mj-lt"/>
          <a:ea typeface="+mj-ea"/>
          <a:cs typeface="+mj-cs"/>
        </a:defRPr>
      </a:lvl1pPr>
    </p:titleStyle>
    <p:body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17" rtl="0" eaLnBrk="1" latinLnBrk="0" hangingPunct="1">
        <a:defRPr sz="1800" kern="1200">
          <a:solidFill>
            <a:schemeClr val="tx1"/>
          </a:solidFill>
          <a:latin typeface="+mn-lt"/>
          <a:ea typeface="+mn-ea"/>
          <a:cs typeface="+mn-cs"/>
        </a:defRPr>
      </a:lvl1pPr>
      <a:lvl2pPr marL="457209" algn="l" defTabSz="914417" rtl="0" eaLnBrk="1" latinLnBrk="0" hangingPunct="1">
        <a:defRPr sz="1800" kern="1200">
          <a:solidFill>
            <a:schemeClr val="tx1"/>
          </a:solidFill>
          <a:latin typeface="+mn-lt"/>
          <a:ea typeface="+mn-ea"/>
          <a:cs typeface="+mn-cs"/>
        </a:defRPr>
      </a:lvl2pPr>
      <a:lvl3pPr marL="914417" algn="l" defTabSz="914417" rtl="0" eaLnBrk="1" latinLnBrk="0" hangingPunct="1">
        <a:defRPr sz="1800" kern="1200">
          <a:solidFill>
            <a:schemeClr val="tx1"/>
          </a:solidFill>
          <a:latin typeface="+mn-lt"/>
          <a:ea typeface="+mn-ea"/>
          <a:cs typeface="+mn-cs"/>
        </a:defRPr>
      </a:lvl3pPr>
      <a:lvl4pPr marL="1371626" algn="l" defTabSz="914417" rtl="0" eaLnBrk="1" latinLnBrk="0" hangingPunct="1">
        <a:defRPr sz="1800" kern="1200">
          <a:solidFill>
            <a:schemeClr val="tx1"/>
          </a:solidFill>
          <a:latin typeface="+mn-lt"/>
          <a:ea typeface="+mn-ea"/>
          <a:cs typeface="+mn-cs"/>
        </a:defRPr>
      </a:lvl4pPr>
      <a:lvl5pPr marL="1828835" algn="l" defTabSz="914417" rtl="0" eaLnBrk="1" latinLnBrk="0" hangingPunct="1">
        <a:defRPr sz="1800" kern="1200">
          <a:solidFill>
            <a:schemeClr val="tx1"/>
          </a:solidFill>
          <a:latin typeface="+mn-lt"/>
          <a:ea typeface="+mn-ea"/>
          <a:cs typeface="+mn-cs"/>
        </a:defRPr>
      </a:lvl5pPr>
      <a:lvl6pPr marL="2286044" algn="l" defTabSz="914417" rtl="0" eaLnBrk="1" latinLnBrk="0" hangingPunct="1">
        <a:defRPr sz="1800" kern="1200">
          <a:solidFill>
            <a:schemeClr val="tx1"/>
          </a:solidFill>
          <a:latin typeface="+mn-lt"/>
          <a:ea typeface="+mn-ea"/>
          <a:cs typeface="+mn-cs"/>
        </a:defRPr>
      </a:lvl6pPr>
      <a:lvl7pPr marL="2743252" algn="l" defTabSz="914417" rtl="0" eaLnBrk="1" latinLnBrk="0" hangingPunct="1">
        <a:defRPr sz="1800" kern="1200">
          <a:solidFill>
            <a:schemeClr val="tx1"/>
          </a:solidFill>
          <a:latin typeface="+mn-lt"/>
          <a:ea typeface="+mn-ea"/>
          <a:cs typeface="+mn-cs"/>
        </a:defRPr>
      </a:lvl7pPr>
      <a:lvl8pPr marL="3200461" algn="l" defTabSz="914417" rtl="0" eaLnBrk="1" latinLnBrk="0" hangingPunct="1">
        <a:defRPr sz="1800" kern="1200">
          <a:solidFill>
            <a:schemeClr val="tx1"/>
          </a:solidFill>
          <a:latin typeface="+mn-lt"/>
          <a:ea typeface="+mn-ea"/>
          <a:cs typeface="+mn-cs"/>
        </a:defRPr>
      </a:lvl8pPr>
      <a:lvl9pPr marL="3657669" algn="l" defTabSz="91441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4443">
          <p15:clr>
            <a:srgbClr val="F26B43"/>
          </p15:clr>
        </p15:guide>
        <p15:guide id="4" pos="277">
          <p15:clr>
            <a:srgbClr val="F26B43"/>
          </p15:clr>
        </p15:guide>
        <p15:guide id="5" pos="6464">
          <p15:clr>
            <a:srgbClr val="F26B43"/>
          </p15:clr>
        </p15:guide>
        <p15:guide id="11" orient="horz" pos="219">
          <p15:clr>
            <a:srgbClr val="F26B43"/>
          </p15:clr>
        </p15:guide>
        <p15:guide id="21" orient="horz" pos="115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6"/>
            </p:custDataLs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2163" name="think-cell Slide" r:id="rId7" imgW="270" imgH="270" progId="TCLayout.ActiveDocument.1">
                  <p:embed/>
                </p:oleObj>
              </mc:Choice>
              <mc:Fallback>
                <p:oleObj name="think-cell Slide" r:id="rId7" imgW="270" imgH="270" progId="TCLayout.ActiveDocument.1">
                  <p:embed/>
                  <p:pic>
                    <p:nvPicPr>
                      <p:cNvPr id="4" name="Object 3" hidden="1"/>
                      <p:cNvPicPr/>
                      <p:nvPr/>
                    </p:nvPicPr>
                    <p:blipFill>
                      <a:blip r:embed="rId8"/>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692150"/>
          </a:xfrm>
          <a:prstGeom prst="rect">
            <a:avLst/>
          </a:prstGeom>
        </p:spPr>
        <p:txBody>
          <a:bodyPr vert="horz" lIns="0" tIns="0" rIns="0" bIns="0" rtlCol="0" anchor="t" anchorCtr="0">
            <a:noAutofit/>
          </a:bodyPr>
          <a:lstStyle/>
          <a:p>
            <a:r>
              <a:rPr lang="en-US" noProof="0" dirty="0" smtClean="0"/>
              <a:t>Click to edit Master title style</a:t>
            </a:r>
            <a:endParaRPr lang="en-US" noProof="0" dirty="0"/>
          </a:p>
        </p:txBody>
      </p:sp>
    </p:spTree>
    <p:extLst>
      <p:ext uri="{BB962C8B-B14F-4D97-AF65-F5344CB8AC3E}">
        <p14:creationId xmlns:p14="http://schemas.microsoft.com/office/powerpoint/2010/main" val="1846934772"/>
      </p:ext>
    </p:extLst>
  </p:cSld>
  <p:clrMap bg1="lt1" tx1="dk1" bg2="lt2" tx2="dk2" accent1="accent1" accent2="accent2" accent3="accent3" accent4="accent4" accent5="accent5" accent6="accent6" hlink="hlink" folHlink="folHlink"/>
  <p:sldLayoutIdLst>
    <p:sldLayoutId id="2147483704" r:id="rId1"/>
    <p:sldLayoutId id="2147483706" r:id="rId2"/>
    <p:sldLayoutId id="2147483707" r:id="rId3"/>
  </p:sldLayoutIdLst>
  <p:transition>
    <p:fade/>
  </p:transition>
  <p:timing>
    <p:tnLst>
      <p:par>
        <p:cTn id="1" dur="indefinite" restart="never" nodeType="tmRoot"/>
      </p:par>
    </p:tnLst>
  </p:timing>
  <p:hf hdr="0" dt="0"/>
  <p:txStyles>
    <p:titleStyle>
      <a:lvl1pPr algn="l" defTabSz="914400" rtl="0" eaLnBrk="1" latinLnBrk="0" hangingPunct="1">
        <a:spcBef>
          <a:spcPct val="0"/>
        </a:spcBef>
        <a:buNone/>
        <a:defRPr sz="2000" kern="1200">
          <a:solidFill>
            <a:schemeClr val="tx1"/>
          </a:solidFill>
          <a:latin typeface="+mj-lt"/>
          <a:ea typeface="+mj-ea"/>
          <a:cs typeface="+mj-cs"/>
        </a:defRPr>
      </a:lvl1pPr>
    </p:titleStyle>
    <p:body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4020">
          <p15:clr>
            <a:srgbClr val="F26B43"/>
          </p15:clr>
        </p15:guide>
        <p15:guide id="2" pos="316">
          <p15:clr>
            <a:srgbClr val="F26B43"/>
          </p15:clr>
        </p15:guide>
        <p15:guide id="3" pos="7364">
          <p15:clr>
            <a:srgbClr val="F26B43"/>
          </p15:clr>
        </p15:guide>
        <p15:guide id="4" orient="horz" pos="200">
          <p15:clr>
            <a:srgbClr val="F26B43"/>
          </p15:clr>
        </p15:guide>
        <p15:guide id="5" orient="horz" pos="4080">
          <p15:clr>
            <a:srgbClr val="F26B43"/>
          </p15:clr>
        </p15:guide>
        <p15:guide id="6" pos="3840">
          <p15:clr>
            <a:srgbClr val="F26B43"/>
          </p15:clr>
        </p15:guide>
        <p15:guide id="7" orient="horz" pos="6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6205416" y="6476360"/>
            <a:ext cx="4896560" cy="244826"/>
          </a:xfrm>
          <a:prstGeom prst="rect">
            <a:avLst/>
          </a:prstGeom>
        </p:spPr>
        <p:txBody>
          <a:bodyPr vert="horz" lIns="0" tIns="0" rIns="0" bIns="0" rtlCol="0" anchor="t" anchorCtr="0"/>
          <a:lstStyle>
            <a:lvl1pPr algn="r">
              <a:defRPr sz="599">
                <a:solidFill>
                  <a:schemeClr val="tx1"/>
                </a:solidFill>
              </a:defRPr>
            </a:lvl1pPr>
          </a:lstStyle>
          <a:p>
            <a:endParaRPr lang="en-AU" dirty="0"/>
          </a:p>
        </p:txBody>
      </p:sp>
      <p:graphicFrame>
        <p:nvGraphicFramePr>
          <p:cNvPr id="4" name="Object 3" hidden="1"/>
          <p:cNvGraphicFramePr>
            <a:graphicFrameLocks noChangeAspect="1"/>
          </p:cNvGraphicFramePr>
          <p:nvPr>
            <p:custDataLst>
              <p:tags r:id="rId39"/>
            </p:custDataLst>
            <p:extLst/>
          </p:nvPr>
        </p:nvGraphicFramePr>
        <p:xfrm>
          <a:off x="2121" y="1594"/>
          <a:ext cx="2116" cy="1588"/>
        </p:xfrm>
        <a:graphic>
          <a:graphicData uri="http://schemas.openxmlformats.org/presentationml/2006/ole">
            <mc:AlternateContent xmlns:mc="http://schemas.openxmlformats.org/markup-compatibility/2006">
              <mc:Choice xmlns:v="urn:schemas-microsoft-com:vml" Requires="v">
                <p:oleObj spid="_x0000_s4211" name="think-cell Slide" r:id="rId40" imgW="270" imgH="270" progId="TCLayout.ActiveDocument.1">
                  <p:embed/>
                </p:oleObj>
              </mc:Choice>
              <mc:Fallback>
                <p:oleObj name="think-cell Slide" r:id="rId40" imgW="270" imgH="270" progId="TCLayout.ActiveDocument.1">
                  <p:embed/>
                  <p:pic>
                    <p:nvPicPr>
                      <p:cNvPr id="4" name="Object 3" hidden="1"/>
                      <p:cNvPicPr/>
                      <p:nvPr/>
                    </p:nvPicPr>
                    <p:blipFill>
                      <a:blip r:embed="rId41"/>
                      <a:stretch>
                        <a:fillRect/>
                      </a:stretch>
                    </p:blipFill>
                    <p:spPr>
                      <a:xfrm>
                        <a:off x="2121" y="1594"/>
                        <a:ext cx="2116"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94198" y="317501"/>
            <a:ext cx="11201796" cy="692150"/>
          </a:xfrm>
          <a:prstGeom prst="rect">
            <a:avLst/>
          </a:prstGeom>
        </p:spPr>
        <p:txBody>
          <a:bodyPr vert="horz" lIns="0" tIns="0" rIns="0" bIns="0" rtlCol="0" anchor="t" anchorCtr="0">
            <a:noAutofit/>
          </a:bodyPr>
          <a:lstStyle/>
          <a:p>
            <a:r>
              <a:rPr lang="en-AU" noProof="0" dirty="0"/>
              <a:t>Click to edit Master title style</a:t>
            </a:r>
            <a:r>
              <a:rPr lang="en-US" noProof="0" dirty="0"/>
              <a:t/>
            </a:r>
            <a:br>
              <a:rPr lang="en-US" noProof="0" dirty="0"/>
            </a:br>
            <a:endParaRPr lang="en-AU" noProof="0" dirty="0"/>
          </a:p>
        </p:txBody>
      </p:sp>
      <p:sp>
        <p:nvSpPr>
          <p:cNvPr id="19" name="Text Placeholder 18"/>
          <p:cNvSpPr>
            <a:spLocks noGrp="1"/>
          </p:cNvSpPr>
          <p:nvPr>
            <p:ph type="body" idx="1"/>
          </p:nvPr>
        </p:nvSpPr>
        <p:spPr>
          <a:xfrm>
            <a:off x="494198" y="1665289"/>
            <a:ext cx="11201796" cy="4716462"/>
          </a:xfrm>
          <a:prstGeom prst="rect">
            <a:avLst/>
          </a:prstGeom>
        </p:spPr>
        <p:txBody>
          <a:bodyPr vert="horz" lIns="0" tIns="0" rIns="0" bIns="0" rtlCol="0">
            <a:noAutofit/>
          </a:bodyPr>
          <a:lstStyle/>
          <a:p>
            <a:pPr lvl="0"/>
            <a:r>
              <a:rPr lang="en-AU" noProof="0" dirty="0"/>
              <a:t>Click to edit Master text styles</a:t>
            </a:r>
            <a:endParaRPr lang="en-AU"/>
          </a:p>
          <a:p>
            <a:pPr lvl="1"/>
            <a:r>
              <a:rPr lang="en-AU" noProof="0" dirty="0"/>
              <a:t>Second level</a:t>
            </a:r>
            <a:endParaRPr lang="en-AU"/>
          </a:p>
          <a:p>
            <a:pPr lvl="2"/>
            <a:r>
              <a:rPr lang="en-AU" noProof="0" dirty="0"/>
              <a:t>Third level</a:t>
            </a:r>
            <a:endParaRPr lang="en-AU"/>
          </a:p>
          <a:p>
            <a:pPr lvl="3"/>
            <a:r>
              <a:rPr lang="en-AU" noProof="0" dirty="0"/>
              <a:t>Fourth level</a:t>
            </a:r>
            <a:endParaRPr lang="en-AU"/>
          </a:p>
          <a:p>
            <a:pPr lvl="4"/>
            <a:r>
              <a:rPr lang="en-AU" noProof="0" dirty="0"/>
              <a:t>Fifth level</a:t>
            </a:r>
            <a:endParaRPr lang="en-AU"/>
          </a:p>
          <a:p>
            <a:pPr lvl="5"/>
            <a:r>
              <a:rPr lang="en-AU" noProof="0" dirty="0"/>
              <a:t>6</a:t>
            </a:r>
            <a:endParaRPr lang="en-AU"/>
          </a:p>
          <a:p>
            <a:pPr lvl="6"/>
            <a:r>
              <a:rPr lang="en-AU" noProof="0" dirty="0"/>
              <a:t>7</a:t>
            </a:r>
            <a:endParaRPr lang="en-AU"/>
          </a:p>
          <a:p>
            <a:pPr lvl="7"/>
            <a:r>
              <a:rPr lang="en-AU" noProof="0" dirty="0"/>
              <a:t>8</a:t>
            </a:r>
            <a:endParaRPr lang="en-AU"/>
          </a:p>
          <a:p>
            <a:pPr lvl="8"/>
            <a:r>
              <a:rPr lang="en-AU" noProof="0" dirty="0"/>
              <a:t>9</a:t>
            </a:r>
            <a:endParaRPr lang="en-AU"/>
          </a:p>
        </p:txBody>
      </p:sp>
    </p:spTree>
    <p:extLst>
      <p:ext uri="{BB962C8B-B14F-4D97-AF65-F5344CB8AC3E}">
        <p14:creationId xmlns:p14="http://schemas.microsoft.com/office/powerpoint/2010/main" val="356713017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 id="2147483730" r:id="rId22"/>
    <p:sldLayoutId id="2147483731" r:id="rId23"/>
    <p:sldLayoutId id="2147483732" r:id="rId24"/>
    <p:sldLayoutId id="2147483733" r:id="rId25"/>
    <p:sldLayoutId id="2147483734" r:id="rId26"/>
    <p:sldLayoutId id="2147483735" r:id="rId27"/>
    <p:sldLayoutId id="2147483736" r:id="rId28"/>
    <p:sldLayoutId id="2147483737" r:id="rId29"/>
    <p:sldLayoutId id="2147483738" r:id="rId30"/>
    <p:sldLayoutId id="2147483739" r:id="rId31"/>
    <p:sldLayoutId id="2147483740" r:id="rId32"/>
    <p:sldLayoutId id="2147483741" r:id="rId33"/>
    <p:sldLayoutId id="2147483742" r:id="rId34"/>
    <p:sldLayoutId id="2147483743" r:id="rId35"/>
    <p:sldLayoutId id="2147483744" r:id="rId36"/>
  </p:sldLayoutIdLst>
  <p:transition>
    <p:fade/>
  </p:transition>
  <p:timing>
    <p:tnLst>
      <p:par>
        <p:cTn id="1" dur="indefinite" restart="never" nodeType="tmRoot"/>
      </p:par>
    </p:tnLst>
  </p:timing>
  <p:hf hdr="0" dt="0"/>
  <p:txStyles>
    <p:titleStyle>
      <a:lvl1pPr algn="l" defTabSz="847136" rtl="0" eaLnBrk="1" latinLnBrk="0" hangingPunct="1">
        <a:spcBef>
          <a:spcPct val="0"/>
        </a:spcBef>
        <a:buNone/>
        <a:defRPr sz="1710" kern="1200">
          <a:solidFill>
            <a:schemeClr val="tx1"/>
          </a:solidFill>
          <a:latin typeface="+mj-lt"/>
          <a:ea typeface="+mj-ea"/>
          <a:cs typeface="+mj-cs"/>
        </a:defRPr>
      </a:lvl1pPr>
    </p:titleStyle>
    <p:bodyStyle>
      <a:lvl1pPr marL="0" indent="0" algn="l" defTabSz="847136" rtl="0" eaLnBrk="1" latinLnBrk="0" hangingPunct="1">
        <a:spcBef>
          <a:spcPts val="0"/>
        </a:spcBef>
        <a:spcAft>
          <a:spcPts val="926"/>
        </a:spcAft>
        <a:buSzPct val="100000"/>
        <a:buFont typeface="Arial" panose="020B0604020202020204" pitchFamily="34" charset="0"/>
        <a:buChar char="​"/>
        <a:defRPr sz="855" b="0" kern="1200">
          <a:solidFill>
            <a:schemeClr val="tx1"/>
          </a:solidFill>
          <a:latin typeface="+mn-lt"/>
          <a:ea typeface="+mn-ea"/>
          <a:cs typeface="+mn-cs"/>
        </a:defRPr>
      </a:lvl1pPr>
      <a:lvl2pPr marL="0" indent="0" algn="l" defTabSz="847136" rtl="0" eaLnBrk="1" latinLnBrk="0" hangingPunct="1">
        <a:spcBef>
          <a:spcPts val="0"/>
        </a:spcBef>
        <a:spcAft>
          <a:spcPts val="926"/>
        </a:spcAft>
        <a:buClrTx/>
        <a:buSzPct val="100000"/>
        <a:buFont typeface="Arial" panose="020B0604020202020204" pitchFamily="34" charset="0"/>
        <a:buChar char="​"/>
        <a:defRPr lang="en-US" sz="855" b="1" kern="1200" dirty="0">
          <a:solidFill>
            <a:schemeClr val="tx1"/>
          </a:solidFill>
          <a:latin typeface="+mn-lt"/>
          <a:ea typeface="+mn-ea"/>
          <a:cs typeface="+mn-cs"/>
        </a:defRPr>
      </a:lvl2pPr>
      <a:lvl3pPr marL="163424" indent="-163424" algn="l" defTabSz="847136" rtl="0" eaLnBrk="1" latinLnBrk="0" hangingPunct="1">
        <a:spcBef>
          <a:spcPts val="0"/>
        </a:spcBef>
        <a:spcAft>
          <a:spcPts val="926"/>
        </a:spcAft>
        <a:buClrTx/>
        <a:buSzPct val="100000"/>
        <a:buFont typeface="Arial" panose="020B0604020202020204" pitchFamily="34" charset="0"/>
        <a:buChar char="•"/>
        <a:defRPr lang="en-US" sz="855" kern="1200" dirty="0">
          <a:solidFill>
            <a:schemeClr val="tx1"/>
          </a:solidFill>
          <a:latin typeface="+mn-lt"/>
          <a:ea typeface="+mn-ea"/>
          <a:cs typeface="+mn-cs"/>
        </a:defRPr>
      </a:lvl3pPr>
      <a:lvl4pPr marL="330183" indent="-163424" algn="l" defTabSz="847136" rtl="0" eaLnBrk="1" latinLnBrk="0" hangingPunct="1">
        <a:spcBef>
          <a:spcPts val="0"/>
        </a:spcBef>
        <a:spcAft>
          <a:spcPts val="926"/>
        </a:spcAft>
        <a:buClrTx/>
        <a:buSzPct val="100000"/>
        <a:buFont typeface="Verdana" panose="020B0604030504040204" pitchFamily="34" charset="0"/>
        <a:buChar char="−"/>
        <a:defRPr lang="en-US" sz="855" kern="1200" baseline="0" dirty="0">
          <a:solidFill>
            <a:schemeClr val="tx1"/>
          </a:solidFill>
          <a:latin typeface="+mn-lt"/>
          <a:ea typeface="+mn-ea"/>
          <a:cs typeface="+mn-cs"/>
        </a:defRPr>
      </a:lvl4pPr>
      <a:lvl5pPr marL="493606" indent="-163424" algn="l" defTabSz="739774" rtl="0" eaLnBrk="1" latinLnBrk="0" hangingPunct="1">
        <a:spcBef>
          <a:spcPts val="0"/>
        </a:spcBef>
        <a:spcAft>
          <a:spcPts val="926"/>
        </a:spcAft>
        <a:buClrTx/>
        <a:buSzPct val="100000"/>
        <a:buFont typeface="Verdana" panose="020B0604030504040204" pitchFamily="34" charset="0"/>
        <a:buChar char="−"/>
        <a:tabLst/>
        <a:defRPr lang="en-US" sz="855" kern="1200" baseline="0" dirty="0">
          <a:solidFill>
            <a:schemeClr val="tx1"/>
          </a:solidFill>
          <a:latin typeface="+mn-lt"/>
          <a:ea typeface="+mn-ea"/>
          <a:cs typeface="+mn-cs"/>
        </a:defRPr>
      </a:lvl5pPr>
      <a:lvl6pPr marL="493606" indent="-163424" algn="l" defTabSz="847136" rtl="0" eaLnBrk="1" latinLnBrk="0" hangingPunct="1">
        <a:spcBef>
          <a:spcPts val="0"/>
        </a:spcBef>
        <a:spcAft>
          <a:spcPts val="926"/>
        </a:spcAft>
        <a:buFont typeface="Verdana" panose="020B0604030504040204" pitchFamily="34" charset="0"/>
        <a:buChar char="−"/>
        <a:defRPr sz="855" kern="1200" baseline="0">
          <a:solidFill>
            <a:schemeClr val="tx1"/>
          </a:solidFill>
          <a:latin typeface="+mn-lt"/>
          <a:ea typeface="+mn-ea"/>
          <a:cs typeface="+mn-cs"/>
        </a:defRPr>
      </a:lvl6pPr>
      <a:lvl7pPr marL="493606" indent="-163424" algn="l" defTabSz="847136" rtl="0" eaLnBrk="1" latinLnBrk="0" hangingPunct="1">
        <a:spcBef>
          <a:spcPts val="0"/>
        </a:spcBef>
        <a:spcAft>
          <a:spcPts val="926"/>
        </a:spcAft>
        <a:buFont typeface="Verdana" panose="020B0604030504040204" pitchFamily="34" charset="0"/>
        <a:buChar char="−"/>
        <a:defRPr sz="855" kern="1200">
          <a:solidFill>
            <a:schemeClr val="tx1"/>
          </a:solidFill>
          <a:latin typeface="+mn-lt"/>
          <a:ea typeface="+mn-ea"/>
          <a:cs typeface="+mn-cs"/>
        </a:defRPr>
      </a:lvl7pPr>
      <a:lvl8pPr marL="493606" indent="-163424" algn="l" defTabSz="847136" rtl="0" eaLnBrk="1" latinLnBrk="0" hangingPunct="1">
        <a:spcBef>
          <a:spcPts val="0"/>
        </a:spcBef>
        <a:spcAft>
          <a:spcPts val="926"/>
        </a:spcAft>
        <a:buFont typeface="Verdana" panose="020B0604030504040204" pitchFamily="34" charset="0"/>
        <a:buChar char="−"/>
        <a:defRPr sz="855" kern="1200" baseline="0">
          <a:solidFill>
            <a:schemeClr val="tx1"/>
          </a:solidFill>
          <a:latin typeface="+mn-lt"/>
          <a:ea typeface="+mn-ea"/>
          <a:cs typeface="+mn-cs"/>
        </a:defRPr>
      </a:lvl8pPr>
      <a:lvl9pPr marL="493606" indent="-163424" algn="l" defTabSz="847136" rtl="0" eaLnBrk="1" latinLnBrk="0" hangingPunct="1">
        <a:spcBef>
          <a:spcPts val="0"/>
        </a:spcBef>
        <a:spcAft>
          <a:spcPts val="926"/>
        </a:spcAft>
        <a:buFont typeface="Verdana" panose="020B0604030504040204" pitchFamily="34" charset="0"/>
        <a:buChar char="−"/>
        <a:defRPr sz="855" kern="1200" baseline="0">
          <a:solidFill>
            <a:schemeClr val="tx1"/>
          </a:solidFill>
          <a:latin typeface="+mn-lt"/>
          <a:ea typeface="+mn-ea"/>
          <a:cs typeface="+mn-cs"/>
        </a:defRPr>
      </a:lvl9pPr>
    </p:bodyStyle>
    <p:otherStyle>
      <a:defPPr>
        <a:defRPr lang="en-US"/>
      </a:defPPr>
      <a:lvl1pPr marL="0" algn="l" defTabSz="847136" rtl="0" eaLnBrk="1" latinLnBrk="0" hangingPunct="1">
        <a:defRPr sz="1668" kern="1200">
          <a:solidFill>
            <a:schemeClr val="tx1"/>
          </a:solidFill>
          <a:latin typeface="+mn-lt"/>
          <a:ea typeface="+mn-ea"/>
          <a:cs typeface="+mn-cs"/>
        </a:defRPr>
      </a:lvl1pPr>
      <a:lvl2pPr marL="423569" algn="l" defTabSz="847136" rtl="0" eaLnBrk="1" latinLnBrk="0" hangingPunct="1">
        <a:defRPr sz="1668" kern="1200">
          <a:solidFill>
            <a:schemeClr val="tx1"/>
          </a:solidFill>
          <a:latin typeface="+mn-lt"/>
          <a:ea typeface="+mn-ea"/>
          <a:cs typeface="+mn-cs"/>
        </a:defRPr>
      </a:lvl2pPr>
      <a:lvl3pPr marL="847136" algn="l" defTabSz="847136" rtl="0" eaLnBrk="1" latinLnBrk="0" hangingPunct="1">
        <a:defRPr sz="1668" kern="1200">
          <a:solidFill>
            <a:schemeClr val="tx1"/>
          </a:solidFill>
          <a:latin typeface="+mn-lt"/>
          <a:ea typeface="+mn-ea"/>
          <a:cs typeface="+mn-cs"/>
        </a:defRPr>
      </a:lvl3pPr>
      <a:lvl4pPr marL="1270704" algn="l" defTabSz="847136" rtl="0" eaLnBrk="1" latinLnBrk="0" hangingPunct="1">
        <a:defRPr sz="1668" kern="1200">
          <a:solidFill>
            <a:schemeClr val="tx1"/>
          </a:solidFill>
          <a:latin typeface="+mn-lt"/>
          <a:ea typeface="+mn-ea"/>
          <a:cs typeface="+mn-cs"/>
        </a:defRPr>
      </a:lvl4pPr>
      <a:lvl5pPr marL="1694271" algn="l" defTabSz="847136" rtl="0" eaLnBrk="1" latinLnBrk="0" hangingPunct="1">
        <a:defRPr sz="1668" kern="1200">
          <a:solidFill>
            <a:schemeClr val="tx1"/>
          </a:solidFill>
          <a:latin typeface="+mn-lt"/>
          <a:ea typeface="+mn-ea"/>
          <a:cs typeface="+mn-cs"/>
        </a:defRPr>
      </a:lvl5pPr>
      <a:lvl6pPr marL="2117840" algn="l" defTabSz="847136" rtl="0" eaLnBrk="1" latinLnBrk="0" hangingPunct="1">
        <a:defRPr sz="1668" kern="1200">
          <a:solidFill>
            <a:schemeClr val="tx1"/>
          </a:solidFill>
          <a:latin typeface="+mn-lt"/>
          <a:ea typeface="+mn-ea"/>
          <a:cs typeface="+mn-cs"/>
        </a:defRPr>
      </a:lvl6pPr>
      <a:lvl7pPr marL="2541407" algn="l" defTabSz="847136" rtl="0" eaLnBrk="1" latinLnBrk="0" hangingPunct="1">
        <a:defRPr sz="1668" kern="1200">
          <a:solidFill>
            <a:schemeClr val="tx1"/>
          </a:solidFill>
          <a:latin typeface="+mn-lt"/>
          <a:ea typeface="+mn-ea"/>
          <a:cs typeface="+mn-cs"/>
        </a:defRPr>
      </a:lvl7pPr>
      <a:lvl8pPr marL="2964974" algn="l" defTabSz="847136" rtl="0" eaLnBrk="1" latinLnBrk="0" hangingPunct="1">
        <a:defRPr sz="1668" kern="1200">
          <a:solidFill>
            <a:schemeClr val="tx1"/>
          </a:solidFill>
          <a:latin typeface="+mn-lt"/>
          <a:ea typeface="+mn-ea"/>
          <a:cs typeface="+mn-cs"/>
        </a:defRPr>
      </a:lvl8pPr>
      <a:lvl9pPr marL="3388543" algn="l" defTabSz="847136" rtl="0" eaLnBrk="1" latinLnBrk="0" hangingPunct="1">
        <a:defRPr sz="1668"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5965">
          <p15:clr>
            <a:srgbClr val="F26B43"/>
          </p15:clr>
        </p15:guide>
        <p15:guide id="2" orient="horz" pos="2381">
          <p15:clr>
            <a:srgbClr val="F26B43"/>
          </p15:clr>
        </p15:guide>
        <p15:guide id="3" orient="horz" pos="4431">
          <p15:clr>
            <a:srgbClr val="F26B43"/>
          </p15:clr>
        </p15:guide>
        <p15:guide id="4" pos="364">
          <p15:clr>
            <a:srgbClr val="F26B43"/>
          </p15:clr>
        </p15:guide>
        <p15:guide id="5" pos="8615">
          <p15:clr>
            <a:srgbClr val="F26B43"/>
          </p15:clr>
        </p15:guide>
        <p15:guide id="6" orient="horz" pos="1180">
          <p15:clr>
            <a:srgbClr val="F26B43"/>
          </p15:clr>
        </p15:guide>
        <p15:guide id="7" orient="horz" pos="220">
          <p15:clr>
            <a:srgbClr val="F26B43"/>
          </p15:clr>
        </p15:guide>
        <p15:guide id="8" orient="horz" pos="4497">
          <p15:clr>
            <a:srgbClr val="F26B43"/>
          </p15:clr>
        </p15:guide>
        <p15:guide id="10" pos="5815">
          <p15:clr>
            <a:srgbClr val="F26B43"/>
          </p15:clr>
        </p15:guide>
        <p15:guide id="11" orient="horz" pos="260">
          <p15:clr>
            <a:srgbClr val="F26B43"/>
          </p15:clr>
        </p15:guide>
        <p15:guide id="12" pos="1613">
          <p15:clr>
            <a:srgbClr val="F26B43"/>
          </p15:clr>
        </p15:guide>
        <p15:guide id="13" pos="1764">
          <p15:clr>
            <a:srgbClr val="F26B43"/>
          </p15:clr>
        </p15:guide>
        <p15:guide id="14" pos="3013">
          <p15:clr>
            <a:srgbClr val="F26B43"/>
          </p15:clr>
        </p15:guide>
        <p15:guide id="15" pos="3164">
          <p15:clr>
            <a:srgbClr val="F26B43"/>
          </p15:clr>
        </p15:guide>
        <p15:guide id="16" pos="7213">
          <p15:clr>
            <a:srgbClr val="F26B43"/>
          </p15:clr>
        </p15:guide>
        <p15:guide id="17" pos="4408">
          <p15:clr>
            <a:srgbClr val="F26B43"/>
          </p15:clr>
        </p15:guide>
        <p15:guide id="18" pos="4565">
          <p15:clr>
            <a:srgbClr val="F26B43"/>
          </p15:clr>
        </p15:guide>
        <p15:guide id="19" pos="4491">
          <p15:clr>
            <a:srgbClr val="F26B43"/>
          </p15:clr>
        </p15:guide>
        <p15:guide id="20" pos="7367">
          <p15:clr>
            <a:srgbClr val="F26B43"/>
          </p15:clr>
        </p15:guide>
        <p15:guide id="21" orient="horz" pos="1157">
          <p15:clr>
            <a:srgbClr val="F26B43"/>
          </p15:clr>
        </p15:guide>
        <p15:guide id="22" orient="horz" pos="70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50"/>
            </p:custDataLs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5220" name="think-cell Slide" r:id="rId51" imgW="270" imgH="270" progId="TCLayout.ActiveDocument.1">
                  <p:embed/>
                </p:oleObj>
              </mc:Choice>
              <mc:Fallback>
                <p:oleObj name="think-cell Slide" r:id="rId51" imgW="270" imgH="270" progId="TCLayout.ActiveDocument.1">
                  <p:embed/>
                  <p:pic>
                    <p:nvPicPr>
                      <p:cNvPr id="4" name="Object 3" hidden="1"/>
                      <p:cNvPicPr/>
                      <p:nvPr/>
                    </p:nvPicPr>
                    <p:blipFill>
                      <a:blip r:embed="rId52"/>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28000" y="295683"/>
            <a:ext cx="11136000" cy="1244192"/>
          </a:xfrm>
          <a:prstGeom prst="rect">
            <a:avLst/>
          </a:prstGeom>
        </p:spPr>
        <p:txBody>
          <a:bodyPr vert="horz" lIns="0" tIns="0" rIns="0" bIns="0" rtlCol="0" anchor="t" anchorCtr="0">
            <a:noAutofit/>
          </a:bodyPr>
          <a:lstStyle/>
          <a:p>
            <a:r>
              <a:rPr lang="en-US" dirty="0"/>
              <a:t>Click to edit Master title style</a:t>
            </a:r>
          </a:p>
        </p:txBody>
      </p:sp>
      <p:sp>
        <p:nvSpPr>
          <p:cNvPr id="19" name="Text Placeholder 18"/>
          <p:cNvSpPr>
            <a:spLocks noGrp="1"/>
          </p:cNvSpPr>
          <p:nvPr>
            <p:ph type="body" idx="1"/>
          </p:nvPr>
        </p:nvSpPr>
        <p:spPr>
          <a:xfrm>
            <a:off x="524934" y="1700214"/>
            <a:ext cx="11142133" cy="4681537"/>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GB" dirty="0"/>
              <a:t>Seventh level</a:t>
            </a:r>
          </a:p>
          <a:p>
            <a:pPr lvl="7"/>
            <a:r>
              <a:rPr lang="en-GB" dirty="0"/>
              <a:t>Eighth level</a:t>
            </a:r>
          </a:p>
          <a:p>
            <a:pPr lvl="8"/>
            <a:r>
              <a:rPr lang="en-GB" dirty="0"/>
              <a:t>Ninth level</a:t>
            </a:r>
          </a:p>
        </p:txBody>
      </p:sp>
    </p:spTree>
    <p:extLst>
      <p:ext uri="{BB962C8B-B14F-4D97-AF65-F5344CB8AC3E}">
        <p14:creationId xmlns:p14="http://schemas.microsoft.com/office/powerpoint/2010/main" val="2419655772"/>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1" r:id="rId16"/>
    <p:sldLayoutId id="2147483762" r:id="rId17"/>
    <p:sldLayoutId id="2147483763" r:id="rId18"/>
    <p:sldLayoutId id="2147483764" r:id="rId19"/>
    <p:sldLayoutId id="2147483765" r:id="rId20"/>
    <p:sldLayoutId id="2147483766" r:id="rId21"/>
    <p:sldLayoutId id="2147483767" r:id="rId22"/>
    <p:sldLayoutId id="2147483768" r:id="rId23"/>
    <p:sldLayoutId id="2147483769" r:id="rId24"/>
    <p:sldLayoutId id="2147483770" r:id="rId25"/>
    <p:sldLayoutId id="2147483771" r:id="rId26"/>
    <p:sldLayoutId id="2147483772" r:id="rId27"/>
    <p:sldLayoutId id="2147483773" r:id="rId28"/>
    <p:sldLayoutId id="2147483774" r:id="rId29"/>
    <p:sldLayoutId id="2147483775" r:id="rId30"/>
    <p:sldLayoutId id="2147483776" r:id="rId31"/>
    <p:sldLayoutId id="2147483777" r:id="rId32"/>
    <p:sldLayoutId id="2147483778" r:id="rId33"/>
    <p:sldLayoutId id="2147483779" r:id="rId34"/>
    <p:sldLayoutId id="2147483780" r:id="rId35"/>
    <p:sldLayoutId id="2147483781" r:id="rId36"/>
    <p:sldLayoutId id="2147483782" r:id="rId37"/>
    <p:sldLayoutId id="2147483783" r:id="rId38"/>
    <p:sldLayoutId id="2147483784" r:id="rId39"/>
    <p:sldLayoutId id="2147483785" r:id="rId40"/>
    <p:sldLayoutId id="2147483786" r:id="rId41"/>
    <p:sldLayoutId id="2147483787" r:id="rId42"/>
    <p:sldLayoutId id="2147483788" r:id="rId43"/>
    <p:sldLayoutId id="2147483789" r:id="rId44"/>
    <p:sldLayoutId id="2147483790" r:id="rId45"/>
    <p:sldLayoutId id="2147483791" r:id="rId46"/>
    <p:sldLayoutId id="2147483792" r:id="rId47"/>
  </p:sldLayoutIdLst>
  <p:transition>
    <p:fade/>
  </p:transition>
  <p:hf hdr="0" dt="0"/>
  <p:txStyles>
    <p:titleStyle>
      <a:lvl1pPr algn="l" defTabSz="914400" rtl="0" eaLnBrk="1" latinLnBrk="0" hangingPunct="1">
        <a:spcBef>
          <a:spcPct val="0"/>
        </a:spcBef>
        <a:buNone/>
        <a:defRPr sz="2000" kern="1200">
          <a:solidFill>
            <a:schemeClr val="tx1"/>
          </a:solidFill>
          <a:latin typeface="+mj-lt"/>
          <a:ea typeface="+mj-ea"/>
          <a:cs typeface="+mj-cs"/>
        </a:defRPr>
      </a:lvl1pPr>
    </p:titleStyle>
    <p:bodyStyle>
      <a:lvl1pPr marL="0" indent="0" algn="l" defTabSz="914400" rtl="0" eaLnBrk="1" latinLnBrk="0" hangingPunct="1">
        <a:spcBef>
          <a:spcPts val="0"/>
        </a:spcBef>
        <a:spcAft>
          <a:spcPts val="1000"/>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880">
          <p15:clr>
            <a:srgbClr val="F26B43"/>
          </p15:clr>
        </p15:guide>
        <p15:guide id="2" orient="horz" pos="2160">
          <p15:clr>
            <a:srgbClr val="F26B43"/>
          </p15:clr>
        </p15:guide>
        <p15:guide id="3" orient="horz" pos="4020">
          <p15:clr>
            <a:srgbClr val="F26B43"/>
          </p15:clr>
        </p15:guide>
        <p15:guide id="4" pos="248">
          <p15:clr>
            <a:srgbClr val="F26B43"/>
          </p15:clr>
        </p15:guide>
        <p15:guide id="5" pos="5512">
          <p15:clr>
            <a:srgbClr val="F26B43"/>
          </p15:clr>
        </p15:guide>
        <p15:guide id="6" orient="horz" pos="1071">
          <p15:clr>
            <a:srgbClr val="F26B43"/>
          </p15:clr>
        </p15:guide>
        <p15:guide id="7" orient="horz" pos="178">
          <p15:clr>
            <a:srgbClr val="F26B43"/>
          </p15:clr>
        </p15:guide>
        <p15:guide id="8" orient="horz" pos="4088">
          <p15:clr>
            <a:srgbClr val="F26B43"/>
          </p15:clr>
        </p15:guide>
        <p15:guide id="9" pos="2767">
          <p15:clr>
            <a:srgbClr val="F26B43"/>
          </p15:clr>
        </p15:guide>
        <p15:guide id="10" pos="2993">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5"/>
            </p:custDataLs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spid="_x0000_s6179" name="think-cell Slide" r:id="rId46" imgW="270" imgH="270" progId="TCLayout.ActiveDocument.1">
                  <p:embed/>
                </p:oleObj>
              </mc:Choice>
              <mc:Fallback>
                <p:oleObj name="think-cell Slide" r:id="rId46" imgW="270" imgH="270" progId="TCLayout.ActiveDocument.1">
                  <p:embed/>
                  <p:pic>
                    <p:nvPicPr>
                      <p:cNvPr id="4" name="Object 3" hidden="1"/>
                      <p:cNvPicPr/>
                      <p:nvPr/>
                    </p:nvPicPr>
                    <p:blipFill>
                      <a:blip r:embed="rId47"/>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692150"/>
          </a:xfrm>
          <a:prstGeom prst="rect">
            <a:avLst/>
          </a:prstGeom>
        </p:spPr>
        <p:txBody>
          <a:bodyPr vert="horz" lIns="0" tIns="0" rIns="0" bIns="0" rtlCol="0" anchor="t" anchorCtr="0">
            <a:noAutofit/>
          </a:bodyPr>
          <a:lstStyle/>
          <a:p>
            <a:r>
              <a:rPr lang="en-US" noProof="0" dirty="0" smtClean="0"/>
              <a:t>Click to edit Master title style</a:t>
            </a:r>
            <a:endParaRPr lang="en-US" noProof="0" dirty="0"/>
          </a:p>
        </p:txBody>
      </p:sp>
      <p:sp>
        <p:nvSpPr>
          <p:cNvPr id="19" name="Text Placeholder 18"/>
          <p:cNvSpPr>
            <a:spLocks noGrp="1"/>
          </p:cNvSpPr>
          <p:nvPr>
            <p:ph type="body" idx="1"/>
          </p:nvPr>
        </p:nvSpPr>
        <p:spPr>
          <a:xfrm>
            <a:off x="501650" y="1665290"/>
            <a:ext cx="11188700" cy="4716462"/>
          </a:xfrm>
          <a:prstGeom prst="rect">
            <a:avLst/>
          </a:prstGeom>
        </p:spPr>
        <p:txBody>
          <a:bodyPr vert="horz" lIns="0" tIns="0" rIns="0" bIns="0" rtlCol="0">
            <a:noAutofit/>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Tree>
    <p:extLst>
      <p:ext uri="{BB962C8B-B14F-4D97-AF65-F5344CB8AC3E}">
        <p14:creationId xmlns:p14="http://schemas.microsoft.com/office/powerpoint/2010/main" val="2750297940"/>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806" r:id="rId13"/>
    <p:sldLayoutId id="2147483807" r:id="rId14"/>
    <p:sldLayoutId id="2147483808" r:id="rId15"/>
    <p:sldLayoutId id="2147483809" r:id="rId16"/>
    <p:sldLayoutId id="2147483810" r:id="rId17"/>
    <p:sldLayoutId id="2147483811" r:id="rId18"/>
    <p:sldLayoutId id="2147483812" r:id="rId19"/>
    <p:sldLayoutId id="2147483813" r:id="rId20"/>
    <p:sldLayoutId id="2147483814" r:id="rId21"/>
    <p:sldLayoutId id="2147483815" r:id="rId22"/>
    <p:sldLayoutId id="2147483816" r:id="rId23"/>
    <p:sldLayoutId id="2147483817" r:id="rId24"/>
    <p:sldLayoutId id="2147483818" r:id="rId25"/>
    <p:sldLayoutId id="2147483819" r:id="rId26"/>
    <p:sldLayoutId id="2147483820" r:id="rId27"/>
    <p:sldLayoutId id="2147483821" r:id="rId28"/>
    <p:sldLayoutId id="2147483822" r:id="rId29"/>
    <p:sldLayoutId id="2147483823" r:id="rId30"/>
    <p:sldLayoutId id="2147483824" r:id="rId31"/>
    <p:sldLayoutId id="2147483825" r:id="rId32"/>
    <p:sldLayoutId id="2147483826" r:id="rId33"/>
    <p:sldLayoutId id="2147483827" r:id="rId34"/>
    <p:sldLayoutId id="2147483828" r:id="rId35"/>
    <p:sldLayoutId id="2147483829" r:id="rId36"/>
    <p:sldLayoutId id="2147483830" r:id="rId37"/>
    <p:sldLayoutId id="2147483831" r:id="rId38"/>
    <p:sldLayoutId id="2147483832" r:id="rId39"/>
    <p:sldLayoutId id="2147483833" r:id="rId40"/>
    <p:sldLayoutId id="2147483834" r:id="rId41"/>
    <p:sldLayoutId id="2147483835" r:id="rId42"/>
  </p:sldLayoutIdLst>
  <p:transition>
    <p:fade/>
  </p:transition>
  <p:timing>
    <p:tnLst>
      <p:par>
        <p:cTn id="1" dur="indefinite" restart="never" nodeType="tmRoot"/>
      </p:par>
    </p:tnLst>
  </p:timing>
  <p:hf hdr="0" dt="0"/>
  <p:txStyles>
    <p:titleStyle>
      <a:lvl1pPr algn="l" defTabSz="914417" rtl="0" eaLnBrk="1" latinLnBrk="0" hangingPunct="1">
        <a:spcBef>
          <a:spcPct val="0"/>
        </a:spcBef>
        <a:buNone/>
        <a:defRPr sz="1814" kern="1200">
          <a:solidFill>
            <a:schemeClr val="tx1"/>
          </a:solidFill>
          <a:latin typeface="+mj-lt"/>
          <a:ea typeface="+mj-ea"/>
          <a:cs typeface="+mj-cs"/>
        </a:defRPr>
      </a:lvl1pPr>
    </p:titleStyle>
    <p:body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17" rtl="0" eaLnBrk="1" latinLnBrk="0" hangingPunct="1">
        <a:defRPr sz="1800" kern="1200">
          <a:solidFill>
            <a:schemeClr val="tx1"/>
          </a:solidFill>
          <a:latin typeface="+mn-lt"/>
          <a:ea typeface="+mn-ea"/>
          <a:cs typeface="+mn-cs"/>
        </a:defRPr>
      </a:lvl1pPr>
      <a:lvl2pPr marL="457209" algn="l" defTabSz="914417" rtl="0" eaLnBrk="1" latinLnBrk="0" hangingPunct="1">
        <a:defRPr sz="1800" kern="1200">
          <a:solidFill>
            <a:schemeClr val="tx1"/>
          </a:solidFill>
          <a:latin typeface="+mn-lt"/>
          <a:ea typeface="+mn-ea"/>
          <a:cs typeface="+mn-cs"/>
        </a:defRPr>
      </a:lvl2pPr>
      <a:lvl3pPr marL="914417" algn="l" defTabSz="914417" rtl="0" eaLnBrk="1" latinLnBrk="0" hangingPunct="1">
        <a:defRPr sz="1800" kern="1200">
          <a:solidFill>
            <a:schemeClr val="tx1"/>
          </a:solidFill>
          <a:latin typeface="+mn-lt"/>
          <a:ea typeface="+mn-ea"/>
          <a:cs typeface="+mn-cs"/>
        </a:defRPr>
      </a:lvl3pPr>
      <a:lvl4pPr marL="1371626" algn="l" defTabSz="914417" rtl="0" eaLnBrk="1" latinLnBrk="0" hangingPunct="1">
        <a:defRPr sz="1800" kern="1200">
          <a:solidFill>
            <a:schemeClr val="tx1"/>
          </a:solidFill>
          <a:latin typeface="+mn-lt"/>
          <a:ea typeface="+mn-ea"/>
          <a:cs typeface="+mn-cs"/>
        </a:defRPr>
      </a:lvl4pPr>
      <a:lvl5pPr marL="1828835" algn="l" defTabSz="914417" rtl="0" eaLnBrk="1" latinLnBrk="0" hangingPunct="1">
        <a:defRPr sz="1800" kern="1200">
          <a:solidFill>
            <a:schemeClr val="tx1"/>
          </a:solidFill>
          <a:latin typeface="+mn-lt"/>
          <a:ea typeface="+mn-ea"/>
          <a:cs typeface="+mn-cs"/>
        </a:defRPr>
      </a:lvl5pPr>
      <a:lvl6pPr marL="2286044" algn="l" defTabSz="914417" rtl="0" eaLnBrk="1" latinLnBrk="0" hangingPunct="1">
        <a:defRPr sz="1800" kern="1200">
          <a:solidFill>
            <a:schemeClr val="tx1"/>
          </a:solidFill>
          <a:latin typeface="+mn-lt"/>
          <a:ea typeface="+mn-ea"/>
          <a:cs typeface="+mn-cs"/>
        </a:defRPr>
      </a:lvl6pPr>
      <a:lvl7pPr marL="2743252" algn="l" defTabSz="914417" rtl="0" eaLnBrk="1" latinLnBrk="0" hangingPunct="1">
        <a:defRPr sz="1800" kern="1200">
          <a:solidFill>
            <a:schemeClr val="tx1"/>
          </a:solidFill>
          <a:latin typeface="+mn-lt"/>
          <a:ea typeface="+mn-ea"/>
          <a:cs typeface="+mn-cs"/>
        </a:defRPr>
      </a:lvl7pPr>
      <a:lvl8pPr marL="3200461" algn="l" defTabSz="914417" rtl="0" eaLnBrk="1" latinLnBrk="0" hangingPunct="1">
        <a:defRPr sz="1800" kern="1200">
          <a:solidFill>
            <a:schemeClr val="tx1"/>
          </a:solidFill>
          <a:latin typeface="+mn-lt"/>
          <a:ea typeface="+mn-ea"/>
          <a:cs typeface="+mn-cs"/>
        </a:defRPr>
      </a:lvl8pPr>
      <a:lvl9pPr marL="3657669" algn="l" defTabSz="91441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4443">
          <p15:clr>
            <a:srgbClr val="F26B43"/>
          </p15:clr>
        </p15:guide>
        <p15:guide id="4" pos="277">
          <p15:clr>
            <a:srgbClr val="F26B43"/>
          </p15:clr>
        </p15:guide>
        <p15:guide id="5" pos="6464">
          <p15:clr>
            <a:srgbClr val="F26B43"/>
          </p15:clr>
        </p15:guide>
        <p15:guide id="11" orient="horz" pos="219">
          <p15:clr>
            <a:srgbClr val="F26B43"/>
          </p15:clr>
        </p15:guide>
        <p15:guide id="21" orient="horz" pos="1152">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50"/>
            </p:custDataLs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7194" name="think-cell Slide" r:id="rId51" imgW="270" imgH="270" progId="TCLayout.ActiveDocument.1">
                  <p:embed/>
                </p:oleObj>
              </mc:Choice>
              <mc:Fallback>
                <p:oleObj name="think-cell Slide" r:id="rId51" imgW="270" imgH="270" progId="TCLayout.ActiveDocument.1">
                  <p:embed/>
                  <p:pic>
                    <p:nvPicPr>
                      <p:cNvPr id="4" name="Object 3" hidden="1"/>
                      <p:cNvPicPr/>
                      <p:nvPr/>
                    </p:nvPicPr>
                    <p:blipFill>
                      <a:blip r:embed="rId52"/>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28000" y="295683"/>
            <a:ext cx="11136000" cy="1244192"/>
          </a:xfrm>
          <a:prstGeom prst="rect">
            <a:avLst/>
          </a:prstGeom>
        </p:spPr>
        <p:txBody>
          <a:bodyPr vert="horz" lIns="0" tIns="0" rIns="0" bIns="0" rtlCol="0" anchor="t" anchorCtr="0">
            <a:noAutofit/>
          </a:bodyPr>
          <a:lstStyle/>
          <a:p>
            <a:r>
              <a:rPr lang="en-US" dirty="0"/>
              <a:t>Click to edit Master title style</a:t>
            </a:r>
          </a:p>
        </p:txBody>
      </p:sp>
      <p:sp>
        <p:nvSpPr>
          <p:cNvPr id="19" name="Text Placeholder 18"/>
          <p:cNvSpPr>
            <a:spLocks noGrp="1"/>
          </p:cNvSpPr>
          <p:nvPr>
            <p:ph type="body" idx="1"/>
          </p:nvPr>
        </p:nvSpPr>
        <p:spPr>
          <a:xfrm>
            <a:off x="524934" y="1700214"/>
            <a:ext cx="11142133" cy="4681537"/>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GB" dirty="0"/>
              <a:t>Seventh level</a:t>
            </a:r>
          </a:p>
          <a:p>
            <a:pPr lvl="7"/>
            <a:r>
              <a:rPr lang="en-GB" dirty="0"/>
              <a:t>Eighth level</a:t>
            </a:r>
          </a:p>
          <a:p>
            <a:pPr lvl="8"/>
            <a:r>
              <a:rPr lang="en-GB" dirty="0"/>
              <a:t>Ninth level</a:t>
            </a:r>
          </a:p>
        </p:txBody>
      </p:sp>
    </p:spTree>
    <p:extLst>
      <p:ext uri="{BB962C8B-B14F-4D97-AF65-F5344CB8AC3E}">
        <p14:creationId xmlns:p14="http://schemas.microsoft.com/office/powerpoint/2010/main" val="3699810365"/>
      </p:ext>
    </p:extLst>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 id="2147483848" r:id="rId12"/>
    <p:sldLayoutId id="2147483849" r:id="rId13"/>
    <p:sldLayoutId id="2147483850" r:id="rId14"/>
    <p:sldLayoutId id="2147483851" r:id="rId15"/>
    <p:sldLayoutId id="2147483852" r:id="rId16"/>
    <p:sldLayoutId id="2147483853" r:id="rId17"/>
    <p:sldLayoutId id="2147483854" r:id="rId18"/>
    <p:sldLayoutId id="2147483855" r:id="rId19"/>
    <p:sldLayoutId id="2147483856" r:id="rId20"/>
    <p:sldLayoutId id="2147483857" r:id="rId21"/>
    <p:sldLayoutId id="2147483858" r:id="rId22"/>
    <p:sldLayoutId id="2147483859" r:id="rId23"/>
    <p:sldLayoutId id="2147483860" r:id="rId24"/>
    <p:sldLayoutId id="2147483861" r:id="rId25"/>
    <p:sldLayoutId id="2147483862" r:id="rId26"/>
    <p:sldLayoutId id="2147483863" r:id="rId27"/>
    <p:sldLayoutId id="2147483864" r:id="rId28"/>
    <p:sldLayoutId id="2147483865" r:id="rId29"/>
    <p:sldLayoutId id="2147483866" r:id="rId30"/>
    <p:sldLayoutId id="2147483867" r:id="rId31"/>
    <p:sldLayoutId id="2147483868" r:id="rId32"/>
    <p:sldLayoutId id="2147483869" r:id="rId33"/>
    <p:sldLayoutId id="2147483870" r:id="rId34"/>
    <p:sldLayoutId id="2147483871" r:id="rId35"/>
    <p:sldLayoutId id="2147483872" r:id="rId36"/>
    <p:sldLayoutId id="2147483873" r:id="rId37"/>
    <p:sldLayoutId id="2147483874" r:id="rId38"/>
    <p:sldLayoutId id="2147483875" r:id="rId39"/>
    <p:sldLayoutId id="2147483876" r:id="rId40"/>
    <p:sldLayoutId id="2147483877" r:id="rId41"/>
    <p:sldLayoutId id="2147483878" r:id="rId42"/>
    <p:sldLayoutId id="2147483879" r:id="rId43"/>
    <p:sldLayoutId id="2147483880" r:id="rId44"/>
    <p:sldLayoutId id="2147483881" r:id="rId45"/>
    <p:sldLayoutId id="2147483882" r:id="rId46"/>
    <p:sldLayoutId id="2147483883" r:id="rId47"/>
  </p:sldLayoutIdLst>
  <p:transition>
    <p:fade/>
  </p:transition>
  <p:hf hdr="0" dt="0"/>
  <p:txStyles>
    <p:titleStyle>
      <a:lvl1pPr algn="l" defTabSz="914400" rtl="0" eaLnBrk="1" latinLnBrk="0" hangingPunct="1">
        <a:spcBef>
          <a:spcPct val="0"/>
        </a:spcBef>
        <a:buNone/>
        <a:defRPr sz="2000" kern="1200">
          <a:solidFill>
            <a:schemeClr val="tx1"/>
          </a:solidFill>
          <a:latin typeface="+mj-lt"/>
          <a:ea typeface="+mj-ea"/>
          <a:cs typeface="+mj-cs"/>
        </a:defRPr>
      </a:lvl1pPr>
    </p:titleStyle>
    <p:bodyStyle>
      <a:lvl1pPr marL="0" indent="0" algn="l" defTabSz="914400" rtl="0" eaLnBrk="1" latinLnBrk="0" hangingPunct="1">
        <a:spcBef>
          <a:spcPts val="0"/>
        </a:spcBef>
        <a:spcAft>
          <a:spcPts val="1000"/>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880">
          <p15:clr>
            <a:srgbClr val="F26B43"/>
          </p15:clr>
        </p15:guide>
        <p15:guide id="2" orient="horz" pos="2160">
          <p15:clr>
            <a:srgbClr val="F26B43"/>
          </p15:clr>
        </p15:guide>
        <p15:guide id="3" orient="horz" pos="4020">
          <p15:clr>
            <a:srgbClr val="F26B43"/>
          </p15:clr>
        </p15:guide>
        <p15:guide id="4" pos="248">
          <p15:clr>
            <a:srgbClr val="F26B43"/>
          </p15:clr>
        </p15:guide>
        <p15:guide id="5" pos="5512">
          <p15:clr>
            <a:srgbClr val="F26B43"/>
          </p15:clr>
        </p15:guide>
        <p15:guide id="6" orient="horz" pos="1071">
          <p15:clr>
            <a:srgbClr val="F26B43"/>
          </p15:clr>
        </p15:guide>
        <p15:guide id="7" orient="horz" pos="178">
          <p15:clr>
            <a:srgbClr val="F26B43"/>
          </p15:clr>
        </p15:guide>
        <p15:guide id="8" orient="horz" pos="4088">
          <p15:clr>
            <a:srgbClr val="F26B43"/>
          </p15:clr>
        </p15:guide>
        <p15:guide id="9" pos="2767">
          <p15:clr>
            <a:srgbClr val="F26B43"/>
          </p15:clr>
        </p15:guide>
        <p15:guide id="10" pos="299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001" y="444888"/>
            <a:ext cx="10515600" cy="613048"/>
          </a:xfrm>
        </p:spPr>
        <p:txBody>
          <a:bodyPr>
            <a:normAutofit/>
          </a:bodyPr>
          <a:lstStyle/>
          <a:p>
            <a:r>
              <a:rPr lang="en-US" sz="1800" b="1" dirty="0" smtClean="0">
                <a:latin typeface="Verdana" panose="020B0604030504040204" pitchFamily="34" charset="0"/>
                <a:ea typeface="Verdana" panose="020B0604030504040204" pitchFamily="34" charset="0"/>
              </a:rPr>
              <a:t>Public-private partnership in transport sector</a:t>
            </a:r>
            <a:endParaRPr lang="en-IN" sz="1800" b="1" dirty="0">
              <a:latin typeface="Verdana" panose="020B0604030504040204" pitchFamily="34" charset="0"/>
              <a:ea typeface="Verdana" panose="020B0604030504040204" pitchFamily="34" charset="0"/>
            </a:endParaRPr>
          </a:p>
        </p:txBody>
      </p:sp>
      <p:sp>
        <p:nvSpPr>
          <p:cNvPr id="4" name="TextBox 3"/>
          <p:cNvSpPr txBox="1"/>
          <p:nvPr/>
        </p:nvSpPr>
        <p:spPr>
          <a:xfrm>
            <a:off x="3091544" y="1434301"/>
            <a:ext cx="8541656" cy="1384995"/>
          </a:xfrm>
          <a:prstGeom prst="rect">
            <a:avLst/>
          </a:prstGeom>
          <a:solidFill>
            <a:schemeClr val="accent6">
              <a:lumMod val="20000"/>
              <a:lumOff val="80000"/>
            </a:schemeClr>
          </a:solidFill>
          <a:ln w="12700">
            <a:solidFill>
              <a:schemeClr val="tx1"/>
            </a:solidFill>
            <a:prstDash val="lgDash"/>
          </a:ln>
        </p:spPr>
        <p:txBody>
          <a:bodyPr wrap="square" rtlCol="0">
            <a:spAutoFit/>
          </a:bodyPr>
          <a:lstStyle/>
          <a:p>
            <a:pPr marL="171450" indent="-171450">
              <a:buFont typeface="Arial" panose="020B0604020202020204" pitchFamily="34" charset="0"/>
              <a:buChar char="•"/>
            </a:pPr>
            <a:r>
              <a:rPr lang="en-US" sz="1050" dirty="0" smtClean="0">
                <a:latin typeface="Verdana" panose="020B0604030504040204" pitchFamily="34" charset="0"/>
                <a:ea typeface="Verdana" panose="020B0604030504040204" pitchFamily="34" charset="0"/>
              </a:rPr>
              <a:t>It is an arrangement </a:t>
            </a:r>
            <a:r>
              <a:rPr lang="en-US" sz="1050" dirty="0">
                <a:latin typeface="Verdana" panose="020B0604030504040204" pitchFamily="34" charset="0"/>
                <a:ea typeface="Verdana" panose="020B0604030504040204" pitchFamily="34" charset="0"/>
              </a:rPr>
              <a:t>between a Government / statutory entity / Government owned entity on one side and a private sector </a:t>
            </a:r>
            <a:r>
              <a:rPr lang="en-US" sz="1050" dirty="0" smtClean="0">
                <a:latin typeface="Verdana" panose="020B0604030504040204" pitchFamily="34" charset="0"/>
                <a:ea typeface="Verdana" panose="020B0604030504040204" pitchFamily="34" charset="0"/>
              </a:rPr>
              <a:t>entity</a:t>
            </a:r>
          </a:p>
          <a:p>
            <a:pPr marL="171450" indent="-171450">
              <a:buFont typeface="Arial" panose="020B0604020202020204" pitchFamily="34" charset="0"/>
              <a:buChar char="•"/>
            </a:pPr>
            <a:r>
              <a:rPr lang="en-US" sz="1050" dirty="0" smtClean="0">
                <a:latin typeface="Verdana" panose="020B0604030504040204" pitchFamily="34" charset="0"/>
                <a:ea typeface="Verdana" panose="020B0604030504040204" pitchFamily="34" charset="0"/>
              </a:rPr>
              <a:t>The objective is to provide and upgrade quality of public assets and/or public services</a:t>
            </a:r>
          </a:p>
          <a:p>
            <a:pPr marL="171450" indent="-171450">
              <a:buFont typeface="Arial" panose="020B0604020202020204" pitchFamily="34" charset="0"/>
              <a:buChar char="•"/>
            </a:pPr>
            <a:r>
              <a:rPr lang="en-US" sz="1050" dirty="0">
                <a:latin typeface="Verdana" panose="020B0604030504040204" pitchFamily="34" charset="0"/>
                <a:ea typeface="Verdana" panose="020B0604030504040204" pitchFamily="34" charset="0"/>
              </a:rPr>
              <a:t>I</a:t>
            </a:r>
            <a:r>
              <a:rPr lang="en-US" sz="1050" dirty="0" smtClean="0">
                <a:latin typeface="Verdana" panose="020B0604030504040204" pitchFamily="34" charset="0"/>
                <a:ea typeface="Verdana" panose="020B0604030504040204" pitchFamily="34" charset="0"/>
              </a:rPr>
              <a:t>nvestments are made and/or management being undertaken by the private sector entity, for a specified period </a:t>
            </a:r>
            <a:r>
              <a:rPr lang="en-US" sz="1050" dirty="0">
                <a:latin typeface="Verdana" panose="020B0604030504040204" pitchFamily="34" charset="0"/>
                <a:ea typeface="Verdana" panose="020B0604030504040204" pitchFamily="34" charset="0"/>
              </a:rPr>
              <a:t>of </a:t>
            </a:r>
            <a:r>
              <a:rPr lang="en-US" sz="1050" dirty="0" smtClean="0">
                <a:latin typeface="Verdana" panose="020B0604030504040204" pitchFamily="34" charset="0"/>
                <a:ea typeface="Verdana" panose="020B0604030504040204" pitchFamily="34" charset="0"/>
              </a:rPr>
              <a:t>time</a:t>
            </a:r>
          </a:p>
          <a:p>
            <a:pPr marL="171450" indent="-171450">
              <a:buFont typeface="Arial" panose="020B0604020202020204" pitchFamily="34" charset="0"/>
              <a:buChar char="•"/>
            </a:pPr>
            <a:r>
              <a:rPr lang="en-US" sz="1050" dirty="0" smtClean="0">
                <a:latin typeface="Verdana" panose="020B0604030504040204" pitchFamily="34" charset="0"/>
                <a:ea typeface="Verdana" panose="020B0604030504040204" pitchFamily="34" charset="0"/>
              </a:rPr>
              <a:t>Risk </a:t>
            </a:r>
            <a:r>
              <a:rPr lang="en-US" sz="1050" dirty="0">
                <a:latin typeface="Verdana" panose="020B0604030504040204" pitchFamily="34" charset="0"/>
                <a:ea typeface="Verdana" panose="020B0604030504040204" pitchFamily="34" charset="0"/>
              </a:rPr>
              <a:t>is well defined </a:t>
            </a:r>
            <a:r>
              <a:rPr lang="en-US" sz="1050" dirty="0" smtClean="0">
                <a:latin typeface="Verdana" panose="020B0604030504040204" pitchFamily="34" charset="0"/>
                <a:ea typeface="Verdana" panose="020B0604030504040204" pitchFamily="34" charset="0"/>
              </a:rPr>
              <a:t>and allocated between </a:t>
            </a:r>
            <a:r>
              <a:rPr lang="en-US" sz="1050" dirty="0">
                <a:latin typeface="Verdana" panose="020B0604030504040204" pitchFamily="34" charset="0"/>
                <a:ea typeface="Verdana" panose="020B0604030504040204" pitchFamily="34" charset="0"/>
              </a:rPr>
              <a:t>the private sector and the public entity </a:t>
            </a:r>
            <a:endParaRPr lang="en-US" sz="1050" dirty="0" smtClean="0">
              <a:latin typeface="Verdana" panose="020B0604030504040204" pitchFamily="34" charset="0"/>
              <a:ea typeface="Verdana" panose="020B0604030504040204" pitchFamily="34" charset="0"/>
            </a:endParaRPr>
          </a:p>
          <a:p>
            <a:pPr marL="171450" indent="-171450">
              <a:buFont typeface="Arial" panose="020B0604020202020204" pitchFamily="34" charset="0"/>
              <a:buChar char="•"/>
            </a:pPr>
            <a:r>
              <a:rPr lang="en-US" sz="1050" dirty="0">
                <a:latin typeface="Verdana" panose="020B0604030504040204" pitchFamily="34" charset="0"/>
                <a:ea typeface="Verdana" panose="020B0604030504040204" pitchFamily="34" charset="0"/>
              </a:rPr>
              <a:t>T</a:t>
            </a:r>
            <a:r>
              <a:rPr lang="en-US" sz="1050" dirty="0" smtClean="0">
                <a:latin typeface="Verdana" panose="020B0604030504040204" pitchFamily="34" charset="0"/>
                <a:ea typeface="Verdana" panose="020B0604030504040204" pitchFamily="34" charset="0"/>
              </a:rPr>
              <a:t>he </a:t>
            </a:r>
            <a:r>
              <a:rPr lang="en-US" sz="1050" dirty="0">
                <a:latin typeface="Verdana" panose="020B0604030504040204" pitchFamily="34" charset="0"/>
                <a:ea typeface="Verdana" panose="020B0604030504040204" pitchFamily="34" charset="0"/>
              </a:rPr>
              <a:t>private entity </a:t>
            </a:r>
            <a:r>
              <a:rPr lang="en-US" sz="1050" dirty="0" smtClean="0">
                <a:latin typeface="Verdana" panose="020B0604030504040204" pitchFamily="34" charset="0"/>
                <a:ea typeface="Verdana" panose="020B0604030504040204" pitchFamily="34" charset="0"/>
              </a:rPr>
              <a:t>is </a:t>
            </a:r>
            <a:r>
              <a:rPr lang="en-US" sz="1050" dirty="0">
                <a:latin typeface="Verdana" panose="020B0604030504040204" pitchFamily="34" charset="0"/>
                <a:ea typeface="Verdana" panose="020B0604030504040204" pitchFamily="34" charset="0"/>
              </a:rPr>
              <a:t>chosen on the basis of open competitive </a:t>
            </a:r>
            <a:r>
              <a:rPr lang="en-US" sz="1050" dirty="0" smtClean="0">
                <a:latin typeface="Verdana" panose="020B0604030504040204" pitchFamily="34" charset="0"/>
                <a:ea typeface="Verdana" panose="020B0604030504040204" pitchFamily="34" charset="0"/>
              </a:rPr>
              <a:t>bidding who </a:t>
            </a:r>
            <a:r>
              <a:rPr lang="en-US" sz="1050" dirty="0">
                <a:latin typeface="Verdana" panose="020B0604030504040204" pitchFamily="34" charset="0"/>
                <a:ea typeface="Verdana" panose="020B0604030504040204" pitchFamily="34" charset="0"/>
              </a:rPr>
              <a:t>receives performance linked payments that conform (or are benchmarked) to specified and pre-determined performance standards, measurable by the public entity or its representative.</a:t>
            </a:r>
            <a:endParaRPr lang="en-IN" sz="1050" dirty="0">
              <a:latin typeface="Verdana" panose="020B0604030504040204" pitchFamily="34" charset="0"/>
              <a:ea typeface="Verdana" panose="020B0604030504040204" pitchFamily="34" charset="0"/>
            </a:endParaRPr>
          </a:p>
        </p:txBody>
      </p:sp>
      <p:sp>
        <p:nvSpPr>
          <p:cNvPr id="6" name="TextBox 5"/>
          <p:cNvSpPr txBox="1"/>
          <p:nvPr/>
        </p:nvSpPr>
        <p:spPr>
          <a:xfrm>
            <a:off x="1820092" y="5191514"/>
            <a:ext cx="9874068" cy="1384995"/>
          </a:xfrm>
          <a:prstGeom prst="rect">
            <a:avLst/>
          </a:prstGeom>
          <a:solidFill>
            <a:schemeClr val="accent5">
              <a:lumMod val="20000"/>
              <a:lumOff val="80000"/>
            </a:schemeClr>
          </a:solidFill>
          <a:ln w="12700">
            <a:solidFill>
              <a:schemeClr val="tx1"/>
            </a:solidFill>
          </a:ln>
        </p:spPr>
        <p:txBody>
          <a:bodyPr wrap="square" rtlCol="0">
            <a:spAutoFit/>
          </a:bodyPr>
          <a:lstStyle/>
          <a:p>
            <a:r>
              <a:rPr lang="en-US" sz="1050" dirty="0" smtClean="0">
                <a:latin typeface="Verdana" panose="020B0604030504040204" pitchFamily="34" charset="0"/>
                <a:ea typeface="Verdana" panose="020B0604030504040204" pitchFamily="34" charset="0"/>
              </a:rPr>
              <a:t>Government of India initiatives to facilitate PPP:</a:t>
            </a:r>
          </a:p>
          <a:p>
            <a:endParaRPr lang="en-US" sz="1050" dirty="0">
              <a:latin typeface="Verdana" panose="020B0604030504040204" pitchFamily="34" charset="0"/>
              <a:ea typeface="Verdana" panose="020B0604030504040204" pitchFamily="34" charset="0"/>
            </a:endParaRPr>
          </a:p>
          <a:p>
            <a:pPr marL="171450" indent="-171450">
              <a:buFont typeface="Wingdings" panose="05000000000000000000" pitchFamily="2" charset="2"/>
              <a:buChar char="ü"/>
            </a:pPr>
            <a:r>
              <a:rPr lang="en-US" sz="1050" b="1" dirty="0">
                <a:latin typeface="Verdana" panose="020B0604030504040204" pitchFamily="34" charset="0"/>
                <a:ea typeface="Verdana" panose="020B0604030504040204" pitchFamily="34" charset="0"/>
              </a:rPr>
              <a:t>Viability Gap Funding (VGF) : </a:t>
            </a:r>
            <a:r>
              <a:rPr lang="en-US" sz="1050" dirty="0">
                <a:latin typeface="Verdana" panose="020B0604030504040204" pitchFamily="34" charset="0"/>
                <a:ea typeface="Verdana" panose="020B0604030504040204" pitchFamily="34" charset="0"/>
              </a:rPr>
              <a:t>Viability Gap Funding of </a:t>
            </a:r>
            <a:r>
              <a:rPr lang="en-US" sz="1050" dirty="0" err="1">
                <a:latin typeface="Verdana" panose="020B0604030504040204" pitchFamily="34" charset="0"/>
                <a:ea typeface="Verdana" panose="020B0604030504040204" pitchFamily="34" charset="0"/>
              </a:rPr>
              <a:t>upto</a:t>
            </a:r>
            <a:r>
              <a:rPr lang="en-US" sz="1050" dirty="0">
                <a:latin typeface="Verdana" panose="020B0604030504040204" pitchFamily="34" charset="0"/>
                <a:ea typeface="Verdana" panose="020B0604030504040204" pitchFamily="34" charset="0"/>
              </a:rPr>
              <a:t> 40% of the cost of the project can be accessed in the form of a capital grant.</a:t>
            </a:r>
          </a:p>
          <a:p>
            <a:pPr marL="171450" indent="-171450">
              <a:buFont typeface="Wingdings" panose="05000000000000000000" pitchFamily="2" charset="2"/>
              <a:buChar char="ü"/>
            </a:pPr>
            <a:r>
              <a:rPr lang="en-US" sz="1050" b="1" dirty="0">
                <a:latin typeface="Verdana" panose="020B0604030504040204" pitchFamily="34" charset="0"/>
                <a:ea typeface="Verdana" panose="020B0604030504040204" pitchFamily="34" charset="0"/>
              </a:rPr>
              <a:t>India Infrastructure Project Development Fund (IIPDF): </a:t>
            </a:r>
            <a:r>
              <a:rPr lang="en-US" sz="1050" dirty="0">
                <a:latin typeface="Verdana" panose="020B0604030504040204" pitchFamily="34" charset="0"/>
                <a:ea typeface="Verdana" panose="020B0604030504040204" pitchFamily="34" charset="0"/>
              </a:rPr>
              <a:t>Scheme supports the Central and the State Governments and local bodies through financial support for project development activities (feasibility reports, project structuring etc.) for PPP projects</a:t>
            </a:r>
          </a:p>
          <a:p>
            <a:pPr marL="171450" indent="-171450">
              <a:buFont typeface="Wingdings" panose="05000000000000000000" pitchFamily="2" charset="2"/>
              <a:buChar char="ü"/>
            </a:pPr>
            <a:r>
              <a:rPr lang="en-US" sz="1050" b="1" dirty="0">
                <a:latin typeface="Verdana" panose="020B0604030504040204" pitchFamily="34" charset="0"/>
                <a:ea typeface="Verdana" panose="020B0604030504040204" pitchFamily="34" charset="0"/>
              </a:rPr>
              <a:t>IIFCL: </a:t>
            </a:r>
            <a:r>
              <a:rPr lang="en-US" sz="1050" dirty="0">
                <a:latin typeface="Verdana" panose="020B0604030504040204" pitchFamily="34" charset="0"/>
                <a:ea typeface="Verdana" panose="020B0604030504040204" pitchFamily="34" charset="0"/>
              </a:rPr>
              <a:t>long-term debt for financing infrastructure projects that typically involve long gestation periods since debt finance for such projects should be of a sufficient.</a:t>
            </a:r>
          </a:p>
          <a:p>
            <a:pPr marL="171450" indent="-171450">
              <a:buFont typeface="Wingdings" panose="05000000000000000000" pitchFamily="2" charset="2"/>
              <a:buChar char="ü"/>
            </a:pPr>
            <a:r>
              <a:rPr lang="en-US" sz="1050" b="1" dirty="0">
                <a:latin typeface="Verdana" panose="020B0604030504040204" pitchFamily="34" charset="0"/>
                <a:ea typeface="Verdana" panose="020B0604030504040204" pitchFamily="34" charset="0"/>
              </a:rPr>
              <a:t>Foreign Direct Investment (FDI): </a:t>
            </a:r>
            <a:r>
              <a:rPr lang="en-US" sz="1050" dirty="0" err="1">
                <a:latin typeface="Verdana" panose="020B0604030504040204" pitchFamily="34" charset="0"/>
                <a:ea typeface="Verdana" panose="020B0604030504040204" pitchFamily="34" charset="0"/>
              </a:rPr>
              <a:t>upto</a:t>
            </a:r>
            <a:r>
              <a:rPr lang="en-US" sz="1050" dirty="0">
                <a:latin typeface="Verdana" panose="020B0604030504040204" pitchFamily="34" charset="0"/>
                <a:ea typeface="Verdana" panose="020B0604030504040204" pitchFamily="34" charset="0"/>
              </a:rPr>
              <a:t> 100% FDI in equity of SPVs in the PPP sector is allowed on the automatic route for most sectors.</a:t>
            </a:r>
            <a:endParaRPr lang="en-IN" sz="1050" dirty="0">
              <a:latin typeface="Verdana" panose="020B0604030504040204" pitchFamily="34" charset="0"/>
              <a:ea typeface="Verdana" panose="020B0604030504040204" pitchFamily="34" charset="0"/>
            </a:endParaRPr>
          </a:p>
        </p:txBody>
      </p:sp>
      <p:sp>
        <p:nvSpPr>
          <p:cNvPr id="7" name="Oval 6"/>
          <p:cNvSpPr/>
          <p:nvPr/>
        </p:nvSpPr>
        <p:spPr>
          <a:xfrm>
            <a:off x="837219" y="1813867"/>
            <a:ext cx="1480457" cy="67248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latin typeface="Verdana" panose="020B0604030504040204" pitchFamily="34" charset="0"/>
                <a:ea typeface="Verdana" panose="020B0604030504040204" pitchFamily="34" charset="0"/>
              </a:rPr>
              <a:t>PPP in a nutshell</a:t>
            </a:r>
            <a:endParaRPr lang="en-IN" sz="1400" b="1" dirty="0">
              <a:latin typeface="Verdana" panose="020B0604030504040204" pitchFamily="34" charset="0"/>
              <a:ea typeface="Verdana" panose="020B0604030504040204" pitchFamily="34" charset="0"/>
            </a:endParaRPr>
          </a:p>
        </p:txBody>
      </p:sp>
      <p:sp>
        <p:nvSpPr>
          <p:cNvPr id="8" name="Right Arrow 7"/>
          <p:cNvSpPr/>
          <p:nvPr/>
        </p:nvSpPr>
        <p:spPr>
          <a:xfrm>
            <a:off x="2429691" y="1884482"/>
            <a:ext cx="592183" cy="484632"/>
          </a:xfrm>
          <a:prstGeom prst="rightArrow">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9" name="Diagram 8"/>
          <p:cNvGraphicFramePr/>
          <p:nvPr>
            <p:extLst>
              <p:ext uri="{D42A27DB-BD31-4B8C-83A1-F6EECF244321}">
                <p14:modId xmlns:p14="http://schemas.microsoft.com/office/powerpoint/2010/main" val="4084200107"/>
              </p:ext>
            </p:extLst>
          </p:nvPr>
        </p:nvGraphicFramePr>
        <p:xfrm>
          <a:off x="838200" y="3125045"/>
          <a:ext cx="10794999" cy="17607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Freeform 832"/>
          <p:cNvSpPr>
            <a:spLocks noChangeAspect="1" noEditPoints="1"/>
          </p:cNvSpPr>
          <p:nvPr/>
        </p:nvSpPr>
        <p:spPr bwMode="gray">
          <a:xfrm>
            <a:off x="837219" y="5641696"/>
            <a:ext cx="757312" cy="665952"/>
          </a:xfrm>
          <a:custGeom>
            <a:avLst/>
            <a:gdLst>
              <a:gd name="T0" fmla="*/ 140 w 512"/>
              <a:gd name="T1" fmla="*/ 277 h 512"/>
              <a:gd name="T2" fmla="*/ 243 w 512"/>
              <a:gd name="T3" fmla="*/ 182 h 512"/>
              <a:gd name="T4" fmla="*/ 268 w 512"/>
              <a:gd name="T5" fmla="*/ 182 h 512"/>
              <a:gd name="T6" fmla="*/ 371 w 512"/>
              <a:gd name="T7" fmla="*/ 277 h 512"/>
              <a:gd name="T8" fmla="*/ 256 w 512"/>
              <a:gd name="T9" fmla="*/ 512 h 512"/>
              <a:gd name="T10" fmla="*/ 256 w 512"/>
              <a:gd name="T11" fmla="*/ 0 h 512"/>
              <a:gd name="T12" fmla="*/ 160 w 512"/>
              <a:gd name="T13" fmla="*/ 330 h 512"/>
              <a:gd name="T14" fmla="*/ 138 w 512"/>
              <a:gd name="T15" fmla="*/ 330 h 512"/>
              <a:gd name="T16" fmla="*/ 149 w 512"/>
              <a:gd name="T17" fmla="*/ 373 h 512"/>
              <a:gd name="T18" fmla="*/ 160 w 512"/>
              <a:gd name="T19" fmla="*/ 330 h 512"/>
              <a:gd name="T20" fmla="*/ 192 w 512"/>
              <a:gd name="T21" fmla="*/ 320 h 512"/>
              <a:gd name="T22" fmla="*/ 181 w 512"/>
              <a:gd name="T23" fmla="*/ 362 h 512"/>
              <a:gd name="T24" fmla="*/ 202 w 512"/>
              <a:gd name="T25" fmla="*/ 362 h 512"/>
              <a:gd name="T26" fmla="*/ 245 w 512"/>
              <a:gd name="T27" fmla="*/ 330 h 512"/>
              <a:gd name="T28" fmla="*/ 224 w 512"/>
              <a:gd name="T29" fmla="*/ 330 h 512"/>
              <a:gd name="T30" fmla="*/ 234 w 512"/>
              <a:gd name="T31" fmla="*/ 373 h 512"/>
              <a:gd name="T32" fmla="*/ 245 w 512"/>
              <a:gd name="T33" fmla="*/ 330 h 512"/>
              <a:gd name="T34" fmla="*/ 277 w 512"/>
              <a:gd name="T35" fmla="*/ 320 h 512"/>
              <a:gd name="T36" fmla="*/ 266 w 512"/>
              <a:gd name="T37" fmla="*/ 362 h 512"/>
              <a:gd name="T38" fmla="*/ 288 w 512"/>
              <a:gd name="T39" fmla="*/ 362 h 512"/>
              <a:gd name="T40" fmla="*/ 330 w 512"/>
              <a:gd name="T41" fmla="*/ 330 h 512"/>
              <a:gd name="T42" fmla="*/ 309 w 512"/>
              <a:gd name="T43" fmla="*/ 330 h 512"/>
              <a:gd name="T44" fmla="*/ 320 w 512"/>
              <a:gd name="T45" fmla="*/ 373 h 512"/>
              <a:gd name="T46" fmla="*/ 330 w 512"/>
              <a:gd name="T47" fmla="*/ 330 h 512"/>
              <a:gd name="T48" fmla="*/ 362 w 512"/>
              <a:gd name="T49" fmla="*/ 320 h 512"/>
              <a:gd name="T50" fmla="*/ 352 w 512"/>
              <a:gd name="T51" fmla="*/ 362 h 512"/>
              <a:gd name="T52" fmla="*/ 373 w 512"/>
              <a:gd name="T53" fmla="*/ 362 h 512"/>
              <a:gd name="T54" fmla="*/ 416 w 512"/>
              <a:gd name="T55" fmla="*/ 288 h 512"/>
              <a:gd name="T56" fmla="*/ 393 w 512"/>
              <a:gd name="T57" fmla="*/ 277 h 512"/>
              <a:gd name="T58" fmla="*/ 288 w 512"/>
              <a:gd name="T59" fmla="*/ 128 h 512"/>
              <a:gd name="T60" fmla="*/ 266 w 512"/>
              <a:gd name="T61" fmla="*/ 117 h 512"/>
              <a:gd name="T62" fmla="*/ 256 w 512"/>
              <a:gd name="T63" fmla="*/ 96 h 512"/>
              <a:gd name="T64" fmla="*/ 245 w 512"/>
              <a:gd name="T65" fmla="*/ 117 h 512"/>
              <a:gd name="T66" fmla="*/ 224 w 512"/>
              <a:gd name="T67" fmla="*/ 128 h 512"/>
              <a:gd name="T68" fmla="*/ 119 w 512"/>
              <a:gd name="T69" fmla="*/ 277 h 512"/>
              <a:gd name="T70" fmla="*/ 96 w 512"/>
              <a:gd name="T71" fmla="*/ 288 h 512"/>
              <a:gd name="T72" fmla="*/ 106 w 512"/>
              <a:gd name="T73" fmla="*/ 373 h 512"/>
              <a:gd name="T74" fmla="*/ 117 w 512"/>
              <a:gd name="T75" fmla="*/ 298 h 512"/>
              <a:gd name="T76" fmla="*/ 394 w 512"/>
              <a:gd name="T77" fmla="*/ 362 h 512"/>
              <a:gd name="T78" fmla="*/ 416 w 512"/>
              <a:gd name="T79" fmla="*/ 362 h 512"/>
              <a:gd name="T80" fmla="*/ 266 w 512"/>
              <a:gd name="T81" fmla="*/ 160 h 512"/>
              <a:gd name="T82" fmla="*/ 245 w 512"/>
              <a:gd name="T83" fmla="*/ 138 h 512"/>
              <a:gd name="T84" fmla="*/ 256 w 512"/>
              <a:gd name="T85" fmla="*/ 16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12" h="512">
                <a:moveTo>
                  <a:pt x="371" y="277"/>
                </a:moveTo>
                <a:cubicBezTo>
                  <a:pt x="140" y="277"/>
                  <a:pt x="140" y="277"/>
                  <a:pt x="140" y="277"/>
                </a:cubicBezTo>
                <a:cubicBezTo>
                  <a:pt x="149" y="229"/>
                  <a:pt x="187" y="191"/>
                  <a:pt x="236" y="183"/>
                </a:cubicBezTo>
                <a:cubicBezTo>
                  <a:pt x="243" y="182"/>
                  <a:pt x="243" y="182"/>
                  <a:pt x="243" y="182"/>
                </a:cubicBezTo>
                <a:cubicBezTo>
                  <a:pt x="248" y="181"/>
                  <a:pt x="251" y="181"/>
                  <a:pt x="256" y="181"/>
                </a:cubicBezTo>
                <a:cubicBezTo>
                  <a:pt x="260" y="181"/>
                  <a:pt x="263" y="181"/>
                  <a:pt x="268" y="182"/>
                </a:cubicBezTo>
                <a:cubicBezTo>
                  <a:pt x="275" y="183"/>
                  <a:pt x="275" y="183"/>
                  <a:pt x="275" y="183"/>
                </a:cubicBezTo>
                <a:cubicBezTo>
                  <a:pt x="324" y="191"/>
                  <a:pt x="362" y="229"/>
                  <a:pt x="371" y="277"/>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60" y="330"/>
                </a:moveTo>
                <a:cubicBezTo>
                  <a:pt x="160" y="324"/>
                  <a:pt x="155" y="320"/>
                  <a:pt x="149" y="320"/>
                </a:cubicBezTo>
                <a:cubicBezTo>
                  <a:pt x="143" y="320"/>
                  <a:pt x="138" y="324"/>
                  <a:pt x="138" y="330"/>
                </a:cubicBezTo>
                <a:cubicBezTo>
                  <a:pt x="138" y="362"/>
                  <a:pt x="138" y="362"/>
                  <a:pt x="138" y="362"/>
                </a:cubicBezTo>
                <a:cubicBezTo>
                  <a:pt x="138" y="368"/>
                  <a:pt x="143" y="373"/>
                  <a:pt x="149" y="373"/>
                </a:cubicBezTo>
                <a:cubicBezTo>
                  <a:pt x="155" y="373"/>
                  <a:pt x="160" y="368"/>
                  <a:pt x="160" y="362"/>
                </a:cubicBezTo>
                <a:lnTo>
                  <a:pt x="160" y="330"/>
                </a:lnTo>
                <a:close/>
                <a:moveTo>
                  <a:pt x="202" y="330"/>
                </a:moveTo>
                <a:cubicBezTo>
                  <a:pt x="202" y="324"/>
                  <a:pt x="198" y="320"/>
                  <a:pt x="192" y="320"/>
                </a:cubicBezTo>
                <a:cubicBezTo>
                  <a:pt x="186" y="320"/>
                  <a:pt x="181" y="324"/>
                  <a:pt x="181" y="330"/>
                </a:cubicBezTo>
                <a:cubicBezTo>
                  <a:pt x="181" y="362"/>
                  <a:pt x="181" y="362"/>
                  <a:pt x="181" y="362"/>
                </a:cubicBezTo>
                <a:cubicBezTo>
                  <a:pt x="181" y="368"/>
                  <a:pt x="186" y="373"/>
                  <a:pt x="192" y="373"/>
                </a:cubicBezTo>
                <a:cubicBezTo>
                  <a:pt x="198" y="373"/>
                  <a:pt x="202" y="368"/>
                  <a:pt x="202" y="362"/>
                </a:cubicBezTo>
                <a:lnTo>
                  <a:pt x="202" y="330"/>
                </a:lnTo>
                <a:close/>
                <a:moveTo>
                  <a:pt x="245" y="330"/>
                </a:moveTo>
                <a:cubicBezTo>
                  <a:pt x="245" y="324"/>
                  <a:pt x="240" y="320"/>
                  <a:pt x="234" y="320"/>
                </a:cubicBezTo>
                <a:cubicBezTo>
                  <a:pt x="228" y="320"/>
                  <a:pt x="224" y="324"/>
                  <a:pt x="224" y="330"/>
                </a:cubicBezTo>
                <a:cubicBezTo>
                  <a:pt x="224" y="362"/>
                  <a:pt x="224" y="362"/>
                  <a:pt x="224" y="362"/>
                </a:cubicBezTo>
                <a:cubicBezTo>
                  <a:pt x="224" y="368"/>
                  <a:pt x="228" y="373"/>
                  <a:pt x="234" y="373"/>
                </a:cubicBezTo>
                <a:cubicBezTo>
                  <a:pt x="240" y="373"/>
                  <a:pt x="245" y="368"/>
                  <a:pt x="245" y="362"/>
                </a:cubicBezTo>
                <a:lnTo>
                  <a:pt x="245" y="330"/>
                </a:lnTo>
                <a:close/>
                <a:moveTo>
                  <a:pt x="288" y="330"/>
                </a:moveTo>
                <a:cubicBezTo>
                  <a:pt x="288" y="324"/>
                  <a:pt x="283" y="320"/>
                  <a:pt x="277" y="320"/>
                </a:cubicBezTo>
                <a:cubicBezTo>
                  <a:pt x="271" y="320"/>
                  <a:pt x="266" y="324"/>
                  <a:pt x="266" y="330"/>
                </a:cubicBezTo>
                <a:cubicBezTo>
                  <a:pt x="266" y="362"/>
                  <a:pt x="266" y="362"/>
                  <a:pt x="266" y="362"/>
                </a:cubicBezTo>
                <a:cubicBezTo>
                  <a:pt x="266" y="368"/>
                  <a:pt x="271" y="373"/>
                  <a:pt x="277" y="373"/>
                </a:cubicBezTo>
                <a:cubicBezTo>
                  <a:pt x="283" y="373"/>
                  <a:pt x="288" y="368"/>
                  <a:pt x="288" y="362"/>
                </a:cubicBezTo>
                <a:lnTo>
                  <a:pt x="288" y="330"/>
                </a:lnTo>
                <a:close/>
                <a:moveTo>
                  <a:pt x="330" y="330"/>
                </a:moveTo>
                <a:cubicBezTo>
                  <a:pt x="330" y="324"/>
                  <a:pt x="326" y="320"/>
                  <a:pt x="320" y="320"/>
                </a:cubicBezTo>
                <a:cubicBezTo>
                  <a:pt x="314" y="320"/>
                  <a:pt x="309" y="324"/>
                  <a:pt x="309" y="330"/>
                </a:cubicBezTo>
                <a:cubicBezTo>
                  <a:pt x="309" y="362"/>
                  <a:pt x="309" y="362"/>
                  <a:pt x="309" y="362"/>
                </a:cubicBezTo>
                <a:cubicBezTo>
                  <a:pt x="309" y="368"/>
                  <a:pt x="314" y="373"/>
                  <a:pt x="320" y="373"/>
                </a:cubicBezTo>
                <a:cubicBezTo>
                  <a:pt x="326" y="373"/>
                  <a:pt x="330" y="368"/>
                  <a:pt x="330" y="362"/>
                </a:cubicBezTo>
                <a:lnTo>
                  <a:pt x="330" y="330"/>
                </a:lnTo>
                <a:close/>
                <a:moveTo>
                  <a:pt x="373" y="330"/>
                </a:moveTo>
                <a:cubicBezTo>
                  <a:pt x="373" y="324"/>
                  <a:pt x="368" y="320"/>
                  <a:pt x="362" y="320"/>
                </a:cubicBezTo>
                <a:cubicBezTo>
                  <a:pt x="356" y="320"/>
                  <a:pt x="352" y="324"/>
                  <a:pt x="352" y="330"/>
                </a:cubicBezTo>
                <a:cubicBezTo>
                  <a:pt x="352" y="362"/>
                  <a:pt x="352" y="362"/>
                  <a:pt x="352" y="362"/>
                </a:cubicBezTo>
                <a:cubicBezTo>
                  <a:pt x="352" y="368"/>
                  <a:pt x="356" y="373"/>
                  <a:pt x="362" y="373"/>
                </a:cubicBezTo>
                <a:cubicBezTo>
                  <a:pt x="368" y="373"/>
                  <a:pt x="373" y="368"/>
                  <a:pt x="373" y="362"/>
                </a:cubicBezTo>
                <a:lnTo>
                  <a:pt x="373" y="330"/>
                </a:lnTo>
                <a:close/>
                <a:moveTo>
                  <a:pt x="416" y="288"/>
                </a:moveTo>
                <a:cubicBezTo>
                  <a:pt x="416" y="282"/>
                  <a:pt x="411" y="277"/>
                  <a:pt x="405" y="277"/>
                </a:cubicBezTo>
                <a:cubicBezTo>
                  <a:pt x="393" y="277"/>
                  <a:pt x="393" y="277"/>
                  <a:pt x="393" y="277"/>
                </a:cubicBezTo>
                <a:cubicBezTo>
                  <a:pt x="384" y="221"/>
                  <a:pt x="342" y="177"/>
                  <a:pt x="288" y="164"/>
                </a:cubicBezTo>
                <a:cubicBezTo>
                  <a:pt x="288" y="128"/>
                  <a:pt x="288" y="128"/>
                  <a:pt x="288" y="128"/>
                </a:cubicBezTo>
                <a:cubicBezTo>
                  <a:pt x="288" y="122"/>
                  <a:pt x="283" y="117"/>
                  <a:pt x="277" y="117"/>
                </a:cubicBezTo>
                <a:cubicBezTo>
                  <a:pt x="266" y="117"/>
                  <a:pt x="266" y="117"/>
                  <a:pt x="266" y="117"/>
                </a:cubicBezTo>
                <a:cubicBezTo>
                  <a:pt x="266" y="106"/>
                  <a:pt x="266" y="106"/>
                  <a:pt x="266" y="106"/>
                </a:cubicBezTo>
                <a:cubicBezTo>
                  <a:pt x="266" y="100"/>
                  <a:pt x="262" y="96"/>
                  <a:pt x="256" y="96"/>
                </a:cubicBezTo>
                <a:cubicBezTo>
                  <a:pt x="250" y="96"/>
                  <a:pt x="245" y="100"/>
                  <a:pt x="245" y="106"/>
                </a:cubicBezTo>
                <a:cubicBezTo>
                  <a:pt x="245" y="117"/>
                  <a:pt x="245" y="117"/>
                  <a:pt x="245" y="117"/>
                </a:cubicBezTo>
                <a:cubicBezTo>
                  <a:pt x="234" y="117"/>
                  <a:pt x="234" y="117"/>
                  <a:pt x="234" y="117"/>
                </a:cubicBezTo>
                <a:cubicBezTo>
                  <a:pt x="228" y="117"/>
                  <a:pt x="224" y="122"/>
                  <a:pt x="224" y="128"/>
                </a:cubicBezTo>
                <a:cubicBezTo>
                  <a:pt x="224" y="164"/>
                  <a:pt x="224" y="164"/>
                  <a:pt x="224" y="164"/>
                </a:cubicBezTo>
                <a:cubicBezTo>
                  <a:pt x="169" y="177"/>
                  <a:pt x="127" y="221"/>
                  <a:pt x="119" y="277"/>
                </a:cubicBezTo>
                <a:cubicBezTo>
                  <a:pt x="106" y="277"/>
                  <a:pt x="106" y="277"/>
                  <a:pt x="106" y="277"/>
                </a:cubicBezTo>
                <a:cubicBezTo>
                  <a:pt x="100" y="277"/>
                  <a:pt x="96" y="282"/>
                  <a:pt x="96" y="288"/>
                </a:cubicBezTo>
                <a:cubicBezTo>
                  <a:pt x="96" y="362"/>
                  <a:pt x="96" y="362"/>
                  <a:pt x="96" y="362"/>
                </a:cubicBezTo>
                <a:cubicBezTo>
                  <a:pt x="96" y="368"/>
                  <a:pt x="100" y="373"/>
                  <a:pt x="106" y="373"/>
                </a:cubicBezTo>
                <a:cubicBezTo>
                  <a:pt x="112" y="373"/>
                  <a:pt x="117" y="368"/>
                  <a:pt x="117" y="362"/>
                </a:cubicBezTo>
                <a:cubicBezTo>
                  <a:pt x="117" y="298"/>
                  <a:pt x="117" y="298"/>
                  <a:pt x="117" y="298"/>
                </a:cubicBezTo>
                <a:cubicBezTo>
                  <a:pt x="394" y="298"/>
                  <a:pt x="394" y="298"/>
                  <a:pt x="394" y="298"/>
                </a:cubicBezTo>
                <a:cubicBezTo>
                  <a:pt x="394" y="362"/>
                  <a:pt x="394" y="362"/>
                  <a:pt x="394" y="362"/>
                </a:cubicBezTo>
                <a:cubicBezTo>
                  <a:pt x="394" y="368"/>
                  <a:pt x="399" y="373"/>
                  <a:pt x="405" y="373"/>
                </a:cubicBezTo>
                <a:cubicBezTo>
                  <a:pt x="411" y="373"/>
                  <a:pt x="416" y="368"/>
                  <a:pt x="416" y="362"/>
                </a:cubicBezTo>
                <a:lnTo>
                  <a:pt x="416" y="288"/>
                </a:lnTo>
                <a:close/>
                <a:moveTo>
                  <a:pt x="266" y="160"/>
                </a:moveTo>
                <a:cubicBezTo>
                  <a:pt x="266" y="138"/>
                  <a:pt x="266" y="138"/>
                  <a:pt x="266" y="138"/>
                </a:cubicBezTo>
                <a:cubicBezTo>
                  <a:pt x="245" y="138"/>
                  <a:pt x="245" y="138"/>
                  <a:pt x="245" y="138"/>
                </a:cubicBezTo>
                <a:cubicBezTo>
                  <a:pt x="245" y="160"/>
                  <a:pt x="245" y="160"/>
                  <a:pt x="245" y="160"/>
                </a:cubicBezTo>
                <a:cubicBezTo>
                  <a:pt x="245" y="160"/>
                  <a:pt x="251" y="160"/>
                  <a:pt x="256" y="160"/>
                </a:cubicBezTo>
                <a:cubicBezTo>
                  <a:pt x="260" y="160"/>
                  <a:pt x="266" y="160"/>
                  <a:pt x="266" y="160"/>
                </a:cubicBezTo>
                <a:close/>
              </a:path>
            </a:pathLst>
          </a:custGeom>
          <a:solidFill>
            <a:srgbClr val="00A3E0"/>
          </a:solidFill>
          <a:ln>
            <a:noFill/>
          </a:ln>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black"/>
              </a:solidFill>
              <a:effectLst/>
              <a:uLnTx/>
              <a:uFillTx/>
              <a:latin typeface="Verdana"/>
            </a:endParaRPr>
          </a:p>
        </p:txBody>
      </p:sp>
      <p:sp>
        <p:nvSpPr>
          <p:cNvPr id="17" name="Freeform 189"/>
          <p:cNvSpPr>
            <a:spLocks noChangeAspect="1" noEditPoints="1"/>
          </p:cNvSpPr>
          <p:nvPr/>
        </p:nvSpPr>
        <p:spPr bwMode="auto">
          <a:xfrm>
            <a:off x="1240291" y="4212945"/>
            <a:ext cx="674312" cy="550463"/>
          </a:xfrm>
          <a:custGeom>
            <a:avLst/>
            <a:gdLst>
              <a:gd name="T0" fmla="*/ 0 w 512"/>
              <a:gd name="T1" fmla="*/ 256 h 512"/>
              <a:gd name="T2" fmla="*/ 512 w 512"/>
              <a:gd name="T3" fmla="*/ 256 h 512"/>
              <a:gd name="T4" fmla="*/ 416 w 512"/>
              <a:gd name="T5" fmla="*/ 330 h 512"/>
              <a:gd name="T6" fmla="*/ 394 w 512"/>
              <a:gd name="T7" fmla="*/ 341 h 512"/>
              <a:gd name="T8" fmla="*/ 384 w 512"/>
              <a:gd name="T9" fmla="*/ 320 h 512"/>
              <a:gd name="T10" fmla="*/ 371 w 512"/>
              <a:gd name="T11" fmla="*/ 334 h 512"/>
              <a:gd name="T12" fmla="*/ 338 w 512"/>
              <a:gd name="T13" fmla="*/ 359 h 512"/>
              <a:gd name="T14" fmla="*/ 318 w 512"/>
              <a:gd name="T15" fmla="*/ 376 h 512"/>
              <a:gd name="T16" fmla="*/ 277 w 512"/>
              <a:gd name="T17" fmla="*/ 370 h 512"/>
              <a:gd name="T18" fmla="*/ 250 w 512"/>
              <a:gd name="T19" fmla="*/ 384 h 512"/>
              <a:gd name="T20" fmla="*/ 217 w 512"/>
              <a:gd name="T21" fmla="*/ 381 h 512"/>
              <a:gd name="T22" fmla="*/ 172 w 512"/>
              <a:gd name="T23" fmla="*/ 368 h 512"/>
              <a:gd name="T24" fmla="*/ 128 w 512"/>
              <a:gd name="T25" fmla="*/ 320 h 512"/>
              <a:gd name="T26" fmla="*/ 117 w 512"/>
              <a:gd name="T27" fmla="*/ 341 h 512"/>
              <a:gd name="T28" fmla="*/ 96 w 512"/>
              <a:gd name="T29" fmla="*/ 330 h 512"/>
              <a:gd name="T30" fmla="*/ 106 w 512"/>
              <a:gd name="T31" fmla="*/ 170 h 512"/>
              <a:gd name="T32" fmla="*/ 106 w 512"/>
              <a:gd name="T33" fmla="*/ 149 h 512"/>
              <a:gd name="T34" fmla="*/ 128 w 512"/>
              <a:gd name="T35" fmla="*/ 160 h 512"/>
              <a:gd name="T36" fmla="*/ 224 w 512"/>
              <a:gd name="T37" fmla="*/ 181 h 512"/>
              <a:gd name="T38" fmla="*/ 261 w 512"/>
              <a:gd name="T39" fmla="*/ 161 h 512"/>
              <a:gd name="T40" fmla="*/ 343 w 512"/>
              <a:gd name="T41" fmla="*/ 181 h 512"/>
              <a:gd name="T42" fmla="*/ 384 w 512"/>
              <a:gd name="T43" fmla="*/ 160 h 512"/>
              <a:gd name="T44" fmla="*/ 405 w 512"/>
              <a:gd name="T45" fmla="*/ 149 h 512"/>
              <a:gd name="T46" fmla="*/ 405 w 512"/>
              <a:gd name="T47" fmla="*/ 170 h 512"/>
              <a:gd name="T48" fmla="*/ 416 w 512"/>
              <a:gd name="T49" fmla="*/ 330 h 512"/>
              <a:gd name="T50" fmla="*/ 350 w 512"/>
              <a:gd name="T51" fmla="*/ 328 h 512"/>
              <a:gd name="T52" fmla="*/ 335 w 512"/>
              <a:gd name="T53" fmla="*/ 337 h 512"/>
              <a:gd name="T54" fmla="*/ 328 w 512"/>
              <a:gd name="T55" fmla="*/ 332 h 512"/>
              <a:gd name="T56" fmla="*/ 294 w 512"/>
              <a:gd name="T57" fmla="*/ 274 h 512"/>
              <a:gd name="T58" fmla="*/ 275 w 512"/>
              <a:gd name="T59" fmla="*/ 284 h 512"/>
              <a:gd name="T60" fmla="*/ 310 w 512"/>
              <a:gd name="T61" fmla="*/ 343 h 512"/>
              <a:gd name="T62" fmla="*/ 290 w 512"/>
              <a:gd name="T63" fmla="*/ 353 h 512"/>
              <a:gd name="T64" fmla="*/ 243 w 512"/>
              <a:gd name="T65" fmla="*/ 296 h 512"/>
              <a:gd name="T66" fmla="*/ 260 w 512"/>
              <a:gd name="T67" fmla="*/ 345 h 512"/>
              <a:gd name="T68" fmla="*/ 256 w 512"/>
              <a:gd name="T69" fmla="*/ 361 h 512"/>
              <a:gd name="T70" fmla="*/ 239 w 512"/>
              <a:gd name="T71" fmla="*/ 357 h 512"/>
              <a:gd name="T72" fmla="*/ 228 w 512"/>
              <a:gd name="T73" fmla="*/ 337 h 512"/>
              <a:gd name="T74" fmla="*/ 220 w 512"/>
              <a:gd name="T75" fmla="*/ 325 h 512"/>
              <a:gd name="T76" fmla="*/ 202 w 512"/>
              <a:gd name="T77" fmla="*/ 337 h 512"/>
              <a:gd name="T78" fmla="*/ 207 w 512"/>
              <a:gd name="T79" fmla="*/ 363 h 512"/>
              <a:gd name="T80" fmla="*/ 158 w 512"/>
              <a:gd name="T81" fmla="*/ 304 h 512"/>
              <a:gd name="T82" fmla="*/ 128 w 512"/>
              <a:gd name="T83" fmla="*/ 298 h 512"/>
              <a:gd name="T84" fmla="*/ 184 w 512"/>
              <a:gd name="T85" fmla="*/ 202 h 512"/>
              <a:gd name="T86" fmla="*/ 160 w 512"/>
              <a:gd name="T87" fmla="*/ 234 h 512"/>
              <a:gd name="T88" fmla="*/ 193 w 512"/>
              <a:gd name="T89" fmla="*/ 266 h 512"/>
              <a:gd name="T90" fmla="*/ 349 w 512"/>
              <a:gd name="T91" fmla="*/ 319 h 512"/>
              <a:gd name="T92" fmla="*/ 384 w 512"/>
              <a:gd name="T93" fmla="*/ 202 h 512"/>
              <a:gd name="T94" fmla="*/ 362 w 512"/>
              <a:gd name="T95" fmla="*/ 298 h 512"/>
              <a:gd name="T96" fmla="*/ 322 w 512"/>
              <a:gd name="T97" fmla="*/ 230 h 512"/>
              <a:gd name="T98" fmla="*/ 190 w 512"/>
              <a:gd name="T99" fmla="*/ 245 h 512"/>
              <a:gd name="T100" fmla="*/ 181 w 512"/>
              <a:gd name="T101" fmla="*/ 234 h 512"/>
              <a:gd name="T102" fmla="*/ 268 w 512"/>
              <a:gd name="T103" fmla="*/ 182 h 512"/>
              <a:gd name="T104" fmla="*/ 341 w 512"/>
              <a:gd name="T105"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330"/>
                </a:moveTo>
                <a:cubicBezTo>
                  <a:pt x="416" y="336"/>
                  <a:pt x="411" y="341"/>
                  <a:pt x="405" y="341"/>
                </a:cubicBezTo>
                <a:cubicBezTo>
                  <a:pt x="394" y="341"/>
                  <a:pt x="394" y="341"/>
                  <a:pt x="394" y="341"/>
                </a:cubicBezTo>
                <a:cubicBezTo>
                  <a:pt x="388" y="341"/>
                  <a:pt x="384" y="336"/>
                  <a:pt x="384" y="330"/>
                </a:cubicBezTo>
                <a:cubicBezTo>
                  <a:pt x="384" y="320"/>
                  <a:pt x="384" y="320"/>
                  <a:pt x="384" y="320"/>
                </a:cubicBezTo>
                <a:cubicBezTo>
                  <a:pt x="371" y="320"/>
                  <a:pt x="371" y="320"/>
                  <a:pt x="371" y="320"/>
                </a:cubicBezTo>
                <a:cubicBezTo>
                  <a:pt x="372" y="324"/>
                  <a:pt x="372" y="329"/>
                  <a:pt x="371" y="334"/>
                </a:cubicBezTo>
                <a:cubicBezTo>
                  <a:pt x="368" y="342"/>
                  <a:pt x="363" y="350"/>
                  <a:pt x="355" y="354"/>
                </a:cubicBezTo>
                <a:cubicBezTo>
                  <a:pt x="350" y="357"/>
                  <a:pt x="344" y="359"/>
                  <a:pt x="338" y="359"/>
                </a:cubicBezTo>
                <a:cubicBezTo>
                  <a:pt x="336" y="359"/>
                  <a:pt x="334" y="358"/>
                  <a:pt x="332" y="358"/>
                </a:cubicBezTo>
                <a:cubicBezTo>
                  <a:pt x="330" y="365"/>
                  <a:pt x="325" y="372"/>
                  <a:pt x="318" y="376"/>
                </a:cubicBezTo>
                <a:cubicBezTo>
                  <a:pt x="313" y="380"/>
                  <a:pt x="307" y="381"/>
                  <a:pt x="301" y="381"/>
                </a:cubicBezTo>
                <a:cubicBezTo>
                  <a:pt x="292" y="381"/>
                  <a:pt x="283" y="377"/>
                  <a:pt x="277" y="370"/>
                </a:cubicBezTo>
                <a:cubicBezTo>
                  <a:pt x="274" y="374"/>
                  <a:pt x="271" y="377"/>
                  <a:pt x="267" y="379"/>
                </a:cubicBezTo>
                <a:cubicBezTo>
                  <a:pt x="261" y="382"/>
                  <a:pt x="256" y="384"/>
                  <a:pt x="250" y="384"/>
                </a:cubicBezTo>
                <a:cubicBezTo>
                  <a:pt x="241" y="384"/>
                  <a:pt x="232" y="380"/>
                  <a:pt x="226" y="374"/>
                </a:cubicBezTo>
                <a:cubicBezTo>
                  <a:pt x="224" y="376"/>
                  <a:pt x="221" y="379"/>
                  <a:pt x="217" y="381"/>
                </a:cubicBezTo>
                <a:cubicBezTo>
                  <a:pt x="212" y="384"/>
                  <a:pt x="207" y="385"/>
                  <a:pt x="202" y="385"/>
                </a:cubicBezTo>
                <a:cubicBezTo>
                  <a:pt x="190" y="385"/>
                  <a:pt x="178" y="379"/>
                  <a:pt x="172" y="368"/>
                </a:cubicBezTo>
                <a:cubicBezTo>
                  <a:pt x="143" y="320"/>
                  <a:pt x="143" y="320"/>
                  <a:pt x="143" y="320"/>
                </a:cubicBezTo>
                <a:cubicBezTo>
                  <a:pt x="128" y="320"/>
                  <a:pt x="128" y="320"/>
                  <a:pt x="128" y="320"/>
                </a:cubicBezTo>
                <a:cubicBezTo>
                  <a:pt x="128" y="330"/>
                  <a:pt x="128" y="330"/>
                  <a:pt x="128" y="330"/>
                </a:cubicBezTo>
                <a:cubicBezTo>
                  <a:pt x="128" y="336"/>
                  <a:pt x="123" y="341"/>
                  <a:pt x="117" y="341"/>
                </a:cubicBezTo>
                <a:cubicBezTo>
                  <a:pt x="106" y="341"/>
                  <a:pt x="106" y="341"/>
                  <a:pt x="106" y="341"/>
                </a:cubicBezTo>
                <a:cubicBezTo>
                  <a:pt x="100" y="341"/>
                  <a:pt x="96" y="336"/>
                  <a:pt x="96" y="330"/>
                </a:cubicBezTo>
                <a:cubicBezTo>
                  <a:pt x="96" y="324"/>
                  <a:pt x="100" y="320"/>
                  <a:pt x="106" y="320"/>
                </a:cubicBezTo>
                <a:cubicBezTo>
                  <a:pt x="106" y="170"/>
                  <a:pt x="106" y="170"/>
                  <a:pt x="106" y="170"/>
                </a:cubicBezTo>
                <a:cubicBezTo>
                  <a:pt x="100" y="170"/>
                  <a:pt x="96" y="166"/>
                  <a:pt x="96" y="160"/>
                </a:cubicBezTo>
                <a:cubicBezTo>
                  <a:pt x="96" y="154"/>
                  <a:pt x="100" y="149"/>
                  <a:pt x="106" y="149"/>
                </a:cubicBezTo>
                <a:cubicBezTo>
                  <a:pt x="117" y="149"/>
                  <a:pt x="117" y="149"/>
                  <a:pt x="117" y="149"/>
                </a:cubicBezTo>
                <a:cubicBezTo>
                  <a:pt x="123" y="149"/>
                  <a:pt x="128" y="154"/>
                  <a:pt x="128" y="160"/>
                </a:cubicBezTo>
                <a:cubicBezTo>
                  <a:pt x="128" y="181"/>
                  <a:pt x="128" y="181"/>
                  <a:pt x="128" y="181"/>
                </a:cubicBezTo>
                <a:cubicBezTo>
                  <a:pt x="224" y="181"/>
                  <a:pt x="224" y="181"/>
                  <a:pt x="224" y="181"/>
                </a:cubicBezTo>
                <a:cubicBezTo>
                  <a:pt x="224" y="181"/>
                  <a:pt x="224" y="181"/>
                  <a:pt x="224" y="181"/>
                </a:cubicBezTo>
                <a:cubicBezTo>
                  <a:pt x="261" y="161"/>
                  <a:pt x="261" y="161"/>
                  <a:pt x="261" y="161"/>
                </a:cubicBezTo>
                <a:cubicBezTo>
                  <a:pt x="264" y="160"/>
                  <a:pt x="267" y="159"/>
                  <a:pt x="269" y="160"/>
                </a:cubicBezTo>
                <a:cubicBezTo>
                  <a:pt x="343" y="181"/>
                  <a:pt x="343" y="181"/>
                  <a:pt x="343" y="181"/>
                </a:cubicBezTo>
                <a:cubicBezTo>
                  <a:pt x="384" y="181"/>
                  <a:pt x="384" y="181"/>
                  <a:pt x="384" y="181"/>
                </a:cubicBezTo>
                <a:cubicBezTo>
                  <a:pt x="384" y="160"/>
                  <a:pt x="384" y="160"/>
                  <a:pt x="384" y="160"/>
                </a:cubicBezTo>
                <a:cubicBezTo>
                  <a:pt x="384" y="154"/>
                  <a:pt x="388" y="149"/>
                  <a:pt x="394" y="149"/>
                </a:cubicBezTo>
                <a:cubicBezTo>
                  <a:pt x="405" y="149"/>
                  <a:pt x="405" y="149"/>
                  <a:pt x="405" y="149"/>
                </a:cubicBezTo>
                <a:cubicBezTo>
                  <a:pt x="411" y="149"/>
                  <a:pt x="416" y="154"/>
                  <a:pt x="416" y="160"/>
                </a:cubicBezTo>
                <a:cubicBezTo>
                  <a:pt x="416" y="166"/>
                  <a:pt x="411" y="170"/>
                  <a:pt x="405" y="170"/>
                </a:cubicBezTo>
                <a:cubicBezTo>
                  <a:pt x="405" y="320"/>
                  <a:pt x="405" y="320"/>
                  <a:pt x="405" y="320"/>
                </a:cubicBezTo>
                <a:cubicBezTo>
                  <a:pt x="411" y="320"/>
                  <a:pt x="416" y="324"/>
                  <a:pt x="416" y="330"/>
                </a:cubicBezTo>
                <a:close/>
                <a:moveTo>
                  <a:pt x="349" y="319"/>
                </a:moveTo>
                <a:cubicBezTo>
                  <a:pt x="350" y="322"/>
                  <a:pt x="351" y="325"/>
                  <a:pt x="350" y="328"/>
                </a:cubicBezTo>
                <a:cubicBezTo>
                  <a:pt x="349" y="332"/>
                  <a:pt x="347" y="334"/>
                  <a:pt x="344" y="336"/>
                </a:cubicBezTo>
                <a:cubicBezTo>
                  <a:pt x="342" y="337"/>
                  <a:pt x="338" y="338"/>
                  <a:pt x="335" y="337"/>
                </a:cubicBezTo>
                <a:cubicBezTo>
                  <a:pt x="332" y="336"/>
                  <a:pt x="330" y="334"/>
                  <a:pt x="328" y="332"/>
                </a:cubicBezTo>
                <a:cubicBezTo>
                  <a:pt x="328" y="332"/>
                  <a:pt x="328" y="332"/>
                  <a:pt x="328" y="332"/>
                </a:cubicBezTo>
                <a:cubicBezTo>
                  <a:pt x="328" y="332"/>
                  <a:pt x="328" y="332"/>
                  <a:pt x="328" y="331"/>
                </a:cubicBezTo>
                <a:cubicBezTo>
                  <a:pt x="294" y="274"/>
                  <a:pt x="294" y="274"/>
                  <a:pt x="294" y="274"/>
                </a:cubicBezTo>
                <a:cubicBezTo>
                  <a:pt x="291" y="268"/>
                  <a:pt x="284" y="267"/>
                  <a:pt x="279" y="270"/>
                </a:cubicBezTo>
                <a:cubicBezTo>
                  <a:pt x="274" y="273"/>
                  <a:pt x="272" y="279"/>
                  <a:pt x="275" y="284"/>
                </a:cubicBezTo>
                <a:cubicBezTo>
                  <a:pt x="310" y="343"/>
                  <a:pt x="310" y="343"/>
                  <a:pt x="310" y="343"/>
                </a:cubicBezTo>
                <a:cubicBezTo>
                  <a:pt x="310" y="343"/>
                  <a:pt x="310" y="343"/>
                  <a:pt x="310" y="343"/>
                </a:cubicBezTo>
                <a:cubicBezTo>
                  <a:pt x="313" y="348"/>
                  <a:pt x="313" y="355"/>
                  <a:pt x="307" y="358"/>
                </a:cubicBezTo>
                <a:cubicBezTo>
                  <a:pt x="301" y="361"/>
                  <a:pt x="294" y="359"/>
                  <a:pt x="290" y="353"/>
                </a:cubicBezTo>
                <a:cubicBezTo>
                  <a:pt x="258" y="300"/>
                  <a:pt x="258" y="300"/>
                  <a:pt x="258" y="300"/>
                </a:cubicBezTo>
                <a:cubicBezTo>
                  <a:pt x="255" y="295"/>
                  <a:pt x="249" y="293"/>
                  <a:pt x="243" y="296"/>
                </a:cubicBezTo>
                <a:cubicBezTo>
                  <a:pt x="238" y="299"/>
                  <a:pt x="237" y="306"/>
                  <a:pt x="240" y="311"/>
                </a:cubicBezTo>
                <a:cubicBezTo>
                  <a:pt x="260" y="345"/>
                  <a:pt x="260" y="345"/>
                  <a:pt x="260" y="345"/>
                </a:cubicBezTo>
                <a:cubicBezTo>
                  <a:pt x="262" y="347"/>
                  <a:pt x="262" y="350"/>
                  <a:pt x="261" y="353"/>
                </a:cubicBezTo>
                <a:cubicBezTo>
                  <a:pt x="261" y="356"/>
                  <a:pt x="259" y="359"/>
                  <a:pt x="256" y="361"/>
                </a:cubicBezTo>
                <a:cubicBezTo>
                  <a:pt x="250" y="364"/>
                  <a:pt x="243" y="362"/>
                  <a:pt x="239" y="357"/>
                </a:cubicBezTo>
                <a:cubicBezTo>
                  <a:pt x="239" y="357"/>
                  <a:pt x="239" y="357"/>
                  <a:pt x="239" y="357"/>
                </a:cubicBezTo>
                <a:cubicBezTo>
                  <a:pt x="228" y="337"/>
                  <a:pt x="228" y="337"/>
                  <a:pt x="228" y="337"/>
                </a:cubicBezTo>
                <a:cubicBezTo>
                  <a:pt x="228" y="337"/>
                  <a:pt x="228" y="337"/>
                  <a:pt x="228" y="337"/>
                </a:cubicBezTo>
                <a:cubicBezTo>
                  <a:pt x="228" y="337"/>
                  <a:pt x="228" y="337"/>
                  <a:pt x="228" y="337"/>
                </a:cubicBezTo>
                <a:cubicBezTo>
                  <a:pt x="220" y="325"/>
                  <a:pt x="220" y="325"/>
                  <a:pt x="220" y="325"/>
                </a:cubicBezTo>
                <a:cubicBezTo>
                  <a:pt x="217" y="320"/>
                  <a:pt x="210" y="319"/>
                  <a:pt x="206" y="322"/>
                </a:cubicBezTo>
                <a:cubicBezTo>
                  <a:pt x="201" y="325"/>
                  <a:pt x="199" y="332"/>
                  <a:pt x="202" y="337"/>
                </a:cubicBezTo>
                <a:cubicBezTo>
                  <a:pt x="210" y="348"/>
                  <a:pt x="210" y="348"/>
                  <a:pt x="210" y="348"/>
                </a:cubicBezTo>
                <a:cubicBezTo>
                  <a:pt x="211" y="350"/>
                  <a:pt x="214" y="358"/>
                  <a:pt x="207" y="363"/>
                </a:cubicBezTo>
                <a:cubicBezTo>
                  <a:pt x="201" y="366"/>
                  <a:pt x="193" y="362"/>
                  <a:pt x="190" y="357"/>
                </a:cubicBezTo>
                <a:cubicBezTo>
                  <a:pt x="158" y="304"/>
                  <a:pt x="158" y="304"/>
                  <a:pt x="158" y="304"/>
                </a:cubicBezTo>
                <a:cubicBezTo>
                  <a:pt x="156" y="300"/>
                  <a:pt x="153" y="298"/>
                  <a:pt x="149" y="298"/>
                </a:cubicBezTo>
                <a:cubicBezTo>
                  <a:pt x="128" y="298"/>
                  <a:pt x="128" y="298"/>
                  <a:pt x="128" y="298"/>
                </a:cubicBezTo>
                <a:cubicBezTo>
                  <a:pt x="128" y="202"/>
                  <a:pt x="128" y="202"/>
                  <a:pt x="128" y="202"/>
                </a:cubicBezTo>
                <a:cubicBezTo>
                  <a:pt x="184" y="202"/>
                  <a:pt x="184" y="202"/>
                  <a:pt x="184" y="202"/>
                </a:cubicBezTo>
                <a:cubicBezTo>
                  <a:pt x="176" y="207"/>
                  <a:pt x="176" y="207"/>
                  <a:pt x="176" y="207"/>
                </a:cubicBezTo>
                <a:cubicBezTo>
                  <a:pt x="166" y="213"/>
                  <a:pt x="160" y="223"/>
                  <a:pt x="160" y="234"/>
                </a:cubicBezTo>
                <a:cubicBezTo>
                  <a:pt x="160" y="244"/>
                  <a:pt x="164" y="254"/>
                  <a:pt x="170" y="260"/>
                </a:cubicBezTo>
                <a:cubicBezTo>
                  <a:pt x="177" y="265"/>
                  <a:pt x="185" y="267"/>
                  <a:pt x="193" y="266"/>
                </a:cubicBezTo>
                <a:cubicBezTo>
                  <a:pt x="307" y="247"/>
                  <a:pt x="307" y="247"/>
                  <a:pt x="307" y="247"/>
                </a:cubicBezTo>
                <a:lnTo>
                  <a:pt x="349" y="319"/>
                </a:lnTo>
                <a:close/>
                <a:moveTo>
                  <a:pt x="341" y="202"/>
                </a:moveTo>
                <a:cubicBezTo>
                  <a:pt x="384" y="202"/>
                  <a:pt x="384" y="202"/>
                  <a:pt x="384" y="202"/>
                </a:cubicBezTo>
                <a:cubicBezTo>
                  <a:pt x="384" y="298"/>
                  <a:pt x="384" y="298"/>
                  <a:pt x="384" y="298"/>
                </a:cubicBezTo>
                <a:cubicBezTo>
                  <a:pt x="362" y="298"/>
                  <a:pt x="362" y="298"/>
                  <a:pt x="362" y="298"/>
                </a:cubicBezTo>
                <a:cubicBezTo>
                  <a:pt x="362" y="298"/>
                  <a:pt x="362" y="299"/>
                  <a:pt x="361" y="299"/>
                </a:cubicBezTo>
                <a:cubicBezTo>
                  <a:pt x="322" y="230"/>
                  <a:pt x="322" y="230"/>
                  <a:pt x="322" y="230"/>
                </a:cubicBezTo>
                <a:cubicBezTo>
                  <a:pt x="320" y="226"/>
                  <a:pt x="316" y="224"/>
                  <a:pt x="311" y="225"/>
                </a:cubicBezTo>
                <a:cubicBezTo>
                  <a:pt x="190" y="245"/>
                  <a:pt x="190" y="245"/>
                  <a:pt x="190" y="245"/>
                </a:cubicBezTo>
                <a:cubicBezTo>
                  <a:pt x="187" y="246"/>
                  <a:pt x="185" y="245"/>
                  <a:pt x="184" y="244"/>
                </a:cubicBezTo>
                <a:cubicBezTo>
                  <a:pt x="182" y="242"/>
                  <a:pt x="181" y="238"/>
                  <a:pt x="181" y="234"/>
                </a:cubicBezTo>
                <a:cubicBezTo>
                  <a:pt x="181" y="229"/>
                  <a:pt x="184" y="227"/>
                  <a:pt x="186" y="226"/>
                </a:cubicBezTo>
                <a:cubicBezTo>
                  <a:pt x="268" y="182"/>
                  <a:pt x="268" y="182"/>
                  <a:pt x="268" y="182"/>
                </a:cubicBezTo>
                <a:cubicBezTo>
                  <a:pt x="338" y="202"/>
                  <a:pt x="338" y="202"/>
                  <a:pt x="338" y="202"/>
                </a:cubicBezTo>
                <a:cubicBezTo>
                  <a:pt x="339" y="202"/>
                  <a:pt x="340" y="202"/>
                  <a:pt x="341" y="202"/>
                </a:cubicBezTo>
                <a:close/>
              </a:path>
            </a:pathLst>
          </a:custGeom>
          <a:solidFill>
            <a:schemeClr val="accent6"/>
          </a:solidFill>
          <a:ln>
            <a:noFill/>
          </a:ln>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6902727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526235" y="3599804"/>
            <a:ext cx="6876891" cy="546303"/>
          </a:xfrm>
          <a:prstGeom prst="rect">
            <a:avLst/>
          </a:prstGeom>
          <a:ln>
            <a:solidFill>
              <a:schemeClr val="tx1"/>
            </a:solidFill>
            <a:prstDash val="lgDashDot"/>
          </a:ln>
        </p:spPr>
        <p:txBody>
          <a:bodyPr wrap="square">
            <a:spAutoFit/>
          </a:bodyPr>
          <a:lstStyle/>
          <a:p>
            <a:pPr marL="171450" marR="0" lvl="0" indent="-171450" algn="l" defTabSz="847136" rtl="0" eaLnBrk="1" fontAlgn="auto" latinLnBrk="0" hangingPunct="1">
              <a:lnSpc>
                <a:spcPct val="100000"/>
              </a:lnSpc>
              <a:spcBef>
                <a:spcPts val="0"/>
              </a:spcBef>
              <a:spcAft>
                <a:spcPts val="926"/>
              </a:spcAft>
              <a:buClrTx/>
              <a:buSzPct val="100000"/>
              <a:buFont typeface="Wingdings" panose="05000000000000000000" pitchFamily="2" charset="2"/>
              <a:buChar char="Ø"/>
              <a:tabLst>
                <a:tab pos="4659247" algn="r"/>
              </a:tabLst>
              <a:defRPr/>
            </a:pPr>
            <a:r>
              <a:rPr kumimoji="0" lang="en-US" sz="1100" b="0" i="1" u="none" strike="noStrike" kern="1200" cap="none" spc="0" normalizeH="0" baseline="0" noProof="0" dirty="0">
                <a:ln>
                  <a:noFill/>
                </a:ln>
                <a:solidFill>
                  <a:srgbClr val="000000"/>
                </a:solidFill>
                <a:effectLst/>
                <a:uLnTx/>
                <a:uFillTx/>
                <a:latin typeface="Verdana"/>
                <a:ea typeface="+mn-ea"/>
                <a:cs typeface="+mn-cs"/>
              </a:rPr>
              <a:t>Stimulating overall economic growth through better airport </a:t>
            </a:r>
            <a:r>
              <a:rPr kumimoji="0" lang="en-US" sz="1100" b="0" i="1" u="none" strike="noStrike" kern="1200" cap="none" spc="0" normalizeH="0" baseline="0" noProof="0" dirty="0" smtClean="0">
                <a:ln>
                  <a:noFill/>
                </a:ln>
                <a:solidFill>
                  <a:srgbClr val="000000"/>
                </a:solidFill>
                <a:effectLst/>
                <a:uLnTx/>
                <a:uFillTx/>
                <a:latin typeface="Verdana"/>
                <a:ea typeface="+mn-ea"/>
                <a:cs typeface="+mn-cs"/>
              </a:rPr>
              <a:t>infrastructure</a:t>
            </a:r>
          </a:p>
          <a:p>
            <a:pPr marL="171450" marR="0" lvl="0" indent="-171450" algn="l" defTabSz="847136" rtl="0" eaLnBrk="1" fontAlgn="auto" latinLnBrk="0" hangingPunct="1">
              <a:lnSpc>
                <a:spcPct val="100000"/>
              </a:lnSpc>
              <a:spcBef>
                <a:spcPts val="0"/>
              </a:spcBef>
              <a:spcAft>
                <a:spcPts val="926"/>
              </a:spcAft>
              <a:buClrTx/>
              <a:buSzPct val="100000"/>
              <a:buFont typeface="Wingdings" panose="05000000000000000000" pitchFamily="2" charset="2"/>
              <a:buChar char="Ø"/>
              <a:tabLst>
                <a:tab pos="4659247" algn="r"/>
              </a:tabLst>
              <a:defRPr/>
            </a:pPr>
            <a:r>
              <a:rPr kumimoji="0" lang="en-US" sz="1100" b="0" i="1" u="none" strike="noStrike" kern="1200" cap="none" spc="0" normalizeH="0" baseline="0" noProof="0" dirty="0">
                <a:ln>
                  <a:noFill/>
                </a:ln>
                <a:solidFill>
                  <a:srgbClr val="000000"/>
                </a:solidFill>
                <a:effectLst/>
                <a:uLnTx/>
                <a:uFillTx/>
                <a:latin typeface="Verdana"/>
                <a:ea typeface="+mn-ea"/>
                <a:cs typeface="+mn-cs"/>
              </a:rPr>
              <a:t>Enhanced air connectivity leads to increase in employment and standard of </a:t>
            </a:r>
            <a:r>
              <a:rPr kumimoji="0" lang="en-US" sz="1100" b="0" i="1" u="none" strike="noStrike" kern="1200" cap="none" spc="0" normalizeH="0" baseline="0" noProof="0" dirty="0" smtClean="0">
                <a:ln>
                  <a:noFill/>
                </a:ln>
                <a:solidFill>
                  <a:srgbClr val="000000"/>
                </a:solidFill>
                <a:effectLst/>
                <a:uLnTx/>
                <a:uFillTx/>
                <a:latin typeface="Verdana"/>
                <a:ea typeface="+mn-ea"/>
                <a:cs typeface="+mn-cs"/>
              </a:rPr>
              <a:t>living</a:t>
            </a:r>
            <a:endParaRPr kumimoji="0" lang="en-US" sz="1100" b="0" i="1" u="none" strike="noStrike" kern="1200" cap="none" spc="0" normalizeH="0" baseline="0" noProof="0" dirty="0">
              <a:ln>
                <a:noFill/>
              </a:ln>
              <a:solidFill>
                <a:srgbClr val="000000"/>
              </a:solidFill>
              <a:effectLst/>
              <a:uLnTx/>
              <a:uFillTx/>
              <a:latin typeface="Verdana"/>
              <a:ea typeface="+mn-ea"/>
              <a:cs typeface="+mn-cs"/>
            </a:endParaRPr>
          </a:p>
        </p:txBody>
      </p:sp>
      <p:sp>
        <p:nvSpPr>
          <p:cNvPr id="3" name="Title 2"/>
          <p:cNvSpPr>
            <a:spLocks noGrp="1"/>
          </p:cNvSpPr>
          <p:nvPr>
            <p:ph type="title"/>
          </p:nvPr>
        </p:nvSpPr>
        <p:spPr>
          <a:xfrm>
            <a:off x="494199" y="546351"/>
            <a:ext cx="11201796" cy="332995"/>
          </a:xfrm>
        </p:spPr>
        <p:txBody>
          <a:bodyPr/>
          <a:lstStyle/>
          <a:p>
            <a:r>
              <a:rPr lang="en-GB" sz="1800" b="1" dirty="0"/>
              <a:t>S</a:t>
            </a:r>
            <a:r>
              <a:rPr lang="en-GB" sz="1800" b="1" dirty="0" smtClean="0"/>
              <a:t>trategic objectives for change in Airport Ownership Model</a:t>
            </a:r>
            <a:endParaRPr lang="en-GB" sz="1800" b="1" dirty="0"/>
          </a:p>
        </p:txBody>
      </p:sp>
      <p:sp>
        <p:nvSpPr>
          <p:cNvPr id="168" name="Content Placeholder 3"/>
          <p:cNvSpPr txBox="1">
            <a:spLocks/>
          </p:cNvSpPr>
          <p:nvPr/>
        </p:nvSpPr>
        <p:spPr>
          <a:xfrm>
            <a:off x="510086" y="1680625"/>
            <a:ext cx="5947594" cy="884858"/>
          </a:xfrm>
          <a:prstGeom prst="rect">
            <a:avLst/>
          </a:prstGeom>
          <a:ln>
            <a:solidFill>
              <a:schemeClr val="tx1"/>
            </a:solidFill>
            <a:prstDash val="lgDashDot"/>
          </a:ln>
        </p:spPr>
        <p:txBody>
          <a:bodyPr wrap="square">
            <a:spAutoFit/>
          </a:bodyPr>
          <a:lstStyle>
            <a:defPPr>
              <a:defRPr lang="en-US"/>
            </a:defPPr>
            <a:lvl1pPr marL="171450" indent="-171450" defTabSz="847136">
              <a:spcAft>
                <a:spcPts val="926"/>
              </a:spcAft>
              <a:buSzPct val="100000"/>
              <a:buFont typeface="Wingdings" panose="05000000000000000000" pitchFamily="2" charset="2"/>
              <a:buChar char="Ø"/>
              <a:tabLst>
                <a:tab pos="4659247" algn="r"/>
              </a:tabLst>
              <a:defRPr sz="1100" i="1"/>
            </a:lvl1pPr>
          </a:lstStyle>
          <a:p>
            <a:pPr marL="171450" marR="0" lvl="0" indent="-171450" algn="l" defTabSz="847136" rtl="0" eaLnBrk="1" fontAlgn="auto" latinLnBrk="0" hangingPunct="1">
              <a:lnSpc>
                <a:spcPct val="100000"/>
              </a:lnSpc>
              <a:spcBef>
                <a:spcPts val="0"/>
              </a:spcBef>
              <a:spcAft>
                <a:spcPts val="926"/>
              </a:spcAft>
              <a:buClrTx/>
              <a:buSzPct val="100000"/>
              <a:buFont typeface="Wingdings" panose="05000000000000000000" pitchFamily="2" charset="2"/>
              <a:buChar char="Ø"/>
              <a:tabLst>
                <a:tab pos="4659247" algn="r"/>
              </a:tabLst>
              <a:defRPr/>
            </a:pPr>
            <a:r>
              <a:rPr kumimoji="0" lang="en-US" sz="1100" b="0" i="1" u="none" strike="noStrike" kern="1200" cap="none" spc="0" normalizeH="0" baseline="0" noProof="0" dirty="0" smtClean="0">
                <a:ln>
                  <a:noFill/>
                </a:ln>
                <a:solidFill>
                  <a:srgbClr val="000000"/>
                </a:solidFill>
                <a:effectLst/>
                <a:uLnTx/>
                <a:uFillTx/>
                <a:latin typeface="Verdana"/>
                <a:ea typeface="+mn-ea"/>
                <a:cs typeface="+mn-cs"/>
              </a:rPr>
              <a:t>Requirements to ensure </a:t>
            </a:r>
            <a:r>
              <a:rPr kumimoji="0" lang="en-US" sz="1100" b="0" i="1" u="none" strike="noStrike" kern="1200" cap="none" spc="0" normalizeH="0" baseline="0" noProof="0" dirty="0">
                <a:ln>
                  <a:noFill/>
                </a:ln>
                <a:solidFill>
                  <a:srgbClr val="000000"/>
                </a:solidFill>
                <a:effectLst/>
                <a:uLnTx/>
                <a:uFillTx/>
                <a:latin typeface="Verdana"/>
                <a:ea typeface="+mn-ea"/>
                <a:cs typeface="+mn-cs"/>
              </a:rPr>
              <a:t>the highest standard service of the selected airports through a robust Service Quality Indicator &amp; Monitoring </a:t>
            </a:r>
            <a:r>
              <a:rPr kumimoji="0" lang="en-US" sz="1100" b="0" i="1" u="none" strike="noStrike" kern="1200" cap="none" spc="0" normalizeH="0" baseline="0" noProof="0" dirty="0" smtClean="0">
                <a:ln>
                  <a:noFill/>
                </a:ln>
                <a:solidFill>
                  <a:srgbClr val="000000"/>
                </a:solidFill>
                <a:effectLst/>
                <a:uLnTx/>
                <a:uFillTx/>
                <a:latin typeface="Verdana"/>
                <a:ea typeface="+mn-ea"/>
                <a:cs typeface="+mn-cs"/>
              </a:rPr>
              <a:t>Framework</a:t>
            </a:r>
            <a:endParaRPr kumimoji="0" lang="en-US" sz="1100" b="0" i="1"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847136" rtl="0" eaLnBrk="1" fontAlgn="auto" latinLnBrk="0" hangingPunct="1">
              <a:lnSpc>
                <a:spcPct val="100000"/>
              </a:lnSpc>
              <a:spcBef>
                <a:spcPts val="0"/>
              </a:spcBef>
              <a:spcAft>
                <a:spcPts val="926"/>
              </a:spcAft>
              <a:buClrTx/>
              <a:buSzPct val="100000"/>
              <a:buFont typeface="Wingdings" panose="05000000000000000000" pitchFamily="2" charset="2"/>
              <a:buChar char="Ø"/>
              <a:tabLst>
                <a:tab pos="4659247" algn="r"/>
              </a:tabLst>
              <a:defRPr/>
            </a:pPr>
            <a:r>
              <a:rPr kumimoji="0" lang="en-US" sz="1100" b="0" i="1" u="none" strike="noStrike" kern="1200" cap="none" spc="0" normalizeH="0" baseline="0" noProof="0" dirty="0" smtClean="0">
                <a:ln>
                  <a:noFill/>
                </a:ln>
                <a:solidFill>
                  <a:srgbClr val="000000"/>
                </a:solidFill>
                <a:effectLst/>
                <a:uLnTx/>
                <a:uFillTx/>
                <a:latin typeface="Verdana"/>
                <a:ea typeface="+mn-ea"/>
                <a:cs typeface="+mn-cs"/>
              </a:rPr>
              <a:t>Bringing on board, international best practices through broader participation of players</a:t>
            </a:r>
            <a:endParaRPr kumimoji="0" lang="en-US" sz="1100" b="0" i="1" u="none" strike="noStrike" kern="1200" cap="none" spc="0" normalizeH="0" baseline="0" noProof="0" dirty="0">
              <a:ln>
                <a:noFill/>
              </a:ln>
              <a:solidFill>
                <a:srgbClr val="000000"/>
              </a:solidFill>
              <a:effectLst/>
              <a:uLnTx/>
              <a:uFillTx/>
              <a:latin typeface="Verdana"/>
              <a:ea typeface="+mn-ea"/>
              <a:cs typeface="+mn-cs"/>
            </a:endParaRPr>
          </a:p>
        </p:txBody>
      </p:sp>
      <p:sp>
        <p:nvSpPr>
          <p:cNvPr id="169" name="Rectangle 168"/>
          <p:cNvSpPr/>
          <p:nvPr/>
        </p:nvSpPr>
        <p:spPr>
          <a:xfrm>
            <a:off x="510086" y="5473413"/>
            <a:ext cx="7704994" cy="1000274"/>
          </a:xfrm>
          <a:prstGeom prst="rect">
            <a:avLst/>
          </a:prstGeom>
          <a:ln>
            <a:solidFill>
              <a:schemeClr val="tx1"/>
            </a:solidFill>
            <a:prstDash val="lgDashDot"/>
          </a:ln>
        </p:spPr>
        <p:txBody>
          <a:bodyPr wrap="square">
            <a:spAutoFit/>
          </a:bodyPr>
          <a:lstStyle/>
          <a:p>
            <a:pPr marL="171450" marR="0" lvl="0" indent="-171450" algn="l" defTabSz="847136" rtl="0" eaLnBrk="1" fontAlgn="auto" latinLnBrk="0" hangingPunct="1">
              <a:lnSpc>
                <a:spcPct val="100000"/>
              </a:lnSpc>
              <a:spcBef>
                <a:spcPts val="0"/>
              </a:spcBef>
              <a:spcAft>
                <a:spcPts val="926"/>
              </a:spcAft>
              <a:buClrTx/>
              <a:buSzPct val="100000"/>
              <a:buFont typeface="Wingdings" panose="05000000000000000000" pitchFamily="2" charset="2"/>
              <a:buChar char="Ø"/>
              <a:tabLst>
                <a:tab pos="4659247" algn="r"/>
              </a:tabLst>
              <a:defRPr/>
            </a:pPr>
            <a:r>
              <a:rPr kumimoji="0" lang="en-US" sz="1100" b="0" i="1" u="none" strike="noStrike" kern="1200" cap="none" spc="0" normalizeH="0" baseline="0" noProof="0" dirty="0">
                <a:ln>
                  <a:noFill/>
                </a:ln>
                <a:solidFill>
                  <a:srgbClr val="000000"/>
                </a:solidFill>
                <a:effectLst/>
                <a:uLnTx/>
                <a:uFillTx/>
                <a:latin typeface="Verdana"/>
                <a:ea typeface="+mn-ea"/>
                <a:cs typeface="+mn-cs"/>
              </a:rPr>
              <a:t>Enhancement of revenues through exploitation of commercial </a:t>
            </a:r>
            <a:r>
              <a:rPr kumimoji="0" lang="en-US" sz="1100" b="0" i="1" u="none" strike="noStrike" kern="1200" cap="none" spc="0" normalizeH="0" baseline="0" noProof="0" dirty="0" smtClean="0">
                <a:ln>
                  <a:noFill/>
                </a:ln>
                <a:solidFill>
                  <a:srgbClr val="000000"/>
                </a:solidFill>
                <a:effectLst/>
                <a:uLnTx/>
                <a:uFillTx/>
                <a:latin typeface="Verdana"/>
                <a:ea typeface="+mn-ea"/>
                <a:cs typeface="+mn-cs"/>
              </a:rPr>
              <a:t>space</a:t>
            </a:r>
          </a:p>
          <a:p>
            <a:pPr marL="171450" marR="0" lvl="0" indent="-171450" algn="l" defTabSz="847136" rtl="0" eaLnBrk="1" fontAlgn="auto" latinLnBrk="0" hangingPunct="1">
              <a:lnSpc>
                <a:spcPct val="100000"/>
              </a:lnSpc>
              <a:spcBef>
                <a:spcPts val="0"/>
              </a:spcBef>
              <a:spcAft>
                <a:spcPts val="926"/>
              </a:spcAft>
              <a:buClrTx/>
              <a:buSzPct val="100000"/>
              <a:buFont typeface="Wingdings" panose="05000000000000000000" pitchFamily="2" charset="2"/>
              <a:buChar char="Ø"/>
              <a:tabLst>
                <a:tab pos="4659247" algn="r"/>
              </a:tabLst>
              <a:defRPr/>
            </a:pPr>
            <a:r>
              <a:rPr kumimoji="0" lang="en-US" sz="1100" b="0" i="1" u="none" strike="noStrike" kern="1200" cap="none" spc="0" normalizeH="0" baseline="0" noProof="0" dirty="0">
                <a:ln>
                  <a:noFill/>
                </a:ln>
                <a:solidFill>
                  <a:srgbClr val="000000"/>
                </a:solidFill>
                <a:effectLst/>
                <a:uLnTx/>
                <a:uFillTx/>
                <a:latin typeface="Verdana"/>
                <a:ea typeface="+mn-ea"/>
                <a:cs typeface="+mn-cs"/>
              </a:rPr>
              <a:t>Shift the focus of development from large gateway airports to other regional airports in the country, requiring's funds for investment</a:t>
            </a:r>
          </a:p>
          <a:p>
            <a:pPr marL="171450" marR="0" lvl="0" indent="-171450" algn="l" defTabSz="847136" rtl="0" eaLnBrk="1" fontAlgn="auto" latinLnBrk="0" hangingPunct="1">
              <a:lnSpc>
                <a:spcPct val="100000"/>
              </a:lnSpc>
              <a:spcBef>
                <a:spcPts val="0"/>
              </a:spcBef>
              <a:spcAft>
                <a:spcPts val="926"/>
              </a:spcAft>
              <a:buClrTx/>
              <a:buSzPct val="100000"/>
              <a:buFont typeface="Wingdings" panose="05000000000000000000" pitchFamily="2" charset="2"/>
              <a:buChar char="Ø"/>
              <a:tabLst>
                <a:tab pos="4659247" algn="r"/>
              </a:tabLst>
              <a:defRPr/>
            </a:pPr>
            <a:r>
              <a:rPr kumimoji="0" lang="en-US" sz="1100" b="0" i="1" u="none" strike="noStrike" kern="1200" cap="none" spc="0" normalizeH="0" baseline="0" noProof="0" dirty="0">
                <a:ln>
                  <a:noFill/>
                </a:ln>
                <a:solidFill>
                  <a:srgbClr val="000000"/>
                </a:solidFill>
                <a:effectLst/>
                <a:uLnTx/>
                <a:uFillTx/>
                <a:latin typeface="Verdana"/>
                <a:ea typeface="+mn-ea"/>
                <a:cs typeface="+mn-cs"/>
              </a:rPr>
              <a:t>Facilitating airport investments by increasing financing </a:t>
            </a:r>
            <a:r>
              <a:rPr kumimoji="0" lang="en-US" sz="1100" b="0" i="1" u="none" strike="noStrike" kern="1200" cap="none" spc="0" normalizeH="0" baseline="0" noProof="0" dirty="0" smtClean="0">
                <a:ln>
                  <a:noFill/>
                </a:ln>
                <a:solidFill>
                  <a:srgbClr val="000000"/>
                </a:solidFill>
                <a:effectLst/>
                <a:uLnTx/>
                <a:uFillTx/>
                <a:latin typeface="Verdana"/>
                <a:ea typeface="+mn-ea"/>
                <a:cs typeface="+mn-cs"/>
              </a:rPr>
              <a:t>options</a:t>
            </a:r>
            <a:endParaRPr kumimoji="0" lang="en-US" sz="1100" b="0" i="1" u="none" strike="noStrike" kern="1200" cap="none" spc="0" normalizeH="0" baseline="0" noProof="0" dirty="0">
              <a:ln>
                <a:noFill/>
              </a:ln>
              <a:solidFill>
                <a:srgbClr val="000000"/>
              </a:solidFill>
              <a:effectLst/>
              <a:uLnTx/>
              <a:uFillTx/>
              <a:latin typeface="Verdana"/>
              <a:ea typeface="+mn-ea"/>
              <a:cs typeface="+mn-cs"/>
            </a:endParaRPr>
          </a:p>
        </p:txBody>
      </p:sp>
      <p:grpSp>
        <p:nvGrpSpPr>
          <p:cNvPr id="8" name="Group 7"/>
          <p:cNvGrpSpPr/>
          <p:nvPr/>
        </p:nvGrpSpPr>
        <p:grpSpPr>
          <a:xfrm>
            <a:off x="6525792" y="1289127"/>
            <a:ext cx="4877334" cy="1836716"/>
            <a:chOff x="2989944" y="1308072"/>
            <a:chExt cx="4877334" cy="1836716"/>
          </a:xfrm>
        </p:grpSpPr>
        <p:sp>
          <p:nvSpPr>
            <p:cNvPr id="175" name="Rounded Rectangle 174"/>
            <p:cNvSpPr/>
            <p:nvPr/>
          </p:nvSpPr>
          <p:spPr bwMode="gray">
            <a:xfrm>
              <a:off x="2991745" y="1308072"/>
              <a:ext cx="4868190" cy="1836716"/>
            </a:xfrm>
            <a:prstGeom prst="roundRect">
              <a:avLst>
                <a:gd name="adj" fmla="val 4556"/>
              </a:avLst>
            </a:prstGeom>
            <a:solidFill>
              <a:sysClr val="window" lastClr="FFFFFF">
                <a:lumMod val="95000"/>
              </a:sysClr>
            </a:solidFill>
            <a:ln w="19050" algn="ctr">
              <a:noFill/>
              <a:miter lim="800000"/>
              <a:headEnd/>
              <a:tailEnd/>
            </a:ln>
          </p:spPr>
          <p:txBody>
            <a:bodyPr wrap="square" lIns="88900" tIns="88900" rIns="88900" bIns="88900" rtlCol="0" anchor="ctr"/>
            <a:lstStyle/>
            <a:p>
              <a:pPr marL="0" marR="0" lvl="0" indent="0" algn="ctr" defTabSz="1280160" rtl="0" eaLnBrk="1" fontAlgn="auto" latinLnBrk="0" hangingPunct="1">
                <a:lnSpc>
                  <a:spcPct val="106000"/>
                </a:lnSpc>
                <a:spcBef>
                  <a:spcPts val="0"/>
                </a:spcBef>
                <a:spcAft>
                  <a:spcPts val="0"/>
                </a:spcAft>
                <a:buClrTx/>
                <a:buSzTx/>
                <a:buFont typeface="Wingdings 2" pitchFamily="18" charset="2"/>
                <a:buNone/>
                <a:tabLst/>
                <a:defRPr/>
              </a:pPr>
              <a:endParaRPr kumimoji="0" lang="en-IN" sz="1050" b="1" i="0" u="none" strike="noStrike" kern="0" cap="none" spc="0" normalizeH="0" baseline="0" noProof="0" dirty="0" smtClean="0">
                <a:ln>
                  <a:noFill/>
                </a:ln>
                <a:effectLst/>
                <a:uLnTx/>
                <a:uFillTx/>
                <a:latin typeface="Verdana"/>
                <a:ea typeface="+mn-ea"/>
                <a:cs typeface="+mn-cs"/>
              </a:endParaRPr>
            </a:p>
          </p:txBody>
        </p:sp>
        <p:grpSp>
          <p:nvGrpSpPr>
            <p:cNvPr id="7" name="Group 6"/>
            <p:cNvGrpSpPr/>
            <p:nvPr/>
          </p:nvGrpSpPr>
          <p:grpSpPr>
            <a:xfrm>
              <a:off x="2989944" y="1436669"/>
              <a:ext cx="4877334" cy="1552993"/>
              <a:chOff x="2989944" y="1436669"/>
              <a:chExt cx="4877334" cy="1552993"/>
            </a:xfrm>
          </p:grpSpPr>
          <p:sp>
            <p:nvSpPr>
              <p:cNvPr id="176" name="Oval 175"/>
              <p:cNvSpPr/>
              <p:nvPr/>
            </p:nvSpPr>
            <p:spPr bwMode="gray">
              <a:xfrm>
                <a:off x="4616326" y="1436669"/>
                <a:ext cx="1619028" cy="1552993"/>
              </a:xfrm>
              <a:prstGeom prst="ellipse">
                <a:avLst/>
              </a:prstGeom>
              <a:solidFill>
                <a:sysClr val="window" lastClr="FFFFFF"/>
              </a:solidFill>
              <a:ln w="19050" algn="ctr">
                <a:no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marL="0" marR="0" lvl="0" indent="0" algn="ctr" defTabSz="128016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0" cap="none" spc="0" normalizeH="0" baseline="0" noProof="0" dirty="0" err="1" smtClean="0">
                    <a:ln>
                      <a:noFill/>
                    </a:ln>
                    <a:effectLst/>
                    <a:uLnTx/>
                    <a:uFillTx/>
                    <a:latin typeface="Verdana"/>
                    <a:ea typeface="+mn-ea"/>
                    <a:cs typeface="+mn-cs"/>
                  </a:rPr>
                  <a:t>Mangement</a:t>
                </a:r>
                <a:r>
                  <a:rPr kumimoji="0" lang="en-US" sz="1050" b="1" i="0" u="none" strike="noStrike" kern="0" cap="none" spc="0" normalizeH="0" baseline="0" noProof="0" dirty="0" smtClean="0">
                    <a:ln>
                      <a:noFill/>
                    </a:ln>
                    <a:effectLst/>
                    <a:uLnTx/>
                    <a:uFillTx/>
                    <a:latin typeface="Verdana"/>
                    <a:ea typeface="+mn-ea"/>
                    <a:cs typeface="+mn-cs"/>
                  </a:rPr>
                  <a:t> and delivery objectives</a:t>
                </a:r>
                <a:endParaRPr kumimoji="0" lang="en-IN" sz="1050" b="1" i="0" u="none" strike="noStrike" kern="0" cap="none" spc="0" normalizeH="0" baseline="0" noProof="0" dirty="0" smtClean="0">
                  <a:ln>
                    <a:noFill/>
                  </a:ln>
                  <a:effectLst/>
                  <a:uLnTx/>
                  <a:uFillTx/>
                  <a:latin typeface="Verdana"/>
                  <a:ea typeface="+mn-ea"/>
                  <a:cs typeface="+mn-cs"/>
                </a:endParaRPr>
              </a:p>
            </p:txBody>
          </p:sp>
          <p:sp>
            <p:nvSpPr>
              <p:cNvPr id="184" name="Rectangle 183"/>
              <p:cNvSpPr/>
              <p:nvPr/>
            </p:nvSpPr>
            <p:spPr>
              <a:xfrm>
                <a:off x="3173488" y="1475346"/>
                <a:ext cx="1195199" cy="415498"/>
              </a:xfrm>
              <a:prstGeom prst="rect">
                <a:avLst/>
              </a:prstGeom>
              <a:solidFill>
                <a:sysClr val="window" lastClr="FFFFFF"/>
              </a:solidFill>
              <a:ln w="22225" cap="flat">
                <a:noFill/>
                <a:prstDash val="solid"/>
                <a:miter lim="800000"/>
                <a:headEnd/>
                <a:tailEnd/>
              </a:ln>
            </p:spPr>
            <p:txBody>
              <a:bodyPr vert="horz" wrap="none" lIns="45720" tIns="45720" rIns="45720" bIns="45720" numCol="1" anchor="ctr" anchorCtr="0" compatLnSpc="1">
                <a:prstTxWarp prst="textNoShape">
                  <a:avLst/>
                </a:prstTxWarp>
                <a:spAutoFit/>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0" lang="en-IN" sz="1050" b="0" i="0" u="none" strike="noStrike" kern="0" cap="none" spc="0" normalizeH="0" baseline="0" noProof="0" dirty="0">
                    <a:ln>
                      <a:noFill/>
                    </a:ln>
                    <a:effectLst/>
                    <a:uLnTx/>
                    <a:uFillTx/>
                    <a:latin typeface="Verdana"/>
                    <a:ea typeface="+mn-ea"/>
                    <a:cs typeface="+mn-cs"/>
                  </a:rPr>
                  <a:t>Capital Projects </a:t>
                </a:r>
              </a:p>
              <a:p>
                <a:pPr marL="0" marR="0" lvl="0" indent="0" algn="ctr" defTabSz="1280160" rtl="0" eaLnBrk="1" fontAlgn="auto" latinLnBrk="0" hangingPunct="1">
                  <a:lnSpc>
                    <a:spcPct val="100000"/>
                  </a:lnSpc>
                  <a:spcBef>
                    <a:spcPts val="0"/>
                  </a:spcBef>
                  <a:spcAft>
                    <a:spcPts val="0"/>
                  </a:spcAft>
                  <a:buClrTx/>
                  <a:buSzTx/>
                  <a:buFontTx/>
                  <a:buNone/>
                  <a:tabLst/>
                  <a:defRPr/>
                </a:pPr>
                <a:r>
                  <a:rPr kumimoji="0" lang="en-IN" sz="1050" b="0" i="0" u="none" strike="noStrike" kern="0" cap="none" spc="0" normalizeH="0" baseline="0" noProof="0" dirty="0">
                    <a:ln>
                      <a:noFill/>
                    </a:ln>
                    <a:effectLst/>
                    <a:uLnTx/>
                    <a:uFillTx/>
                    <a:latin typeface="Verdana"/>
                    <a:ea typeface="+mn-ea"/>
                    <a:cs typeface="+mn-cs"/>
                  </a:rPr>
                  <a:t>Efficiency</a:t>
                </a:r>
              </a:p>
            </p:txBody>
          </p:sp>
          <p:sp>
            <p:nvSpPr>
              <p:cNvPr id="185" name="Rectangle 184"/>
              <p:cNvSpPr/>
              <p:nvPr/>
            </p:nvSpPr>
            <p:spPr>
              <a:xfrm>
                <a:off x="6333845" y="1475346"/>
                <a:ext cx="1533433" cy="415498"/>
              </a:xfrm>
              <a:prstGeom prst="rect">
                <a:avLst/>
              </a:prstGeom>
              <a:solidFill>
                <a:sysClr val="window" lastClr="FFFFFF"/>
              </a:solidFill>
              <a:ln w="22225" cap="flat">
                <a:noFill/>
                <a:prstDash val="solid"/>
                <a:miter lim="800000"/>
                <a:headEnd/>
                <a:tailEnd/>
              </a:ln>
            </p:spPr>
            <p:txBody>
              <a:bodyPr vert="horz" wrap="none" lIns="45720" tIns="45720" rIns="45720" bIns="45720" numCol="1" anchor="ctr" anchorCtr="0" compatLnSpc="1">
                <a:prstTxWarp prst="textNoShape">
                  <a:avLst/>
                </a:prstTxWarp>
                <a:spAutoFit/>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0" lang="en-IN" sz="1050" b="0" i="0" u="none" strike="noStrike" kern="0" cap="none" spc="0" normalizeH="0" baseline="0" noProof="0" dirty="0">
                    <a:ln>
                      <a:noFill/>
                    </a:ln>
                    <a:effectLst/>
                    <a:uLnTx/>
                    <a:uFillTx/>
                    <a:latin typeface="Verdana"/>
                    <a:ea typeface="+mn-ea"/>
                    <a:cs typeface="+mn-cs"/>
                  </a:rPr>
                  <a:t>Improved </a:t>
                </a:r>
              </a:p>
              <a:p>
                <a:pPr marL="0" marR="0" lvl="0" indent="0" algn="ctr" defTabSz="1280160" rtl="0" eaLnBrk="1" fontAlgn="auto" latinLnBrk="0" hangingPunct="1">
                  <a:lnSpc>
                    <a:spcPct val="100000"/>
                  </a:lnSpc>
                  <a:spcBef>
                    <a:spcPts val="0"/>
                  </a:spcBef>
                  <a:spcAft>
                    <a:spcPts val="0"/>
                  </a:spcAft>
                  <a:buClrTx/>
                  <a:buSzTx/>
                  <a:buFontTx/>
                  <a:buNone/>
                  <a:tabLst/>
                  <a:defRPr/>
                </a:pPr>
                <a:r>
                  <a:rPr kumimoji="0" lang="en-IN" sz="1050" b="0" i="0" u="none" strike="noStrike" kern="0" cap="none" spc="0" normalizeH="0" baseline="0" noProof="0" dirty="0">
                    <a:ln>
                      <a:noFill/>
                    </a:ln>
                    <a:effectLst/>
                    <a:uLnTx/>
                    <a:uFillTx/>
                    <a:latin typeface="Verdana"/>
                    <a:ea typeface="+mn-ea"/>
                    <a:cs typeface="+mn-cs"/>
                  </a:rPr>
                  <a:t>Customer Experience</a:t>
                </a:r>
              </a:p>
            </p:txBody>
          </p:sp>
          <p:sp>
            <p:nvSpPr>
              <p:cNvPr id="186" name="Rectangle 185"/>
              <p:cNvSpPr/>
              <p:nvPr/>
            </p:nvSpPr>
            <p:spPr>
              <a:xfrm>
                <a:off x="2989944" y="2507304"/>
                <a:ext cx="1562287" cy="415498"/>
              </a:xfrm>
              <a:prstGeom prst="rect">
                <a:avLst/>
              </a:prstGeom>
              <a:solidFill>
                <a:sysClr val="window" lastClr="FFFFFF"/>
              </a:solidFill>
              <a:ln w="22225" cap="flat">
                <a:noFill/>
                <a:prstDash val="solid"/>
                <a:miter lim="800000"/>
                <a:headEnd/>
                <a:tailEnd/>
              </a:ln>
            </p:spPr>
            <p:txBody>
              <a:bodyPr vert="horz" wrap="none" lIns="45720" tIns="45720" rIns="45720" bIns="45720" numCol="1" anchor="ctr" anchorCtr="0" compatLnSpc="1">
                <a:prstTxWarp prst="textNoShape">
                  <a:avLst/>
                </a:prstTxWarp>
                <a:spAutoFit/>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0" lang="en-IN" sz="1050" b="0" i="0" u="none" strike="noStrike" kern="0" cap="none" spc="0" normalizeH="0" baseline="0" noProof="0" dirty="0">
                    <a:ln>
                      <a:noFill/>
                    </a:ln>
                    <a:effectLst/>
                    <a:uLnTx/>
                    <a:uFillTx/>
                    <a:latin typeface="Verdana"/>
                    <a:ea typeface="+mn-ea"/>
                    <a:cs typeface="+mn-cs"/>
                  </a:rPr>
                  <a:t>Commercial &amp; </a:t>
                </a:r>
              </a:p>
              <a:p>
                <a:pPr marL="0" marR="0" lvl="0" indent="0" algn="ctr" defTabSz="1280160" rtl="0" eaLnBrk="1" fontAlgn="auto" latinLnBrk="0" hangingPunct="1">
                  <a:lnSpc>
                    <a:spcPct val="100000"/>
                  </a:lnSpc>
                  <a:spcBef>
                    <a:spcPts val="0"/>
                  </a:spcBef>
                  <a:spcAft>
                    <a:spcPts val="0"/>
                  </a:spcAft>
                  <a:buClrTx/>
                  <a:buSzTx/>
                  <a:buFontTx/>
                  <a:buNone/>
                  <a:tabLst/>
                  <a:defRPr/>
                </a:pPr>
                <a:r>
                  <a:rPr kumimoji="0" lang="en-IN" sz="1050" b="0" i="0" u="none" strike="noStrike" kern="0" cap="none" spc="0" normalizeH="0" baseline="0" noProof="0" dirty="0">
                    <a:ln>
                      <a:noFill/>
                    </a:ln>
                    <a:effectLst/>
                    <a:uLnTx/>
                    <a:uFillTx/>
                    <a:latin typeface="Verdana"/>
                    <a:ea typeface="+mn-ea"/>
                    <a:cs typeface="+mn-cs"/>
                  </a:rPr>
                  <a:t>Operational Efficiency</a:t>
                </a:r>
              </a:p>
            </p:txBody>
          </p:sp>
          <p:sp>
            <p:nvSpPr>
              <p:cNvPr id="187" name="Rectangle 186"/>
              <p:cNvSpPr/>
              <p:nvPr/>
            </p:nvSpPr>
            <p:spPr>
              <a:xfrm>
                <a:off x="6142493" y="2588094"/>
                <a:ext cx="1628010" cy="253916"/>
              </a:xfrm>
              <a:prstGeom prst="rect">
                <a:avLst/>
              </a:prstGeom>
              <a:solidFill>
                <a:sysClr val="window" lastClr="FFFFFF"/>
              </a:solidFill>
              <a:ln w="22225" cap="flat">
                <a:noFill/>
                <a:prstDash val="solid"/>
                <a:miter lim="800000"/>
                <a:headEnd/>
                <a:tailEnd/>
              </a:ln>
            </p:spPr>
            <p:txBody>
              <a:bodyPr vert="horz" wrap="none" lIns="45720" tIns="45720" rIns="45720" bIns="45720" numCol="1" anchor="ctr" anchorCtr="0" compatLnSpc="1">
                <a:prstTxWarp prst="textNoShape">
                  <a:avLst/>
                </a:prstTxWarp>
                <a:spAutoFit/>
              </a:bodyPr>
              <a:lstStyle/>
              <a:p>
                <a:pPr marL="0" marR="0" lvl="0" indent="0" algn="r" defTabSz="1280160" rtl="0" eaLnBrk="1" fontAlgn="auto" latinLnBrk="0" hangingPunct="1">
                  <a:lnSpc>
                    <a:spcPct val="100000"/>
                  </a:lnSpc>
                  <a:spcBef>
                    <a:spcPts val="0"/>
                  </a:spcBef>
                  <a:spcAft>
                    <a:spcPts val="0"/>
                  </a:spcAft>
                  <a:buClrTx/>
                  <a:buSzTx/>
                  <a:buFontTx/>
                  <a:buNone/>
                  <a:tabLst/>
                  <a:defRPr/>
                </a:pPr>
                <a:r>
                  <a:rPr kumimoji="0" lang="en-IN" sz="1050" b="0" i="0" u="none" strike="noStrike" kern="0" cap="none" spc="0" normalizeH="0" baseline="0" noProof="0" dirty="0" smtClean="0">
                    <a:ln>
                      <a:noFill/>
                    </a:ln>
                    <a:effectLst/>
                    <a:uLnTx/>
                    <a:uFillTx/>
                    <a:latin typeface="Verdana"/>
                    <a:ea typeface="+mn-ea"/>
                    <a:cs typeface="+mn-cs"/>
                  </a:rPr>
                  <a:t>Technology led growth</a:t>
                </a:r>
              </a:p>
            </p:txBody>
          </p:sp>
        </p:grpSp>
      </p:grpSp>
      <p:grpSp>
        <p:nvGrpSpPr>
          <p:cNvPr id="6" name="Group 5"/>
          <p:cNvGrpSpPr/>
          <p:nvPr/>
        </p:nvGrpSpPr>
        <p:grpSpPr>
          <a:xfrm>
            <a:off x="8378791" y="4258683"/>
            <a:ext cx="3716570" cy="2507408"/>
            <a:chOff x="7885089" y="3352248"/>
            <a:chExt cx="3716570" cy="2507408"/>
          </a:xfrm>
        </p:grpSpPr>
        <p:sp>
          <p:nvSpPr>
            <p:cNvPr id="173" name="Rounded Rectangle 172"/>
            <p:cNvSpPr/>
            <p:nvPr/>
          </p:nvSpPr>
          <p:spPr bwMode="gray">
            <a:xfrm>
              <a:off x="7885089" y="3352248"/>
              <a:ext cx="3716570" cy="2507408"/>
            </a:xfrm>
            <a:prstGeom prst="roundRect">
              <a:avLst>
                <a:gd name="adj" fmla="val 4556"/>
              </a:avLst>
            </a:prstGeom>
            <a:solidFill>
              <a:sysClr val="window" lastClr="FFFFFF">
                <a:lumMod val="95000"/>
              </a:sysClr>
            </a:solidFill>
            <a:ln w="19050" algn="ctr">
              <a:noFill/>
              <a:miter lim="800000"/>
              <a:headEnd/>
              <a:tailEnd/>
            </a:ln>
          </p:spPr>
          <p:txBody>
            <a:bodyPr wrap="square" lIns="88900" tIns="88900" rIns="88900" bIns="88900" rtlCol="0" anchor="ctr"/>
            <a:lstStyle/>
            <a:p>
              <a:pPr marL="0" marR="0" lvl="0" indent="0" algn="ctr" defTabSz="128016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smtClean="0">
                <a:ln>
                  <a:noFill/>
                </a:ln>
                <a:solidFill>
                  <a:prstClr val="white"/>
                </a:solidFill>
                <a:effectLst/>
                <a:uLnTx/>
                <a:uFillTx/>
                <a:latin typeface="Verdana"/>
                <a:ea typeface="+mn-ea"/>
                <a:cs typeface="+mn-cs"/>
              </a:endParaRPr>
            </a:p>
          </p:txBody>
        </p:sp>
        <p:grpSp>
          <p:nvGrpSpPr>
            <p:cNvPr id="182" name="Group 181"/>
            <p:cNvGrpSpPr/>
            <p:nvPr/>
          </p:nvGrpSpPr>
          <p:grpSpPr>
            <a:xfrm>
              <a:off x="7966421" y="5362380"/>
              <a:ext cx="3553906" cy="460799"/>
              <a:chOff x="8426146" y="7122769"/>
              <a:chExt cx="3756895" cy="507831"/>
            </a:xfrm>
          </p:grpSpPr>
          <p:sp>
            <p:nvSpPr>
              <p:cNvPr id="223" name="Rectangle 222"/>
              <p:cNvSpPr/>
              <p:nvPr/>
            </p:nvSpPr>
            <p:spPr>
              <a:xfrm>
                <a:off x="8426146" y="7122769"/>
                <a:ext cx="1078293" cy="507831"/>
              </a:xfrm>
              <a:prstGeom prst="rect">
                <a:avLst/>
              </a:prstGeom>
              <a:solidFill>
                <a:sysClr val="window" lastClr="FFFFFF"/>
              </a:solidFill>
              <a:ln w="22225" cap="flat">
                <a:noFill/>
                <a:prstDash val="solid"/>
                <a:miter lim="800000"/>
                <a:headEnd/>
                <a:tailEnd/>
              </a:ln>
            </p:spPr>
            <p:txBody>
              <a:bodyPr vert="horz" wrap="none" lIns="45720" tIns="45720" rIns="45720" bIns="45720" numCol="1" anchor="ctr" anchorCtr="0" compatLnSpc="1">
                <a:prstTxWarp prst="textNoShape">
                  <a:avLst/>
                </a:prstTxWarp>
                <a:noAutofit/>
              </a:bodyPr>
              <a:lstStyle/>
              <a:p>
                <a:pPr marL="0" marR="0" lvl="0" indent="0" algn="l" defTabSz="128016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Verdana"/>
                    <a:ea typeface="+mn-ea"/>
                    <a:cs typeface="+mn-cs"/>
                  </a:rPr>
                  <a:t>Revenue Return </a:t>
                </a:r>
              </a:p>
              <a:p>
                <a:pPr marL="0" marR="0" lvl="0" indent="0" algn="l" defTabSz="128016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Verdana"/>
                    <a:ea typeface="+mn-ea"/>
                    <a:cs typeface="+mn-cs"/>
                  </a:rPr>
                  <a:t>Profile for </a:t>
                </a:r>
                <a:r>
                  <a:rPr kumimoji="0" lang="en-US" sz="900" b="0" i="0" u="none" strike="noStrike" kern="0" cap="none" spc="0" normalizeH="0" baseline="0" noProof="0" dirty="0" smtClean="0">
                    <a:ln>
                      <a:noFill/>
                    </a:ln>
                    <a:solidFill>
                      <a:prstClr val="black"/>
                    </a:solidFill>
                    <a:effectLst/>
                    <a:uLnTx/>
                    <a:uFillTx/>
                    <a:latin typeface="Verdana"/>
                    <a:ea typeface="+mn-ea"/>
                    <a:cs typeface="+mn-cs"/>
                  </a:rPr>
                  <a:t>AAI</a:t>
                </a:r>
                <a:endParaRPr kumimoji="0" lang="en-IN" sz="900" b="0" i="0" u="none" strike="noStrike" kern="0" cap="none" spc="0" normalizeH="0" baseline="0" noProof="0" dirty="0">
                  <a:ln>
                    <a:noFill/>
                  </a:ln>
                  <a:solidFill>
                    <a:prstClr val="black"/>
                  </a:solidFill>
                  <a:effectLst/>
                  <a:uLnTx/>
                  <a:uFillTx/>
                  <a:latin typeface="Verdana"/>
                  <a:ea typeface="+mn-ea"/>
                  <a:cs typeface="+mn-cs"/>
                </a:endParaRPr>
              </a:p>
            </p:txBody>
          </p:sp>
          <p:sp>
            <p:nvSpPr>
              <p:cNvPr id="224" name="Rectangle 223"/>
              <p:cNvSpPr/>
              <p:nvPr/>
            </p:nvSpPr>
            <p:spPr>
              <a:xfrm>
                <a:off x="10949940" y="7122769"/>
                <a:ext cx="1233101" cy="507831"/>
              </a:xfrm>
              <a:prstGeom prst="rect">
                <a:avLst/>
              </a:prstGeom>
              <a:solidFill>
                <a:sysClr val="window" lastClr="FFFFFF"/>
              </a:solidFill>
              <a:ln w="22225" cap="flat">
                <a:noFill/>
                <a:prstDash val="solid"/>
                <a:miter lim="800000"/>
                <a:headEnd/>
                <a:tailEnd/>
              </a:ln>
            </p:spPr>
            <p:txBody>
              <a:bodyPr vert="horz" wrap="square" lIns="45720" tIns="45720" rIns="45720" bIns="45720" numCol="1" anchor="ctr" anchorCtr="0" compatLnSpc="1">
                <a:prstTxWarp prst="textNoShape">
                  <a:avLst/>
                </a:prstTxWarp>
                <a:noAutofit/>
              </a:bodyPr>
              <a:lstStyle/>
              <a:p>
                <a:pPr marL="0" marR="0" lvl="0" indent="0" algn="r" defTabSz="1280160" rtl="0" eaLnBrk="1" fontAlgn="auto" latinLnBrk="0" hangingPunct="1">
                  <a:lnSpc>
                    <a:spcPct val="100000"/>
                  </a:lnSpc>
                  <a:spcBef>
                    <a:spcPts val="0"/>
                  </a:spcBef>
                  <a:spcAft>
                    <a:spcPts val="0"/>
                  </a:spcAft>
                  <a:buClrTx/>
                  <a:buSzTx/>
                  <a:buFontTx/>
                  <a:buNone/>
                  <a:tabLst/>
                  <a:defRPr/>
                </a:pPr>
                <a:r>
                  <a:rPr kumimoji="0" lang="en-IN" sz="900" b="0" i="0" u="none" strike="noStrike" kern="0" cap="none" spc="0" normalizeH="0" baseline="0" noProof="0" dirty="0">
                    <a:ln>
                      <a:noFill/>
                    </a:ln>
                    <a:solidFill>
                      <a:prstClr val="black"/>
                    </a:solidFill>
                    <a:effectLst/>
                    <a:uLnTx/>
                    <a:uFillTx/>
                    <a:latin typeface="Verdana"/>
                    <a:ea typeface="+mn-ea"/>
                    <a:cs typeface="+mn-cs"/>
                  </a:rPr>
                  <a:t>Capital Financing </a:t>
                </a:r>
              </a:p>
              <a:p>
                <a:pPr marL="0" marR="0" lvl="0" indent="0" algn="r" defTabSz="1280160" rtl="0" eaLnBrk="1" fontAlgn="auto" latinLnBrk="0" hangingPunct="1">
                  <a:lnSpc>
                    <a:spcPct val="100000"/>
                  </a:lnSpc>
                  <a:spcBef>
                    <a:spcPts val="0"/>
                  </a:spcBef>
                  <a:spcAft>
                    <a:spcPts val="0"/>
                  </a:spcAft>
                  <a:buClrTx/>
                  <a:buSzTx/>
                  <a:buFontTx/>
                  <a:buNone/>
                  <a:tabLst/>
                  <a:defRPr/>
                </a:pPr>
                <a:r>
                  <a:rPr kumimoji="0" lang="en-IN" sz="900" b="0" i="0" u="none" strike="noStrike" kern="0" cap="none" spc="0" normalizeH="0" baseline="0" noProof="0" dirty="0">
                    <a:ln>
                      <a:noFill/>
                    </a:ln>
                    <a:solidFill>
                      <a:prstClr val="black"/>
                    </a:solidFill>
                    <a:effectLst/>
                    <a:uLnTx/>
                    <a:uFillTx/>
                    <a:latin typeface="Verdana"/>
                    <a:ea typeface="+mn-ea"/>
                    <a:cs typeface="+mn-cs"/>
                  </a:rPr>
                  <a:t>Efficiency</a:t>
                </a:r>
              </a:p>
            </p:txBody>
          </p:sp>
          <p:sp>
            <p:nvSpPr>
              <p:cNvPr id="225" name="Rectangle 224"/>
              <p:cNvSpPr/>
              <p:nvPr/>
            </p:nvSpPr>
            <p:spPr>
              <a:xfrm>
                <a:off x="9610639" y="7122769"/>
                <a:ext cx="1233101" cy="507831"/>
              </a:xfrm>
              <a:prstGeom prst="rect">
                <a:avLst/>
              </a:prstGeom>
              <a:solidFill>
                <a:sysClr val="window" lastClr="FFFFFF"/>
              </a:solidFill>
              <a:ln w="22225" cap="flat">
                <a:noFill/>
                <a:prstDash val="solid"/>
                <a:miter lim="800000"/>
                <a:headEnd/>
                <a:tailEnd/>
              </a:ln>
            </p:spPr>
            <p:txBody>
              <a:bodyPr vert="horz" wrap="square" lIns="45720" tIns="45720" rIns="45720" bIns="45720" numCol="1" anchor="ctr" anchorCtr="0" compatLnSpc="1">
                <a:prstTxWarp prst="textNoShape">
                  <a:avLst/>
                </a:prstTxWarp>
                <a:noAutofit/>
              </a:bodyPr>
              <a:lstStyle/>
              <a:p>
                <a:pPr marL="0" marR="0" lvl="0" indent="0" algn="l" defTabSz="128016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Verdana"/>
                    <a:ea typeface="+mn-ea"/>
                    <a:cs typeface="+mn-cs"/>
                  </a:rPr>
                  <a:t>New Sources of </a:t>
                </a:r>
              </a:p>
              <a:p>
                <a:pPr marL="0" marR="0" lvl="0" indent="0" algn="l" defTabSz="128016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Verdana"/>
                    <a:ea typeface="+mn-ea"/>
                    <a:cs typeface="+mn-cs"/>
                  </a:rPr>
                  <a:t>Private Finance</a:t>
                </a:r>
                <a:endParaRPr kumimoji="0" lang="en-IN" sz="900" b="0" i="0" u="none" strike="noStrike" kern="0" cap="none" spc="0" normalizeH="0" baseline="0" noProof="0" dirty="0">
                  <a:ln>
                    <a:noFill/>
                  </a:ln>
                  <a:solidFill>
                    <a:prstClr val="black"/>
                  </a:solidFill>
                  <a:effectLst/>
                  <a:uLnTx/>
                  <a:uFillTx/>
                  <a:latin typeface="Verdana"/>
                  <a:ea typeface="+mn-ea"/>
                  <a:cs typeface="+mn-cs"/>
                </a:endParaRPr>
              </a:p>
            </p:txBody>
          </p:sp>
        </p:grpSp>
        <p:grpSp>
          <p:nvGrpSpPr>
            <p:cNvPr id="190" name="Group 189"/>
            <p:cNvGrpSpPr/>
            <p:nvPr/>
          </p:nvGrpSpPr>
          <p:grpSpPr>
            <a:xfrm>
              <a:off x="8875258" y="3468828"/>
              <a:ext cx="1736232" cy="1663397"/>
              <a:chOff x="9392884" y="4930231"/>
              <a:chExt cx="1835401" cy="1833175"/>
            </a:xfrm>
          </p:grpSpPr>
          <p:sp>
            <p:nvSpPr>
              <p:cNvPr id="198" name="Oval 197"/>
              <p:cNvSpPr/>
              <p:nvPr/>
            </p:nvSpPr>
            <p:spPr bwMode="gray">
              <a:xfrm>
                <a:off x="9454833" y="4991067"/>
                <a:ext cx="1711502" cy="1711502"/>
              </a:xfrm>
              <a:prstGeom prst="ellipse">
                <a:avLst/>
              </a:prstGeom>
              <a:solidFill>
                <a:sysClr val="window" lastClr="FFFFFF"/>
              </a:solidFill>
              <a:ln w="19050" algn="ctr">
                <a:no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marL="0" marR="0" lvl="0" indent="0" algn="ctr" defTabSz="128016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smtClean="0">
                  <a:ln>
                    <a:noFill/>
                  </a:ln>
                  <a:solidFill>
                    <a:prstClr val="white"/>
                  </a:solidFill>
                  <a:effectLst/>
                  <a:uLnTx/>
                  <a:uFillTx/>
                  <a:latin typeface="Verdana"/>
                  <a:ea typeface="+mn-ea"/>
                  <a:cs typeface="+mn-cs"/>
                </a:endParaRPr>
              </a:p>
            </p:txBody>
          </p:sp>
          <p:sp>
            <p:nvSpPr>
              <p:cNvPr id="199" name="Oval 351"/>
              <p:cNvSpPr>
                <a:spLocks noChangeArrowheads="1"/>
              </p:cNvSpPr>
              <p:nvPr/>
            </p:nvSpPr>
            <p:spPr bwMode="auto">
              <a:xfrm>
                <a:off x="9392884" y="4930231"/>
                <a:ext cx="1835401" cy="1833175"/>
              </a:xfrm>
              <a:prstGeom prst="ellipse">
                <a:avLst/>
              </a:prstGeom>
              <a:noFill/>
              <a:ln w="22225" cap="flat">
                <a:solidFill>
                  <a:srgbClr val="004079"/>
                </a:solidFill>
                <a:prstDash val="solid"/>
                <a:miter lim="800000"/>
                <a:headEnd/>
                <a:tailEnd/>
              </a:ln>
            </p:spPr>
            <p:txBody>
              <a:bodyPr vert="horz" wrap="square" lIns="91440" tIns="914400" rIns="91440" bIns="45720" numCol="1" anchor="ctr" anchorCtr="0" compatLnSpc="1">
                <a:prstTxWarp prst="textNoShape">
                  <a:avLst/>
                </a:prstTxWarp>
              </a:bodyPr>
              <a:lstStyle/>
              <a:p>
                <a:pPr marL="0" marR="0" lvl="0" indent="0" algn="ctr" defTabSz="1280160" rtl="0" eaLnBrk="1" fontAlgn="auto" latinLnBrk="0" hangingPunct="1">
                  <a:lnSpc>
                    <a:spcPct val="120000"/>
                  </a:lnSpc>
                  <a:spcBef>
                    <a:spcPts val="0"/>
                  </a:spcBef>
                  <a:spcAft>
                    <a:spcPts val="0"/>
                  </a:spcAft>
                  <a:buClrTx/>
                  <a:buSzTx/>
                  <a:buFontTx/>
                  <a:buNone/>
                  <a:tabLst/>
                  <a:defRPr/>
                </a:pPr>
                <a:r>
                  <a:rPr kumimoji="0" lang="en-IN" sz="1050" b="1" i="0" u="none" strike="noStrike" kern="0" cap="none" spc="0" normalizeH="0" baseline="0" noProof="0" dirty="0" smtClean="0">
                    <a:ln>
                      <a:noFill/>
                    </a:ln>
                    <a:solidFill>
                      <a:srgbClr val="004079"/>
                    </a:solidFill>
                    <a:effectLst/>
                    <a:uLnTx/>
                    <a:uFillTx/>
                    <a:latin typeface="Verdana"/>
                    <a:ea typeface="+mn-ea"/>
                    <a:cs typeface="+mn-cs"/>
                  </a:rPr>
                  <a:t>Financial </a:t>
                </a:r>
              </a:p>
              <a:p>
                <a:pPr marL="0" marR="0" lvl="0" indent="0" algn="ctr" defTabSz="1280160" rtl="0" eaLnBrk="1" fontAlgn="auto" latinLnBrk="0" hangingPunct="1">
                  <a:lnSpc>
                    <a:spcPct val="120000"/>
                  </a:lnSpc>
                  <a:spcBef>
                    <a:spcPts val="0"/>
                  </a:spcBef>
                  <a:spcAft>
                    <a:spcPts val="0"/>
                  </a:spcAft>
                  <a:buClrTx/>
                  <a:buSzTx/>
                  <a:buFontTx/>
                  <a:buNone/>
                  <a:tabLst/>
                  <a:defRPr/>
                </a:pPr>
                <a:r>
                  <a:rPr kumimoji="0" lang="en-IN" sz="1050" b="1" i="0" u="none" strike="noStrike" kern="0" cap="none" spc="0" normalizeH="0" baseline="0" noProof="0" dirty="0" smtClean="0">
                    <a:ln>
                      <a:noFill/>
                    </a:ln>
                    <a:solidFill>
                      <a:srgbClr val="004079"/>
                    </a:solidFill>
                    <a:effectLst/>
                    <a:uLnTx/>
                    <a:uFillTx/>
                    <a:latin typeface="Verdana"/>
                    <a:ea typeface="+mn-ea"/>
                    <a:cs typeface="+mn-cs"/>
                  </a:rPr>
                  <a:t>Objectives</a:t>
                </a:r>
              </a:p>
            </p:txBody>
          </p:sp>
          <p:grpSp>
            <p:nvGrpSpPr>
              <p:cNvPr id="200" name="Group 477"/>
              <p:cNvGrpSpPr>
                <a:grpSpLocks noChangeAspect="1"/>
              </p:cNvGrpSpPr>
              <p:nvPr/>
            </p:nvGrpSpPr>
            <p:grpSpPr bwMode="auto">
              <a:xfrm>
                <a:off x="9918946" y="5166128"/>
                <a:ext cx="783277" cy="868833"/>
                <a:chOff x="2337" y="1176"/>
                <a:chExt cx="3305" cy="3666"/>
              </a:xfrm>
              <a:solidFill>
                <a:srgbClr val="004079"/>
              </a:solidFill>
            </p:grpSpPr>
            <p:sp>
              <p:nvSpPr>
                <p:cNvPr id="201" name="Freeform 478"/>
                <p:cNvSpPr>
                  <a:spLocks noEditPoints="1"/>
                </p:cNvSpPr>
                <p:nvPr/>
              </p:nvSpPr>
              <p:spPr bwMode="auto">
                <a:xfrm>
                  <a:off x="4168" y="1348"/>
                  <a:ext cx="717" cy="707"/>
                </a:xfrm>
                <a:custGeom>
                  <a:avLst/>
                  <a:gdLst>
                    <a:gd name="T0" fmla="*/ 212 w 220"/>
                    <a:gd name="T1" fmla="*/ 70 h 217"/>
                    <a:gd name="T2" fmla="*/ 211 w 220"/>
                    <a:gd name="T3" fmla="*/ 67 h 217"/>
                    <a:gd name="T4" fmla="*/ 172 w 220"/>
                    <a:gd name="T5" fmla="*/ 60 h 217"/>
                    <a:gd name="T6" fmla="*/ 174 w 220"/>
                    <a:gd name="T7" fmla="*/ 20 h 217"/>
                    <a:gd name="T8" fmla="*/ 171 w 220"/>
                    <a:gd name="T9" fmla="*/ 18 h 217"/>
                    <a:gd name="T10" fmla="*/ 150 w 220"/>
                    <a:gd name="T11" fmla="*/ 7 h 217"/>
                    <a:gd name="T12" fmla="*/ 128 w 220"/>
                    <a:gd name="T13" fmla="*/ 1 h 217"/>
                    <a:gd name="T14" fmla="*/ 124 w 220"/>
                    <a:gd name="T15" fmla="*/ 0 h 217"/>
                    <a:gd name="T16" fmla="*/ 99 w 220"/>
                    <a:gd name="T17" fmla="*/ 31 h 217"/>
                    <a:gd name="T18" fmla="*/ 65 w 220"/>
                    <a:gd name="T19" fmla="*/ 9 h 217"/>
                    <a:gd name="T20" fmla="*/ 62 w 220"/>
                    <a:gd name="T21" fmla="*/ 11 h 217"/>
                    <a:gd name="T22" fmla="*/ 26 w 220"/>
                    <a:gd name="T23" fmla="*/ 39 h 217"/>
                    <a:gd name="T24" fmla="*/ 23 w 220"/>
                    <a:gd name="T25" fmla="*/ 42 h 217"/>
                    <a:gd name="T26" fmla="*/ 37 w 220"/>
                    <a:gd name="T27" fmla="*/ 80 h 217"/>
                    <a:gd name="T28" fmla="*/ 1 w 220"/>
                    <a:gd name="T29" fmla="*/ 98 h 217"/>
                    <a:gd name="T30" fmla="*/ 1 w 220"/>
                    <a:gd name="T31" fmla="*/ 101 h 217"/>
                    <a:gd name="T32" fmla="*/ 8 w 220"/>
                    <a:gd name="T33" fmla="*/ 147 h 217"/>
                    <a:gd name="T34" fmla="*/ 9 w 220"/>
                    <a:gd name="T35" fmla="*/ 151 h 217"/>
                    <a:gd name="T36" fmla="*/ 48 w 220"/>
                    <a:gd name="T37" fmla="*/ 158 h 217"/>
                    <a:gd name="T38" fmla="*/ 46 w 220"/>
                    <a:gd name="T39" fmla="*/ 197 h 217"/>
                    <a:gd name="T40" fmla="*/ 49 w 220"/>
                    <a:gd name="T41" fmla="*/ 199 h 217"/>
                    <a:gd name="T42" fmla="*/ 70 w 220"/>
                    <a:gd name="T43" fmla="*/ 210 h 217"/>
                    <a:gd name="T44" fmla="*/ 92 w 220"/>
                    <a:gd name="T45" fmla="*/ 217 h 217"/>
                    <a:gd name="T46" fmla="*/ 95 w 220"/>
                    <a:gd name="T47" fmla="*/ 217 h 217"/>
                    <a:gd name="T48" fmla="*/ 121 w 220"/>
                    <a:gd name="T49" fmla="*/ 187 h 217"/>
                    <a:gd name="T50" fmla="*/ 155 w 220"/>
                    <a:gd name="T51" fmla="*/ 208 h 217"/>
                    <a:gd name="T52" fmla="*/ 158 w 220"/>
                    <a:gd name="T53" fmla="*/ 207 h 217"/>
                    <a:gd name="T54" fmla="*/ 194 w 220"/>
                    <a:gd name="T55" fmla="*/ 178 h 217"/>
                    <a:gd name="T56" fmla="*/ 197 w 220"/>
                    <a:gd name="T57" fmla="*/ 175 h 217"/>
                    <a:gd name="T58" fmla="*/ 183 w 220"/>
                    <a:gd name="T59" fmla="*/ 138 h 217"/>
                    <a:gd name="T60" fmla="*/ 219 w 220"/>
                    <a:gd name="T61" fmla="*/ 120 h 217"/>
                    <a:gd name="T62" fmla="*/ 219 w 220"/>
                    <a:gd name="T63" fmla="*/ 116 h 217"/>
                    <a:gd name="T64" fmla="*/ 212 w 220"/>
                    <a:gd name="T65" fmla="*/ 70 h 217"/>
                    <a:gd name="T66" fmla="*/ 108 w 220"/>
                    <a:gd name="T67" fmla="*/ 150 h 217"/>
                    <a:gd name="T68" fmla="*/ 66 w 220"/>
                    <a:gd name="T69" fmla="*/ 108 h 217"/>
                    <a:gd name="T70" fmla="*/ 108 w 220"/>
                    <a:gd name="T71" fmla="*/ 67 h 217"/>
                    <a:gd name="T72" fmla="*/ 150 w 220"/>
                    <a:gd name="T73" fmla="*/ 108 h 217"/>
                    <a:gd name="T74" fmla="*/ 108 w 220"/>
                    <a:gd name="T75" fmla="*/ 150 h 217"/>
                    <a:gd name="T76" fmla="*/ 108 w 220"/>
                    <a:gd name="T77" fmla="*/ 79 h 217"/>
                    <a:gd name="T78" fmla="*/ 78 w 220"/>
                    <a:gd name="T79" fmla="*/ 108 h 217"/>
                    <a:gd name="T80" fmla="*/ 108 w 220"/>
                    <a:gd name="T81" fmla="*/ 138 h 217"/>
                    <a:gd name="T82" fmla="*/ 137 w 220"/>
                    <a:gd name="T83" fmla="*/ 108 h 217"/>
                    <a:gd name="T84" fmla="*/ 108 w 220"/>
                    <a:gd name="T85" fmla="*/ 79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0" h="217">
                      <a:moveTo>
                        <a:pt x="212" y="70"/>
                      </a:moveTo>
                      <a:lnTo>
                        <a:pt x="211" y="67"/>
                      </a:lnTo>
                      <a:lnTo>
                        <a:pt x="172" y="60"/>
                      </a:lnTo>
                      <a:lnTo>
                        <a:pt x="174" y="20"/>
                      </a:lnTo>
                      <a:lnTo>
                        <a:pt x="171" y="18"/>
                      </a:lnTo>
                      <a:cubicBezTo>
                        <a:pt x="164" y="14"/>
                        <a:pt x="157" y="10"/>
                        <a:pt x="150" y="7"/>
                      </a:cubicBezTo>
                      <a:cubicBezTo>
                        <a:pt x="143" y="4"/>
                        <a:pt x="136" y="2"/>
                        <a:pt x="128" y="1"/>
                      </a:cubicBezTo>
                      <a:lnTo>
                        <a:pt x="124" y="0"/>
                      </a:lnTo>
                      <a:lnTo>
                        <a:pt x="99" y="31"/>
                      </a:lnTo>
                      <a:lnTo>
                        <a:pt x="65" y="9"/>
                      </a:lnTo>
                      <a:lnTo>
                        <a:pt x="62" y="11"/>
                      </a:lnTo>
                      <a:cubicBezTo>
                        <a:pt x="48" y="18"/>
                        <a:pt x="35" y="27"/>
                        <a:pt x="26" y="39"/>
                      </a:cubicBezTo>
                      <a:lnTo>
                        <a:pt x="23" y="42"/>
                      </a:lnTo>
                      <a:lnTo>
                        <a:pt x="37" y="80"/>
                      </a:lnTo>
                      <a:lnTo>
                        <a:pt x="1" y="98"/>
                      </a:lnTo>
                      <a:lnTo>
                        <a:pt x="1" y="101"/>
                      </a:lnTo>
                      <a:cubicBezTo>
                        <a:pt x="0" y="117"/>
                        <a:pt x="2" y="132"/>
                        <a:pt x="8" y="147"/>
                      </a:cubicBezTo>
                      <a:lnTo>
                        <a:pt x="9" y="151"/>
                      </a:lnTo>
                      <a:lnTo>
                        <a:pt x="48" y="158"/>
                      </a:lnTo>
                      <a:lnTo>
                        <a:pt x="46" y="197"/>
                      </a:lnTo>
                      <a:lnTo>
                        <a:pt x="49" y="199"/>
                      </a:lnTo>
                      <a:cubicBezTo>
                        <a:pt x="55" y="204"/>
                        <a:pt x="62" y="207"/>
                        <a:pt x="70" y="210"/>
                      </a:cubicBezTo>
                      <a:cubicBezTo>
                        <a:pt x="77" y="213"/>
                        <a:pt x="84" y="215"/>
                        <a:pt x="92" y="217"/>
                      </a:cubicBezTo>
                      <a:lnTo>
                        <a:pt x="95" y="217"/>
                      </a:lnTo>
                      <a:lnTo>
                        <a:pt x="121" y="187"/>
                      </a:lnTo>
                      <a:lnTo>
                        <a:pt x="155" y="208"/>
                      </a:lnTo>
                      <a:lnTo>
                        <a:pt x="158" y="207"/>
                      </a:lnTo>
                      <a:cubicBezTo>
                        <a:pt x="172" y="200"/>
                        <a:pt x="184" y="190"/>
                        <a:pt x="194" y="178"/>
                      </a:cubicBezTo>
                      <a:lnTo>
                        <a:pt x="197" y="175"/>
                      </a:lnTo>
                      <a:lnTo>
                        <a:pt x="183" y="138"/>
                      </a:lnTo>
                      <a:lnTo>
                        <a:pt x="219" y="120"/>
                      </a:lnTo>
                      <a:lnTo>
                        <a:pt x="219" y="116"/>
                      </a:lnTo>
                      <a:cubicBezTo>
                        <a:pt x="220" y="101"/>
                        <a:pt x="218" y="85"/>
                        <a:pt x="212" y="70"/>
                      </a:cubicBezTo>
                      <a:close/>
                      <a:moveTo>
                        <a:pt x="108" y="150"/>
                      </a:moveTo>
                      <a:cubicBezTo>
                        <a:pt x="85" y="150"/>
                        <a:pt x="66" y="132"/>
                        <a:pt x="66" y="108"/>
                      </a:cubicBezTo>
                      <a:cubicBezTo>
                        <a:pt x="66" y="85"/>
                        <a:pt x="85" y="67"/>
                        <a:pt x="108" y="67"/>
                      </a:cubicBezTo>
                      <a:cubicBezTo>
                        <a:pt x="131" y="67"/>
                        <a:pt x="150" y="85"/>
                        <a:pt x="150" y="108"/>
                      </a:cubicBezTo>
                      <a:cubicBezTo>
                        <a:pt x="150" y="132"/>
                        <a:pt x="131" y="150"/>
                        <a:pt x="108" y="150"/>
                      </a:cubicBezTo>
                      <a:close/>
                      <a:moveTo>
                        <a:pt x="108" y="79"/>
                      </a:moveTo>
                      <a:cubicBezTo>
                        <a:pt x="92" y="79"/>
                        <a:pt x="78" y="92"/>
                        <a:pt x="78" y="108"/>
                      </a:cubicBezTo>
                      <a:cubicBezTo>
                        <a:pt x="78" y="125"/>
                        <a:pt x="92" y="138"/>
                        <a:pt x="108" y="138"/>
                      </a:cubicBezTo>
                      <a:cubicBezTo>
                        <a:pt x="124" y="138"/>
                        <a:pt x="137" y="125"/>
                        <a:pt x="137" y="108"/>
                      </a:cubicBezTo>
                      <a:cubicBezTo>
                        <a:pt x="137" y="92"/>
                        <a:pt x="124" y="79"/>
                        <a:pt x="108" y="7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1280160" rtl="0" eaLnBrk="1" fontAlgn="auto" latinLnBrk="0" hangingPunct="1">
                    <a:lnSpc>
                      <a:spcPct val="100000"/>
                    </a:lnSpc>
                    <a:spcBef>
                      <a:spcPts val="0"/>
                    </a:spcBef>
                    <a:spcAft>
                      <a:spcPts val="0"/>
                    </a:spcAft>
                    <a:buClrTx/>
                    <a:buSzTx/>
                    <a:buFontTx/>
                    <a:buNone/>
                    <a:tabLst/>
                    <a:defRPr/>
                  </a:pPr>
                  <a:endParaRPr kumimoji="0" lang="en-IN" sz="2520" b="0" i="0" u="none" strike="noStrike" kern="0" cap="none" spc="0" normalizeH="0" baseline="0" noProof="0" dirty="0" smtClean="0">
                    <a:ln>
                      <a:noFill/>
                    </a:ln>
                    <a:solidFill>
                      <a:prstClr val="black"/>
                    </a:solidFill>
                    <a:effectLst/>
                    <a:uLnTx/>
                    <a:uFillTx/>
                    <a:latin typeface="Verdana"/>
                    <a:ea typeface="+mn-ea"/>
                    <a:cs typeface="+mn-cs"/>
                  </a:endParaRPr>
                </a:p>
              </p:txBody>
            </p:sp>
            <p:sp>
              <p:nvSpPr>
                <p:cNvPr id="202" name="Freeform 479"/>
                <p:cNvSpPr>
                  <a:spLocks noEditPoints="1"/>
                </p:cNvSpPr>
                <p:nvPr/>
              </p:nvSpPr>
              <p:spPr bwMode="auto">
                <a:xfrm>
                  <a:off x="4435" y="2185"/>
                  <a:ext cx="959" cy="957"/>
                </a:xfrm>
                <a:custGeom>
                  <a:avLst/>
                  <a:gdLst>
                    <a:gd name="T0" fmla="*/ 294 w 294"/>
                    <a:gd name="T1" fmla="*/ 126 h 294"/>
                    <a:gd name="T2" fmla="*/ 293 w 294"/>
                    <a:gd name="T3" fmla="*/ 122 h 294"/>
                    <a:gd name="T4" fmla="*/ 283 w 294"/>
                    <a:gd name="T5" fmla="*/ 87 h 294"/>
                    <a:gd name="T6" fmla="*/ 281 w 294"/>
                    <a:gd name="T7" fmla="*/ 84 h 294"/>
                    <a:gd name="T8" fmla="*/ 223 w 294"/>
                    <a:gd name="T9" fmla="*/ 85 h 294"/>
                    <a:gd name="T10" fmla="*/ 236 w 294"/>
                    <a:gd name="T11" fmla="*/ 28 h 294"/>
                    <a:gd name="T12" fmla="*/ 232 w 294"/>
                    <a:gd name="T13" fmla="*/ 26 h 294"/>
                    <a:gd name="T14" fmla="*/ 201 w 294"/>
                    <a:gd name="T15" fmla="*/ 9 h 294"/>
                    <a:gd name="T16" fmla="*/ 197 w 294"/>
                    <a:gd name="T17" fmla="*/ 7 h 294"/>
                    <a:gd name="T18" fmla="*/ 157 w 294"/>
                    <a:gd name="T19" fmla="*/ 49 h 294"/>
                    <a:gd name="T20" fmla="*/ 125 w 294"/>
                    <a:gd name="T21" fmla="*/ 0 h 294"/>
                    <a:gd name="T22" fmla="*/ 121 w 294"/>
                    <a:gd name="T23" fmla="*/ 1 h 294"/>
                    <a:gd name="T24" fmla="*/ 87 w 294"/>
                    <a:gd name="T25" fmla="*/ 12 h 294"/>
                    <a:gd name="T26" fmla="*/ 83 w 294"/>
                    <a:gd name="T27" fmla="*/ 13 h 294"/>
                    <a:gd name="T28" fmla="*/ 84 w 294"/>
                    <a:gd name="T29" fmla="*/ 71 h 294"/>
                    <a:gd name="T30" fmla="*/ 28 w 294"/>
                    <a:gd name="T31" fmla="*/ 59 h 294"/>
                    <a:gd name="T32" fmla="*/ 25 w 294"/>
                    <a:gd name="T33" fmla="*/ 62 h 294"/>
                    <a:gd name="T34" fmla="*/ 8 w 294"/>
                    <a:gd name="T35" fmla="*/ 94 h 294"/>
                    <a:gd name="T36" fmla="*/ 7 w 294"/>
                    <a:gd name="T37" fmla="*/ 98 h 294"/>
                    <a:gd name="T38" fmla="*/ 49 w 294"/>
                    <a:gd name="T39" fmla="*/ 138 h 294"/>
                    <a:gd name="T40" fmla="*/ 0 w 294"/>
                    <a:gd name="T41" fmla="*/ 169 h 294"/>
                    <a:gd name="T42" fmla="*/ 1 w 294"/>
                    <a:gd name="T43" fmla="*/ 173 h 294"/>
                    <a:gd name="T44" fmla="*/ 11 w 294"/>
                    <a:gd name="T45" fmla="*/ 208 h 294"/>
                    <a:gd name="T46" fmla="*/ 13 w 294"/>
                    <a:gd name="T47" fmla="*/ 211 h 294"/>
                    <a:gd name="T48" fmla="*/ 71 w 294"/>
                    <a:gd name="T49" fmla="*/ 210 h 294"/>
                    <a:gd name="T50" fmla="*/ 59 w 294"/>
                    <a:gd name="T51" fmla="*/ 267 h 294"/>
                    <a:gd name="T52" fmla="*/ 62 w 294"/>
                    <a:gd name="T53" fmla="*/ 269 h 294"/>
                    <a:gd name="T54" fmla="*/ 92 w 294"/>
                    <a:gd name="T55" fmla="*/ 286 h 294"/>
                    <a:gd name="T56" fmla="*/ 94 w 294"/>
                    <a:gd name="T57" fmla="*/ 286 h 294"/>
                    <a:gd name="T58" fmla="*/ 97 w 294"/>
                    <a:gd name="T59" fmla="*/ 288 h 294"/>
                    <a:gd name="T60" fmla="*/ 137 w 294"/>
                    <a:gd name="T61" fmla="*/ 246 h 294"/>
                    <a:gd name="T62" fmla="*/ 169 w 294"/>
                    <a:gd name="T63" fmla="*/ 294 h 294"/>
                    <a:gd name="T64" fmla="*/ 173 w 294"/>
                    <a:gd name="T65" fmla="*/ 294 h 294"/>
                    <a:gd name="T66" fmla="*/ 207 w 294"/>
                    <a:gd name="T67" fmla="*/ 283 h 294"/>
                    <a:gd name="T68" fmla="*/ 211 w 294"/>
                    <a:gd name="T69" fmla="*/ 282 h 294"/>
                    <a:gd name="T70" fmla="*/ 210 w 294"/>
                    <a:gd name="T71" fmla="*/ 224 h 294"/>
                    <a:gd name="T72" fmla="*/ 267 w 294"/>
                    <a:gd name="T73" fmla="*/ 236 h 294"/>
                    <a:gd name="T74" fmla="*/ 269 w 294"/>
                    <a:gd name="T75" fmla="*/ 233 h 294"/>
                    <a:gd name="T76" fmla="*/ 286 w 294"/>
                    <a:gd name="T77" fmla="*/ 201 h 294"/>
                    <a:gd name="T78" fmla="*/ 287 w 294"/>
                    <a:gd name="T79" fmla="*/ 197 h 294"/>
                    <a:gd name="T80" fmla="*/ 245 w 294"/>
                    <a:gd name="T81" fmla="*/ 157 h 294"/>
                    <a:gd name="T82" fmla="*/ 294 w 294"/>
                    <a:gd name="T83" fmla="*/ 126 h 294"/>
                    <a:gd name="T84" fmla="*/ 96 w 294"/>
                    <a:gd name="T85" fmla="*/ 144 h 294"/>
                    <a:gd name="T86" fmla="*/ 148 w 294"/>
                    <a:gd name="T87" fmla="*/ 92 h 294"/>
                    <a:gd name="T88" fmla="*/ 199 w 294"/>
                    <a:gd name="T89" fmla="*/ 144 h 294"/>
                    <a:gd name="T90" fmla="*/ 148 w 294"/>
                    <a:gd name="T91" fmla="*/ 196 h 294"/>
                    <a:gd name="T92" fmla="*/ 96 w 294"/>
                    <a:gd name="T93" fmla="*/ 144 h 294"/>
                    <a:gd name="T94" fmla="*/ 187 w 294"/>
                    <a:gd name="T95" fmla="*/ 144 h 294"/>
                    <a:gd name="T96" fmla="*/ 148 w 294"/>
                    <a:gd name="T97" fmla="*/ 184 h 294"/>
                    <a:gd name="T98" fmla="*/ 108 w 294"/>
                    <a:gd name="T99" fmla="*/ 144 h 294"/>
                    <a:gd name="T100" fmla="*/ 148 w 294"/>
                    <a:gd name="T101" fmla="*/ 105 h 294"/>
                    <a:gd name="T102" fmla="*/ 187 w 294"/>
                    <a:gd name="T103" fmla="*/ 144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94" h="294">
                      <a:moveTo>
                        <a:pt x="294" y="126"/>
                      </a:moveTo>
                      <a:lnTo>
                        <a:pt x="293" y="122"/>
                      </a:lnTo>
                      <a:cubicBezTo>
                        <a:pt x="291" y="110"/>
                        <a:pt x="288" y="98"/>
                        <a:pt x="283" y="87"/>
                      </a:cubicBezTo>
                      <a:lnTo>
                        <a:pt x="281" y="84"/>
                      </a:lnTo>
                      <a:lnTo>
                        <a:pt x="223" y="85"/>
                      </a:lnTo>
                      <a:lnTo>
                        <a:pt x="236" y="28"/>
                      </a:lnTo>
                      <a:lnTo>
                        <a:pt x="232" y="26"/>
                      </a:lnTo>
                      <a:cubicBezTo>
                        <a:pt x="223" y="19"/>
                        <a:pt x="212" y="13"/>
                        <a:pt x="201" y="9"/>
                      </a:cubicBezTo>
                      <a:lnTo>
                        <a:pt x="197" y="7"/>
                      </a:lnTo>
                      <a:lnTo>
                        <a:pt x="157" y="49"/>
                      </a:lnTo>
                      <a:lnTo>
                        <a:pt x="125" y="0"/>
                      </a:lnTo>
                      <a:lnTo>
                        <a:pt x="121" y="1"/>
                      </a:lnTo>
                      <a:cubicBezTo>
                        <a:pt x="109" y="3"/>
                        <a:pt x="98" y="7"/>
                        <a:pt x="87" y="12"/>
                      </a:cubicBezTo>
                      <a:lnTo>
                        <a:pt x="83" y="13"/>
                      </a:lnTo>
                      <a:lnTo>
                        <a:pt x="84" y="71"/>
                      </a:lnTo>
                      <a:lnTo>
                        <a:pt x="28" y="59"/>
                      </a:lnTo>
                      <a:lnTo>
                        <a:pt x="25" y="62"/>
                      </a:lnTo>
                      <a:cubicBezTo>
                        <a:pt x="19" y="72"/>
                        <a:pt x="13" y="83"/>
                        <a:pt x="8" y="94"/>
                      </a:cubicBezTo>
                      <a:lnTo>
                        <a:pt x="7" y="98"/>
                      </a:lnTo>
                      <a:lnTo>
                        <a:pt x="49" y="138"/>
                      </a:lnTo>
                      <a:lnTo>
                        <a:pt x="0" y="169"/>
                      </a:lnTo>
                      <a:lnTo>
                        <a:pt x="1" y="173"/>
                      </a:lnTo>
                      <a:cubicBezTo>
                        <a:pt x="3" y="185"/>
                        <a:pt x="6" y="197"/>
                        <a:pt x="11" y="208"/>
                      </a:cubicBezTo>
                      <a:lnTo>
                        <a:pt x="13" y="211"/>
                      </a:lnTo>
                      <a:lnTo>
                        <a:pt x="71" y="210"/>
                      </a:lnTo>
                      <a:lnTo>
                        <a:pt x="59" y="267"/>
                      </a:lnTo>
                      <a:lnTo>
                        <a:pt x="62" y="269"/>
                      </a:lnTo>
                      <a:cubicBezTo>
                        <a:pt x="72" y="276"/>
                        <a:pt x="82" y="282"/>
                        <a:pt x="92" y="286"/>
                      </a:cubicBezTo>
                      <a:cubicBezTo>
                        <a:pt x="93" y="286"/>
                        <a:pt x="93" y="286"/>
                        <a:pt x="94" y="286"/>
                      </a:cubicBezTo>
                      <a:lnTo>
                        <a:pt x="97" y="288"/>
                      </a:lnTo>
                      <a:lnTo>
                        <a:pt x="137" y="246"/>
                      </a:lnTo>
                      <a:lnTo>
                        <a:pt x="169" y="294"/>
                      </a:lnTo>
                      <a:lnTo>
                        <a:pt x="173" y="294"/>
                      </a:lnTo>
                      <a:cubicBezTo>
                        <a:pt x="185" y="292"/>
                        <a:pt x="197" y="288"/>
                        <a:pt x="207" y="283"/>
                      </a:cubicBezTo>
                      <a:lnTo>
                        <a:pt x="211" y="282"/>
                      </a:lnTo>
                      <a:lnTo>
                        <a:pt x="210" y="224"/>
                      </a:lnTo>
                      <a:lnTo>
                        <a:pt x="267" y="236"/>
                      </a:lnTo>
                      <a:lnTo>
                        <a:pt x="269" y="233"/>
                      </a:lnTo>
                      <a:cubicBezTo>
                        <a:pt x="276" y="223"/>
                        <a:pt x="281" y="212"/>
                        <a:pt x="286" y="201"/>
                      </a:cubicBezTo>
                      <a:lnTo>
                        <a:pt x="287" y="197"/>
                      </a:lnTo>
                      <a:lnTo>
                        <a:pt x="245" y="157"/>
                      </a:lnTo>
                      <a:lnTo>
                        <a:pt x="294" y="126"/>
                      </a:lnTo>
                      <a:close/>
                      <a:moveTo>
                        <a:pt x="96" y="144"/>
                      </a:moveTo>
                      <a:cubicBezTo>
                        <a:pt x="96" y="116"/>
                        <a:pt x="119" y="92"/>
                        <a:pt x="148" y="92"/>
                      </a:cubicBezTo>
                      <a:cubicBezTo>
                        <a:pt x="176" y="92"/>
                        <a:pt x="199" y="116"/>
                        <a:pt x="199" y="144"/>
                      </a:cubicBezTo>
                      <a:cubicBezTo>
                        <a:pt x="199" y="173"/>
                        <a:pt x="176" y="196"/>
                        <a:pt x="148" y="196"/>
                      </a:cubicBezTo>
                      <a:cubicBezTo>
                        <a:pt x="119" y="196"/>
                        <a:pt x="96" y="173"/>
                        <a:pt x="96" y="144"/>
                      </a:cubicBezTo>
                      <a:close/>
                      <a:moveTo>
                        <a:pt x="187" y="144"/>
                      </a:moveTo>
                      <a:cubicBezTo>
                        <a:pt x="187" y="166"/>
                        <a:pt x="169" y="184"/>
                        <a:pt x="148" y="184"/>
                      </a:cubicBezTo>
                      <a:cubicBezTo>
                        <a:pt x="126" y="184"/>
                        <a:pt x="108" y="166"/>
                        <a:pt x="108" y="144"/>
                      </a:cubicBezTo>
                      <a:cubicBezTo>
                        <a:pt x="108" y="122"/>
                        <a:pt x="126" y="105"/>
                        <a:pt x="148" y="105"/>
                      </a:cubicBezTo>
                      <a:cubicBezTo>
                        <a:pt x="169" y="105"/>
                        <a:pt x="187" y="122"/>
                        <a:pt x="187" y="14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1280160" rtl="0" eaLnBrk="1" fontAlgn="auto" latinLnBrk="0" hangingPunct="1">
                    <a:lnSpc>
                      <a:spcPct val="100000"/>
                    </a:lnSpc>
                    <a:spcBef>
                      <a:spcPts val="0"/>
                    </a:spcBef>
                    <a:spcAft>
                      <a:spcPts val="0"/>
                    </a:spcAft>
                    <a:buClrTx/>
                    <a:buSzTx/>
                    <a:buFontTx/>
                    <a:buNone/>
                    <a:tabLst/>
                    <a:defRPr/>
                  </a:pPr>
                  <a:endParaRPr kumimoji="0" lang="en-IN" sz="2520" b="0" i="0" u="none" strike="noStrike" kern="0" cap="none" spc="0" normalizeH="0" baseline="0" noProof="0" dirty="0" smtClean="0">
                    <a:ln>
                      <a:noFill/>
                    </a:ln>
                    <a:solidFill>
                      <a:prstClr val="black"/>
                    </a:solidFill>
                    <a:effectLst/>
                    <a:uLnTx/>
                    <a:uFillTx/>
                    <a:latin typeface="Verdana"/>
                    <a:ea typeface="+mn-ea"/>
                    <a:cs typeface="+mn-cs"/>
                  </a:endParaRPr>
                </a:p>
              </p:txBody>
            </p:sp>
            <p:sp>
              <p:nvSpPr>
                <p:cNvPr id="203" name="Freeform 480"/>
                <p:cNvSpPr>
                  <a:spLocks noEditPoints="1"/>
                </p:cNvSpPr>
                <p:nvPr/>
              </p:nvSpPr>
              <p:spPr bwMode="auto">
                <a:xfrm>
                  <a:off x="2490" y="1348"/>
                  <a:ext cx="1420" cy="1436"/>
                </a:xfrm>
                <a:custGeom>
                  <a:avLst/>
                  <a:gdLst>
                    <a:gd name="T0" fmla="*/ 400 w 435"/>
                    <a:gd name="T1" fmla="*/ 235 h 441"/>
                    <a:gd name="T2" fmla="*/ 399 w 435"/>
                    <a:gd name="T3" fmla="*/ 203 h 441"/>
                    <a:gd name="T4" fmla="*/ 428 w 435"/>
                    <a:gd name="T5" fmla="*/ 143 h 441"/>
                    <a:gd name="T6" fmla="*/ 393 w 435"/>
                    <a:gd name="T7" fmla="*/ 118 h 441"/>
                    <a:gd name="T8" fmla="*/ 358 w 435"/>
                    <a:gd name="T9" fmla="*/ 105 h 441"/>
                    <a:gd name="T10" fmla="*/ 349 w 435"/>
                    <a:gd name="T11" fmla="*/ 67 h 441"/>
                    <a:gd name="T12" fmla="*/ 311 w 435"/>
                    <a:gd name="T13" fmla="*/ 18 h 441"/>
                    <a:gd name="T14" fmla="*/ 252 w 435"/>
                    <a:gd name="T15" fmla="*/ 44 h 441"/>
                    <a:gd name="T16" fmla="*/ 220 w 435"/>
                    <a:gd name="T17" fmla="*/ 20 h 441"/>
                    <a:gd name="T18" fmla="*/ 160 w 435"/>
                    <a:gd name="T19" fmla="*/ 8 h 441"/>
                    <a:gd name="T20" fmla="*/ 144 w 435"/>
                    <a:gd name="T21" fmla="*/ 59 h 441"/>
                    <a:gd name="T22" fmla="*/ 117 w 435"/>
                    <a:gd name="T23" fmla="*/ 75 h 441"/>
                    <a:gd name="T24" fmla="*/ 50 w 435"/>
                    <a:gd name="T25" fmla="*/ 80 h 441"/>
                    <a:gd name="T26" fmla="*/ 46 w 435"/>
                    <a:gd name="T27" fmla="*/ 123 h 441"/>
                    <a:gd name="T28" fmla="*/ 53 w 435"/>
                    <a:gd name="T29" fmla="*/ 159 h 441"/>
                    <a:gd name="T30" fmla="*/ 48 w 435"/>
                    <a:gd name="T31" fmla="*/ 176 h 441"/>
                    <a:gd name="T32" fmla="*/ 0 w 435"/>
                    <a:gd name="T33" fmla="*/ 223 h 441"/>
                    <a:gd name="T34" fmla="*/ 48 w 435"/>
                    <a:gd name="T35" fmla="*/ 268 h 441"/>
                    <a:gd name="T36" fmla="*/ 56 w 435"/>
                    <a:gd name="T37" fmla="*/ 290 h 441"/>
                    <a:gd name="T38" fmla="*/ 40 w 435"/>
                    <a:gd name="T39" fmla="*/ 347 h 441"/>
                    <a:gd name="T40" fmla="*/ 94 w 435"/>
                    <a:gd name="T41" fmla="*/ 376 h 441"/>
                    <a:gd name="T42" fmla="*/ 132 w 435"/>
                    <a:gd name="T43" fmla="*/ 376 h 441"/>
                    <a:gd name="T44" fmla="*/ 154 w 435"/>
                    <a:gd name="T45" fmla="*/ 409 h 441"/>
                    <a:gd name="T46" fmla="*/ 185 w 435"/>
                    <a:gd name="T47" fmla="*/ 438 h 441"/>
                    <a:gd name="T48" fmla="*/ 224 w 435"/>
                    <a:gd name="T49" fmla="*/ 421 h 441"/>
                    <a:gd name="T50" fmla="*/ 252 w 435"/>
                    <a:gd name="T51" fmla="*/ 397 h 441"/>
                    <a:gd name="T52" fmla="*/ 290 w 435"/>
                    <a:gd name="T53" fmla="*/ 408 h 441"/>
                    <a:gd name="T54" fmla="*/ 333 w 435"/>
                    <a:gd name="T55" fmla="*/ 411 h 441"/>
                    <a:gd name="T56" fmla="*/ 349 w 435"/>
                    <a:gd name="T57" fmla="*/ 346 h 441"/>
                    <a:gd name="T58" fmla="*/ 369 w 435"/>
                    <a:gd name="T59" fmla="*/ 322 h 441"/>
                    <a:gd name="T60" fmla="*/ 429 w 435"/>
                    <a:gd name="T61" fmla="*/ 294 h 441"/>
                    <a:gd name="T62" fmla="*/ 419 w 435"/>
                    <a:gd name="T63" fmla="*/ 253 h 441"/>
                    <a:gd name="T64" fmla="*/ 221 w 435"/>
                    <a:gd name="T65" fmla="*/ 89 h 441"/>
                    <a:gd name="T66" fmla="*/ 221 w 435"/>
                    <a:gd name="T67" fmla="*/ 345 h 441"/>
                    <a:gd name="T68" fmla="*/ 337 w 435"/>
                    <a:gd name="T69" fmla="*/ 217 h 441"/>
                    <a:gd name="T70" fmla="*/ 106 w 435"/>
                    <a:gd name="T71" fmla="*/ 217 h 441"/>
                    <a:gd name="T72" fmla="*/ 337 w 435"/>
                    <a:gd name="T73" fmla="*/ 217 h 441"/>
                    <a:gd name="T74" fmla="*/ 221 w 435"/>
                    <a:gd name="T75" fmla="*/ 181 h 441"/>
                    <a:gd name="T76" fmla="*/ 221 w 435"/>
                    <a:gd name="T77" fmla="*/ 252 h 441"/>
                    <a:gd name="T78" fmla="*/ 221 w 435"/>
                    <a:gd name="T79" fmla="*/ 240 h 441"/>
                    <a:gd name="T80" fmla="*/ 221 w 435"/>
                    <a:gd name="T81" fmla="*/ 194 h 441"/>
                    <a:gd name="T82" fmla="*/ 221 w 435"/>
                    <a:gd name="T83" fmla="*/ 240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35" h="441">
                      <a:moveTo>
                        <a:pt x="419" y="253"/>
                      </a:moveTo>
                      <a:cubicBezTo>
                        <a:pt x="412" y="246"/>
                        <a:pt x="407" y="240"/>
                        <a:pt x="400" y="235"/>
                      </a:cubicBezTo>
                      <a:lnTo>
                        <a:pt x="400" y="221"/>
                      </a:lnTo>
                      <a:lnTo>
                        <a:pt x="399" y="203"/>
                      </a:lnTo>
                      <a:cubicBezTo>
                        <a:pt x="412" y="192"/>
                        <a:pt x="424" y="179"/>
                        <a:pt x="435" y="163"/>
                      </a:cubicBezTo>
                      <a:cubicBezTo>
                        <a:pt x="433" y="156"/>
                        <a:pt x="431" y="150"/>
                        <a:pt x="428" y="143"/>
                      </a:cubicBezTo>
                      <a:cubicBezTo>
                        <a:pt x="426" y="136"/>
                        <a:pt x="423" y="130"/>
                        <a:pt x="420" y="123"/>
                      </a:cubicBezTo>
                      <a:cubicBezTo>
                        <a:pt x="411" y="121"/>
                        <a:pt x="402" y="119"/>
                        <a:pt x="393" y="118"/>
                      </a:cubicBezTo>
                      <a:cubicBezTo>
                        <a:pt x="384" y="117"/>
                        <a:pt x="376" y="116"/>
                        <a:pt x="367" y="116"/>
                      </a:cubicBezTo>
                      <a:cubicBezTo>
                        <a:pt x="364" y="113"/>
                        <a:pt x="361" y="109"/>
                        <a:pt x="358" y="105"/>
                      </a:cubicBezTo>
                      <a:cubicBezTo>
                        <a:pt x="354" y="101"/>
                        <a:pt x="351" y="97"/>
                        <a:pt x="347" y="92"/>
                      </a:cubicBezTo>
                      <a:cubicBezTo>
                        <a:pt x="348" y="84"/>
                        <a:pt x="349" y="75"/>
                        <a:pt x="349" y="67"/>
                      </a:cubicBezTo>
                      <a:cubicBezTo>
                        <a:pt x="349" y="58"/>
                        <a:pt x="349" y="49"/>
                        <a:pt x="348" y="39"/>
                      </a:cubicBezTo>
                      <a:cubicBezTo>
                        <a:pt x="336" y="31"/>
                        <a:pt x="324" y="24"/>
                        <a:pt x="311" y="18"/>
                      </a:cubicBezTo>
                      <a:cubicBezTo>
                        <a:pt x="294" y="26"/>
                        <a:pt x="279" y="36"/>
                        <a:pt x="266" y="47"/>
                      </a:cubicBezTo>
                      <a:cubicBezTo>
                        <a:pt x="261" y="46"/>
                        <a:pt x="257" y="45"/>
                        <a:pt x="252" y="44"/>
                      </a:cubicBezTo>
                      <a:cubicBezTo>
                        <a:pt x="246" y="43"/>
                        <a:pt x="241" y="42"/>
                        <a:pt x="235" y="42"/>
                      </a:cubicBezTo>
                      <a:cubicBezTo>
                        <a:pt x="231" y="35"/>
                        <a:pt x="226" y="27"/>
                        <a:pt x="220" y="20"/>
                      </a:cubicBezTo>
                      <a:cubicBezTo>
                        <a:pt x="215" y="14"/>
                        <a:pt x="208" y="7"/>
                        <a:pt x="202" y="0"/>
                      </a:cubicBezTo>
                      <a:cubicBezTo>
                        <a:pt x="188" y="2"/>
                        <a:pt x="174" y="4"/>
                        <a:pt x="160" y="8"/>
                      </a:cubicBezTo>
                      <a:cubicBezTo>
                        <a:pt x="156" y="16"/>
                        <a:pt x="153" y="25"/>
                        <a:pt x="150" y="34"/>
                      </a:cubicBezTo>
                      <a:cubicBezTo>
                        <a:pt x="147" y="42"/>
                        <a:pt x="145" y="50"/>
                        <a:pt x="144" y="59"/>
                      </a:cubicBezTo>
                      <a:cubicBezTo>
                        <a:pt x="140" y="61"/>
                        <a:pt x="135" y="63"/>
                        <a:pt x="132" y="65"/>
                      </a:cubicBezTo>
                      <a:cubicBezTo>
                        <a:pt x="127" y="68"/>
                        <a:pt x="121" y="71"/>
                        <a:pt x="117" y="75"/>
                      </a:cubicBezTo>
                      <a:cubicBezTo>
                        <a:pt x="101" y="69"/>
                        <a:pt x="83" y="66"/>
                        <a:pt x="65" y="64"/>
                      </a:cubicBezTo>
                      <a:lnTo>
                        <a:pt x="50" y="80"/>
                      </a:lnTo>
                      <a:lnTo>
                        <a:pt x="38" y="97"/>
                      </a:lnTo>
                      <a:cubicBezTo>
                        <a:pt x="40" y="106"/>
                        <a:pt x="43" y="115"/>
                        <a:pt x="46" y="123"/>
                      </a:cubicBezTo>
                      <a:cubicBezTo>
                        <a:pt x="50" y="131"/>
                        <a:pt x="54" y="139"/>
                        <a:pt x="58" y="146"/>
                      </a:cubicBezTo>
                      <a:cubicBezTo>
                        <a:pt x="56" y="150"/>
                        <a:pt x="54" y="155"/>
                        <a:pt x="53" y="159"/>
                      </a:cubicBezTo>
                      <a:lnTo>
                        <a:pt x="50" y="167"/>
                      </a:lnTo>
                      <a:lnTo>
                        <a:pt x="48" y="176"/>
                      </a:lnTo>
                      <a:cubicBezTo>
                        <a:pt x="31" y="182"/>
                        <a:pt x="16" y="190"/>
                        <a:pt x="1" y="201"/>
                      </a:cubicBezTo>
                      <a:cubicBezTo>
                        <a:pt x="1" y="208"/>
                        <a:pt x="0" y="215"/>
                        <a:pt x="0" y="223"/>
                      </a:cubicBezTo>
                      <a:cubicBezTo>
                        <a:pt x="0" y="230"/>
                        <a:pt x="1" y="237"/>
                        <a:pt x="1" y="244"/>
                      </a:cubicBezTo>
                      <a:cubicBezTo>
                        <a:pt x="17" y="254"/>
                        <a:pt x="32" y="263"/>
                        <a:pt x="48" y="268"/>
                      </a:cubicBezTo>
                      <a:cubicBezTo>
                        <a:pt x="49" y="273"/>
                        <a:pt x="51" y="277"/>
                        <a:pt x="53" y="282"/>
                      </a:cubicBezTo>
                      <a:lnTo>
                        <a:pt x="56" y="290"/>
                      </a:lnTo>
                      <a:lnTo>
                        <a:pt x="60" y="298"/>
                      </a:lnTo>
                      <a:cubicBezTo>
                        <a:pt x="51" y="313"/>
                        <a:pt x="45" y="329"/>
                        <a:pt x="40" y="347"/>
                      </a:cubicBezTo>
                      <a:cubicBezTo>
                        <a:pt x="48" y="359"/>
                        <a:pt x="58" y="370"/>
                        <a:pt x="68" y="380"/>
                      </a:cubicBezTo>
                      <a:cubicBezTo>
                        <a:pt x="77" y="379"/>
                        <a:pt x="86" y="377"/>
                        <a:pt x="94" y="376"/>
                      </a:cubicBezTo>
                      <a:cubicBezTo>
                        <a:pt x="103" y="373"/>
                        <a:pt x="112" y="371"/>
                        <a:pt x="120" y="368"/>
                      </a:cubicBezTo>
                      <a:cubicBezTo>
                        <a:pt x="123" y="371"/>
                        <a:pt x="128" y="373"/>
                        <a:pt x="132" y="376"/>
                      </a:cubicBezTo>
                      <a:cubicBezTo>
                        <a:pt x="136" y="379"/>
                        <a:pt x="142" y="381"/>
                        <a:pt x="147" y="384"/>
                      </a:cubicBezTo>
                      <a:cubicBezTo>
                        <a:pt x="149" y="392"/>
                        <a:pt x="151" y="400"/>
                        <a:pt x="154" y="409"/>
                      </a:cubicBezTo>
                      <a:cubicBezTo>
                        <a:pt x="156" y="417"/>
                        <a:pt x="160" y="426"/>
                        <a:pt x="164" y="434"/>
                      </a:cubicBezTo>
                      <a:cubicBezTo>
                        <a:pt x="171" y="436"/>
                        <a:pt x="178" y="438"/>
                        <a:pt x="185" y="438"/>
                      </a:cubicBezTo>
                      <a:cubicBezTo>
                        <a:pt x="192" y="439"/>
                        <a:pt x="199" y="441"/>
                        <a:pt x="206" y="441"/>
                      </a:cubicBezTo>
                      <a:cubicBezTo>
                        <a:pt x="212" y="434"/>
                        <a:pt x="218" y="428"/>
                        <a:pt x="224" y="421"/>
                      </a:cubicBezTo>
                      <a:cubicBezTo>
                        <a:pt x="229" y="413"/>
                        <a:pt x="234" y="406"/>
                        <a:pt x="238" y="399"/>
                      </a:cubicBezTo>
                      <a:cubicBezTo>
                        <a:pt x="243" y="398"/>
                        <a:pt x="247" y="398"/>
                        <a:pt x="252" y="397"/>
                      </a:cubicBezTo>
                      <a:cubicBezTo>
                        <a:pt x="258" y="396"/>
                        <a:pt x="264" y="394"/>
                        <a:pt x="269" y="393"/>
                      </a:cubicBezTo>
                      <a:cubicBezTo>
                        <a:pt x="276" y="399"/>
                        <a:pt x="283" y="403"/>
                        <a:pt x="290" y="408"/>
                      </a:cubicBezTo>
                      <a:cubicBezTo>
                        <a:pt x="298" y="413"/>
                        <a:pt x="306" y="417"/>
                        <a:pt x="315" y="421"/>
                      </a:cubicBezTo>
                      <a:cubicBezTo>
                        <a:pt x="321" y="418"/>
                        <a:pt x="327" y="415"/>
                        <a:pt x="333" y="411"/>
                      </a:cubicBezTo>
                      <a:cubicBezTo>
                        <a:pt x="339" y="407"/>
                        <a:pt x="346" y="404"/>
                        <a:pt x="351" y="399"/>
                      </a:cubicBezTo>
                      <a:cubicBezTo>
                        <a:pt x="353" y="381"/>
                        <a:pt x="352" y="363"/>
                        <a:pt x="349" y="346"/>
                      </a:cubicBezTo>
                      <a:lnTo>
                        <a:pt x="358" y="336"/>
                      </a:lnTo>
                      <a:cubicBezTo>
                        <a:pt x="362" y="331"/>
                        <a:pt x="365" y="326"/>
                        <a:pt x="369" y="322"/>
                      </a:cubicBezTo>
                      <a:cubicBezTo>
                        <a:pt x="386" y="321"/>
                        <a:pt x="404" y="319"/>
                        <a:pt x="421" y="314"/>
                      </a:cubicBezTo>
                      <a:cubicBezTo>
                        <a:pt x="425" y="308"/>
                        <a:pt x="427" y="301"/>
                        <a:pt x="429" y="294"/>
                      </a:cubicBezTo>
                      <a:cubicBezTo>
                        <a:pt x="432" y="288"/>
                        <a:pt x="434" y="281"/>
                        <a:pt x="435" y="274"/>
                      </a:cubicBezTo>
                      <a:cubicBezTo>
                        <a:pt x="430" y="266"/>
                        <a:pt x="425" y="259"/>
                        <a:pt x="419" y="253"/>
                      </a:cubicBezTo>
                      <a:close/>
                      <a:moveTo>
                        <a:pt x="93" y="217"/>
                      </a:moveTo>
                      <a:cubicBezTo>
                        <a:pt x="93" y="146"/>
                        <a:pt x="151" y="89"/>
                        <a:pt x="221" y="89"/>
                      </a:cubicBezTo>
                      <a:cubicBezTo>
                        <a:pt x="292" y="89"/>
                        <a:pt x="349" y="146"/>
                        <a:pt x="349" y="217"/>
                      </a:cubicBezTo>
                      <a:cubicBezTo>
                        <a:pt x="349" y="287"/>
                        <a:pt x="292" y="345"/>
                        <a:pt x="221" y="345"/>
                      </a:cubicBezTo>
                      <a:cubicBezTo>
                        <a:pt x="151" y="344"/>
                        <a:pt x="93" y="287"/>
                        <a:pt x="93" y="217"/>
                      </a:cubicBezTo>
                      <a:close/>
                      <a:moveTo>
                        <a:pt x="337" y="217"/>
                      </a:moveTo>
                      <a:cubicBezTo>
                        <a:pt x="337" y="153"/>
                        <a:pt x="285" y="101"/>
                        <a:pt x="221" y="101"/>
                      </a:cubicBezTo>
                      <a:cubicBezTo>
                        <a:pt x="158" y="101"/>
                        <a:pt x="106" y="153"/>
                        <a:pt x="106" y="217"/>
                      </a:cubicBezTo>
                      <a:cubicBezTo>
                        <a:pt x="106" y="280"/>
                        <a:pt x="158" y="332"/>
                        <a:pt x="221" y="332"/>
                      </a:cubicBezTo>
                      <a:cubicBezTo>
                        <a:pt x="285" y="332"/>
                        <a:pt x="337" y="280"/>
                        <a:pt x="337" y="217"/>
                      </a:cubicBezTo>
                      <a:close/>
                      <a:moveTo>
                        <a:pt x="186" y="217"/>
                      </a:moveTo>
                      <a:cubicBezTo>
                        <a:pt x="186" y="197"/>
                        <a:pt x="202" y="181"/>
                        <a:pt x="221" y="181"/>
                      </a:cubicBezTo>
                      <a:cubicBezTo>
                        <a:pt x="241" y="181"/>
                        <a:pt x="257" y="197"/>
                        <a:pt x="257" y="217"/>
                      </a:cubicBezTo>
                      <a:cubicBezTo>
                        <a:pt x="257" y="236"/>
                        <a:pt x="241" y="252"/>
                        <a:pt x="221" y="252"/>
                      </a:cubicBezTo>
                      <a:cubicBezTo>
                        <a:pt x="202" y="252"/>
                        <a:pt x="186" y="236"/>
                        <a:pt x="186" y="217"/>
                      </a:cubicBezTo>
                      <a:close/>
                      <a:moveTo>
                        <a:pt x="221" y="240"/>
                      </a:moveTo>
                      <a:cubicBezTo>
                        <a:pt x="208" y="240"/>
                        <a:pt x="198" y="229"/>
                        <a:pt x="198" y="217"/>
                      </a:cubicBezTo>
                      <a:cubicBezTo>
                        <a:pt x="198" y="204"/>
                        <a:pt x="208" y="194"/>
                        <a:pt x="221" y="194"/>
                      </a:cubicBezTo>
                      <a:cubicBezTo>
                        <a:pt x="234" y="194"/>
                        <a:pt x="244" y="204"/>
                        <a:pt x="244" y="217"/>
                      </a:cubicBezTo>
                      <a:cubicBezTo>
                        <a:pt x="244" y="229"/>
                        <a:pt x="234" y="240"/>
                        <a:pt x="221" y="24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1280160" rtl="0" eaLnBrk="1" fontAlgn="auto" latinLnBrk="0" hangingPunct="1">
                    <a:lnSpc>
                      <a:spcPct val="100000"/>
                    </a:lnSpc>
                    <a:spcBef>
                      <a:spcPts val="0"/>
                    </a:spcBef>
                    <a:spcAft>
                      <a:spcPts val="0"/>
                    </a:spcAft>
                    <a:buClrTx/>
                    <a:buSzTx/>
                    <a:buFontTx/>
                    <a:buNone/>
                    <a:tabLst/>
                    <a:defRPr/>
                  </a:pPr>
                  <a:endParaRPr kumimoji="0" lang="en-IN" sz="2520" b="0" i="0" u="none" strike="noStrike" kern="0" cap="none" spc="0" normalizeH="0" baseline="0" noProof="0" dirty="0" smtClean="0">
                    <a:ln>
                      <a:noFill/>
                    </a:ln>
                    <a:solidFill>
                      <a:prstClr val="black"/>
                    </a:solidFill>
                    <a:effectLst/>
                    <a:uLnTx/>
                    <a:uFillTx/>
                    <a:latin typeface="Verdana"/>
                    <a:ea typeface="+mn-ea"/>
                    <a:cs typeface="+mn-cs"/>
                  </a:endParaRPr>
                </a:p>
              </p:txBody>
            </p:sp>
            <p:sp>
              <p:nvSpPr>
                <p:cNvPr id="204" name="Freeform 481"/>
                <p:cNvSpPr>
                  <a:spLocks/>
                </p:cNvSpPr>
                <p:nvPr/>
              </p:nvSpPr>
              <p:spPr bwMode="auto">
                <a:xfrm>
                  <a:off x="3642" y="2608"/>
                  <a:ext cx="398" cy="362"/>
                </a:xfrm>
                <a:custGeom>
                  <a:avLst/>
                  <a:gdLst>
                    <a:gd name="T0" fmla="*/ 117 w 122"/>
                    <a:gd name="T1" fmla="*/ 16 h 111"/>
                    <a:gd name="T2" fmla="*/ 71 w 122"/>
                    <a:gd name="T3" fmla="*/ 0 h 111"/>
                    <a:gd name="T4" fmla="*/ 0 w 122"/>
                    <a:gd name="T5" fmla="*/ 71 h 111"/>
                    <a:gd name="T6" fmla="*/ 8 w 122"/>
                    <a:gd name="T7" fmla="*/ 105 h 111"/>
                    <a:gd name="T8" fmla="*/ 18 w 122"/>
                    <a:gd name="T9" fmla="*/ 111 h 111"/>
                    <a:gd name="T10" fmla="*/ 23 w 122"/>
                    <a:gd name="T11" fmla="*/ 109 h 111"/>
                    <a:gd name="T12" fmla="*/ 27 w 122"/>
                    <a:gd name="T13" fmla="*/ 95 h 111"/>
                    <a:gd name="T14" fmla="*/ 22 w 122"/>
                    <a:gd name="T15" fmla="*/ 71 h 111"/>
                    <a:gd name="T16" fmla="*/ 71 w 122"/>
                    <a:gd name="T17" fmla="*/ 21 h 111"/>
                    <a:gd name="T18" fmla="*/ 103 w 122"/>
                    <a:gd name="T19" fmla="*/ 33 h 111"/>
                    <a:gd name="T20" fmla="*/ 119 w 122"/>
                    <a:gd name="T21" fmla="*/ 32 h 111"/>
                    <a:gd name="T22" fmla="*/ 117 w 122"/>
                    <a:gd name="T23" fmla="*/ 16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2" h="111">
                      <a:moveTo>
                        <a:pt x="117" y="16"/>
                      </a:moveTo>
                      <a:cubicBezTo>
                        <a:pt x="104" y="6"/>
                        <a:pt x="88" y="0"/>
                        <a:pt x="71" y="0"/>
                      </a:cubicBezTo>
                      <a:cubicBezTo>
                        <a:pt x="32" y="0"/>
                        <a:pt x="0" y="32"/>
                        <a:pt x="0" y="71"/>
                      </a:cubicBezTo>
                      <a:cubicBezTo>
                        <a:pt x="0" y="83"/>
                        <a:pt x="3" y="95"/>
                        <a:pt x="8" y="105"/>
                      </a:cubicBezTo>
                      <a:cubicBezTo>
                        <a:pt x="10" y="109"/>
                        <a:pt x="14" y="111"/>
                        <a:pt x="18" y="111"/>
                      </a:cubicBezTo>
                      <a:cubicBezTo>
                        <a:pt x="20" y="111"/>
                        <a:pt x="21" y="110"/>
                        <a:pt x="23" y="109"/>
                      </a:cubicBezTo>
                      <a:cubicBezTo>
                        <a:pt x="28" y="107"/>
                        <a:pt x="30" y="100"/>
                        <a:pt x="27" y="95"/>
                      </a:cubicBezTo>
                      <a:cubicBezTo>
                        <a:pt x="24" y="88"/>
                        <a:pt x="22" y="79"/>
                        <a:pt x="22" y="71"/>
                      </a:cubicBezTo>
                      <a:cubicBezTo>
                        <a:pt x="22" y="44"/>
                        <a:pt x="44" y="21"/>
                        <a:pt x="71" y="21"/>
                      </a:cubicBezTo>
                      <a:cubicBezTo>
                        <a:pt x="83" y="21"/>
                        <a:pt x="95" y="25"/>
                        <a:pt x="103" y="33"/>
                      </a:cubicBezTo>
                      <a:cubicBezTo>
                        <a:pt x="108" y="37"/>
                        <a:pt x="115" y="36"/>
                        <a:pt x="119" y="32"/>
                      </a:cubicBezTo>
                      <a:cubicBezTo>
                        <a:pt x="122" y="27"/>
                        <a:pt x="122" y="20"/>
                        <a:pt x="117" y="1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1280160" rtl="0" eaLnBrk="1" fontAlgn="auto" latinLnBrk="0" hangingPunct="1">
                    <a:lnSpc>
                      <a:spcPct val="100000"/>
                    </a:lnSpc>
                    <a:spcBef>
                      <a:spcPts val="0"/>
                    </a:spcBef>
                    <a:spcAft>
                      <a:spcPts val="0"/>
                    </a:spcAft>
                    <a:buClrTx/>
                    <a:buSzTx/>
                    <a:buFontTx/>
                    <a:buNone/>
                    <a:tabLst/>
                    <a:defRPr/>
                  </a:pPr>
                  <a:endParaRPr kumimoji="0" lang="en-IN" sz="2520" b="0" i="0" u="none" strike="noStrike" kern="0" cap="none" spc="0" normalizeH="0" baseline="0" noProof="0" dirty="0" smtClean="0">
                    <a:ln>
                      <a:noFill/>
                    </a:ln>
                    <a:solidFill>
                      <a:prstClr val="black"/>
                    </a:solidFill>
                    <a:effectLst/>
                    <a:uLnTx/>
                    <a:uFillTx/>
                    <a:latin typeface="Verdana"/>
                    <a:ea typeface="+mn-ea"/>
                    <a:cs typeface="+mn-cs"/>
                  </a:endParaRPr>
                </a:p>
              </p:txBody>
            </p:sp>
            <p:sp>
              <p:nvSpPr>
                <p:cNvPr id="205" name="Freeform 482"/>
                <p:cNvSpPr>
                  <a:spLocks noEditPoints="1"/>
                </p:cNvSpPr>
                <p:nvPr/>
              </p:nvSpPr>
              <p:spPr bwMode="auto">
                <a:xfrm>
                  <a:off x="2337" y="1176"/>
                  <a:ext cx="3305" cy="2201"/>
                </a:xfrm>
                <a:custGeom>
                  <a:avLst/>
                  <a:gdLst>
                    <a:gd name="T0" fmla="*/ 229 w 1013"/>
                    <a:gd name="T1" fmla="*/ 532 h 676"/>
                    <a:gd name="T2" fmla="*/ 268 w 1013"/>
                    <a:gd name="T3" fmla="*/ 517 h 676"/>
                    <a:gd name="T4" fmla="*/ 123 w 1013"/>
                    <a:gd name="T5" fmla="*/ 483 h 676"/>
                    <a:gd name="T6" fmla="*/ 199 w 1013"/>
                    <a:gd name="T7" fmla="*/ 518 h 676"/>
                    <a:gd name="T8" fmla="*/ 207 w 1013"/>
                    <a:gd name="T9" fmla="*/ 19 h 676"/>
                    <a:gd name="T10" fmla="*/ 287 w 1013"/>
                    <a:gd name="T11" fmla="*/ 20 h 676"/>
                    <a:gd name="T12" fmla="*/ 174 w 1013"/>
                    <a:gd name="T13" fmla="*/ 41 h 676"/>
                    <a:gd name="T14" fmla="*/ 109 w 1013"/>
                    <a:gd name="T15" fmla="*/ 53 h 676"/>
                    <a:gd name="T16" fmla="*/ 174 w 1013"/>
                    <a:gd name="T17" fmla="*/ 41 h 676"/>
                    <a:gd name="T18" fmla="*/ 1007 w 1013"/>
                    <a:gd name="T19" fmla="*/ 414 h 676"/>
                    <a:gd name="T20" fmla="*/ 970 w 1013"/>
                    <a:gd name="T21" fmla="*/ 341 h 676"/>
                    <a:gd name="T22" fmla="*/ 393 w 1013"/>
                    <a:gd name="T23" fmla="*/ 33 h 676"/>
                    <a:gd name="T24" fmla="*/ 382 w 1013"/>
                    <a:gd name="T25" fmla="*/ 52 h 676"/>
                    <a:gd name="T26" fmla="*/ 36 w 1013"/>
                    <a:gd name="T27" fmla="*/ 156 h 676"/>
                    <a:gd name="T28" fmla="*/ 89 w 1013"/>
                    <a:gd name="T29" fmla="*/ 95 h 676"/>
                    <a:gd name="T30" fmla="*/ 32 w 1013"/>
                    <a:gd name="T31" fmla="*/ 142 h 676"/>
                    <a:gd name="T32" fmla="*/ 19 w 1013"/>
                    <a:gd name="T33" fmla="*/ 296 h 676"/>
                    <a:gd name="T34" fmla="*/ 29 w 1013"/>
                    <a:gd name="T35" fmla="*/ 376 h 676"/>
                    <a:gd name="T36" fmla="*/ 23 w 1013"/>
                    <a:gd name="T37" fmla="*/ 303 h 676"/>
                    <a:gd name="T38" fmla="*/ 43 w 1013"/>
                    <a:gd name="T39" fmla="*/ 416 h 676"/>
                    <a:gd name="T40" fmla="*/ 99 w 1013"/>
                    <a:gd name="T41" fmla="*/ 450 h 676"/>
                    <a:gd name="T42" fmla="*/ 22 w 1013"/>
                    <a:gd name="T43" fmla="*/ 255 h 676"/>
                    <a:gd name="T44" fmla="*/ 17 w 1013"/>
                    <a:gd name="T45" fmla="*/ 183 h 676"/>
                    <a:gd name="T46" fmla="*/ 10 w 1013"/>
                    <a:gd name="T47" fmla="*/ 265 h 676"/>
                    <a:gd name="T48" fmla="*/ 565 w 1013"/>
                    <a:gd name="T49" fmla="*/ 367 h 676"/>
                    <a:gd name="T50" fmla="*/ 557 w 1013"/>
                    <a:gd name="T51" fmla="*/ 440 h 676"/>
                    <a:gd name="T52" fmla="*/ 946 w 1013"/>
                    <a:gd name="T53" fmla="*/ 320 h 676"/>
                    <a:gd name="T54" fmla="*/ 902 w 1013"/>
                    <a:gd name="T55" fmla="*/ 261 h 676"/>
                    <a:gd name="T56" fmla="*/ 900 w 1013"/>
                    <a:gd name="T57" fmla="*/ 286 h 676"/>
                    <a:gd name="T58" fmla="*/ 884 w 1013"/>
                    <a:gd name="T59" fmla="*/ 632 h 676"/>
                    <a:gd name="T60" fmla="*/ 830 w 1013"/>
                    <a:gd name="T61" fmla="*/ 673 h 676"/>
                    <a:gd name="T62" fmla="*/ 898 w 1013"/>
                    <a:gd name="T63" fmla="*/ 637 h 676"/>
                    <a:gd name="T64" fmla="*/ 714 w 1013"/>
                    <a:gd name="T65" fmla="*/ 643 h 676"/>
                    <a:gd name="T66" fmla="*/ 780 w 1013"/>
                    <a:gd name="T67" fmla="*/ 676 h 676"/>
                    <a:gd name="T68" fmla="*/ 1002 w 1013"/>
                    <a:gd name="T69" fmla="*/ 448 h 676"/>
                    <a:gd name="T70" fmla="*/ 988 w 1013"/>
                    <a:gd name="T71" fmla="*/ 530 h 676"/>
                    <a:gd name="T72" fmla="*/ 1002 w 1013"/>
                    <a:gd name="T73" fmla="*/ 448 h 676"/>
                    <a:gd name="T74" fmla="*/ 922 w 1013"/>
                    <a:gd name="T75" fmla="*/ 620 h 676"/>
                    <a:gd name="T76" fmla="*/ 976 w 1013"/>
                    <a:gd name="T77" fmla="*/ 556 h 676"/>
                    <a:gd name="T78" fmla="*/ 535 w 1013"/>
                    <a:gd name="T79" fmla="*/ 255 h 676"/>
                    <a:gd name="T80" fmla="*/ 551 w 1013"/>
                    <a:gd name="T81" fmla="*/ 337 h 676"/>
                    <a:gd name="T82" fmla="*/ 421 w 1013"/>
                    <a:gd name="T83" fmla="*/ 64 h 676"/>
                    <a:gd name="T84" fmla="*/ 472 w 1013"/>
                    <a:gd name="T85" fmla="*/ 128 h 676"/>
                    <a:gd name="T86" fmla="*/ 436 w 1013"/>
                    <a:gd name="T87" fmla="*/ 63 h 676"/>
                    <a:gd name="T88" fmla="*/ 509 w 1013"/>
                    <a:gd name="T89" fmla="*/ 154 h 676"/>
                    <a:gd name="T90" fmla="*/ 506 w 1013"/>
                    <a:gd name="T91" fmla="*/ 201 h 676"/>
                    <a:gd name="T92" fmla="*/ 532 w 1013"/>
                    <a:gd name="T93" fmla="*/ 222 h 676"/>
                    <a:gd name="T94" fmla="*/ 617 w 1013"/>
                    <a:gd name="T95" fmla="*/ 586 h 676"/>
                    <a:gd name="T96" fmla="*/ 683 w 1013"/>
                    <a:gd name="T97" fmla="*/ 636 h 676"/>
                    <a:gd name="T98" fmla="*/ 589 w 1013"/>
                    <a:gd name="T99" fmla="*/ 484 h 676"/>
                    <a:gd name="T100" fmla="*/ 591 w 1013"/>
                    <a:gd name="T101" fmla="*/ 550 h 676"/>
                    <a:gd name="T102" fmla="*/ 597 w 1013"/>
                    <a:gd name="T103" fmla="*/ 509 h 676"/>
                    <a:gd name="T104" fmla="*/ 859 w 1013"/>
                    <a:gd name="T105" fmla="*/ 253 h 676"/>
                    <a:gd name="T106" fmla="*/ 781 w 1013"/>
                    <a:gd name="T107" fmla="*/ 242 h 6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13" h="676">
                      <a:moveTo>
                        <a:pt x="279" y="528"/>
                      </a:moveTo>
                      <a:cubicBezTo>
                        <a:pt x="279" y="533"/>
                        <a:pt x="274" y="538"/>
                        <a:pt x="268" y="538"/>
                      </a:cubicBezTo>
                      <a:cubicBezTo>
                        <a:pt x="258" y="538"/>
                        <a:pt x="247" y="538"/>
                        <a:pt x="236" y="536"/>
                      </a:cubicBezTo>
                      <a:cubicBezTo>
                        <a:pt x="233" y="536"/>
                        <a:pt x="231" y="535"/>
                        <a:pt x="229" y="532"/>
                      </a:cubicBezTo>
                      <a:cubicBezTo>
                        <a:pt x="227" y="530"/>
                        <a:pt x="226" y="527"/>
                        <a:pt x="227" y="524"/>
                      </a:cubicBezTo>
                      <a:cubicBezTo>
                        <a:pt x="227" y="522"/>
                        <a:pt x="229" y="519"/>
                        <a:pt x="231" y="517"/>
                      </a:cubicBezTo>
                      <a:cubicBezTo>
                        <a:pt x="233" y="515"/>
                        <a:pt x="236" y="515"/>
                        <a:pt x="239" y="515"/>
                      </a:cubicBezTo>
                      <a:cubicBezTo>
                        <a:pt x="249" y="516"/>
                        <a:pt x="258" y="517"/>
                        <a:pt x="268" y="517"/>
                      </a:cubicBezTo>
                      <a:cubicBezTo>
                        <a:pt x="274" y="517"/>
                        <a:pt x="279" y="522"/>
                        <a:pt x="279" y="528"/>
                      </a:cubicBezTo>
                      <a:close/>
                      <a:moveTo>
                        <a:pt x="192" y="505"/>
                      </a:moveTo>
                      <a:cubicBezTo>
                        <a:pt x="173" y="498"/>
                        <a:pt x="154" y="490"/>
                        <a:pt x="137" y="479"/>
                      </a:cubicBezTo>
                      <a:cubicBezTo>
                        <a:pt x="132" y="476"/>
                        <a:pt x="126" y="478"/>
                        <a:pt x="123" y="483"/>
                      </a:cubicBezTo>
                      <a:cubicBezTo>
                        <a:pt x="119" y="488"/>
                        <a:pt x="121" y="494"/>
                        <a:pt x="126" y="498"/>
                      </a:cubicBezTo>
                      <a:cubicBezTo>
                        <a:pt x="144" y="509"/>
                        <a:pt x="164" y="518"/>
                        <a:pt x="185" y="525"/>
                      </a:cubicBezTo>
                      <a:cubicBezTo>
                        <a:pt x="186" y="526"/>
                        <a:pt x="187" y="526"/>
                        <a:pt x="188" y="526"/>
                      </a:cubicBezTo>
                      <a:cubicBezTo>
                        <a:pt x="193" y="526"/>
                        <a:pt x="197" y="523"/>
                        <a:pt x="199" y="518"/>
                      </a:cubicBezTo>
                      <a:cubicBezTo>
                        <a:pt x="200" y="513"/>
                        <a:pt x="197" y="507"/>
                        <a:pt x="192" y="505"/>
                      </a:cubicBezTo>
                      <a:close/>
                      <a:moveTo>
                        <a:pt x="280" y="1"/>
                      </a:moveTo>
                      <a:cubicBezTo>
                        <a:pt x="259" y="0"/>
                        <a:pt x="237" y="2"/>
                        <a:pt x="215" y="6"/>
                      </a:cubicBezTo>
                      <a:cubicBezTo>
                        <a:pt x="210" y="7"/>
                        <a:pt x="206" y="13"/>
                        <a:pt x="207" y="19"/>
                      </a:cubicBezTo>
                      <a:cubicBezTo>
                        <a:pt x="208" y="24"/>
                        <a:pt x="212" y="28"/>
                        <a:pt x="218" y="28"/>
                      </a:cubicBezTo>
                      <a:cubicBezTo>
                        <a:pt x="218" y="28"/>
                        <a:pt x="219" y="27"/>
                        <a:pt x="220" y="27"/>
                      </a:cubicBezTo>
                      <a:cubicBezTo>
                        <a:pt x="239" y="23"/>
                        <a:pt x="260" y="22"/>
                        <a:pt x="279" y="23"/>
                      </a:cubicBezTo>
                      <a:cubicBezTo>
                        <a:pt x="282" y="23"/>
                        <a:pt x="285" y="22"/>
                        <a:pt x="287" y="20"/>
                      </a:cubicBezTo>
                      <a:cubicBezTo>
                        <a:pt x="289" y="18"/>
                        <a:pt x="291" y="16"/>
                        <a:pt x="291" y="13"/>
                      </a:cubicBezTo>
                      <a:cubicBezTo>
                        <a:pt x="291" y="10"/>
                        <a:pt x="290" y="7"/>
                        <a:pt x="288" y="5"/>
                      </a:cubicBezTo>
                      <a:cubicBezTo>
                        <a:pt x="286" y="3"/>
                        <a:pt x="283" y="1"/>
                        <a:pt x="280" y="1"/>
                      </a:cubicBezTo>
                      <a:close/>
                      <a:moveTo>
                        <a:pt x="174" y="41"/>
                      </a:moveTo>
                      <a:cubicBezTo>
                        <a:pt x="176" y="40"/>
                        <a:pt x="178" y="38"/>
                        <a:pt x="179" y="35"/>
                      </a:cubicBezTo>
                      <a:cubicBezTo>
                        <a:pt x="181" y="33"/>
                        <a:pt x="181" y="30"/>
                        <a:pt x="179" y="27"/>
                      </a:cubicBezTo>
                      <a:cubicBezTo>
                        <a:pt x="177" y="22"/>
                        <a:pt x="171" y="19"/>
                        <a:pt x="165" y="21"/>
                      </a:cubicBezTo>
                      <a:cubicBezTo>
                        <a:pt x="145" y="30"/>
                        <a:pt x="126" y="40"/>
                        <a:pt x="109" y="53"/>
                      </a:cubicBezTo>
                      <a:cubicBezTo>
                        <a:pt x="104" y="57"/>
                        <a:pt x="103" y="64"/>
                        <a:pt x="106" y="69"/>
                      </a:cubicBezTo>
                      <a:cubicBezTo>
                        <a:pt x="108" y="71"/>
                        <a:pt x="112" y="73"/>
                        <a:pt x="115" y="73"/>
                      </a:cubicBezTo>
                      <a:cubicBezTo>
                        <a:pt x="117" y="73"/>
                        <a:pt x="120" y="72"/>
                        <a:pt x="121" y="71"/>
                      </a:cubicBezTo>
                      <a:cubicBezTo>
                        <a:pt x="138" y="59"/>
                        <a:pt x="155" y="49"/>
                        <a:pt x="174" y="41"/>
                      </a:cubicBezTo>
                      <a:close/>
                      <a:moveTo>
                        <a:pt x="987" y="411"/>
                      </a:moveTo>
                      <a:cubicBezTo>
                        <a:pt x="988" y="416"/>
                        <a:pt x="992" y="419"/>
                        <a:pt x="998" y="419"/>
                      </a:cubicBezTo>
                      <a:cubicBezTo>
                        <a:pt x="998" y="419"/>
                        <a:pt x="999" y="419"/>
                        <a:pt x="1000" y="419"/>
                      </a:cubicBezTo>
                      <a:cubicBezTo>
                        <a:pt x="1003" y="419"/>
                        <a:pt x="1005" y="417"/>
                        <a:pt x="1007" y="414"/>
                      </a:cubicBezTo>
                      <a:cubicBezTo>
                        <a:pt x="1008" y="412"/>
                        <a:pt x="1009" y="409"/>
                        <a:pt x="1008" y="406"/>
                      </a:cubicBezTo>
                      <a:cubicBezTo>
                        <a:pt x="1003" y="385"/>
                        <a:pt x="995" y="364"/>
                        <a:pt x="985" y="345"/>
                      </a:cubicBezTo>
                      <a:cubicBezTo>
                        <a:pt x="983" y="342"/>
                        <a:pt x="981" y="341"/>
                        <a:pt x="978" y="340"/>
                      </a:cubicBezTo>
                      <a:cubicBezTo>
                        <a:pt x="975" y="339"/>
                        <a:pt x="972" y="339"/>
                        <a:pt x="970" y="341"/>
                      </a:cubicBezTo>
                      <a:cubicBezTo>
                        <a:pt x="967" y="342"/>
                        <a:pt x="966" y="345"/>
                        <a:pt x="965" y="347"/>
                      </a:cubicBezTo>
                      <a:cubicBezTo>
                        <a:pt x="964" y="350"/>
                        <a:pt x="964" y="353"/>
                        <a:pt x="966" y="355"/>
                      </a:cubicBezTo>
                      <a:cubicBezTo>
                        <a:pt x="976" y="373"/>
                        <a:pt x="983" y="391"/>
                        <a:pt x="987" y="411"/>
                      </a:cubicBezTo>
                      <a:close/>
                      <a:moveTo>
                        <a:pt x="393" y="33"/>
                      </a:moveTo>
                      <a:cubicBezTo>
                        <a:pt x="374" y="23"/>
                        <a:pt x="353" y="15"/>
                        <a:pt x="332" y="9"/>
                      </a:cubicBezTo>
                      <a:cubicBezTo>
                        <a:pt x="326" y="8"/>
                        <a:pt x="321" y="11"/>
                        <a:pt x="319" y="17"/>
                      </a:cubicBezTo>
                      <a:cubicBezTo>
                        <a:pt x="318" y="23"/>
                        <a:pt x="321" y="28"/>
                        <a:pt x="327" y="30"/>
                      </a:cubicBezTo>
                      <a:cubicBezTo>
                        <a:pt x="346" y="35"/>
                        <a:pt x="365" y="42"/>
                        <a:pt x="382" y="52"/>
                      </a:cubicBezTo>
                      <a:cubicBezTo>
                        <a:pt x="384" y="53"/>
                        <a:pt x="386" y="54"/>
                        <a:pt x="388" y="54"/>
                      </a:cubicBezTo>
                      <a:cubicBezTo>
                        <a:pt x="392" y="54"/>
                        <a:pt x="395" y="51"/>
                        <a:pt x="397" y="48"/>
                      </a:cubicBezTo>
                      <a:cubicBezTo>
                        <a:pt x="400" y="43"/>
                        <a:pt x="398" y="36"/>
                        <a:pt x="393" y="33"/>
                      </a:cubicBezTo>
                      <a:close/>
                      <a:moveTo>
                        <a:pt x="36" y="156"/>
                      </a:moveTo>
                      <a:cubicBezTo>
                        <a:pt x="38" y="157"/>
                        <a:pt x="40" y="158"/>
                        <a:pt x="41" y="158"/>
                      </a:cubicBezTo>
                      <a:cubicBezTo>
                        <a:pt x="45" y="158"/>
                        <a:pt x="49" y="155"/>
                        <a:pt x="51" y="152"/>
                      </a:cubicBezTo>
                      <a:cubicBezTo>
                        <a:pt x="60" y="134"/>
                        <a:pt x="72" y="118"/>
                        <a:pt x="86" y="103"/>
                      </a:cubicBezTo>
                      <a:cubicBezTo>
                        <a:pt x="88" y="101"/>
                        <a:pt x="89" y="98"/>
                        <a:pt x="89" y="95"/>
                      </a:cubicBezTo>
                      <a:cubicBezTo>
                        <a:pt x="88" y="92"/>
                        <a:pt x="87" y="90"/>
                        <a:pt x="85" y="88"/>
                      </a:cubicBezTo>
                      <a:cubicBezTo>
                        <a:pt x="83" y="86"/>
                        <a:pt x="80" y="85"/>
                        <a:pt x="77" y="85"/>
                      </a:cubicBezTo>
                      <a:cubicBezTo>
                        <a:pt x="74" y="85"/>
                        <a:pt x="72" y="86"/>
                        <a:pt x="70" y="88"/>
                      </a:cubicBezTo>
                      <a:cubicBezTo>
                        <a:pt x="55" y="105"/>
                        <a:pt x="42" y="122"/>
                        <a:pt x="32" y="142"/>
                      </a:cubicBezTo>
                      <a:cubicBezTo>
                        <a:pt x="31" y="144"/>
                        <a:pt x="30" y="147"/>
                        <a:pt x="31" y="150"/>
                      </a:cubicBezTo>
                      <a:cubicBezTo>
                        <a:pt x="32" y="153"/>
                        <a:pt x="34" y="155"/>
                        <a:pt x="36" y="156"/>
                      </a:cubicBezTo>
                      <a:close/>
                      <a:moveTo>
                        <a:pt x="23" y="303"/>
                      </a:moveTo>
                      <a:cubicBezTo>
                        <a:pt x="23" y="300"/>
                        <a:pt x="21" y="298"/>
                        <a:pt x="19" y="296"/>
                      </a:cubicBezTo>
                      <a:cubicBezTo>
                        <a:pt x="17" y="294"/>
                        <a:pt x="14" y="294"/>
                        <a:pt x="11" y="294"/>
                      </a:cubicBezTo>
                      <a:cubicBezTo>
                        <a:pt x="5" y="295"/>
                        <a:pt x="1" y="300"/>
                        <a:pt x="2" y="306"/>
                      </a:cubicBezTo>
                      <a:cubicBezTo>
                        <a:pt x="5" y="328"/>
                        <a:pt x="11" y="349"/>
                        <a:pt x="19" y="369"/>
                      </a:cubicBezTo>
                      <a:cubicBezTo>
                        <a:pt x="20" y="373"/>
                        <a:pt x="24" y="376"/>
                        <a:pt x="29" y="376"/>
                      </a:cubicBezTo>
                      <a:cubicBezTo>
                        <a:pt x="30" y="376"/>
                        <a:pt x="31" y="376"/>
                        <a:pt x="33" y="375"/>
                      </a:cubicBezTo>
                      <a:cubicBezTo>
                        <a:pt x="35" y="374"/>
                        <a:pt x="37" y="372"/>
                        <a:pt x="39" y="370"/>
                      </a:cubicBezTo>
                      <a:cubicBezTo>
                        <a:pt x="40" y="367"/>
                        <a:pt x="40" y="364"/>
                        <a:pt x="39" y="361"/>
                      </a:cubicBezTo>
                      <a:cubicBezTo>
                        <a:pt x="31" y="343"/>
                        <a:pt x="26" y="323"/>
                        <a:pt x="23" y="303"/>
                      </a:cubicBezTo>
                      <a:close/>
                      <a:moveTo>
                        <a:pt x="61" y="404"/>
                      </a:moveTo>
                      <a:cubicBezTo>
                        <a:pt x="59" y="402"/>
                        <a:pt x="57" y="400"/>
                        <a:pt x="54" y="399"/>
                      </a:cubicBezTo>
                      <a:cubicBezTo>
                        <a:pt x="51" y="399"/>
                        <a:pt x="48" y="399"/>
                        <a:pt x="46" y="401"/>
                      </a:cubicBezTo>
                      <a:cubicBezTo>
                        <a:pt x="41" y="404"/>
                        <a:pt x="39" y="411"/>
                        <a:pt x="43" y="416"/>
                      </a:cubicBezTo>
                      <a:cubicBezTo>
                        <a:pt x="55" y="434"/>
                        <a:pt x="69" y="451"/>
                        <a:pt x="85" y="466"/>
                      </a:cubicBezTo>
                      <a:cubicBezTo>
                        <a:pt x="87" y="468"/>
                        <a:pt x="89" y="469"/>
                        <a:pt x="92" y="469"/>
                      </a:cubicBezTo>
                      <a:cubicBezTo>
                        <a:pt x="95" y="469"/>
                        <a:pt x="98" y="467"/>
                        <a:pt x="100" y="465"/>
                      </a:cubicBezTo>
                      <a:cubicBezTo>
                        <a:pt x="104" y="461"/>
                        <a:pt x="104" y="454"/>
                        <a:pt x="99" y="450"/>
                      </a:cubicBezTo>
                      <a:cubicBezTo>
                        <a:pt x="85" y="436"/>
                        <a:pt x="72" y="421"/>
                        <a:pt x="61" y="404"/>
                      </a:cubicBezTo>
                      <a:close/>
                      <a:moveTo>
                        <a:pt x="10" y="265"/>
                      </a:moveTo>
                      <a:lnTo>
                        <a:pt x="11" y="265"/>
                      </a:lnTo>
                      <a:cubicBezTo>
                        <a:pt x="16" y="265"/>
                        <a:pt x="21" y="261"/>
                        <a:pt x="22" y="255"/>
                      </a:cubicBezTo>
                      <a:cubicBezTo>
                        <a:pt x="23" y="235"/>
                        <a:pt x="26" y="215"/>
                        <a:pt x="32" y="196"/>
                      </a:cubicBezTo>
                      <a:cubicBezTo>
                        <a:pt x="33" y="193"/>
                        <a:pt x="33" y="190"/>
                        <a:pt x="31" y="188"/>
                      </a:cubicBezTo>
                      <a:cubicBezTo>
                        <a:pt x="30" y="185"/>
                        <a:pt x="28" y="183"/>
                        <a:pt x="25" y="183"/>
                      </a:cubicBezTo>
                      <a:cubicBezTo>
                        <a:pt x="22" y="182"/>
                        <a:pt x="20" y="182"/>
                        <a:pt x="17" y="183"/>
                      </a:cubicBezTo>
                      <a:cubicBezTo>
                        <a:pt x="14" y="185"/>
                        <a:pt x="13" y="187"/>
                        <a:pt x="12" y="190"/>
                      </a:cubicBezTo>
                      <a:cubicBezTo>
                        <a:pt x="5" y="210"/>
                        <a:pt x="1" y="232"/>
                        <a:pt x="0" y="254"/>
                      </a:cubicBezTo>
                      <a:cubicBezTo>
                        <a:pt x="0" y="257"/>
                        <a:pt x="1" y="260"/>
                        <a:pt x="3" y="262"/>
                      </a:cubicBezTo>
                      <a:cubicBezTo>
                        <a:pt x="5" y="264"/>
                        <a:pt x="7" y="265"/>
                        <a:pt x="10" y="265"/>
                      </a:cubicBezTo>
                      <a:close/>
                      <a:moveTo>
                        <a:pt x="578" y="436"/>
                      </a:moveTo>
                      <a:cubicBezTo>
                        <a:pt x="574" y="415"/>
                        <a:pt x="572" y="397"/>
                        <a:pt x="569" y="378"/>
                      </a:cubicBezTo>
                      <a:lnTo>
                        <a:pt x="569" y="375"/>
                      </a:lnTo>
                      <a:cubicBezTo>
                        <a:pt x="568" y="372"/>
                        <a:pt x="567" y="369"/>
                        <a:pt x="565" y="367"/>
                      </a:cubicBezTo>
                      <a:cubicBezTo>
                        <a:pt x="562" y="366"/>
                        <a:pt x="559" y="365"/>
                        <a:pt x="557" y="365"/>
                      </a:cubicBezTo>
                      <a:cubicBezTo>
                        <a:pt x="551" y="366"/>
                        <a:pt x="547" y="371"/>
                        <a:pt x="547" y="377"/>
                      </a:cubicBezTo>
                      <a:lnTo>
                        <a:pt x="548" y="380"/>
                      </a:lnTo>
                      <a:cubicBezTo>
                        <a:pt x="550" y="400"/>
                        <a:pt x="552" y="419"/>
                        <a:pt x="557" y="440"/>
                      </a:cubicBezTo>
                      <a:cubicBezTo>
                        <a:pt x="557" y="445"/>
                        <a:pt x="562" y="449"/>
                        <a:pt x="567" y="449"/>
                      </a:cubicBezTo>
                      <a:cubicBezTo>
                        <a:pt x="568" y="449"/>
                        <a:pt x="568" y="449"/>
                        <a:pt x="569" y="449"/>
                      </a:cubicBezTo>
                      <a:cubicBezTo>
                        <a:pt x="575" y="447"/>
                        <a:pt x="579" y="442"/>
                        <a:pt x="578" y="436"/>
                      </a:cubicBezTo>
                      <a:close/>
                      <a:moveTo>
                        <a:pt x="946" y="320"/>
                      </a:moveTo>
                      <a:cubicBezTo>
                        <a:pt x="948" y="320"/>
                        <a:pt x="951" y="319"/>
                        <a:pt x="953" y="318"/>
                      </a:cubicBezTo>
                      <a:cubicBezTo>
                        <a:pt x="957" y="314"/>
                        <a:pt x="958" y="307"/>
                        <a:pt x="953" y="302"/>
                      </a:cubicBezTo>
                      <a:cubicBezTo>
                        <a:pt x="941" y="289"/>
                        <a:pt x="927" y="277"/>
                        <a:pt x="912" y="268"/>
                      </a:cubicBezTo>
                      <a:cubicBezTo>
                        <a:pt x="909" y="265"/>
                        <a:pt x="906" y="263"/>
                        <a:pt x="902" y="261"/>
                      </a:cubicBezTo>
                      <a:cubicBezTo>
                        <a:pt x="897" y="258"/>
                        <a:pt x="890" y="260"/>
                        <a:pt x="887" y="265"/>
                      </a:cubicBezTo>
                      <a:cubicBezTo>
                        <a:pt x="886" y="268"/>
                        <a:pt x="886" y="271"/>
                        <a:pt x="886" y="273"/>
                      </a:cubicBezTo>
                      <a:cubicBezTo>
                        <a:pt x="887" y="276"/>
                        <a:pt x="889" y="279"/>
                        <a:pt x="891" y="280"/>
                      </a:cubicBezTo>
                      <a:cubicBezTo>
                        <a:pt x="894" y="282"/>
                        <a:pt x="897" y="284"/>
                        <a:pt x="900" y="286"/>
                      </a:cubicBezTo>
                      <a:cubicBezTo>
                        <a:pt x="914" y="295"/>
                        <a:pt x="927" y="305"/>
                        <a:pt x="938" y="317"/>
                      </a:cubicBezTo>
                      <a:cubicBezTo>
                        <a:pt x="940" y="319"/>
                        <a:pt x="943" y="320"/>
                        <a:pt x="946" y="320"/>
                      </a:cubicBezTo>
                      <a:close/>
                      <a:moveTo>
                        <a:pt x="892" y="631"/>
                      </a:moveTo>
                      <a:cubicBezTo>
                        <a:pt x="889" y="631"/>
                        <a:pt x="886" y="631"/>
                        <a:pt x="884" y="632"/>
                      </a:cubicBezTo>
                      <a:cubicBezTo>
                        <a:pt x="866" y="641"/>
                        <a:pt x="847" y="648"/>
                        <a:pt x="828" y="652"/>
                      </a:cubicBezTo>
                      <a:cubicBezTo>
                        <a:pt x="825" y="652"/>
                        <a:pt x="823" y="654"/>
                        <a:pt x="821" y="656"/>
                      </a:cubicBezTo>
                      <a:cubicBezTo>
                        <a:pt x="819" y="659"/>
                        <a:pt x="819" y="661"/>
                        <a:pt x="819" y="664"/>
                      </a:cubicBezTo>
                      <a:cubicBezTo>
                        <a:pt x="820" y="669"/>
                        <a:pt x="825" y="673"/>
                        <a:pt x="830" y="673"/>
                      </a:cubicBezTo>
                      <a:lnTo>
                        <a:pt x="832" y="673"/>
                      </a:lnTo>
                      <a:cubicBezTo>
                        <a:pt x="853" y="669"/>
                        <a:pt x="874" y="661"/>
                        <a:pt x="894" y="651"/>
                      </a:cubicBezTo>
                      <a:cubicBezTo>
                        <a:pt x="896" y="650"/>
                        <a:pt x="898" y="648"/>
                        <a:pt x="899" y="645"/>
                      </a:cubicBezTo>
                      <a:cubicBezTo>
                        <a:pt x="900" y="642"/>
                        <a:pt x="900" y="639"/>
                        <a:pt x="898" y="637"/>
                      </a:cubicBezTo>
                      <a:cubicBezTo>
                        <a:pt x="897" y="634"/>
                        <a:pt x="895" y="632"/>
                        <a:pt x="892" y="631"/>
                      </a:cubicBezTo>
                      <a:close/>
                      <a:moveTo>
                        <a:pt x="780" y="655"/>
                      </a:moveTo>
                      <a:cubicBezTo>
                        <a:pt x="760" y="654"/>
                        <a:pt x="741" y="650"/>
                        <a:pt x="722" y="643"/>
                      </a:cubicBezTo>
                      <a:cubicBezTo>
                        <a:pt x="720" y="642"/>
                        <a:pt x="717" y="642"/>
                        <a:pt x="714" y="643"/>
                      </a:cubicBezTo>
                      <a:cubicBezTo>
                        <a:pt x="711" y="644"/>
                        <a:pt x="709" y="647"/>
                        <a:pt x="708" y="649"/>
                      </a:cubicBezTo>
                      <a:cubicBezTo>
                        <a:pt x="706" y="655"/>
                        <a:pt x="709" y="661"/>
                        <a:pt x="715" y="663"/>
                      </a:cubicBezTo>
                      <a:cubicBezTo>
                        <a:pt x="735" y="671"/>
                        <a:pt x="757" y="675"/>
                        <a:pt x="779" y="676"/>
                      </a:cubicBezTo>
                      <a:lnTo>
                        <a:pt x="780" y="676"/>
                      </a:lnTo>
                      <a:cubicBezTo>
                        <a:pt x="786" y="676"/>
                        <a:pt x="790" y="672"/>
                        <a:pt x="791" y="666"/>
                      </a:cubicBezTo>
                      <a:cubicBezTo>
                        <a:pt x="791" y="663"/>
                        <a:pt x="790" y="660"/>
                        <a:pt x="788" y="658"/>
                      </a:cubicBezTo>
                      <a:cubicBezTo>
                        <a:pt x="786" y="656"/>
                        <a:pt x="783" y="655"/>
                        <a:pt x="780" y="655"/>
                      </a:cubicBezTo>
                      <a:close/>
                      <a:moveTo>
                        <a:pt x="1002" y="448"/>
                      </a:moveTo>
                      <a:cubicBezTo>
                        <a:pt x="997" y="448"/>
                        <a:pt x="992" y="452"/>
                        <a:pt x="992" y="458"/>
                      </a:cubicBezTo>
                      <a:cubicBezTo>
                        <a:pt x="991" y="478"/>
                        <a:pt x="988" y="498"/>
                        <a:pt x="982" y="517"/>
                      </a:cubicBezTo>
                      <a:cubicBezTo>
                        <a:pt x="981" y="520"/>
                        <a:pt x="981" y="522"/>
                        <a:pt x="982" y="525"/>
                      </a:cubicBezTo>
                      <a:cubicBezTo>
                        <a:pt x="984" y="528"/>
                        <a:pt x="986" y="530"/>
                        <a:pt x="988" y="530"/>
                      </a:cubicBezTo>
                      <a:cubicBezTo>
                        <a:pt x="990" y="531"/>
                        <a:pt x="991" y="531"/>
                        <a:pt x="992" y="531"/>
                      </a:cubicBezTo>
                      <a:cubicBezTo>
                        <a:pt x="997" y="531"/>
                        <a:pt x="1001" y="528"/>
                        <a:pt x="1002" y="524"/>
                      </a:cubicBezTo>
                      <a:cubicBezTo>
                        <a:pt x="1009" y="503"/>
                        <a:pt x="1013" y="481"/>
                        <a:pt x="1013" y="459"/>
                      </a:cubicBezTo>
                      <a:cubicBezTo>
                        <a:pt x="1013" y="453"/>
                        <a:pt x="1009" y="448"/>
                        <a:pt x="1002" y="448"/>
                      </a:cubicBezTo>
                      <a:close/>
                      <a:moveTo>
                        <a:pt x="976" y="556"/>
                      </a:moveTo>
                      <a:cubicBezTo>
                        <a:pt x="971" y="553"/>
                        <a:pt x="965" y="555"/>
                        <a:pt x="962" y="560"/>
                      </a:cubicBezTo>
                      <a:cubicBezTo>
                        <a:pt x="951" y="577"/>
                        <a:pt x="938" y="592"/>
                        <a:pt x="923" y="605"/>
                      </a:cubicBezTo>
                      <a:cubicBezTo>
                        <a:pt x="919" y="609"/>
                        <a:pt x="918" y="616"/>
                        <a:pt x="922" y="620"/>
                      </a:cubicBezTo>
                      <a:cubicBezTo>
                        <a:pt x="924" y="623"/>
                        <a:pt x="927" y="624"/>
                        <a:pt x="930" y="624"/>
                      </a:cubicBezTo>
                      <a:cubicBezTo>
                        <a:pt x="933" y="624"/>
                        <a:pt x="935" y="623"/>
                        <a:pt x="937" y="621"/>
                      </a:cubicBezTo>
                      <a:cubicBezTo>
                        <a:pt x="954" y="607"/>
                        <a:pt x="968" y="590"/>
                        <a:pt x="980" y="571"/>
                      </a:cubicBezTo>
                      <a:cubicBezTo>
                        <a:pt x="983" y="566"/>
                        <a:pt x="981" y="560"/>
                        <a:pt x="976" y="556"/>
                      </a:cubicBezTo>
                      <a:close/>
                      <a:moveTo>
                        <a:pt x="553" y="337"/>
                      </a:moveTo>
                      <a:cubicBezTo>
                        <a:pt x="559" y="336"/>
                        <a:pt x="563" y="330"/>
                        <a:pt x="562" y="324"/>
                      </a:cubicBezTo>
                      <a:cubicBezTo>
                        <a:pt x="558" y="304"/>
                        <a:pt x="554" y="284"/>
                        <a:pt x="548" y="262"/>
                      </a:cubicBezTo>
                      <a:cubicBezTo>
                        <a:pt x="546" y="257"/>
                        <a:pt x="540" y="253"/>
                        <a:pt x="535" y="255"/>
                      </a:cubicBezTo>
                      <a:cubicBezTo>
                        <a:pt x="532" y="256"/>
                        <a:pt x="529" y="257"/>
                        <a:pt x="528" y="260"/>
                      </a:cubicBezTo>
                      <a:cubicBezTo>
                        <a:pt x="527" y="262"/>
                        <a:pt x="526" y="265"/>
                        <a:pt x="527" y="268"/>
                      </a:cubicBezTo>
                      <a:cubicBezTo>
                        <a:pt x="533" y="289"/>
                        <a:pt x="537" y="308"/>
                        <a:pt x="540" y="328"/>
                      </a:cubicBezTo>
                      <a:cubicBezTo>
                        <a:pt x="541" y="333"/>
                        <a:pt x="546" y="337"/>
                        <a:pt x="551" y="337"/>
                      </a:cubicBezTo>
                      <a:lnTo>
                        <a:pt x="553" y="337"/>
                      </a:lnTo>
                      <a:close/>
                      <a:moveTo>
                        <a:pt x="436" y="63"/>
                      </a:moveTo>
                      <a:cubicBezTo>
                        <a:pt x="434" y="61"/>
                        <a:pt x="431" y="60"/>
                        <a:pt x="428" y="61"/>
                      </a:cubicBezTo>
                      <a:cubicBezTo>
                        <a:pt x="425" y="61"/>
                        <a:pt x="423" y="62"/>
                        <a:pt x="421" y="64"/>
                      </a:cubicBezTo>
                      <a:cubicBezTo>
                        <a:pt x="419" y="67"/>
                        <a:pt x="418" y="69"/>
                        <a:pt x="418" y="72"/>
                      </a:cubicBezTo>
                      <a:cubicBezTo>
                        <a:pt x="418" y="75"/>
                        <a:pt x="420" y="78"/>
                        <a:pt x="422" y="80"/>
                      </a:cubicBezTo>
                      <a:cubicBezTo>
                        <a:pt x="437" y="92"/>
                        <a:pt x="451" y="107"/>
                        <a:pt x="464" y="123"/>
                      </a:cubicBezTo>
                      <a:cubicBezTo>
                        <a:pt x="466" y="126"/>
                        <a:pt x="469" y="128"/>
                        <a:pt x="472" y="128"/>
                      </a:cubicBezTo>
                      <a:cubicBezTo>
                        <a:pt x="475" y="128"/>
                        <a:pt x="477" y="127"/>
                        <a:pt x="479" y="125"/>
                      </a:cubicBezTo>
                      <a:cubicBezTo>
                        <a:pt x="481" y="124"/>
                        <a:pt x="482" y="121"/>
                        <a:pt x="483" y="118"/>
                      </a:cubicBezTo>
                      <a:cubicBezTo>
                        <a:pt x="483" y="115"/>
                        <a:pt x="482" y="113"/>
                        <a:pt x="481" y="110"/>
                      </a:cubicBezTo>
                      <a:cubicBezTo>
                        <a:pt x="467" y="93"/>
                        <a:pt x="452" y="77"/>
                        <a:pt x="436" y="63"/>
                      </a:cubicBezTo>
                      <a:close/>
                      <a:moveTo>
                        <a:pt x="532" y="222"/>
                      </a:moveTo>
                      <a:cubicBezTo>
                        <a:pt x="534" y="219"/>
                        <a:pt x="534" y="217"/>
                        <a:pt x="533" y="214"/>
                      </a:cubicBezTo>
                      <a:cubicBezTo>
                        <a:pt x="531" y="207"/>
                        <a:pt x="528" y="201"/>
                        <a:pt x="526" y="194"/>
                      </a:cubicBezTo>
                      <a:cubicBezTo>
                        <a:pt x="521" y="180"/>
                        <a:pt x="515" y="167"/>
                        <a:pt x="509" y="154"/>
                      </a:cubicBezTo>
                      <a:cubicBezTo>
                        <a:pt x="506" y="149"/>
                        <a:pt x="499" y="147"/>
                        <a:pt x="494" y="150"/>
                      </a:cubicBezTo>
                      <a:cubicBezTo>
                        <a:pt x="492" y="151"/>
                        <a:pt x="490" y="153"/>
                        <a:pt x="489" y="156"/>
                      </a:cubicBezTo>
                      <a:cubicBezTo>
                        <a:pt x="488" y="159"/>
                        <a:pt x="488" y="162"/>
                        <a:pt x="490" y="164"/>
                      </a:cubicBezTo>
                      <a:cubicBezTo>
                        <a:pt x="496" y="176"/>
                        <a:pt x="501" y="188"/>
                        <a:pt x="506" y="201"/>
                      </a:cubicBezTo>
                      <a:cubicBezTo>
                        <a:pt x="508" y="208"/>
                        <a:pt x="510" y="214"/>
                        <a:pt x="512" y="221"/>
                      </a:cubicBezTo>
                      <a:cubicBezTo>
                        <a:pt x="514" y="225"/>
                        <a:pt x="518" y="228"/>
                        <a:pt x="523" y="228"/>
                      </a:cubicBezTo>
                      <a:cubicBezTo>
                        <a:pt x="524" y="228"/>
                        <a:pt x="525" y="228"/>
                        <a:pt x="526" y="227"/>
                      </a:cubicBezTo>
                      <a:cubicBezTo>
                        <a:pt x="529" y="226"/>
                        <a:pt x="531" y="225"/>
                        <a:pt x="532" y="222"/>
                      </a:cubicBezTo>
                      <a:close/>
                      <a:moveTo>
                        <a:pt x="636" y="581"/>
                      </a:moveTo>
                      <a:cubicBezTo>
                        <a:pt x="635" y="578"/>
                        <a:pt x="632" y="577"/>
                        <a:pt x="629" y="577"/>
                      </a:cubicBezTo>
                      <a:cubicBezTo>
                        <a:pt x="626" y="577"/>
                        <a:pt x="624" y="577"/>
                        <a:pt x="621" y="579"/>
                      </a:cubicBezTo>
                      <a:cubicBezTo>
                        <a:pt x="619" y="581"/>
                        <a:pt x="618" y="584"/>
                        <a:pt x="617" y="586"/>
                      </a:cubicBezTo>
                      <a:cubicBezTo>
                        <a:pt x="617" y="589"/>
                        <a:pt x="618" y="592"/>
                        <a:pt x="620" y="594"/>
                      </a:cubicBezTo>
                      <a:cubicBezTo>
                        <a:pt x="634" y="612"/>
                        <a:pt x="650" y="627"/>
                        <a:pt x="668" y="639"/>
                      </a:cubicBezTo>
                      <a:cubicBezTo>
                        <a:pt x="670" y="640"/>
                        <a:pt x="672" y="641"/>
                        <a:pt x="674" y="641"/>
                      </a:cubicBezTo>
                      <a:cubicBezTo>
                        <a:pt x="678" y="641"/>
                        <a:pt x="681" y="639"/>
                        <a:pt x="683" y="636"/>
                      </a:cubicBezTo>
                      <a:cubicBezTo>
                        <a:pt x="686" y="631"/>
                        <a:pt x="685" y="624"/>
                        <a:pt x="680" y="621"/>
                      </a:cubicBezTo>
                      <a:cubicBezTo>
                        <a:pt x="664" y="610"/>
                        <a:pt x="649" y="596"/>
                        <a:pt x="636" y="581"/>
                      </a:cubicBezTo>
                      <a:close/>
                      <a:moveTo>
                        <a:pt x="597" y="509"/>
                      </a:moveTo>
                      <a:cubicBezTo>
                        <a:pt x="594" y="500"/>
                        <a:pt x="592" y="492"/>
                        <a:pt x="589" y="484"/>
                      </a:cubicBezTo>
                      <a:cubicBezTo>
                        <a:pt x="588" y="478"/>
                        <a:pt x="582" y="475"/>
                        <a:pt x="576" y="476"/>
                      </a:cubicBezTo>
                      <a:cubicBezTo>
                        <a:pt x="570" y="478"/>
                        <a:pt x="567" y="484"/>
                        <a:pt x="569" y="490"/>
                      </a:cubicBezTo>
                      <a:cubicBezTo>
                        <a:pt x="571" y="498"/>
                        <a:pt x="574" y="506"/>
                        <a:pt x="577" y="515"/>
                      </a:cubicBezTo>
                      <a:cubicBezTo>
                        <a:pt x="581" y="527"/>
                        <a:pt x="586" y="539"/>
                        <a:pt x="591" y="550"/>
                      </a:cubicBezTo>
                      <a:cubicBezTo>
                        <a:pt x="593" y="554"/>
                        <a:pt x="597" y="556"/>
                        <a:pt x="601" y="556"/>
                      </a:cubicBezTo>
                      <a:cubicBezTo>
                        <a:pt x="603" y="556"/>
                        <a:pt x="604" y="556"/>
                        <a:pt x="606" y="555"/>
                      </a:cubicBezTo>
                      <a:cubicBezTo>
                        <a:pt x="611" y="552"/>
                        <a:pt x="613" y="546"/>
                        <a:pt x="610" y="541"/>
                      </a:cubicBezTo>
                      <a:cubicBezTo>
                        <a:pt x="605" y="530"/>
                        <a:pt x="601" y="520"/>
                        <a:pt x="597" y="509"/>
                      </a:cubicBezTo>
                      <a:close/>
                      <a:moveTo>
                        <a:pt x="828" y="257"/>
                      </a:moveTo>
                      <a:cubicBezTo>
                        <a:pt x="834" y="258"/>
                        <a:pt x="840" y="259"/>
                        <a:pt x="846" y="261"/>
                      </a:cubicBezTo>
                      <a:cubicBezTo>
                        <a:pt x="847" y="261"/>
                        <a:pt x="848" y="261"/>
                        <a:pt x="849" y="261"/>
                      </a:cubicBezTo>
                      <a:cubicBezTo>
                        <a:pt x="854" y="261"/>
                        <a:pt x="858" y="258"/>
                        <a:pt x="859" y="253"/>
                      </a:cubicBezTo>
                      <a:cubicBezTo>
                        <a:pt x="861" y="248"/>
                        <a:pt x="858" y="242"/>
                        <a:pt x="852" y="240"/>
                      </a:cubicBezTo>
                      <a:cubicBezTo>
                        <a:pt x="845" y="238"/>
                        <a:pt x="837" y="236"/>
                        <a:pt x="830" y="235"/>
                      </a:cubicBezTo>
                      <a:lnTo>
                        <a:pt x="831" y="218"/>
                      </a:lnTo>
                      <a:lnTo>
                        <a:pt x="781" y="242"/>
                      </a:lnTo>
                      <a:lnTo>
                        <a:pt x="827" y="273"/>
                      </a:lnTo>
                      <a:lnTo>
                        <a:pt x="828" y="25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1280160" rtl="0" eaLnBrk="1" fontAlgn="auto" latinLnBrk="0" hangingPunct="1">
                    <a:lnSpc>
                      <a:spcPct val="100000"/>
                    </a:lnSpc>
                    <a:spcBef>
                      <a:spcPts val="0"/>
                    </a:spcBef>
                    <a:spcAft>
                      <a:spcPts val="0"/>
                    </a:spcAft>
                    <a:buClrTx/>
                    <a:buSzTx/>
                    <a:buFontTx/>
                    <a:buNone/>
                    <a:tabLst/>
                    <a:defRPr/>
                  </a:pPr>
                  <a:endParaRPr kumimoji="0" lang="en-IN" sz="2520" b="0" i="0" u="none" strike="noStrike" kern="0" cap="none" spc="0" normalizeH="0" baseline="0" noProof="0" dirty="0" smtClean="0">
                    <a:ln>
                      <a:noFill/>
                    </a:ln>
                    <a:solidFill>
                      <a:prstClr val="black"/>
                    </a:solidFill>
                    <a:effectLst/>
                    <a:uLnTx/>
                    <a:uFillTx/>
                    <a:latin typeface="Verdana"/>
                    <a:ea typeface="+mn-ea"/>
                    <a:cs typeface="+mn-cs"/>
                  </a:endParaRPr>
                </a:p>
              </p:txBody>
            </p:sp>
            <p:sp>
              <p:nvSpPr>
                <p:cNvPr id="206" name="Freeform 483"/>
                <p:cNvSpPr>
                  <a:spLocks noEditPoints="1"/>
                </p:cNvSpPr>
                <p:nvPr/>
              </p:nvSpPr>
              <p:spPr bwMode="auto">
                <a:xfrm>
                  <a:off x="3362" y="2735"/>
                  <a:ext cx="1187" cy="2107"/>
                </a:xfrm>
                <a:custGeom>
                  <a:avLst/>
                  <a:gdLst>
                    <a:gd name="T0" fmla="*/ 320 w 364"/>
                    <a:gd name="T1" fmla="*/ 510 h 647"/>
                    <a:gd name="T2" fmla="*/ 119 w 364"/>
                    <a:gd name="T3" fmla="*/ 510 h 647"/>
                    <a:gd name="T4" fmla="*/ 66 w 364"/>
                    <a:gd name="T5" fmla="*/ 407 h 647"/>
                    <a:gd name="T6" fmla="*/ 61 w 364"/>
                    <a:gd name="T7" fmla="*/ 381 h 647"/>
                    <a:gd name="T8" fmla="*/ 15 w 364"/>
                    <a:gd name="T9" fmla="*/ 261 h 647"/>
                    <a:gd name="T10" fmla="*/ 9 w 364"/>
                    <a:gd name="T11" fmla="*/ 228 h 647"/>
                    <a:gd name="T12" fmla="*/ 63 w 364"/>
                    <a:gd name="T13" fmla="*/ 237 h 647"/>
                    <a:gd name="T14" fmla="*/ 122 w 364"/>
                    <a:gd name="T15" fmla="*/ 306 h 647"/>
                    <a:gd name="T16" fmla="*/ 131 w 364"/>
                    <a:gd name="T17" fmla="*/ 25 h 647"/>
                    <a:gd name="T18" fmla="*/ 157 w 364"/>
                    <a:gd name="T19" fmla="*/ 0 h 647"/>
                    <a:gd name="T20" fmla="*/ 184 w 364"/>
                    <a:gd name="T21" fmla="*/ 25 h 647"/>
                    <a:gd name="T22" fmla="*/ 198 w 364"/>
                    <a:gd name="T23" fmla="*/ 227 h 647"/>
                    <a:gd name="T24" fmla="*/ 202 w 364"/>
                    <a:gd name="T25" fmla="*/ 222 h 647"/>
                    <a:gd name="T26" fmla="*/ 221 w 364"/>
                    <a:gd name="T27" fmla="*/ 212 h 647"/>
                    <a:gd name="T28" fmla="*/ 240 w 364"/>
                    <a:gd name="T29" fmla="*/ 224 h 647"/>
                    <a:gd name="T30" fmla="*/ 255 w 364"/>
                    <a:gd name="T31" fmla="*/ 224 h 647"/>
                    <a:gd name="T32" fmla="*/ 276 w 364"/>
                    <a:gd name="T33" fmla="*/ 212 h 647"/>
                    <a:gd name="T34" fmla="*/ 296 w 364"/>
                    <a:gd name="T35" fmla="*/ 225 h 647"/>
                    <a:gd name="T36" fmla="*/ 308 w 364"/>
                    <a:gd name="T37" fmla="*/ 225 h 647"/>
                    <a:gd name="T38" fmla="*/ 329 w 364"/>
                    <a:gd name="T39" fmla="*/ 212 h 647"/>
                    <a:gd name="T40" fmla="*/ 360 w 364"/>
                    <a:gd name="T41" fmla="*/ 295 h 647"/>
                    <a:gd name="T42" fmla="*/ 320 w 364"/>
                    <a:gd name="T43" fmla="*/ 510 h 647"/>
                    <a:gd name="T44" fmla="*/ 104 w 364"/>
                    <a:gd name="T45" fmla="*/ 522 h 647"/>
                    <a:gd name="T46" fmla="*/ 104 w 364"/>
                    <a:gd name="T47" fmla="*/ 641 h 647"/>
                    <a:gd name="T48" fmla="*/ 110 w 364"/>
                    <a:gd name="T49" fmla="*/ 647 h 647"/>
                    <a:gd name="T50" fmla="*/ 334 w 364"/>
                    <a:gd name="T51" fmla="*/ 647 h 647"/>
                    <a:gd name="T52" fmla="*/ 340 w 364"/>
                    <a:gd name="T53" fmla="*/ 641 h 647"/>
                    <a:gd name="T54" fmla="*/ 340 w 364"/>
                    <a:gd name="T55" fmla="*/ 522 h 647"/>
                    <a:gd name="T56" fmla="*/ 104 w 364"/>
                    <a:gd name="T57" fmla="*/ 522 h 6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4" h="647">
                      <a:moveTo>
                        <a:pt x="320" y="510"/>
                      </a:moveTo>
                      <a:lnTo>
                        <a:pt x="119" y="510"/>
                      </a:lnTo>
                      <a:cubicBezTo>
                        <a:pt x="99" y="492"/>
                        <a:pt x="78" y="462"/>
                        <a:pt x="66" y="407"/>
                      </a:cubicBezTo>
                      <a:cubicBezTo>
                        <a:pt x="64" y="398"/>
                        <a:pt x="62" y="390"/>
                        <a:pt x="61" y="381"/>
                      </a:cubicBezTo>
                      <a:cubicBezTo>
                        <a:pt x="52" y="337"/>
                        <a:pt x="44" y="299"/>
                        <a:pt x="15" y="261"/>
                      </a:cubicBezTo>
                      <a:cubicBezTo>
                        <a:pt x="0" y="242"/>
                        <a:pt x="4" y="232"/>
                        <a:pt x="9" y="228"/>
                      </a:cubicBezTo>
                      <a:cubicBezTo>
                        <a:pt x="18" y="218"/>
                        <a:pt x="42" y="221"/>
                        <a:pt x="63" y="237"/>
                      </a:cubicBezTo>
                      <a:cubicBezTo>
                        <a:pt x="82" y="250"/>
                        <a:pt x="108" y="285"/>
                        <a:pt x="122" y="306"/>
                      </a:cubicBezTo>
                      <a:lnTo>
                        <a:pt x="131" y="25"/>
                      </a:lnTo>
                      <a:cubicBezTo>
                        <a:pt x="131" y="11"/>
                        <a:pt x="143" y="0"/>
                        <a:pt x="157" y="0"/>
                      </a:cubicBezTo>
                      <a:cubicBezTo>
                        <a:pt x="171" y="0"/>
                        <a:pt x="183" y="11"/>
                        <a:pt x="184" y="25"/>
                      </a:cubicBezTo>
                      <a:lnTo>
                        <a:pt x="198" y="227"/>
                      </a:lnTo>
                      <a:cubicBezTo>
                        <a:pt x="199" y="226"/>
                        <a:pt x="200" y="224"/>
                        <a:pt x="202" y="222"/>
                      </a:cubicBezTo>
                      <a:cubicBezTo>
                        <a:pt x="206" y="218"/>
                        <a:pt x="211" y="212"/>
                        <a:pt x="221" y="212"/>
                      </a:cubicBezTo>
                      <a:cubicBezTo>
                        <a:pt x="230" y="212"/>
                        <a:pt x="236" y="219"/>
                        <a:pt x="240" y="224"/>
                      </a:cubicBezTo>
                      <a:cubicBezTo>
                        <a:pt x="246" y="232"/>
                        <a:pt x="249" y="232"/>
                        <a:pt x="255" y="224"/>
                      </a:cubicBezTo>
                      <a:cubicBezTo>
                        <a:pt x="260" y="219"/>
                        <a:pt x="266" y="212"/>
                        <a:pt x="276" y="212"/>
                      </a:cubicBezTo>
                      <a:cubicBezTo>
                        <a:pt x="286" y="212"/>
                        <a:pt x="292" y="219"/>
                        <a:pt x="296" y="225"/>
                      </a:cubicBezTo>
                      <a:cubicBezTo>
                        <a:pt x="301" y="232"/>
                        <a:pt x="303" y="232"/>
                        <a:pt x="308" y="225"/>
                      </a:cubicBezTo>
                      <a:cubicBezTo>
                        <a:pt x="313" y="219"/>
                        <a:pt x="318" y="212"/>
                        <a:pt x="329" y="212"/>
                      </a:cubicBezTo>
                      <a:cubicBezTo>
                        <a:pt x="351" y="212"/>
                        <a:pt x="359" y="234"/>
                        <a:pt x="360" y="295"/>
                      </a:cubicBezTo>
                      <a:cubicBezTo>
                        <a:pt x="361" y="337"/>
                        <a:pt x="364" y="454"/>
                        <a:pt x="320" y="510"/>
                      </a:cubicBezTo>
                      <a:close/>
                      <a:moveTo>
                        <a:pt x="104" y="522"/>
                      </a:moveTo>
                      <a:lnTo>
                        <a:pt x="104" y="641"/>
                      </a:lnTo>
                      <a:cubicBezTo>
                        <a:pt x="104" y="644"/>
                        <a:pt x="107" y="647"/>
                        <a:pt x="110" y="647"/>
                      </a:cubicBezTo>
                      <a:lnTo>
                        <a:pt x="334" y="647"/>
                      </a:lnTo>
                      <a:cubicBezTo>
                        <a:pt x="337" y="647"/>
                        <a:pt x="340" y="644"/>
                        <a:pt x="340" y="641"/>
                      </a:cubicBezTo>
                      <a:lnTo>
                        <a:pt x="340" y="522"/>
                      </a:lnTo>
                      <a:lnTo>
                        <a:pt x="104" y="52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1280160" rtl="0" eaLnBrk="1" fontAlgn="auto" latinLnBrk="0" hangingPunct="1">
                    <a:lnSpc>
                      <a:spcPct val="100000"/>
                    </a:lnSpc>
                    <a:spcBef>
                      <a:spcPts val="0"/>
                    </a:spcBef>
                    <a:spcAft>
                      <a:spcPts val="0"/>
                    </a:spcAft>
                    <a:buClrTx/>
                    <a:buSzTx/>
                    <a:buFontTx/>
                    <a:buNone/>
                    <a:tabLst/>
                    <a:defRPr/>
                  </a:pPr>
                  <a:endParaRPr kumimoji="0" lang="en-IN" sz="2520" b="0" i="0" u="none" strike="noStrike" kern="0" cap="none" spc="0" normalizeH="0" baseline="0" noProof="0" dirty="0" smtClean="0">
                    <a:ln>
                      <a:noFill/>
                    </a:ln>
                    <a:solidFill>
                      <a:prstClr val="black"/>
                    </a:solidFill>
                    <a:effectLst/>
                    <a:uLnTx/>
                    <a:uFillTx/>
                    <a:latin typeface="Verdana"/>
                    <a:ea typeface="+mn-ea"/>
                    <a:cs typeface="+mn-cs"/>
                  </a:endParaRPr>
                </a:p>
              </p:txBody>
            </p:sp>
          </p:grpSp>
        </p:grpSp>
      </p:grpSp>
      <p:grpSp>
        <p:nvGrpSpPr>
          <p:cNvPr id="4" name="Group 3"/>
          <p:cNvGrpSpPr/>
          <p:nvPr/>
        </p:nvGrpSpPr>
        <p:grpSpPr>
          <a:xfrm>
            <a:off x="494199" y="2976522"/>
            <a:ext cx="3809337" cy="2357478"/>
            <a:chOff x="363067" y="3230958"/>
            <a:chExt cx="3809337" cy="2773341"/>
          </a:xfrm>
        </p:grpSpPr>
        <p:sp>
          <p:nvSpPr>
            <p:cNvPr id="174" name="Rounded Rectangle 173"/>
            <p:cNvSpPr/>
            <p:nvPr/>
          </p:nvSpPr>
          <p:spPr bwMode="gray">
            <a:xfrm>
              <a:off x="363067" y="3230958"/>
              <a:ext cx="3809337" cy="2773341"/>
            </a:xfrm>
            <a:prstGeom prst="roundRect">
              <a:avLst>
                <a:gd name="adj" fmla="val 4556"/>
              </a:avLst>
            </a:prstGeom>
            <a:solidFill>
              <a:sysClr val="window" lastClr="FFFFFF">
                <a:lumMod val="95000"/>
              </a:sysClr>
            </a:solidFill>
            <a:ln w="19050" algn="ctr">
              <a:noFill/>
              <a:miter lim="800000"/>
              <a:headEnd/>
              <a:tailEnd/>
            </a:ln>
          </p:spPr>
          <p:txBody>
            <a:bodyPr wrap="square" lIns="88900" tIns="88900" rIns="88900" bIns="88900" rtlCol="0" anchor="ctr"/>
            <a:lstStyle/>
            <a:p>
              <a:pPr marL="0" marR="0" lvl="0" indent="0" algn="ctr" defTabSz="1280160" rtl="0" eaLnBrk="1" fontAlgn="auto" latinLnBrk="0" hangingPunct="1">
                <a:lnSpc>
                  <a:spcPct val="106000"/>
                </a:lnSpc>
                <a:spcBef>
                  <a:spcPts val="0"/>
                </a:spcBef>
                <a:spcAft>
                  <a:spcPts val="0"/>
                </a:spcAft>
                <a:buClrTx/>
                <a:buSzTx/>
                <a:buFont typeface="Wingdings 2" pitchFamily="18" charset="2"/>
                <a:buNone/>
                <a:tabLst/>
                <a:defRPr/>
              </a:pPr>
              <a:endParaRPr kumimoji="0" lang="en-IN" sz="1000" b="1" i="0" u="none" strike="noStrike" kern="0" cap="none" spc="0" normalizeH="0" baseline="0" noProof="0" dirty="0" smtClean="0">
                <a:ln>
                  <a:noFill/>
                </a:ln>
                <a:effectLst/>
                <a:uLnTx/>
                <a:uFillTx/>
                <a:latin typeface="Verdana"/>
                <a:ea typeface="+mn-ea"/>
                <a:cs typeface="+mn-cs"/>
              </a:endParaRPr>
            </a:p>
          </p:txBody>
        </p:sp>
        <p:grpSp>
          <p:nvGrpSpPr>
            <p:cNvPr id="183" name="Group 182"/>
            <p:cNvGrpSpPr/>
            <p:nvPr/>
          </p:nvGrpSpPr>
          <p:grpSpPr>
            <a:xfrm>
              <a:off x="519920" y="4890945"/>
              <a:ext cx="3647794" cy="1018578"/>
              <a:chOff x="576424" y="6703783"/>
              <a:chExt cx="3856145" cy="1122542"/>
            </a:xfrm>
          </p:grpSpPr>
          <p:sp>
            <p:nvSpPr>
              <p:cNvPr id="219" name="Rectangle 218"/>
              <p:cNvSpPr/>
              <p:nvPr/>
            </p:nvSpPr>
            <p:spPr>
              <a:xfrm>
                <a:off x="576424" y="7003050"/>
                <a:ext cx="992336" cy="518733"/>
              </a:xfrm>
              <a:prstGeom prst="rect">
                <a:avLst/>
              </a:prstGeom>
              <a:solidFill>
                <a:sysClr val="window" lastClr="FFFFFF"/>
              </a:solidFill>
              <a:ln w="22225" cap="flat">
                <a:noFill/>
                <a:prstDash val="solid"/>
                <a:miter lim="800000"/>
                <a:headEnd/>
                <a:tailEnd/>
              </a:ln>
            </p:spPr>
            <p:txBody>
              <a:bodyPr vert="horz" wrap="none" lIns="45720" tIns="45720" rIns="45720" bIns="45720" numCol="1" anchor="ctr" anchorCtr="0" compatLnSpc="1">
                <a:prstTxWarp prst="textNoShape">
                  <a:avLst/>
                </a:prstTxWarp>
                <a:spAutoFit/>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smtClean="0">
                    <a:ln>
                      <a:noFill/>
                    </a:ln>
                    <a:effectLst/>
                    <a:uLnTx/>
                    <a:uFillTx/>
                    <a:latin typeface="Verdana"/>
                    <a:ea typeface="+mn-ea"/>
                    <a:cs typeface="+mn-cs"/>
                  </a:rPr>
                  <a:t>Government </a:t>
                </a:r>
              </a:p>
              <a:p>
                <a:pPr marL="0" marR="0" lvl="0" indent="0" algn="ctr" defTabSz="128016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smtClean="0">
                    <a:ln>
                      <a:noFill/>
                    </a:ln>
                    <a:effectLst/>
                    <a:uLnTx/>
                    <a:uFillTx/>
                    <a:latin typeface="Verdana"/>
                    <a:ea typeface="+mn-ea"/>
                    <a:cs typeface="+mn-cs"/>
                  </a:rPr>
                  <a:t>Control</a:t>
                </a:r>
              </a:p>
            </p:txBody>
          </p:sp>
          <p:sp>
            <p:nvSpPr>
              <p:cNvPr id="220" name="Rectangle 219"/>
              <p:cNvSpPr/>
              <p:nvPr/>
            </p:nvSpPr>
            <p:spPr>
              <a:xfrm>
                <a:off x="2383615" y="6703783"/>
                <a:ext cx="879840" cy="1117268"/>
              </a:xfrm>
              <a:prstGeom prst="rect">
                <a:avLst/>
              </a:prstGeom>
              <a:solidFill>
                <a:sysClr val="window" lastClr="FFFFFF"/>
              </a:solidFill>
              <a:ln w="22225" cap="flat">
                <a:noFill/>
                <a:prstDash val="solid"/>
                <a:miter lim="800000"/>
                <a:headEnd/>
                <a:tailEnd/>
              </a:ln>
            </p:spPr>
            <p:txBody>
              <a:bodyPr vert="horz" wrap="square" lIns="45720" tIns="45720" rIns="45720" bIns="45720" numCol="1" anchor="ctr" anchorCtr="0" compatLnSpc="1">
                <a:prstTxWarp prst="textNoShape">
                  <a:avLst/>
                </a:prstTxWarp>
                <a:spAutoFit/>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smtClean="0">
                    <a:ln>
                      <a:noFill/>
                    </a:ln>
                    <a:effectLst/>
                    <a:uLnTx/>
                    <a:uFillTx/>
                    <a:latin typeface="Verdana"/>
                    <a:ea typeface="+mn-ea"/>
                    <a:cs typeface="+mn-cs"/>
                  </a:rPr>
                  <a:t>Efficient Sector</a:t>
                </a:r>
              </a:p>
              <a:p>
                <a:pPr marL="0" marR="0" lvl="0" indent="0" algn="ctr" defTabSz="128016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smtClean="0">
                    <a:ln>
                      <a:noFill/>
                    </a:ln>
                    <a:effectLst/>
                    <a:uLnTx/>
                    <a:uFillTx/>
                    <a:latin typeface="Verdana"/>
                    <a:ea typeface="+mn-ea"/>
                    <a:cs typeface="+mn-cs"/>
                  </a:rPr>
                  <a:t>Governance &amp; Regulation</a:t>
                </a:r>
              </a:p>
            </p:txBody>
          </p:sp>
          <p:sp>
            <p:nvSpPr>
              <p:cNvPr id="221" name="Rectangle 220"/>
              <p:cNvSpPr/>
              <p:nvPr/>
            </p:nvSpPr>
            <p:spPr>
              <a:xfrm>
                <a:off x="1573852" y="6903292"/>
                <a:ext cx="735383" cy="718244"/>
              </a:xfrm>
              <a:prstGeom prst="rect">
                <a:avLst/>
              </a:prstGeom>
              <a:solidFill>
                <a:sysClr val="window" lastClr="FFFFFF"/>
              </a:solidFill>
              <a:ln w="22225" cap="flat">
                <a:noFill/>
                <a:prstDash val="solid"/>
                <a:miter lim="800000"/>
                <a:headEnd/>
                <a:tailEnd/>
              </a:ln>
            </p:spPr>
            <p:txBody>
              <a:bodyPr vert="horz" wrap="square" lIns="45720" tIns="45720" rIns="45720" bIns="45720" numCol="1" anchor="ctr" anchorCtr="0" compatLnSpc="1">
                <a:prstTxWarp prst="textNoShape">
                  <a:avLst/>
                </a:prstTxWarp>
                <a:spAutoFit/>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smtClean="0">
                    <a:ln>
                      <a:noFill/>
                    </a:ln>
                    <a:effectLst/>
                    <a:uLnTx/>
                    <a:uFillTx/>
                    <a:latin typeface="Verdana"/>
                    <a:ea typeface="+mn-ea"/>
                    <a:cs typeface="+mn-cs"/>
                  </a:rPr>
                  <a:t>Domestic </a:t>
                </a:r>
              </a:p>
              <a:p>
                <a:pPr marL="0" marR="0" lvl="0" indent="0" algn="ctr" defTabSz="128016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smtClean="0">
                    <a:ln>
                      <a:noFill/>
                    </a:ln>
                    <a:effectLst/>
                    <a:uLnTx/>
                    <a:uFillTx/>
                    <a:latin typeface="Verdana"/>
                    <a:ea typeface="+mn-ea"/>
                    <a:cs typeface="+mn-cs"/>
                  </a:rPr>
                  <a:t>Economic Impact</a:t>
                </a:r>
              </a:p>
            </p:txBody>
          </p:sp>
          <p:sp>
            <p:nvSpPr>
              <p:cNvPr id="222" name="Rectangle 221"/>
              <p:cNvSpPr/>
              <p:nvPr/>
            </p:nvSpPr>
            <p:spPr>
              <a:xfrm>
                <a:off x="3323820" y="6709057"/>
                <a:ext cx="1108749" cy="1117268"/>
              </a:xfrm>
              <a:prstGeom prst="rect">
                <a:avLst/>
              </a:prstGeom>
              <a:solidFill>
                <a:sysClr val="window" lastClr="FFFFFF"/>
              </a:solidFill>
              <a:ln w="22225" cap="flat">
                <a:noFill/>
                <a:prstDash val="solid"/>
                <a:miter lim="800000"/>
                <a:headEnd/>
                <a:tailEnd/>
              </a:ln>
            </p:spPr>
            <p:txBody>
              <a:bodyPr vert="horz" wrap="square" lIns="45720" tIns="45720" rIns="45720" bIns="45720" numCol="1" anchor="ctr" anchorCtr="0" compatLnSpc="1">
                <a:prstTxWarp prst="textNoShape">
                  <a:avLst/>
                </a:prstTxWarp>
                <a:spAutoFit/>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smtClean="0">
                    <a:ln>
                      <a:noFill/>
                    </a:ln>
                    <a:effectLst/>
                    <a:uLnTx/>
                    <a:uFillTx/>
                    <a:latin typeface="Verdana"/>
                    <a:ea typeface="+mn-ea"/>
                    <a:cs typeface="+mn-cs"/>
                  </a:rPr>
                  <a:t>Sector Efficiency</a:t>
                </a:r>
              </a:p>
              <a:p>
                <a:pPr marL="0" marR="0" lvl="0" indent="0" algn="ctr" defTabSz="128016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smtClean="0">
                    <a:ln>
                      <a:noFill/>
                    </a:ln>
                    <a:effectLst/>
                    <a:uLnTx/>
                    <a:uFillTx/>
                    <a:latin typeface="Verdana"/>
                    <a:ea typeface="+mn-ea"/>
                    <a:cs typeface="+mn-cs"/>
                  </a:rPr>
                  <a:t>&amp; Competitiveness</a:t>
                </a:r>
              </a:p>
            </p:txBody>
          </p:sp>
        </p:grpSp>
        <p:sp>
          <p:nvSpPr>
            <p:cNvPr id="195" name="Oval 194"/>
            <p:cNvSpPr/>
            <p:nvPr/>
          </p:nvSpPr>
          <p:spPr bwMode="gray">
            <a:xfrm>
              <a:off x="1542966" y="3409729"/>
              <a:ext cx="1619027" cy="1552993"/>
            </a:xfrm>
            <a:prstGeom prst="ellipse">
              <a:avLst/>
            </a:prstGeom>
            <a:solidFill>
              <a:sysClr val="window" lastClr="FFFFFF"/>
            </a:solidFill>
            <a:ln w="19050" algn="ctr">
              <a:no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marL="0" marR="0" lvl="0" indent="0" algn="ctr" defTabSz="128016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dirty="0" smtClean="0">
                  <a:ln>
                    <a:noFill/>
                  </a:ln>
                  <a:effectLst/>
                  <a:uLnTx/>
                  <a:uFillTx/>
                  <a:latin typeface="Verdana"/>
                  <a:ea typeface="+mn-ea"/>
                  <a:cs typeface="+mn-cs"/>
                </a:rPr>
                <a:t>Macro-economic objectives</a:t>
              </a:r>
              <a:endParaRPr kumimoji="0" lang="en-IN" sz="1000" b="1" i="0" u="none" strike="noStrike" kern="0" cap="none" spc="0" normalizeH="0" baseline="0" noProof="0" dirty="0" smtClean="0">
                <a:ln>
                  <a:noFill/>
                </a:ln>
                <a:effectLst/>
                <a:uLnTx/>
                <a:uFillTx/>
                <a:latin typeface="Verdana"/>
                <a:ea typeface="+mn-ea"/>
                <a:cs typeface="+mn-cs"/>
              </a:endParaRPr>
            </a:p>
          </p:txBody>
        </p:sp>
      </p:grpSp>
    </p:spTree>
    <p:extLst>
      <p:ext uri="{BB962C8B-B14F-4D97-AF65-F5344CB8AC3E}">
        <p14:creationId xmlns:p14="http://schemas.microsoft.com/office/powerpoint/2010/main" val="2475296173"/>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4484914" y="2876983"/>
            <a:ext cx="2912335" cy="2461372"/>
            <a:chOff x="3378204" y="1855961"/>
            <a:chExt cx="5194296" cy="4152858"/>
          </a:xfrm>
        </p:grpSpPr>
        <p:sp>
          <p:nvSpPr>
            <p:cNvPr id="34" name="Oval 155"/>
            <p:cNvSpPr/>
            <p:nvPr/>
          </p:nvSpPr>
          <p:spPr>
            <a:xfrm rot="2700000">
              <a:off x="5629978" y="1834069"/>
              <a:ext cx="1224136" cy="2290176"/>
            </a:xfrm>
            <a:custGeom>
              <a:avLst/>
              <a:gdLst/>
              <a:ahLst/>
              <a:cxnLst/>
              <a:rect l="l" t="t" r="r" b="b"/>
              <a:pathLst>
                <a:path w="1224136" h="2290176">
                  <a:moveTo>
                    <a:pt x="459315" y="63272"/>
                  </a:moveTo>
                  <a:cubicBezTo>
                    <a:pt x="498408" y="24179"/>
                    <a:pt x="552413" y="0"/>
                    <a:pt x="612067" y="0"/>
                  </a:cubicBezTo>
                  <a:cubicBezTo>
                    <a:pt x="731374" y="0"/>
                    <a:pt x="828091" y="96717"/>
                    <a:pt x="828091" y="216024"/>
                  </a:cubicBezTo>
                  <a:cubicBezTo>
                    <a:pt x="828091" y="299408"/>
                    <a:pt x="780848" y="371757"/>
                    <a:pt x="711216" y="406896"/>
                  </a:cubicBezTo>
                  <a:cubicBezTo>
                    <a:pt x="691916" y="450663"/>
                    <a:pt x="710516" y="496019"/>
                    <a:pt x="737802" y="533019"/>
                  </a:cubicBezTo>
                  <a:lnTo>
                    <a:pt x="1224136" y="533019"/>
                  </a:lnTo>
                  <a:lnTo>
                    <a:pt x="1224136" y="1019520"/>
                  </a:lnTo>
                  <a:cubicBezTo>
                    <a:pt x="1187224" y="1046736"/>
                    <a:pt x="1141992" y="1065189"/>
                    <a:pt x="1098339" y="1045939"/>
                  </a:cubicBezTo>
                  <a:cubicBezTo>
                    <a:pt x="1063200" y="976307"/>
                    <a:pt x="990851" y="929064"/>
                    <a:pt x="907467" y="929064"/>
                  </a:cubicBezTo>
                  <a:cubicBezTo>
                    <a:pt x="788160" y="929064"/>
                    <a:pt x="691443" y="1025781"/>
                    <a:pt x="691443" y="1145088"/>
                  </a:cubicBezTo>
                  <a:cubicBezTo>
                    <a:pt x="691443" y="1204742"/>
                    <a:pt x="715622" y="1258747"/>
                    <a:pt x="754715" y="1297840"/>
                  </a:cubicBezTo>
                  <a:cubicBezTo>
                    <a:pt x="793807" y="1336933"/>
                    <a:pt x="847813" y="1361112"/>
                    <a:pt x="907467" y="1361112"/>
                  </a:cubicBezTo>
                  <a:cubicBezTo>
                    <a:pt x="988927" y="1361112"/>
                    <a:pt x="1059856" y="1316024"/>
                    <a:pt x="1095778" y="1248955"/>
                  </a:cubicBezTo>
                  <a:cubicBezTo>
                    <a:pt x="1141514" y="1226580"/>
                    <a:pt x="1182162" y="1242465"/>
                    <a:pt x="1224136" y="1270694"/>
                  </a:cubicBezTo>
                  <a:lnTo>
                    <a:pt x="1224136" y="1757155"/>
                  </a:lnTo>
                  <a:lnTo>
                    <a:pt x="737829" y="1757155"/>
                  </a:lnTo>
                  <a:cubicBezTo>
                    <a:pt x="709519" y="1799263"/>
                    <a:pt x="693505" y="1839996"/>
                    <a:pt x="715934" y="1885841"/>
                  </a:cubicBezTo>
                  <a:cubicBezTo>
                    <a:pt x="783003" y="1921763"/>
                    <a:pt x="828091" y="1992692"/>
                    <a:pt x="828091" y="2074152"/>
                  </a:cubicBezTo>
                  <a:cubicBezTo>
                    <a:pt x="828091" y="2133806"/>
                    <a:pt x="803912" y="2187812"/>
                    <a:pt x="764819" y="2226904"/>
                  </a:cubicBezTo>
                  <a:cubicBezTo>
                    <a:pt x="725726" y="2265997"/>
                    <a:pt x="671721" y="2290176"/>
                    <a:pt x="612067" y="2290176"/>
                  </a:cubicBezTo>
                  <a:cubicBezTo>
                    <a:pt x="492760" y="2290176"/>
                    <a:pt x="396043" y="2193459"/>
                    <a:pt x="396043" y="2074152"/>
                  </a:cubicBezTo>
                  <a:cubicBezTo>
                    <a:pt x="396043" y="1990768"/>
                    <a:pt x="443286" y="1918419"/>
                    <a:pt x="512918" y="1883280"/>
                  </a:cubicBezTo>
                  <a:cubicBezTo>
                    <a:pt x="532218" y="1839512"/>
                    <a:pt x="513617" y="1794156"/>
                    <a:pt x="486331" y="1757155"/>
                  </a:cubicBezTo>
                  <a:lnTo>
                    <a:pt x="0" y="1757155"/>
                  </a:lnTo>
                  <a:lnTo>
                    <a:pt x="0" y="1267857"/>
                  </a:lnTo>
                  <a:cubicBezTo>
                    <a:pt x="35436" y="1241878"/>
                    <a:pt x="78596" y="1225841"/>
                    <a:pt x="120314" y="1244237"/>
                  </a:cubicBezTo>
                  <a:cubicBezTo>
                    <a:pt x="155453" y="1313869"/>
                    <a:pt x="227802" y="1361112"/>
                    <a:pt x="311186" y="1361112"/>
                  </a:cubicBezTo>
                  <a:cubicBezTo>
                    <a:pt x="430493" y="1361112"/>
                    <a:pt x="527210" y="1264395"/>
                    <a:pt x="527210" y="1145088"/>
                  </a:cubicBezTo>
                  <a:cubicBezTo>
                    <a:pt x="527210" y="1085434"/>
                    <a:pt x="503031" y="1031429"/>
                    <a:pt x="463938" y="992336"/>
                  </a:cubicBezTo>
                  <a:cubicBezTo>
                    <a:pt x="424846" y="953243"/>
                    <a:pt x="370840" y="929064"/>
                    <a:pt x="311186" y="929064"/>
                  </a:cubicBezTo>
                  <a:cubicBezTo>
                    <a:pt x="229726" y="929064"/>
                    <a:pt x="158797" y="974152"/>
                    <a:pt x="122875" y="1041221"/>
                  </a:cubicBezTo>
                  <a:cubicBezTo>
                    <a:pt x="78969" y="1062702"/>
                    <a:pt x="39751" y="1048921"/>
                    <a:pt x="0" y="1022105"/>
                  </a:cubicBezTo>
                  <a:lnTo>
                    <a:pt x="0" y="533019"/>
                  </a:lnTo>
                  <a:lnTo>
                    <a:pt x="486305" y="533019"/>
                  </a:lnTo>
                  <a:cubicBezTo>
                    <a:pt x="514616" y="490912"/>
                    <a:pt x="530628" y="450179"/>
                    <a:pt x="508200" y="404335"/>
                  </a:cubicBezTo>
                  <a:cubicBezTo>
                    <a:pt x="441131" y="368413"/>
                    <a:pt x="396043" y="297484"/>
                    <a:pt x="396043" y="216024"/>
                  </a:cubicBezTo>
                  <a:cubicBezTo>
                    <a:pt x="396043" y="156370"/>
                    <a:pt x="420222" y="102364"/>
                    <a:pt x="459315" y="63272"/>
                  </a:cubicBez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en-US" sz="1400" dirty="0">
                <a:solidFill>
                  <a:srgbClr val="44546A"/>
                </a:solidFill>
                <a:latin typeface="Verdana"/>
              </a:endParaRPr>
            </a:p>
          </p:txBody>
        </p:sp>
        <p:sp>
          <p:nvSpPr>
            <p:cNvPr id="35" name="Oval 155"/>
            <p:cNvSpPr/>
            <p:nvPr/>
          </p:nvSpPr>
          <p:spPr>
            <a:xfrm rot="18900000">
              <a:off x="6495804" y="2699894"/>
              <a:ext cx="1224136" cy="2290176"/>
            </a:xfrm>
            <a:custGeom>
              <a:avLst/>
              <a:gdLst/>
              <a:ahLst/>
              <a:cxnLst/>
              <a:rect l="l" t="t" r="r" b="b"/>
              <a:pathLst>
                <a:path w="1224136" h="2290176">
                  <a:moveTo>
                    <a:pt x="764820" y="63272"/>
                  </a:moveTo>
                  <a:cubicBezTo>
                    <a:pt x="803913" y="102365"/>
                    <a:pt x="828092" y="156370"/>
                    <a:pt x="828092" y="216024"/>
                  </a:cubicBezTo>
                  <a:cubicBezTo>
                    <a:pt x="828092" y="299408"/>
                    <a:pt x="780849" y="371757"/>
                    <a:pt x="711217" y="406896"/>
                  </a:cubicBezTo>
                  <a:cubicBezTo>
                    <a:pt x="691917" y="450664"/>
                    <a:pt x="710518" y="496020"/>
                    <a:pt x="737803" y="533020"/>
                  </a:cubicBezTo>
                  <a:lnTo>
                    <a:pt x="1224136" y="533020"/>
                  </a:lnTo>
                  <a:lnTo>
                    <a:pt x="1224136" y="1022318"/>
                  </a:lnTo>
                  <a:cubicBezTo>
                    <a:pt x="1188700" y="1048297"/>
                    <a:pt x="1145539" y="1064335"/>
                    <a:pt x="1103821" y="1045938"/>
                  </a:cubicBezTo>
                  <a:cubicBezTo>
                    <a:pt x="1068682" y="976306"/>
                    <a:pt x="996333" y="929063"/>
                    <a:pt x="912949" y="929063"/>
                  </a:cubicBezTo>
                  <a:cubicBezTo>
                    <a:pt x="793642" y="929063"/>
                    <a:pt x="696925" y="1025780"/>
                    <a:pt x="696925" y="1145087"/>
                  </a:cubicBezTo>
                  <a:cubicBezTo>
                    <a:pt x="696925" y="1204741"/>
                    <a:pt x="721104" y="1258746"/>
                    <a:pt x="760197" y="1297839"/>
                  </a:cubicBezTo>
                  <a:cubicBezTo>
                    <a:pt x="799289" y="1336932"/>
                    <a:pt x="853295" y="1361111"/>
                    <a:pt x="912949" y="1361111"/>
                  </a:cubicBezTo>
                  <a:cubicBezTo>
                    <a:pt x="994409" y="1361111"/>
                    <a:pt x="1065338" y="1316024"/>
                    <a:pt x="1101260" y="1248954"/>
                  </a:cubicBezTo>
                  <a:cubicBezTo>
                    <a:pt x="1145167" y="1227474"/>
                    <a:pt x="1184385" y="1241254"/>
                    <a:pt x="1224136" y="1268071"/>
                  </a:cubicBezTo>
                  <a:lnTo>
                    <a:pt x="1224136" y="1757156"/>
                  </a:lnTo>
                  <a:lnTo>
                    <a:pt x="737830" y="1757156"/>
                  </a:lnTo>
                  <a:cubicBezTo>
                    <a:pt x="709520" y="1799264"/>
                    <a:pt x="693507" y="1839997"/>
                    <a:pt x="715935" y="1885841"/>
                  </a:cubicBezTo>
                  <a:cubicBezTo>
                    <a:pt x="783004" y="1921763"/>
                    <a:pt x="828092" y="1992692"/>
                    <a:pt x="828092" y="2074152"/>
                  </a:cubicBezTo>
                  <a:cubicBezTo>
                    <a:pt x="828092" y="2133806"/>
                    <a:pt x="803913" y="2187812"/>
                    <a:pt x="764820" y="2226904"/>
                  </a:cubicBezTo>
                  <a:cubicBezTo>
                    <a:pt x="725727" y="2265997"/>
                    <a:pt x="671722" y="2290176"/>
                    <a:pt x="612068" y="2290176"/>
                  </a:cubicBezTo>
                  <a:cubicBezTo>
                    <a:pt x="492761" y="2290176"/>
                    <a:pt x="396044" y="2193459"/>
                    <a:pt x="396044" y="2074152"/>
                  </a:cubicBezTo>
                  <a:cubicBezTo>
                    <a:pt x="396044" y="1990768"/>
                    <a:pt x="443287" y="1918419"/>
                    <a:pt x="512919" y="1883280"/>
                  </a:cubicBezTo>
                  <a:cubicBezTo>
                    <a:pt x="532219" y="1839512"/>
                    <a:pt x="513618" y="1794157"/>
                    <a:pt x="486333" y="1757156"/>
                  </a:cubicBezTo>
                  <a:lnTo>
                    <a:pt x="0" y="1757156"/>
                  </a:lnTo>
                  <a:lnTo>
                    <a:pt x="0" y="1271295"/>
                  </a:lnTo>
                  <a:cubicBezTo>
                    <a:pt x="37251" y="1243817"/>
                    <a:pt x="82955" y="1224793"/>
                    <a:pt x="127049" y="1244237"/>
                  </a:cubicBezTo>
                  <a:cubicBezTo>
                    <a:pt x="162188" y="1313869"/>
                    <a:pt x="234537" y="1361112"/>
                    <a:pt x="317921" y="1361112"/>
                  </a:cubicBezTo>
                  <a:cubicBezTo>
                    <a:pt x="437228" y="1361112"/>
                    <a:pt x="533945" y="1264395"/>
                    <a:pt x="533945" y="1145088"/>
                  </a:cubicBezTo>
                  <a:cubicBezTo>
                    <a:pt x="533945" y="1085434"/>
                    <a:pt x="509766" y="1031429"/>
                    <a:pt x="470673" y="992336"/>
                  </a:cubicBezTo>
                  <a:cubicBezTo>
                    <a:pt x="431581" y="953243"/>
                    <a:pt x="377575" y="929064"/>
                    <a:pt x="317921" y="929064"/>
                  </a:cubicBezTo>
                  <a:cubicBezTo>
                    <a:pt x="236461" y="929064"/>
                    <a:pt x="165532" y="974152"/>
                    <a:pt x="129610" y="1041221"/>
                  </a:cubicBezTo>
                  <a:cubicBezTo>
                    <a:pt x="83460" y="1063799"/>
                    <a:pt x="42490" y="1047421"/>
                    <a:pt x="0" y="1018884"/>
                  </a:cubicBezTo>
                  <a:lnTo>
                    <a:pt x="0" y="533020"/>
                  </a:lnTo>
                  <a:lnTo>
                    <a:pt x="486306" y="533020"/>
                  </a:lnTo>
                  <a:cubicBezTo>
                    <a:pt x="514616" y="490912"/>
                    <a:pt x="530629" y="450179"/>
                    <a:pt x="508201" y="404335"/>
                  </a:cubicBezTo>
                  <a:cubicBezTo>
                    <a:pt x="441132" y="368413"/>
                    <a:pt x="396044" y="297484"/>
                    <a:pt x="396044" y="216024"/>
                  </a:cubicBezTo>
                  <a:cubicBezTo>
                    <a:pt x="396044" y="156370"/>
                    <a:pt x="420223" y="102364"/>
                    <a:pt x="459316" y="63272"/>
                  </a:cubicBezTo>
                  <a:cubicBezTo>
                    <a:pt x="498409" y="24179"/>
                    <a:pt x="552414" y="0"/>
                    <a:pt x="612068" y="0"/>
                  </a:cubicBezTo>
                  <a:cubicBezTo>
                    <a:pt x="671722" y="0"/>
                    <a:pt x="725728" y="24180"/>
                    <a:pt x="764820" y="63272"/>
                  </a:cubicBezTo>
                  <a:close/>
                </a:path>
              </a:pathLst>
            </a:custGeom>
            <a:solidFill>
              <a:schemeClr val="bg2">
                <a:lumMod val="7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en-US" sz="1400" err="1">
                <a:solidFill>
                  <a:srgbClr val="44546A"/>
                </a:solidFill>
                <a:latin typeface="Verdana"/>
              </a:endParaRPr>
            </a:p>
          </p:txBody>
        </p:sp>
        <p:sp>
          <p:nvSpPr>
            <p:cNvPr id="36" name="Oval 155"/>
            <p:cNvSpPr/>
            <p:nvPr/>
          </p:nvSpPr>
          <p:spPr>
            <a:xfrm rot="18900000">
              <a:off x="4764129" y="2699920"/>
              <a:ext cx="1224136" cy="2290177"/>
            </a:xfrm>
            <a:custGeom>
              <a:avLst/>
              <a:gdLst/>
              <a:ahLst/>
              <a:cxnLst/>
              <a:rect l="l" t="t" r="r" b="b"/>
              <a:pathLst>
                <a:path w="1224136" h="2290177">
                  <a:moveTo>
                    <a:pt x="764821" y="63272"/>
                  </a:moveTo>
                  <a:cubicBezTo>
                    <a:pt x="803914" y="102365"/>
                    <a:pt x="828093" y="156370"/>
                    <a:pt x="828093" y="216024"/>
                  </a:cubicBezTo>
                  <a:cubicBezTo>
                    <a:pt x="828093" y="299408"/>
                    <a:pt x="780850" y="371757"/>
                    <a:pt x="711218" y="406896"/>
                  </a:cubicBezTo>
                  <a:cubicBezTo>
                    <a:pt x="691918" y="450664"/>
                    <a:pt x="710519" y="496020"/>
                    <a:pt x="737804" y="533020"/>
                  </a:cubicBezTo>
                  <a:lnTo>
                    <a:pt x="1224136" y="533020"/>
                  </a:lnTo>
                  <a:lnTo>
                    <a:pt x="1224136" y="1019537"/>
                  </a:lnTo>
                  <a:cubicBezTo>
                    <a:pt x="1187233" y="1046745"/>
                    <a:pt x="1142014" y="1065183"/>
                    <a:pt x="1098373" y="1045938"/>
                  </a:cubicBezTo>
                  <a:cubicBezTo>
                    <a:pt x="1063233" y="976306"/>
                    <a:pt x="990884" y="929063"/>
                    <a:pt x="907500" y="929063"/>
                  </a:cubicBezTo>
                  <a:cubicBezTo>
                    <a:pt x="788193" y="929063"/>
                    <a:pt x="691476" y="1025780"/>
                    <a:pt x="691476" y="1145087"/>
                  </a:cubicBezTo>
                  <a:cubicBezTo>
                    <a:pt x="691476" y="1204741"/>
                    <a:pt x="715655" y="1258747"/>
                    <a:pt x="754748" y="1297839"/>
                  </a:cubicBezTo>
                  <a:cubicBezTo>
                    <a:pt x="793841" y="1336932"/>
                    <a:pt x="847846" y="1361111"/>
                    <a:pt x="907500" y="1361111"/>
                  </a:cubicBezTo>
                  <a:cubicBezTo>
                    <a:pt x="988961" y="1361111"/>
                    <a:pt x="1059890" y="1316024"/>
                    <a:pt x="1095811" y="1248954"/>
                  </a:cubicBezTo>
                  <a:cubicBezTo>
                    <a:pt x="1141537" y="1226584"/>
                    <a:pt x="1182177" y="1242456"/>
                    <a:pt x="1224136" y="1270677"/>
                  </a:cubicBezTo>
                  <a:lnTo>
                    <a:pt x="1224136" y="1757156"/>
                  </a:lnTo>
                  <a:lnTo>
                    <a:pt x="737831" y="1757156"/>
                  </a:lnTo>
                  <a:cubicBezTo>
                    <a:pt x="709521" y="1799265"/>
                    <a:pt x="693508" y="1839998"/>
                    <a:pt x="715937" y="1885842"/>
                  </a:cubicBezTo>
                  <a:cubicBezTo>
                    <a:pt x="783005" y="1921764"/>
                    <a:pt x="828094" y="1992693"/>
                    <a:pt x="828094" y="2074153"/>
                  </a:cubicBezTo>
                  <a:cubicBezTo>
                    <a:pt x="828093" y="2133807"/>
                    <a:pt x="803915" y="2187813"/>
                    <a:pt x="764821" y="2226905"/>
                  </a:cubicBezTo>
                  <a:cubicBezTo>
                    <a:pt x="725728" y="2265998"/>
                    <a:pt x="671723" y="2290177"/>
                    <a:pt x="612070" y="2290177"/>
                  </a:cubicBezTo>
                  <a:cubicBezTo>
                    <a:pt x="492762" y="2290177"/>
                    <a:pt x="396045" y="2193460"/>
                    <a:pt x="396045" y="2074153"/>
                  </a:cubicBezTo>
                  <a:cubicBezTo>
                    <a:pt x="396045" y="1990769"/>
                    <a:pt x="443288" y="1918420"/>
                    <a:pt x="512921" y="1883281"/>
                  </a:cubicBezTo>
                  <a:cubicBezTo>
                    <a:pt x="532220" y="1839513"/>
                    <a:pt x="513619" y="1794157"/>
                    <a:pt x="486333" y="1757155"/>
                  </a:cubicBezTo>
                  <a:lnTo>
                    <a:pt x="1" y="1757156"/>
                  </a:lnTo>
                  <a:lnTo>
                    <a:pt x="1" y="1271298"/>
                  </a:lnTo>
                  <a:cubicBezTo>
                    <a:pt x="37251" y="1243817"/>
                    <a:pt x="82956" y="1224794"/>
                    <a:pt x="127049" y="1244238"/>
                  </a:cubicBezTo>
                  <a:cubicBezTo>
                    <a:pt x="162189" y="1313869"/>
                    <a:pt x="234538" y="1361113"/>
                    <a:pt x="317921" y="1361113"/>
                  </a:cubicBezTo>
                  <a:cubicBezTo>
                    <a:pt x="437228" y="1361113"/>
                    <a:pt x="533945" y="1264396"/>
                    <a:pt x="533945" y="1145089"/>
                  </a:cubicBezTo>
                  <a:cubicBezTo>
                    <a:pt x="533945" y="1085435"/>
                    <a:pt x="509766" y="1031429"/>
                    <a:pt x="470673" y="992337"/>
                  </a:cubicBezTo>
                  <a:cubicBezTo>
                    <a:pt x="431581" y="953244"/>
                    <a:pt x="377575" y="929065"/>
                    <a:pt x="317921" y="929065"/>
                  </a:cubicBezTo>
                  <a:cubicBezTo>
                    <a:pt x="236461" y="929065"/>
                    <a:pt x="165532" y="974153"/>
                    <a:pt x="129610" y="1041222"/>
                  </a:cubicBezTo>
                  <a:cubicBezTo>
                    <a:pt x="83461" y="1063799"/>
                    <a:pt x="42491" y="1047422"/>
                    <a:pt x="0" y="1018884"/>
                  </a:cubicBezTo>
                  <a:lnTo>
                    <a:pt x="0" y="533020"/>
                  </a:lnTo>
                  <a:lnTo>
                    <a:pt x="486307" y="533020"/>
                  </a:lnTo>
                  <a:cubicBezTo>
                    <a:pt x="514617" y="490912"/>
                    <a:pt x="530630" y="450179"/>
                    <a:pt x="508202" y="404335"/>
                  </a:cubicBezTo>
                  <a:cubicBezTo>
                    <a:pt x="441133" y="368413"/>
                    <a:pt x="396045" y="297484"/>
                    <a:pt x="396045" y="216024"/>
                  </a:cubicBezTo>
                  <a:cubicBezTo>
                    <a:pt x="396045" y="156370"/>
                    <a:pt x="420224" y="102364"/>
                    <a:pt x="459317" y="63272"/>
                  </a:cubicBezTo>
                  <a:cubicBezTo>
                    <a:pt x="498410" y="24179"/>
                    <a:pt x="552415" y="0"/>
                    <a:pt x="612069" y="0"/>
                  </a:cubicBezTo>
                  <a:cubicBezTo>
                    <a:pt x="671723" y="0"/>
                    <a:pt x="725728" y="24179"/>
                    <a:pt x="764821" y="63272"/>
                  </a:cubicBezTo>
                  <a:close/>
                </a:path>
              </a:pathLst>
            </a:custGeom>
            <a:solidFill>
              <a:schemeClr val="bg2">
                <a:lumMod val="9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en-US" sz="1400" err="1">
                <a:solidFill>
                  <a:srgbClr val="44546A"/>
                </a:solidFill>
                <a:latin typeface="Verdana"/>
              </a:endParaRPr>
            </a:p>
          </p:txBody>
        </p:sp>
        <p:sp>
          <p:nvSpPr>
            <p:cNvPr id="37" name="Rectangle 140"/>
            <p:cNvSpPr/>
            <p:nvPr/>
          </p:nvSpPr>
          <p:spPr>
            <a:xfrm rot="2700000">
              <a:off x="5629954" y="3565744"/>
              <a:ext cx="1224136" cy="2290176"/>
            </a:xfrm>
            <a:custGeom>
              <a:avLst/>
              <a:gdLst/>
              <a:ahLst/>
              <a:cxnLst/>
              <a:rect l="l" t="t" r="r" b="b"/>
              <a:pathLst>
                <a:path w="1224136" h="2290176">
                  <a:moveTo>
                    <a:pt x="459315" y="63272"/>
                  </a:moveTo>
                  <a:cubicBezTo>
                    <a:pt x="498408" y="24178"/>
                    <a:pt x="552413" y="-1"/>
                    <a:pt x="612067" y="0"/>
                  </a:cubicBezTo>
                  <a:cubicBezTo>
                    <a:pt x="731374" y="-1"/>
                    <a:pt x="828091" y="96717"/>
                    <a:pt x="828091" y="216024"/>
                  </a:cubicBezTo>
                  <a:cubicBezTo>
                    <a:pt x="828091" y="299408"/>
                    <a:pt x="780848" y="371756"/>
                    <a:pt x="711216" y="406896"/>
                  </a:cubicBezTo>
                  <a:cubicBezTo>
                    <a:pt x="691916" y="450663"/>
                    <a:pt x="710517" y="496019"/>
                    <a:pt x="737802" y="533019"/>
                  </a:cubicBezTo>
                  <a:lnTo>
                    <a:pt x="1224136" y="533019"/>
                  </a:lnTo>
                  <a:lnTo>
                    <a:pt x="1224136" y="1022319"/>
                  </a:lnTo>
                  <a:cubicBezTo>
                    <a:pt x="1188699" y="1048297"/>
                    <a:pt x="1145539" y="1064335"/>
                    <a:pt x="1103821" y="1045939"/>
                  </a:cubicBezTo>
                  <a:cubicBezTo>
                    <a:pt x="1068681" y="976307"/>
                    <a:pt x="996332" y="929064"/>
                    <a:pt x="912948" y="929064"/>
                  </a:cubicBezTo>
                  <a:cubicBezTo>
                    <a:pt x="793641" y="929064"/>
                    <a:pt x="696924" y="1025781"/>
                    <a:pt x="696924" y="1145088"/>
                  </a:cubicBezTo>
                  <a:cubicBezTo>
                    <a:pt x="696924" y="1204742"/>
                    <a:pt x="721103" y="1258747"/>
                    <a:pt x="760196" y="1297840"/>
                  </a:cubicBezTo>
                  <a:cubicBezTo>
                    <a:pt x="799288" y="1336933"/>
                    <a:pt x="853295" y="1361112"/>
                    <a:pt x="912948" y="1361112"/>
                  </a:cubicBezTo>
                  <a:cubicBezTo>
                    <a:pt x="994408" y="1361112"/>
                    <a:pt x="1065338" y="1316024"/>
                    <a:pt x="1101259" y="1248955"/>
                  </a:cubicBezTo>
                  <a:cubicBezTo>
                    <a:pt x="1145166" y="1227475"/>
                    <a:pt x="1184384" y="1241255"/>
                    <a:pt x="1224136" y="1268072"/>
                  </a:cubicBezTo>
                  <a:lnTo>
                    <a:pt x="1224136" y="1757155"/>
                  </a:lnTo>
                  <a:lnTo>
                    <a:pt x="737830" y="1757155"/>
                  </a:lnTo>
                  <a:cubicBezTo>
                    <a:pt x="709519" y="1799263"/>
                    <a:pt x="693506" y="1839996"/>
                    <a:pt x="715934" y="1885841"/>
                  </a:cubicBezTo>
                  <a:cubicBezTo>
                    <a:pt x="783003" y="1921763"/>
                    <a:pt x="828091" y="1992692"/>
                    <a:pt x="828091" y="2074152"/>
                  </a:cubicBezTo>
                  <a:cubicBezTo>
                    <a:pt x="828091" y="2133806"/>
                    <a:pt x="803912" y="2187812"/>
                    <a:pt x="764819" y="2226904"/>
                  </a:cubicBezTo>
                  <a:cubicBezTo>
                    <a:pt x="725726" y="2265997"/>
                    <a:pt x="671721" y="2290176"/>
                    <a:pt x="612067" y="2290176"/>
                  </a:cubicBezTo>
                  <a:cubicBezTo>
                    <a:pt x="492760" y="2290176"/>
                    <a:pt x="396043" y="2193459"/>
                    <a:pt x="396043" y="2074152"/>
                  </a:cubicBezTo>
                  <a:cubicBezTo>
                    <a:pt x="396043" y="1990768"/>
                    <a:pt x="443286" y="1918419"/>
                    <a:pt x="512918" y="1883280"/>
                  </a:cubicBezTo>
                  <a:cubicBezTo>
                    <a:pt x="532219" y="1839511"/>
                    <a:pt x="513617" y="1794156"/>
                    <a:pt x="486332" y="1757155"/>
                  </a:cubicBezTo>
                  <a:lnTo>
                    <a:pt x="0" y="1757155"/>
                  </a:lnTo>
                  <a:lnTo>
                    <a:pt x="0" y="1270658"/>
                  </a:lnTo>
                  <a:cubicBezTo>
                    <a:pt x="36913" y="1243440"/>
                    <a:pt x="82146" y="1224987"/>
                    <a:pt x="125800" y="1244235"/>
                  </a:cubicBezTo>
                  <a:cubicBezTo>
                    <a:pt x="160938" y="1313868"/>
                    <a:pt x="233287" y="1361111"/>
                    <a:pt x="316671" y="1361111"/>
                  </a:cubicBezTo>
                  <a:cubicBezTo>
                    <a:pt x="435979" y="1361111"/>
                    <a:pt x="532696" y="1264394"/>
                    <a:pt x="532695" y="1145087"/>
                  </a:cubicBezTo>
                  <a:cubicBezTo>
                    <a:pt x="532696" y="1085433"/>
                    <a:pt x="508516" y="1031428"/>
                    <a:pt x="469423" y="992335"/>
                  </a:cubicBezTo>
                  <a:cubicBezTo>
                    <a:pt x="430331" y="953241"/>
                    <a:pt x="376325" y="929063"/>
                    <a:pt x="316671" y="929063"/>
                  </a:cubicBezTo>
                  <a:cubicBezTo>
                    <a:pt x="235212" y="929062"/>
                    <a:pt x="164282" y="974151"/>
                    <a:pt x="128360" y="1041219"/>
                  </a:cubicBezTo>
                  <a:cubicBezTo>
                    <a:pt x="82624" y="1063596"/>
                    <a:pt x="41974" y="1047710"/>
                    <a:pt x="0" y="1019480"/>
                  </a:cubicBezTo>
                  <a:lnTo>
                    <a:pt x="0" y="533019"/>
                  </a:lnTo>
                  <a:lnTo>
                    <a:pt x="486306" y="533019"/>
                  </a:lnTo>
                  <a:cubicBezTo>
                    <a:pt x="514616" y="490911"/>
                    <a:pt x="530629" y="450179"/>
                    <a:pt x="508200" y="404335"/>
                  </a:cubicBezTo>
                  <a:cubicBezTo>
                    <a:pt x="441131" y="368413"/>
                    <a:pt x="396043" y="297484"/>
                    <a:pt x="396043" y="216024"/>
                  </a:cubicBezTo>
                  <a:cubicBezTo>
                    <a:pt x="396043" y="156370"/>
                    <a:pt x="420223" y="102364"/>
                    <a:pt x="459315" y="63272"/>
                  </a:cubicBez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en-US" sz="1400" err="1">
                <a:solidFill>
                  <a:srgbClr val="44546A"/>
                </a:solidFill>
                <a:latin typeface="Verdana"/>
              </a:endParaRPr>
            </a:p>
          </p:txBody>
        </p:sp>
        <p:sp>
          <p:nvSpPr>
            <p:cNvPr id="42" name="Freeform 41"/>
            <p:cNvSpPr/>
            <p:nvPr/>
          </p:nvSpPr>
          <p:spPr bwMode="gray">
            <a:xfrm flipH="1">
              <a:off x="6438900" y="1855961"/>
              <a:ext cx="2133600" cy="464893"/>
            </a:xfrm>
            <a:custGeom>
              <a:avLst/>
              <a:gdLst>
                <a:gd name="connsiteX0" fmla="*/ 1575303 w 1575303"/>
                <a:gd name="connsiteY0" fmla="*/ 1403288 h 1403288"/>
                <a:gd name="connsiteX1" fmla="*/ 1575303 w 1575303"/>
                <a:gd name="connsiteY1" fmla="*/ 0 h 1403288"/>
                <a:gd name="connsiteX2" fmla="*/ 0 w 1575303"/>
                <a:gd name="connsiteY2" fmla="*/ 0 h 1403288"/>
              </a:gdLst>
              <a:ahLst/>
              <a:cxnLst>
                <a:cxn ang="0">
                  <a:pos x="connsiteX0" y="connsiteY0"/>
                </a:cxn>
                <a:cxn ang="0">
                  <a:pos x="connsiteX1" y="connsiteY1"/>
                </a:cxn>
                <a:cxn ang="0">
                  <a:pos x="connsiteX2" y="connsiteY2"/>
                </a:cxn>
              </a:cxnLst>
              <a:rect l="l" t="t" r="r" b="b"/>
              <a:pathLst>
                <a:path w="1575303" h="1403288">
                  <a:moveTo>
                    <a:pt x="1575303" y="1403288"/>
                  </a:moveTo>
                  <a:lnTo>
                    <a:pt x="1575303" y="0"/>
                  </a:lnTo>
                  <a:lnTo>
                    <a:pt x="0" y="0"/>
                  </a:lnTo>
                </a:path>
              </a:pathLst>
            </a:custGeom>
            <a:noFill/>
            <a:ln w="9525" algn="ctr">
              <a:solidFill>
                <a:schemeClr val="accent6"/>
              </a:solidFill>
              <a:miter lim="800000"/>
              <a:headEnd/>
              <a:tailEnd/>
            </a:ln>
          </p:spPr>
          <p:txBody>
            <a:bodyPr rtlCol="0" anchor="ctr"/>
            <a:lstStyle/>
            <a:p>
              <a:pPr algn="ctr"/>
              <a:endParaRPr lang="en-US">
                <a:solidFill>
                  <a:srgbClr val="75787B"/>
                </a:solidFill>
                <a:latin typeface="Verdana"/>
              </a:endParaRPr>
            </a:p>
          </p:txBody>
        </p:sp>
        <p:sp>
          <p:nvSpPr>
            <p:cNvPr id="43" name="Freeform 42"/>
            <p:cNvSpPr/>
            <p:nvPr/>
          </p:nvSpPr>
          <p:spPr bwMode="gray">
            <a:xfrm>
              <a:off x="3597245" y="1855961"/>
              <a:ext cx="1575303" cy="1334189"/>
            </a:xfrm>
            <a:custGeom>
              <a:avLst/>
              <a:gdLst>
                <a:gd name="connsiteX0" fmla="*/ 1575303 w 1575303"/>
                <a:gd name="connsiteY0" fmla="*/ 1403288 h 1403288"/>
                <a:gd name="connsiteX1" fmla="*/ 1575303 w 1575303"/>
                <a:gd name="connsiteY1" fmla="*/ 0 h 1403288"/>
                <a:gd name="connsiteX2" fmla="*/ 0 w 1575303"/>
                <a:gd name="connsiteY2" fmla="*/ 0 h 1403288"/>
              </a:gdLst>
              <a:ahLst/>
              <a:cxnLst>
                <a:cxn ang="0">
                  <a:pos x="connsiteX0" y="connsiteY0"/>
                </a:cxn>
                <a:cxn ang="0">
                  <a:pos x="connsiteX1" y="connsiteY1"/>
                </a:cxn>
                <a:cxn ang="0">
                  <a:pos x="connsiteX2" y="connsiteY2"/>
                </a:cxn>
              </a:cxnLst>
              <a:rect l="l" t="t" r="r" b="b"/>
              <a:pathLst>
                <a:path w="1575303" h="1403288">
                  <a:moveTo>
                    <a:pt x="1575303" y="1403288"/>
                  </a:moveTo>
                  <a:lnTo>
                    <a:pt x="1575303" y="0"/>
                  </a:lnTo>
                  <a:lnTo>
                    <a:pt x="0" y="0"/>
                  </a:lnTo>
                </a:path>
              </a:pathLst>
            </a:custGeom>
            <a:noFill/>
            <a:ln w="9525" algn="ctr">
              <a:solidFill>
                <a:schemeClr val="accent6"/>
              </a:solidFill>
              <a:miter lim="800000"/>
              <a:headEnd/>
              <a:tailEnd/>
            </a:ln>
          </p:spPr>
          <p:txBody>
            <a:bodyPr rtlCol="0" anchor="ctr"/>
            <a:lstStyle/>
            <a:p>
              <a:pPr algn="ctr"/>
              <a:endParaRPr lang="en-US">
                <a:solidFill>
                  <a:srgbClr val="75787B"/>
                </a:solidFill>
                <a:latin typeface="Verdana"/>
              </a:endParaRPr>
            </a:p>
          </p:txBody>
        </p:sp>
        <p:sp>
          <p:nvSpPr>
            <p:cNvPr id="44" name="Freeform 43"/>
            <p:cNvSpPr/>
            <p:nvPr/>
          </p:nvSpPr>
          <p:spPr bwMode="gray">
            <a:xfrm rot="10800000">
              <a:off x="7324724" y="4485891"/>
              <a:ext cx="1247775" cy="867155"/>
            </a:xfrm>
            <a:custGeom>
              <a:avLst/>
              <a:gdLst>
                <a:gd name="connsiteX0" fmla="*/ 1575303 w 1575303"/>
                <a:gd name="connsiteY0" fmla="*/ 1403288 h 1403288"/>
                <a:gd name="connsiteX1" fmla="*/ 1575303 w 1575303"/>
                <a:gd name="connsiteY1" fmla="*/ 0 h 1403288"/>
                <a:gd name="connsiteX2" fmla="*/ 0 w 1575303"/>
                <a:gd name="connsiteY2" fmla="*/ 0 h 1403288"/>
              </a:gdLst>
              <a:ahLst/>
              <a:cxnLst>
                <a:cxn ang="0">
                  <a:pos x="connsiteX0" y="connsiteY0"/>
                </a:cxn>
                <a:cxn ang="0">
                  <a:pos x="connsiteX1" y="connsiteY1"/>
                </a:cxn>
                <a:cxn ang="0">
                  <a:pos x="connsiteX2" y="connsiteY2"/>
                </a:cxn>
              </a:cxnLst>
              <a:rect l="l" t="t" r="r" b="b"/>
              <a:pathLst>
                <a:path w="1575303" h="1403288">
                  <a:moveTo>
                    <a:pt x="1575303" y="1403288"/>
                  </a:moveTo>
                  <a:lnTo>
                    <a:pt x="1575303" y="0"/>
                  </a:lnTo>
                  <a:lnTo>
                    <a:pt x="0" y="0"/>
                  </a:lnTo>
                </a:path>
              </a:pathLst>
            </a:custGeom>
            <a:noFill/>
            <a:ln w="9525" algn="ctr">
              <a:solidFill>
                <a:schemeClr val="accent6"/>
              </a:solidFill>
              <a:miter lim="800000"/>
              <a:headEnd/>
              <a:tailEnd/>
            </a:ln>
          </p:spPr>
          <p:txBody>
            <a:bodyPr rtlCol="0" anchor="ctr"/>
            <a:lstStyle/>
            <a:p>
              <a:pPr algn="ctr"/>
              <a:endParaRPr lang="en-US">
                <a:solidFill>
                  <a:srgbClr val="75787B"/>
                </a:solidFill>
                <a:latin typeface="Verdana"/>
              </a:endParaRPr>
            </a:p>
          </p:txBody>
        </p:sp>
        <p:sp>
          <p:nvSpPr>
            <p:cNvPr id="45" name="Freeform 44"/>
            <p:cNvSpPr/>
            <p:nvPr/>
          </p:nvSpPr>
          <p:spPr bwMode="gray">
            <a:xfrm rot="16200000">
              <a:off x="4169205" y="4020418"/>
              <a:ext cx="528931" cy="2110934"/>
            </a:xfrm>
            <a:custGeom>
              <a:avLst/>
              <a:gdLst>
                <a:gd name="connsiteX0" fmla="*/ 1575303 w 1575303"/>
                <a:gd name="connsiteY0" fmla="*/ 1403288 h 1403288"/>
                <a:gd name="connsiteX1" fmla="*/ 1575303 w 1575303"/>
                <a:gd name="connsiteY1" fmla="*/ 0 h 1403288"/>
                <a:gd name="connsiteX2" fmla="*/ 0 w 1575303"/>
                <a:gd name="connsiteY2" fmla="*/ 0 h 1403288"/>
              </a:gdLst>
              <a:ahLst/>
              <a:cxnLst>
                <a:cxn ang="0">
                  <a:pos x="connsiteX0" y="connsiteY0"/>
                </a:cxn>
                <a:cxn ang="0">
                  <a:pos x="connsiteX1" y="connsiteY1"/>
                </a:cxn>
                <a:cxn ang="0">
                  <a:pos x="connsiteX2" y="connsiteY2"/>
                </a:cxn>
              </a:cxnLst>
              <a:rect l="l" t="t" r="r" b="b"/>
              <a:pathLst>
                <a:path w="1575303" h="1403288">
                  <a:moveTo>
                    <a:pt x="1575303" y="1403288"/>
                  </a:moveTo>
                  <a:lnTo>
                    <a:pt x="1575303" y="0"/>
                  </a:lnTo>
                  <a:lnTo>
                    <a:pt x="0" y="0"/>
                  </a:lnTo>
                </a:path>
              </a:pathLst>
            </a:custGeom>
            <a:noFill/>
            <a:ln w="9525" algn="ctr">
              <a:solidFill>
                <a:schemeClr val="accent6"/>
              </a:solidFill>
              <a:miter lim="800000"/>
              <a:headEnd/>
              <a:tailEnd/>
            </a:ln>
          </p:spPr>
          <p:txBody>
            <a:bodyPr rtlCol="0" anchor="ctr"/>
            <a:lstStyle/>
            <a:p>
              <a:pPr algn="ctr"/>
              <a:endParaRPr lang="en-US">
                <a:solidFill>
                  <a:srgbClr val="75787B"/>
                </a:solidFill>
                <a:latin typeface="Verdana"/>
              </a:endParaRPr>
            </a:p>
          </p:txBody>
        </p:sp>
        <p:sp>
          <p:nvSpPr>
            <p:cNvPr id="49" name="Freeform 16"/>
            <p:cNvSpPr>
              <a:spLocks noChangeAspect="1"/>
            </p:cNvSpPr>
            <p:nvPr/>
          </p:nvSpPr>
          <p:spPr bwMode="auto">
            <a:xfrm rot="18900000">
              <a:off x="3706389" y="2036253"/>
              <a:ext cx="437695" cy="434745"/>
            </a:xfrm>
            <a:custGeom>
              <a:avLst/>
              <a:gdLst>
                <a:gd name="T0" fmla="*/ 212 w 212"/>
                <a:gd name="T1" fmla="*/ 105 h 210"/>
                <a:gd name="T2" fmla="*/ 212 w 212"/>
                <a:gd name="T3" fmla="*/ 105 h 210"/>
                <a:gd name="T4" fmla="*/ 212 w 212"/>
                <a:gd name="T5" fmla="*/ 105 h 210"/>
                <a:gd name="T6" fmla="*/ 212 w 212"/>
                <a:gd name="T7" fmla="*/ 105 h 210"/>
                <a:gd name="T8" fmla="*/ 198 w 212"/>
                <a:gd name="T9" fmla="*/ 97 h 210"/>
                <a:gd name="T10" fmla="*/ 153 w 212"/>
                <a:gd name="T11" fmla="*/ 93 h 210"/>
                <a:gd name="T12" fmla="*/ 140 w 212"/>
                <a:gd name="T13" fmla="*/ 77 h 210"/>
                <a:gd name="T14" fmla="*/ 146 w 212"/>
                <a:gd name="T15" fmla="*/ 70 h 210"/>
                <a:gd name="T16" fmla="*/ 140 w 212"/>
                <a:gd name="T17" fmla="*/ 64 h 210"/>
                <a:gd name="T18" fmla="*/ 139 w 212"/>
                <a:gd name="T19" fmla="*/ 64 h 210"/>
                <a:gd name="T20" fmla="*/ 139 w 212"/>
                <a:gd name="T21" fmla="*/ 64 h 210"/>
                <a:gd name="T22" fmla="*/ 131 w 212"/>
                <a:gd name="T23" fmla="*/ 64 h 210"/>
                <a:gd name="T24" fmla="*/ 117 w 212"/>
                <a:gd name="T25" fmla="*/ 45 h 210"/>
                <a:gd name="T26" fmla="*/ 117 w 212"/>
                <a:gd name="T27" fmla="*/ 45 h 210"/>
                <a:gd name="T28" fmla="*/ 123 w 212"/>
                <a:gd name="T29" fmla="*/ 39 h 210"/>
                <a:gd name="T30" fmla="*/ 118 w 212"/>
                <a:gd name="T31" fmla="*/ 33 h 210"/>
                <a:gd name="T32" fmla="*/ 118 w 212"/>
                <a:gd name="T33" fmla="*/ 33 h 210"/>
                <a:gd name="T34" fmla="*/ 108 w 212"/>
                <a:gd name="T35" fmla="*/ 33 h 210"/>
                <a:gd name="T36" fmla="*/ 101 w 212"/>
                <a:gd name="T37" fmla="*/ 24 h 210"/>
                <a:gd name="T38" fmla="*/ 89 w 212"/>
                <a:gd name="T39" fmla="*/ 7 h 210"/>
                <a:gd name="T40" fmla="*/ 77 w 212"/>
                <a:gd name="T41" fmla="*/ 0 h 210"/>
                <a:gd name="T42" fmla="*/ 67 w 212"/>
                <a:gd name="T43" fmla="*/ 0 h 210"/>
                <a:gd name="T44" fmla="*/ 86 w 212"/>
                <a:gd name="T45" fmla="*/ 45 h 210"/>
                <a:gd name="T46" fmla="*/ 94 w 212"/>
                <a:gd name="T47" fmla="*/ 64 h 210"/>
                <a:gd name="T48" fmla="*/ 98 w 212"/>
                <a:gd name="T49" fmla="*/ 85 h 210"/>
                <a:gd name="T50" fmla="*/ 80 w 212"/>
                <a:gd name="T51" fmla="*/ 95 h 210"/>
                <a:gd name="T52" fmla="*/ 36 w 212"/>
                <a:gd name="T53" fmla="*/ 97 h 210"/>
                <a:gd name="T54" fmla="*/ 14 w 212"/>
                <a:gd name="T55" fmla="*/ 69 h 210"/>
                <a:gd name="T56" fmla="*/ 0 w 212"/>
                <a:gd name="T57" fmla="*/ 67 h 210"/>
                <a:gd name="T58" fmla="*/ 9 w 212"/>
                <a:gd name="T59" fmla="*/ 101 h 210"/>
                <a:gd name="T60" fmla="*/ 8 w 212"/>
                <a:gd name="T61" fmla="*/ 101 h 210"/>
                <a:gd name="T62" fmla="*/ 4 w 212"/>
                <a:gd name="T63" fmla="*/ 105 h 210"/>
                <a:gd name="T64" fmla="*/ 8 w 212"/>
                <a:gd name="T65" fmla="*/ 110 h 210"/>
                <a:gd name="T66" fmla="*/ 9 w 212"/>
                <a:gd name="T67" fmla="*/ 110 h 210"/>
                <a:gd name="T68" fmla="*/ 0 w 212"/>
                <a:gd name="T69" fmla="*/ 143 h 210"/>
                <a:gd name="T70" fmla="*/ 14 w 212"/>
                <a:gd name="T71" fmla="*/ 141 h 210"/>
                <a:gd name="T72" fmla="*/ 36 w 212"/>
                <a:gd name="T73" fmla="*/ 112 h 210"/>
                <a:gd name="T74" fmla="*/ 80 w 212"/>
                <a:gd name="T75" fmla="*/ 114 h 210"/>
                <a:gd name="T76" fmla="*/ 98 w 212"/>
                <a:gd name="T77" fmla="*/ 124 h 210"/>
                <a:gd name="T78" fmla="*/ 94 w 212"/>
                <a:gd name="T79" fmla="*/ 145 h 210"/>
                <a:gd name="T80" fmla="*/ 86 w 212"/>
                <a:gd name="T81" fmla="*/ 165 h 210"/>
                <a:gd name="T82" fmla="*/ 67 w 212"/>
                <a:gd name="T83" fmla="*/ 210 h 210"/>
                <a:gd name="T84" fmla="*/ 77 w 212"/>
                <a:gd name="T85" fmla="*/ 210 h 210"/>
                <a:gd name="T86" fmla="*/ 89 w 212"/>
                <a:gd name="T87" fmla="*/ 202 h 210"/>
                <a:gd name="T88" fmla="*/ 101 w 212"/>
                <a:gd name="T89" fmla="*/ 186 h 210"/>
                <a:gd name="T90" fmla="*/ 108 w 212"/>
                <a:gd name="T91" fmla="*/ 177 h 210"/>
                <a:gd name="T92" fmla="*/ 118 w 212"/>
                <a:gd name="T93" fmla="*/ 177 h 210"/>
                <a:gd name="T94" fmla="*/ 118 w 212"/>
                <a:gd name="T95" fmla="*/ 177 h 210"/>
                <a:gd name="T96" fmla="*/ 123 w 212"/>
                <a:gd name="T97" fmla="*/ 171 h 210"/>
                <a:gd name="T98" fmla="*/ 117 w 212"/>
                <a:gd name="T99" fmla="*/ 165 h 210"/>
                <a:gd name="T100" fmla="*/ 117 w 212"/>
                <a:gd name="T101" fmla="*/ 165 h 210"/>
                <a:gd name="T102" fmla="*/ 131 w 212"/>
                <a:gd name="T103" fmla="*/ 145 h 210"/>
                <a:gd name="T104" fmla="*/ 141 w 212"/>
                <a:gd name="T105" fmla="*/ 145 h 210"/>
                <a:gd name="T106" fmla="*/ 141 w 212"/>
                <a:gd name="T107" fmla="*/ 145 h 210"/>
                <a:gd name="T108" fmla="*/ 146 w 212"/>
                <a:gd name="T109" fmla="*/ 139 h 210"/>
                <a:gd name="T110" fmla="*/ 140 w 212"/>
                <a:gd name="T111" fmla="*/ 133 h 210"/>
                <a:gd name="T112" fmla="*/ 153 w 212"/>
                <a:gd name="T113" fmla="*/ 116 h 210"/>
                <a:gd name="T114" fmla="*/ 198 w 212"/>
                <a:gd name="T115" fmla="*/ 112 h 210"/>
                <a:gd name="T116" fmla="*/ 212 w 212"/>
                <a:gd name="T117" fmla="*/ 105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2" h="210">
                  <a:moveTo>
                    <a:pt x="212" y="105"/>
                  </a:moveTo>
                  <a:cubicBezTo>
                    <a:pt x="212" y="105"/>
                    <a:pt x="212" y="105"/>
                    <a:pt x="212" y="105"/>
                  </a:cubicBezTo>
                  <a:cubicBezTo>
                    <a:pt x="212" y="105"/>
                    <a:pt x="212" y="105"/>
                    <a:pt x="212" y="105"/>
                  </a:cubicBezTo>
                  <a:cubicBezTo>
                    <a:pt x="212" y="105"/>
                    <a:pt x="212" y="105"/>
                    <a:pt x="212" y="105"/>
                  </a:cubicBezTo>
                  <a:cubicBezTo>
                    <a:pt x="212" y="102"/>
                    <a:pt x="207" y="99"/>
                    <a:pt x="198" y="97"/>
                  </a:cubicBezTo>
                  <a:cubicBezTo>
                    <a:pt x="189" y="95"/>
                    <a:pt x="174" y="94"/>
                    <a:pt x="153" y="93"/>
                  </a:cubicBezTo>
                  <a:cubicBezTo>
                    <a:pt x="149" y="89"/>
                    <a:pt x="145" y="83"/>
                    <a:pt x="140" y="77"/>
                  </a:cubicBezTo>
                  <a:cubicBezTo>
                    <a:pt x="143" y="76"/>
                    <a:pt x="146" y="74"/>
                    <a:pt x="146" y="70"/>
                  </a:cubicBezTo>
                  <a:cubicBezTo>
                    <a:pt x="146" y="67"/>
                    <a:pt x="143" y="64"/>
                    <a:pt x="140" y="64"/>
                  </a:cubicBezTo>
                  <a:cubicBezTo>
                    <a:pt x="140" y="64"/>
                    <a:pt x="139" y="64"/>
                    <a:pt x="139" y="64"/>
                  </a:cubicBezTo>
                  <a:cubicBezTo>
                    <a:pt x="139" y="64"/>
                    <a:pt x="139" y="64"/>
                    <a:pt x="139" y="64"/>
                  </a:cubicBezTo>
                  <a:cubicBezTo>
                    <a:pt x="131" y="64"/>
                    <a:pt x="131" y="64"/>
                    <a:pt x="131" y="64"/>
                  </a:cubicBezTo>
                  <a:cubicBezTo>
                    <a:pt x="117" y="45"/>
                    <a:pt x="117" y="45"/>
                    <a:pt x="117" y="45"/>
                  </a:cubicBezTo>
                  <a:cubicBezTo>
                    <a:pt x="117" y="45"/>
                    <a:pt x="117" y="45"/>
                    <a:pt x="117" y="45"/>
                  </a:cubicBezTo>
                  <a:cubicBezTo>
                    <a:pt x="121" y="45"/>
                    <a:pt x="123" y="42"/>
                    <a:pt x="123" y="39"/>
                  </a:cubicBezTo>
                  <a:cubicBezTo>
                    <a:pt x="123" y="36"/>
                    <a:pt x="121" y="33"/>
                    <a:pt x="118" y="33"/>
                  </a:cubicBezTo>
                  <a:cubicBezTo>
                    <a:pt x="118" y="33"/>
                    <a:pt x="118" y="33"/>
                    <a:pt x="118" y="33"/>
                  </a:cubicBezTo>
                  <a:cubicBezTo>
                    <a:pt x="108" y="33"/>
                    <a:pt x="108" y="33"/>
                    <a:pt x="108" y="33"/>
                  </a:cubicBezTo>
                  <a:cubicBezTo>
                    <a:pt x="101" y="24"/>
                    <a:pt x="101" y="24"/>
                    <a:pt x="101" y="24"/>
                  </a:cubicBezTo>
                  <a:cubicBezTo>
                    <a:pt x="97" y="18"/>
                    <a:pt x="93" y="13"/>
                    <a:pt x="89" y="7"/>
                  </a:cubicBezTo>
                  <a:cubicBezTo>
                    <a:pt x="85" y="2"/>
                    <a:pt x="81" y="0"/>
                    <a:pt x="77" y="0"/>
                  </a:cubicBezTo>
                  <a:cubicBezTo>
                    <a:pt x="67" y="0"/>
                    <a:pt x="67" y="0"/>
                    <a:pt x="67" y="0"/>
                  </a:cubicBezTo>
                  <a:cubicBezTo>
                    <a:pt x="72" y="13"/>
                    <a:pt x="79" y="28"/>
                    <a:pt x="86" y="45"/>
                  </a:cubicBezTo>
                  <a:cubicBezTo>
                    <a:pt x="88" y="51"/>
                    <a:pt x="91" y="58"/>
                    <a:pt x="94" y="64"/>
                  </a:cubicBezTo>
                  <a:cubicBezTo>
                    <a:pt x="97" y="73"/>
                    <a:pt x="98" y="80"/>
                    <a:pt x="98" y="85"/>
                  </a:cubicBezTo>
                  <a:cubicBezTo>
                    <a:pt x="98" y="92"/>
                    <a:pt x="92" y="95"/>
                    <a:pt x="80" y="95"/>
                  </a:cubicBezTo>
                  <a:cubicBezTo>
                    <a:pt x="36" y="97"/>
                    <a:pt x="36" y="97"/>
                    <a:pt x="36" y="97"/>
                  </a:cubicBezTo>
                  <a:cubicBezTo>
                    <a:pt x="14" y="69"/>
                    <a:pt x="14" y="69"/>
                    <a:pt x="14" y="69"/>
                  </a:cubicBezTo>
                  <a:cubicBezTo>
                    <a:pt x="12" y="69"/>
                    <a:pt x="8" y="68"/>
                    <a:pt x="0" y="67"/>
                  </a:cubicBezTo>
                  <a:cubicBezTo>
                    <a:pt x="9" y="101"/>
                    <a:pt x="9" y="101"/>
                    <a:pt x="9" y="101"/>
                  </a:cubicBezTo>
                  <a:cubicBezTo>
                    <a:pt x="9" y="101"/>
                    <a:pt x="8" y="101"/>
                    <a:pt x="8" y="101"/>
                  </a:cubicBezTo>
                  <a:cubicBezTo>
                    <a:pt x="6" y="101"/>
                    <a:pt x="4" y="103"/>
                    <a:pt x="4" y="105"/>
                  </a:cubicBezTo>
                  <a:cubicBezTo>
                    <a:pt x="4" y="108"/>
                    <a:pt x="6" y="110"/>
                    <a:pt x="8" y="110"/>
                  </a:cubicBezTo>
                  <a:cubicBezTo>
                    <a:pt x="8" y="110"/>
                    <a:pt x="8" y="110"/>
                    <a:pt x="9" y="110"/>
                  </a:cubicBezTo>
                  <a:cubicBezTo>
                    <a:pt x="0" y="143"/>
                    <a:pt x="0" y="143"/>
                    <a:pt x="0" y="143"/>
                  </a:cubicBezTo>
                  <a:cubicBezTo>
                    <a:pt x="8" y="142"/>
                    <a:pt x="12" y="141"/>
                    <a:pt x="14" y="141"/>
                  </a:cubicBezTo>
                  <a:cubicBezTo>
                    <a:pt x="36" y="112"/>
                    <a:pt x="36" y="112"/>
                    <a:pt x="36" y="112"/>
                  </a:cubicBezTo>
                  <a:cubicBezTo>
                    <a:pt x="80" y="114"/>
                    <a:pt x="80" y="114"/>
                    <a:pt x="80" y="114"/>
                  </a:cubicBezTo>
                  <a:cubicBezTo>
                    <a:pt x="92" y="114"/>
                    <a:pt x="98" y="118"/>
                    <a:pt x="98" y="124"/>
                  </a:cubicBezTo>
                  <a:cubicBezTo>
                    <a:pt x="98" y="130"/>
                    <a:pt x="97" y="137"/>
                    <a:pt x="94" y="145"/>
                  </a:cubicBezTo>
                  <a:cubicBezTo>
                    <a:pt x="91" y="152"/>
                    <a:pt x="88" y="158"/>
                    <a:pt x="86" y="165"/>
                  </a:cubicBezTo>
                  <a:cubicBezTo>
                    <a:pt x="79" y="182"/>
                    <a:pt x="72" y="197"/>
                    <a:pt x="67" y="210"/>
                  </a:cubicBezTo>
                  <a:cubicBezTo>
                    <a:pt x="77" y="210"/>
                    <a:pt x="77" y="210"/>
                    <a:pt x="77" y="210"/>
                  </a:cubicBezTo>
                  <a:cubicBezTo>
                    <a:pt x="81" y="210"/>
                    <a:pt x="85" y="207"/>
                    <a:pt x="89" y="202"/>
                  </a:cubicBezTo>
                  <a:cubicBezTo>
                    <a:pt x="93" y="197"/>
                    <a:pt x="97" y="192"/>
                    <a:pt x="101" y="186"/>
                  </a:cubicBezTo>
                  <a:cubicBezTo>
                    <a:pt x="108" y="177"/>
                    <a:pt x="108" y="177"/>
                    <a:pt x="108" y="177"/>
                  </a:cubicBezTo>
                  <a:cubicBezTo>
                    <a:pt x="118" y="177"/>
                    <a:pt x="118" y="177"/>
                    <a:pt x="118" y="177"/>
                  </a:cubicBezTo>
                  <a:cubicBezTo>
                    <a:pt x="118" y="177"/>
                    <a:pt x="118" y="177"/>
                    <a:pt x="118" y="177"/>
                  </a:cubicBezTo>
                  <a:cubicBezTo>
                    <a:pt x="121" y="177"/>
                    <a:pt x="123" y="174"/>
                    <a:pt x="123" y="171"/>
                  </a:cubicBezTo>
                  <a:cubicBezTo>
                    <a:pt x="123" y="167"/>
                    <a:pt x="121" y="165"/>
                    <a:pt x="117" y="165"/>
                  </a:cubicBezTo>
                  <a:cubicBezTo>
                    <a:pt x="117" y="165"/>
                    <a:pt x="117" y="165"/>
                    <a:pt x="117" y="165"/>
                  </a:cubicBezTo>
                  <a:cubicBezTo>
                    <a:pt x="131" y="145"/>
                    <a:pt x="131" y="145"/>
                    <a:pt x="131" y="145"/>
                  </a:cubicBezTo>
                  <a:cubicBezTo>
                    <a:pt x="141" y="145"/>
                    <a:pt x="141" y="145"/>
                    <a:pt x="141" y="145"/>
                  </a:cubicBezTo>
                  <a:cubicBezTo>
                    <a:pt x="141" y="145"/>
                    <a:pt x="141" y="145"/>
                    <a:pt x="141" y="145"/>
                  </a:cubicBezTo>
                  <a:cubicBezTo>
                    <a:pt x="144" y="145"/>
                    <a:pt x="146" y="142"/>
                    <a:pt x="146" y="139"/>
                  </a:cubicBezTo>
                  <a:cubicBezTo>
                    <a:pt x="146" y="136"/>
                    <a:pt x="143" y="133"/>
                    <a:pt x="140" y="133"/>
                  </a:cubicBezTo>
                  <a:cubicBezTo>
                    <a:pt x="145" y="127"/>
                    <a:pt x="149" y="121"/>
                    <a:pt x="153" y="116"/>
                  </a:cubicBezTo>
                  <a:cubicBezTo>
                    <a:pt x="174" y="116"/>
                    <a:pt x="189" y="115"/>
                    <a:pt x="198" y="112"/>
                  </a:cubicBezTo>
                  <a:cubicBezTo>
                    <a:pt x="207" y="110"/>
                    <a:pt x="212" y="108"/>
                    <a:pt x="212" y="10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prstClr val="black"/>
                </a:solidFill>
                <a:latin typeface="Verdana"/>
              </a:endParaRPr>
            </a:p>
          </p:txBody>
        </p:sp>
        <p:sp>
          <p:nvSpPr>
            <p:cNvPr id="51" name="Freeform 31"/>
            <p:cNvSpPr>
              <a:spLocks noChangeAspect="1" noEditPoints="1"/>
            </p:cNvSpPr>
            <p:nvPr/>
          </p:nvSpPr>
          <p:spPr bwMode="auto">
            <a:xfrm>
              <a:off x="8098982" y="2079707"/>
              <a:ext cx="306956" cy="395540"/>
            </a:xfrm>
            <a:custGeom>
              <a:avLst/>
              <a:gdLst>
                <a:gd name="T0" fmla="*/ 12 w 140"/>
                <a:gd name="T1" fmla="*/ 35 h 180"/>
                <a:gd name="T2" fmla="*/ 35 w 140"/>
                <a:gd name="T3" fmla="*/ 12 h 180"/>
                <a:gd name="T4" fmla="*/ 34 w 140"/>
                <a:gd name="T5" fmla="*/ 5 h 180"/>
                <a:gd name="T6" fmla="*/ 32 w 140"/>
                <a:gd name="T7" fmla="*/ 2 h 180"/>
                <a:gd name="T8" fmla="*/ 25 w 140"/>
                <a:gd name="T9" fmla="*/ 2 h 180"/>
                <a:gd name="T10" fmla="*/ 2 w 140"/>
                <a:gd name="T11" fmla="*/ 26 h 180"/>
                <a:gd name="T12" fmla="*/ 2 w 140"/>
                <a:gd name="T13" fmla="*/ 33 h 180"/>
                <a:gd name="T14" fmla="*/ 5 w 140"/>
                <a:gd name="T15" fmla="*/ 35 h 180"/>
                <a:gd name="T16" fmla="*/ 12 w 140"/>
                <a:gd name="T17" fmla="*/ 35 h 180"/>
                <a:gd name="T18" fmla="*/ 134 w 140"/>
                <a:gd name="T19" fmla="*/ 1 h 180"/>
                <a:gd name="T20" fmla="*/ 62 w 140"/>
                <a:gd name="T21" fmla="*/ 1 h 180"/>
                <a:gd name="T22" fmla="*/ 51 w 140"/>
                <a:gd name="T23" fmla="*/ 5 h 180"/>
                <a:gd name="T24" fmla="*/ 11 w 140"/>
                <a:gd name="T25" fmla="*/ 47 h 180"/>
                <a:gd name="T26" fmla="*/ 6 w 140"/>
                <a:gd name="T27" fmla="*/ 58 h 180"/>
                <a:gd name="T28" fmla="*/ 6 w 140"/>
                <a:gd name="T29" fmla="*/ 174 h 180"/>
                <a:gd name="T30" fmla="*/ 12 w 140"/>
                <a:gd name="T31" fmla="*/ 180 h 180"/>
                <a:gd name="T32" fmla="*/ 134 w 140"/>
                <a:gd name="T33" fmla="*/ 180 h 180"/>
                <a:gd name="T34" fmla="*/ 140 w 140"/>
                <a:gd name="T35" fmla="*/ 174 h 180"/>
                <a:gd name="T36" fmla="*/ 140 w 140"/>
                <a:gd name="T37" fmla="*/ 7 h 180"/>
                <a:gd name="T38" fmla="*/ 134 w 140"/>
                <a:gd name="T39" fmla="*/ 1 h 180"/>
                <a:gd name="T40" fmla="*/ 74 w 140"/>
                <a:gd name="T41" fmla="*/ 147 h 180"/>
                <a:gd name="T42" fmla="*/ 53 w 140"/>
                <a:gd name="T43" fmla="*/ 126 h 180"/>
                <a:gd name="T44" fmla="*/ 54 w 140"/>
                <a:gd name="T45" fmla="*/ 119 h 180"/>
                <a:gd name="T46" fmla="*/ 54 w 140"/>
                <a:gd name="T47" fmla="*/ 119 h 180"/>
                <a:gd name="T48" fmla="*/ 59 w 140"/>
                <a:gd name="T49" fmla="*/ 105 h 180"/>
                <a:gd name="T50" fmla="*/ 74 w 140"/>
                <a:gd name="T51" fmla="*/ 80 h 180"/>
                <a:gd name="T52" fmla="*/ 89 w 140"/>
                <a:gd name="T53" fmla="*/ 105 h 180"/>
                <a:gd name="T54" fmla="*/ 94 w 140"/>
                <a:gd name="T55" fmla="*/ 119 h 180"/>
                <a:gd name="T56" fmla="*/ 94 w 140"/>
                <a:gd name="T57" fmla="*/ 119 h 180"/>
                <a:gd name="T58" fmla="*/ 96 w 140"/>
                <a:gd name="T59" fmla="*/ 126 h 180"/>
                <a:gd name="T60" fmla="*/ 74 w 140"/>
                <a:gd name="T61" fmla="*/ 147 h 180"/>
                <a:gd name="T62" fmla="*/ 124 w 140"/>
                <a:gd name="T63" fmla="*/ 30 h 180"/>
                <a:gd name="T64" fmla="*/ 118 w 140"/>
                <a:gd name="T65" fmla="*/ 37 h 180"/>
                <a:gd name="T66" fmla="*/ 72 w 140"/>
                <a:gd name="T67" fmla="*/ 37 h 180"/>
                <a:gd name="T68" fmla="*/ 65 w 140"/>
                <a:gd name="T69" fmla="*/ 30 h 180"/>
                <a:gd name="T70" fmla="*/ 65 w 140"/>
                <a:gd name="T71" fmla="*/ 22 h 180"/>
                <a:gd name="T72" fmla="*/ 72 w 140"/>
                <a:gd name="T73" fmla="*/ 16 h 180"/>
                <a:gd name="T74" fmla="*/ 118 w 140"/>
                <a:gd name="T75" fmla="*/ 16 h 180"/>
                <a:gd name="T76" fmla="*/ 124 w 140"/>
                <a:gd name="T77" fmla="*/ 22 h 180"/>
                <a:gd name="T78" fmla="*/ 124 w 140"/>
                <a:gd name="T79" fmla="*/ 30 h 180"/>
                <a:gd name="T80" fmla="*/ 85 w 140"/>
                <a:gd name="T81" fmla="*/ 116 h 180"/>
                <a:gd name="T82" fmla="*/ 80 w 140"/>
                <a:gd name="T83" fmla="*/ 126 h 180"/>
                <a:gd name="T84" fmla="*/ 85 w 140"/>
                <a:gd name="T85" fmla="*/ 136 h 180"/>
                <a:gd name="T86" fmla="*/ 89 w 140"/>
                <a:gd name="T87" fmla="*/ 126 h 180"/>
                <a:gd name="T88" fmla="*/ 85 w 140"/>
                <a:gd name="T89" fmla="*/ 116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0" h="180">
                  <a:moveTo>
                    <a:pt x="12" y="35"/>
                  </a:moveTo>
                  <a:cubicBezTo>
                    <a:pt x="35" y="12"/>
                    <a:pt x="35" y="12"/>
                    <a:pt x="35" y="12"/>
                  </a:cubicBezTo>
                  <a:cubicBezTo>
                    <a:pt x="36" y="10"/>
                    <a:pt x="36" y="7"/>
                    <a:pt x="34" y="5"/>
                  </a:cubicBezTo>
                  <a:cubicBezTo>
                    <a:pt x="32" y="2"/>
                    <a:pt x="32" y="2"/>
                    <a:pt x="32" y="2"/>
                  </a:cubicBezTo>
                  <a:cubicBezTo>
                    <a:pt x="30" y="0"/>
                    <a:pt x="27" y="0"/>
                    <a:pt x="25" y="2"/>
                  </a:cubicBezTo>
                  <a:cubicBezTo>
                    <a:pt x="2" y="26"/>
                    <a:pt x="2" y="26"/>
                    <a:pt x="2" y="26"/>
                  </a:cubicBezTo>
                  <a:cubicBezTo>
                    <a:pt x="0" y="28"/>
                    <a:pt x="0" y="31"/>
                    <a:pt x="2" y="33"/>
                  </a:cubicBezTo>
                  <a:cubicBezTo>
                    <a:pt x="5" y="35"/>
                    <a:pt x="5" y="35"/>
                    <a:pt x="5" y="35"/>
                  </a:cubicBezTo>
                  <a:cubicBezTo>
                    <a:pt x="7" y="37"/>
                    <a:pt x="10" y="37"/>
                    <a:pt x="12" y="35"/>
                  </a:cubicBezTo>
                  <a:close/>
                  <a:moveTo>
                    <a:pt x="134" y="1"/>
                  </a:moveTo>
                  <a:cubicBezTo>
                    <a:pt x="62" y="1"/>
                    <a:pt x="62" y="1"/>
                    <a:pt x="62" y="1"/>
                  </a:cubicBezTo>
                  <a:cubicBezTo>
                    <a:pt x="58" y="1"/>
                    <a:pt x="54" y="3"/>
                    <a:pt x="51" y="5"/>
                  </a:cubicBezTo>
                  <a:cubicBezTo>
                    <a:pt x="11" y="47"/>
                    <a:pt x="11" y="47"/>
                    <a:pt x="11" y="47"/>
                  </a:cubicBezTo>
                  <a:cubicBezTo>
                    <a:pt x="8" y="50"/>
                    <a:pt x="6" y="54"/>
                    <a:pt x="6" y="58"/>
                  </a:cubicBezTo>
                  <a:cubicBezTo>
                    <a:pt x="6" y="174"/>
                    <a:pt x="6" y="174"/>
                    <a:pt x="6" y="174"/>
                  </a:cubicBezTo>
                  <a:cubicBezTo>
                    <a:pt x="6" y="177"/>
                    <a:pt x="9" y="180"/>
                    <a:pt x="12" y="180"/>
                  </a:cubicBezTo>
                  <a:cubicBezTo>
                    <a:pt x="134" y="180"/>
                    <a:pt x="134" y="180"/>
                    <a:pt x="134" y="180"/>
                  </a:cubicBezTo>
                  <a:cubicBezTo>
                    <a:pt x="137" y="180"/>
                    <a:pt x="140" y="177"/>
                    <a:pt x="140" y="174"/>
                  </a:cubicBezTo>
                  <a:cubicBezTo>
                    <a:pt x="140" y="7"/>
                    <a:pt x="140" y="7"/>
                    <a:pt x="140" y="7"/>
                  </a:cubicBezTo>
                  <a:cubicBezTo>
                    <a:pt x="140" y="4"/>
                    <a:pt x="137" y="1"/>
                    <a:pt x="134" y="1"/>
                  </a:cubicBezTo>
                  <a:close/>
                  <a:moveTo>
                    <a:pt x="74" y="147"/>
                  </a:moveTo>
                  <a:cubicBezTo>
                    <a:pt x="62" y="147"/>
                    <a:pt x="53" y="137"/>
                    <a:pt x="53" y="126"/>
                  </a:cubicBezTo>
                  <a:cubicBezTo>
                    <a:pt x="53" y="123"/>
                    <a:pt x="53" y="121"/>
                    <a:pt x="54" y="119"/>
                  </a:cubicBezTo>
                  <a:cubicBezTo>
                    <a:pt x="54" y="119"/>
                    <a:pt x="54" y="119"/>
                    <a:pt x="54" y="119"/>
                  </a:cubicBezTo>
                  <a:cubicBezTo>
                    <a:pt x="55" y="114"/>
                    <a:pt x="57" y="110"/>
                    <a:pt x="59" y="105"/>
                  </a:cubicBezTo>
                  <a:cubicBezTo>
                    <a:pt x="64" y="94"/>
                    <a:pt x="69" y="86"/>
                    <a:pt x="74" y="80"/>
                  </a:cubicBezTo>
                  <a:cubicBezTo>
                    <a:pt x="79" y="86"/>
                    <a:pt x="84" y="94"/>
                    <a:pt x="89" y="105"/>
                  </a:cubicBezTo>
                  <a:cubicBezTo>
                    <a:pt x="91" y="110"/>
                    <a:pt x="93" y="114"/>
                    <a:pt x="94" y="119"/>
                  </a:cubicBezTo>
                  <a:cubicBezTo>
                    <a:pt x="94" y="119"/>
                    <a:pt x="94" y="119"/>
                    <a:pt x="94" y="119"/>
                  </a:cubicBezTo>
                  <a:cubicBezTo>
                    <a:pt x="95" y="121"/>
                    <a:pt x="96" y="123"/>
                    <a:pt x="96" y="126"/>
                  </a:cubicBezTo>
                  <a:cubicBezTo>
                    <a:pt x="96" y="137"/>
                    <a:pt x="86" y="147"/>
                    <a:pt x="74" y="147"/>
                  </a:cubicBezTo>
                  <a:close/>
                  <a:moveTo>
                    <a:pt x="124" y="30"/>
                  </a:moveTo>
                  <a:cubicBezTo>
                    <a:pt x="124" y="34"/>
                    <a:pt x="122" y="37"/>
                    <a:pt x="118" y="37"/>
                  </a:cubicBezTo>
                  <a:cubicBezTo>
                    <a:pt x="72" y="37"/>
                    <a:pt x="72" y="37"/>
                    <a:pt x="72" y="37"/>
                  </a:cubicBezTo>
                  <a:cubicBezTo>
                    <a:pt x="68" y="37"/>
                    <a:pt x="65" y="34"/>
                    <a:pt x="65" y="30"/>
                  </a:cubicBezTo>
                  <a:cubicBezTo>
                    <a:pt x="65" y="22"/>
                    <a:pt x="65" y="22"/>
                    <a:pt x="65" y="22"/>
                  </a:cubicBezTo>
                  <a:cubicBezTo>
                    <a:pt x="65" y="19"/>
                    <a:pt x="68" y="16"/>
                    <a:pt x="72" y="16"/>
                  </a:cubicBezTo>
                  <a:cubicBezTo>
                    <a:pt x="118" y="16"/>
                    <a:pt x="118" y="16"/>
                    <a:pt x="118" y="16"/>
                  </a:cubicBezTo>
                  <a:cubicBezTo>
                    <a:pt x="122" y="16"/>
                    <a:pt x="124" y="19"/>
                    <a:pt x="124" y="22"/>
                  </a:cubicBezTo>
                  <a:lnTo>
                    <a:pt x="124" y="30"/>
                  </a:lnTo>
                  <a:close/>
                  <a:moveTo>
                    <a:pt x="85" y="116"/>
                  </a:moveTo>
                  <a:cubicBezTo>
                    <a:pt x="82" y="116"/>
                    <a:pt x="80" y="120"/>
                    <a:pt x="80" y="126"/>
                  </a:cubicBezTo>
                  <a:cubicBezTo>
                    <a:pt x="80" y="131"/>
                    <a:pt x="82" y="136"/>
                    <a:pt x="85" y="136"/>
                  </a:cubicBezTo>
                  <a:cubicBezTo>
                    <a:pt x="87" y="136"/>
                    <a:pt x="89" y="131"/>
                    <a:pt x="89" y="126"/>
                  </a:cubicBezTo>
                  <a:cubicBezTo>
                    <a:pt x="89" y="120"/>
                    <a:pt x="87" y="116"/>
                    <a:pt x="85" y="11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prstClr val="black"/>
                </a:solidFill>
                <a:latin typeface="Verdana"/>
              </a:endParaRPr>
            </a:p>
          </p:txBody>
        </p:sp>
        <p:sp>
          <p:nvSpPr>
            <p:cNvPr id="53" name="Freeform 62"/>
            <p:cNvSpPr>
              <a:spLocks noChangeAspect="1" noEditPoints="1"/>
            </p:cNvSpPr>
            <p:nvPr/>
          </p:nvSpPr>
          <p:spPr bwMode="auto">
            <a:xfrm>
              <a:off x="8045335" y="5564647"/>
              <a:ext cx="414250" cy="382929"/>
            </a:xfrm>
            <a:custGeom>
              <a:avLst/>
              <a:gdLst>
                <a:gd name="T0" fmla="*/ 33 w 195"/>
                <a:gd name="T1" fmla="*/ 62 h 180"/>
                <a:gd name="T2" fmla="*/ 74 w 195"/>
                <a:gd name="T3" fmla="*/ 18 h 180"/>
                <a:gd name="T4" fmla="*/ 102 w 195"/>
                <a:gd name="T5" fmla="*/ 45 h 180"/>
                <a:gd name="T6" fmla="*/ 61 w 195"/>
                <a:gd name="T7" fmla="*/ 88 h 180"/>
                <a:gd name="T8" fmla="*/ 33 w 195"/>
                <a:gd name="T9" fmla="*/ 62 h 180"/>
                <a:gd name="T10" fmla="*/ 107 w 195"/>
                <a:gd name="T11" fmla="*/ 41 h 180"/>
                <a:gd name="T12" fmla="*/ 114 w 195"/>
                <a:gd name="T13" fmla="*/ 41 h 180"/>
                <a:gd name="T14" fmla="*/ 117 w 195"/>
                <a:gd name="T15" fmla="*/ 38 h 180"/>
                <a:gd name="T16" fmla="*/ 117 w 195"/>
                <a:gd name="T17" fmla="*/ 30 h 180"/>
                <a:gd name="T18" fmla="*/ 87 w 195"/>
                <a:gd name="T19" fmla="*/ 2 h 180"/>
                <a:gd name="T20" fmla="*/ 80 w 195"/>
                <a:gd name="T21" fmla="*/ 3 h 180"/>
                <a:gd name="T22" fmla="*/ 77 w 195"/>
                <a:gd name="T23" fmla="*/ 6 h 180"/>
                <a:gd name="T24" fmla="*/ 77 w 195"/>
                <a:gd name="T25" fmla="*/ 13 h 180"/>
                <a:gd name="T26" fmla="*/ 107 w 195"/>
                <a:gd name="T27" fmla="*/ 41 h 180"/>
                <a:gd name="T28" fmla="*/ 47 w 195"/>
                <a:gd name="T29" fmla="*/ 104 h 180"/>
                <a:gd name="T30" fmla="*/ 55 w 195"/>
                <a:gd name="T31" fmla="*/ 104 h 180"/>
                <a:gd name="T32" fmla="*/ 58 w 195"/>
                <a:gd name="T33" fmla="*/ 101 h 180"/>
                <a:gd name="T34" fmla="*/ 57 w 195"/>
                <a:gd name="T35" fmla="*/ 93 h 180"/>
                <a:gd name="T36" fmla="*/ 28 w 195"/>
                <a:gd name="T37" fmla="*/ 65 h 180"/>
                <a:gd name="T38" fmla="*/ 20 w 195"/>
                <a:gd name="T39" fmla="*/ 66 h 180"/>
                <a:gd name="T40" fmla="*/ 17 w 195"/>
                <a:gd name="T41" fmla="*/ 69 h 180"/>
                <a:gd name="T42" fmla="*/ 18 w 195"/>
                <a:gd name="T43" fmla="*/ 76 h 180"/>
                <a:gd name="T44" fmla="*/ 47 w 195"/>
                <a:gd name="T45" fmla="*/ 104 h 180"/>
                <a:gd name="T46" fmla="*/ 80 w 195"/>
                <a:gd name="T47" fmla="*/ 77 h 180"/>
                <a:gd name="T48" fmla="*/ 177 w 195"/>
                <a:gd name="T49" fmla="*/ 169 h 180"/>
                <a:gd name="T50" fmla="*/ 189 w 195"/>
                <a:gd name="T51" fmla="*/ 171 h 180"/>
                <a:gd name="T52" fmla="*/ 193 w 195"/>
                <a:gd name="T53" fmla="*/ 167 h 180"/>
                <a:gd name="T54" fmla="*/ 190 w 195"/>
                <a:gd name="T55" fmla="*/ 156 h 180"/>
                <a:gd name="T56" fmla="*/ 92 w 195"/>
                <a:gd name="T57" fmla="*/ 64 h 180"/>
                <a:gd name="T58" fmla="*/ 80 w 195"/>
                <a:gd name="T59" fmla="*/ 77 h 180"/>
                <a:gd name="T60" fmla="*/ 113 w 195"/>
                <a:gd name="T61" fmla="*/ 168 h 180"/>
                <a:gd name="T62" fmla="*/ 111 w 195"/>
                <a:gd name="T63" fmla="*/ 166 h 180"/>
                <a:gd name="T64" fmla="*/ 3 w 195"/>
                <a:gd name="T65" fmla="*/ 166 h 180"/>
                <a:gd name="T66" fmla="*/ 0 w 195"/>
                <a:gd name="T67" fmla="*/ 168 h 180"/>
                <a:gd name="T68" fmla="*/ 0 w 195"/>
                <a:gd name="T69" fmla="*/ 178 h 180"/>
                <a:gd name="T70" fmla="*/ 3 w 195"/>
                <a:gd name="T71" fmla="*/ 180 h 180"/>
                <a:gd name="T72" fmla="*/ 111 w 195"/>
                <a:gd name="T73" fmla="*/ 180 h 180"/>
                <a:gd name="T74" fmla="*/ 113 w 195"/>
                <a:gd name="T75" fmla="*/ 178 h 180"/>
                <a:gd name="T76" fmla="*/ 113 w 195"/>
                <a:gd name="T77" fmla="*/ 168 h 180"/>
                <a:gd name="T78" fmla="*/ 25 w 195"/>
                <a:gd name="T79" fmla="*/ 148 h 180"/>
                <a:gd name="T80" fmla="*/ 89 w 195"/>
                <a:gd name="T81" fmla="*/ 148 h 180"/>
                <a:gd name="T82" fmla="*/ 96 w 195"/>
                <a:gd name="T83" fmla="*/ 154 h 180"/>
                <a:gd name="T84" fmla="*/ 96 w 195"/>
                <a:gd name="T85" fmla="*/ 160 h 180"/>
                <a:gd name="T86" fmla="*/ 17 w 195"/>
                <a:gd name="T87" fmla="*/ 160 h 180"/>
                <a:gd name="T88" fmla="*/ 17 w 195"/>
                <a:gd name="T89" fmla="*/ 154 h 180"/>
                <a:gd name="T90" fmla="*/ 25 w 195"/>
                <a:gd name="T91" fmla="*/ 148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95" h="180">
                  <a:moveTo>
                    <a:pt x="33" y="62"/>
                  </a:moveTo>
                  <a:cubicBezTo>
                    <a:pt x="74" y="18"/>
                    <a:pt x="74" y="18"/>
                    <a:pt x="74" y="18"/>
                  </a:cubicBezTo>
                  <a:cubicBezTo>
                    <a:pt x="102" y="45"/>
                    <a:pt x="102" y="45"/>
                    <a:pt x="102" y="45"/>
                  </a:cubicBezTo>
                  <a:cubicBezTo>
                    <a:pt x="61" y="88"/>
                    <a:pt x="61" y="88"/>
                    <a:pt x="61" y="88"/>
                  </a:cubicBezTo>
                  <a:lnTo>
                    <a:pt x="33" y="62"/>
                  </a:lnTo>
                  <a:close/>
                  <a:moveTo>
                    <a:pt x="107" y="41"/>
                  </a:moveTo>
                  <a:cubicBezTo>
                    <a:pt x="109" y="43"/>
                    <a:pt x="112" y="43"/>
                    <a:pt x="114" y="41"/>
                  </a:cubicBezTo>
                  <a:cubicBezTo>
                    <a:pt x="117" y="38"/>
                    <a:pt x="117" y="38"/>
                    <a:pt x="117" y="38"/>
                  </a:cubicBezTo>
                  <a:cubicBezTo>
                    <a:pt x="119" y="35"/>
                    <a:pt x="119" y="32"/>
                    <a:pt x="117" y="30"/>
                  </a:cubicBezTo>
                  <a:cubicBezTo>
                    <a:pt x="87" y="2"/>
                    <a:pt x="87" y="2"/>
                    <a:pt x="87" y="2"/>
                  </a:cubicBezTo>
                  <a:cubicBezTo>
                    <a:pt x="85" y="0"/>
                    <a:pt x="82" y="0"/>
                    <a:pt x="80" y="3"/>
                  </a:cubicBezTo>
                  <a:cubicBezTo>
                    <a:pt x="77" y="6"/>
                    <a:pt x="77" y="6"/>
                    <a:pt x="77" y="6"/>
                  </a:cubicBezTo>
                  <a:cubicBezTo>
                    <a:pt x="75" y="8"/>
                    <a:pt x="75" y="11"/>
                    <a:pt x="77" y="13"/>
                  </a:cubicBezTo>
                  <a:lnTo>
                    <a:pt x="107" y="41"/>
                  </a:lnTo>
                  <a:close/>
                  <a:moveTo>
                    <a:pt x="47" y="104"/>
                  </a:moveTo>
                  <a:cubicBezTo>
                    <a:pt x="49" y="106"/>
                    <a:pt x="53" y="106"/>
                    <a:pt x="55" y="104"/>
                  </a:cubicBezTo>
                  <a:cubicBezTo>
                    <a:pt x="58" y="101"/>
                    <a:pt x="58" y="101"/>
                    <a:pt x="58" y="101"/>
                  </a:cubicBezTo>
                  <a:cubicBezTo>
                    <a:pt x="60" y="99"/>
                    <a:pt x="60" y="95"/>
                    <a:pt x="57" y="93"/>
                  </a:cubicBezTo>
                  <a:cubicBezTo>
                    <a:pt x="28" y="65"/>
                    <a:pt x="28" y="65"/>
                    <a:pt x="28" y="65"/>
                  </a:cubicBezTo>
                  <a:cubicBezTo>
                    <a:pt x="26" y="63"/>
                    <a:pt x="22" y="64"/>
                    <a:pt x="20" y="66"/>
                  </a:cubicBezTo>
                  <a:cubicBezTo>
                    <a:pt x="17" y="69"/>
                    <a:pt x="17" y="69"/>
                    <a:pt x="17" y="69"/>
                  </a:cubicBezTo>
                  <a:cubicBezTo>
                    <a:pt x="15" y="71"/>
                    <a:pt x="15" y="74"/>
                    <a:pt x="18" y="76"/>
                  </a:cubicBezTo>
                  <a:lnTo>
                    <a:pt x="47" y="104"/>
                  </a:lnTo>
                  <a:close/>
                  <a:moveTo>
                    <a:pt x="80" y="77"/>
                  </a:moveTo>
                  <a:cubicBezTo>
                    <a:pt x="177" y="169"/>
                    <a:pt x="177" y="169"/>
                    <a:pt x="177" y="169"/>
                  </a:cubicBezTo>
                  <a:cubicBezTo>
                    <a:pt x="181" y="172"/>
                    <a:pt x="186" y="174"/>
                    <a:pt x="189" y="171"/>
                  </a:cubicBezTo>
                  <a:cubicBezTo>
                    <a:pt x="193" y="167"/>
                    <a:pt x="193" y="167"/>
                    <a:pt x="193" y="167"/>
                  </a:cubicBezTo>
                  <a:cubicBezTo>
                    <a:pt x="195" y="164"/>
                    <a:pt x="194" y="159"/>
                    <a:pt x="190" y="156"/>
                  </a:cubicBezTo>
                  <a:cubicBezTo>
                    <a:pt x="92" y="64"/>
                    <a:pt x="92" y="64"/>
                    <a:pt x="92" y="64"/>
                  </a:cubicBezTo>
                  <a:lnTo>
                    <a:pt x="80" y="77"/>
                  </a:lnTo>
                  <a:close/>
                  <a:moveTo>
                    <a:pt x="113" y="168"/>
                  </a:moveTo>
                  <a:cubicBezTo>
                    <a:pt x="113" y="167"/>
                    <a:pt x="112" y="166"/>
                    <a:pt x="111" y="166"/>
                  </a:cubicBezTo>
                  <a:cubicBezTo>
                    <a:pt x="3" y="166"/>
                    <a:pt x="3" y="166"/>
                    <a:pt x="3" y="166"/>
                  </a:cubicBezTo>
                  <a:cubicBezTo>
                    <a:pt x="1" y="166"/>
                    <a:pt x="0" y="167"/>
                    <a:pt x="0" y="168"/>
                  </a:cubicBezTo>
                  <a:cubicBezTo>
                    <a:pt x="0" y="178"/>
                    <a:pt x="0" y="178"/>
                    <a:pt x="0" y="178"/>
                  </a:cubicBezTo>
                  <a:cubicBezTo>
                    <a:pt x="0" y="179"/>
                    <a:pt x="1" y="180"/>
                    <a:pt x="3" y="180"/>
                  </a:cubicBezTo>
                  <a:cubicBezTo>
                    <a:pt x="111" y="180"/>
                    <a:pt x="111" y="180"/>
                    <a:pt x="111" y="180"/>
                  </a:cubicBezTo>
                  <a:cubicBezTo>
                    <a:pt x="112" y="180"/>
                    <a:pt x="113" y="179"/>
                    <a:pt x="113" y="178"/>
                  </a:cubicBezTo>
                  <a:lnTo>
                    <a:pt x="113" y="168"/>
                  </a:lnTo>
                  <a:close/>
                  <a:moveTo>
                    <a:pt x="25" y="148"/>
                  </a:moveTo>
                  <a:cubicBezTo>
                    <a:pt x="89" y="148"/>
                    <a:pt x="89" y="148"/>
                    <a:pt x="89" y="148"/>
                  </a:cubicBezTo>
                  <a:cubicBezTo>
                    <a:pt x="92" y="148"/>
                    <a:pt x="95" y="151"/>
                    <a:pt x="96" y="154"/>
                  </a:cubicBezTo>
                  <a:cubicBezTo>
                    <a:pt x="96" y="160"/>
                    <a:pt x="96" y="160"/>
                    <a:pt x="96" y="160"/>
                  </a:cubicBezTo>
                  <a:cubicBezTo>
                    <a:pt x="17" y="160"/>
                    <a:pt x="17" y="160"/>
                    <a:pt x="17" y="160"/>
                  </a:cubicBezTo>
                  <a:cubicBezTo>
                    <a:pt x="17" y="154"/>
                    <a:pt x="17" y="154"/>
                    <a:pt x="17" y="154"/>
                  </a:cubicBezTo>
                  <a:cubicBezTo>
                    <a:pt x="18" y="151"/>
                    <a:pt x="21" y="148"/>
                    <a:pt x="25" y="14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prstClr val="black"/>
                </a:solidFill>
                <a:latin typeface="Verdana"/>
              </a:endParaRPr>
            </a:p>
          </p:txBody>
        </p:sp>
        <p:grpSp>
          <p:nvGrpSpPr>
            <p:cNvPr id="55" name="Group 54"/>
            <p:cNvGrpSpPr/>
            <p:nvPr/>
          </p:nvGrpSpPr>
          <p:grpSpPr>
            <a:xfrm>
              <a:off x="3691524" y="5542671"/>
              <a:ext cx="483327" cy="466148"/>
              <a:chOff x="2185477" y="5525527"/>
              <a:chExt cx="523177" cy="504582"/>
            </a:xfrm>
          </p:grpSpPr>
          <p:sp>
            <p:nvSpPr>
              <p:cNvPr id="56" name="Freeform 33"/>
              <p:cNvSpPr>
                <a:spLocks noChangeAspect="1" noEditPoints="1"/>
              </p:cNvSpPr>
              <p:nvPr/>
            </p:nvSpPr>
            <p:spPr bwMode="auto">
              <a:xfrm>
                <a:off x="2234420" y="5525527"/>
                <a:ext cx="333534" cy="337026"/>
              </a:xfrm>
              <a:custGeom>
                <a:avLst/>
                <a:gdLst>
                  <a:gd name="T0" fmla="*/ 423 w 633"/>
                  <a:gd name="T1" fmla="*/ 324 h 621"/>
                  <a:gd name="T2" fmla="*/ 423 w 633"/>
                  <a:gd name="T3" fmla="*/ 324 h 621"/>
                  <a:gd name="T4" fmla="*/ 302 w 633"/>
                  <a:gd name="T5" fmla="*/ 415 h 621"/>
                  <a:gd name="T6" fmla="*/ 209 w 633"/>
                  <a:gd name="T7" fmla="*/ 295 h 621"/>
                  <a:gd name="T8" fmla="*/ 330 w 633"/>
                  <a:gd name="T9" fmla="*/ 205 h 621"/>
                  <a:gd name="T10" fmla="*/ 423 w 633"/>
                  <a:gd name="T11" fmla="*/ 324 h 621"/>
                  <a:gd name="T12" fmla="*/ 604 w 633"/>
                  <a:gd name="T13" fmla="*/ 310 h 621"/>
                  <a:gd name="T14" fmla="*/ 604 w 633"/>
                  <a:gd name="T15" fmla="*/ 310 h 621"/>
                  <a:gd name="T16" fmla="*/ 550 w 633"/>
                  <a:gd name="T17" fmla="*/ 261 h 621"/>
                  <a:gd name="T18" fmla="*/ 562 w 633"/>
                  <a:gd name="T19" fmla="*/ 171 h 621"/>
                  <a:gd name="T20" fmla="*/ 563 w 633"/>
                  <a:gd name="T21" fmla="*/ 170 h 621"/>
                  <a:gd name="T22" fmla="*/ 586 w 633"/>
                  <a:gd name="T23" fmla="*/ 147 h 621"/>
                  <a:gd name="T24" fmla="*/ 547 w 633"/>
                  <a:gd name="T25" fmla="*/ 96 h 621"/>
                  <a:gd name="T26" fmla="*/ 518 w 633"/>
                  <a:gd name="T27" fmla="*/ 111 h 621"/>
                  <a:gd name="T28" fmla="*/ 516 w 633"/>
                  <a:gd name="T29" fmla="*/ 112 h 621"/>
                  <a:gd name="T30" fmla="*/ 398 w 633"/>
                  <a:gd name="T31" fmla="*/ 64 h 621"/>
                  <a:gd name="T32" fmla="*/ 390 w 633"/>
                  <a:gd name="T33" fmla="*/ 35 h 621"/>
                  <a:gd name="T34" fmla="*/ 391 w 633"/>
                  <a:gd name="T35" fmla="*/ 34 h 621"/>
                  <a:gd name="T36" fmla="*/ 390 w 633"/>
                  <a:gd name="T37" fmla="*/ 7 h 621"/>
                  <a:gd name="T38" fmla="*/ 326 w 633"/>
                  <a:gd name="T39" fmla="*/ 0 h 621"/>
                  <a:gd name="T40" fmla="*/ 316 w 633"/>
                  <a:gd name="T41" fmla="*/ 30 h 621"/>
                  <a:gd name="T42" fmla="*/ 316 w 633"/>
                  <a:gd name="T43" fmla="*/ 30 h 621"/>
                  <a:gd name="T44" fmla="*/ 266 w 633"/>
                  <a:gd name="T45" fmla="*/ 80 h 621"/>
                  <a:gd name="T46" fmla="*/ 169 w 633"/>
                  <a:gd name="T47" fmla="*/ 62 h 621"/>
                  <a:gd name="T48" fmla="*/ 167 w 633"/>
                  <a:gd name="T49" fmla="*/ 60 h 621"/>
                  <a:gd name="T50" fmla="*/ 150 w 633"/>
                  <a:gd name="T51" fmla="*/ 45 h 621"/>
                  <a:gd name="T52" fmla="*/ 99 w 633"/>
                  <a:gd name="T53" fmla="*/ 83 h 621"/>
                  <a:gd name="T54" fmla="*/ 114 w 633"/>
                  <a:gd name="T55" fmla="*/ 111 h 621"/>
                  <a:gd name="T56" fmla="*/ 115 w 633"/>
                  <a:gd name="T57" fmla="*/ 114 h 621"/>
                  <a:gd name="T58" fmla="*/ 66 w 633"/>
                  <a:gd name="T59" fmla="*/ 230 h 621"/>
                  <a:gd name="T60" fmla="*/ 29 w 633"/>
                  <a:gd name="T61" fmla="*/ 237 h 621"/>
                  <a:gd name="T62" fmla="*/ 8 w 633"/>
                  <a:gd name="T63" fmla="*/ 237 h 621"/>
                  <a:gd name="T64" fmla="*/ 0 w 633"/>
                  <a:gd name="T65" fmla="*/ 300 h 621"/>
                  <a:gd name="T66" fmla="*/ 26 w 633"/>
                  <a:gd name="T67" fmla="*/ 308 h 621"/>
                  <a:gd name="T68" fmla="*/ 82 w 633"/>
                  <a:gd name="T69" fmla="*/ 359 h 621"/>
                  <a:gd name="T70" fmla="*/ 66 w 633"/>
                  <a:gd name="T71" fmla="*/ 453 h 621"/>
                  <a:gd name="T72" fmla="*/ 46 w 633"/>
                  <a:gd name="T73" fmla="*/ 472 h 621"/>
                  <a:gd name="T74" fmla="*/ 86 w 633"/>
                  <a:gd name="T75" fmla="*/ 523 h 621"/>
                  <a:gd name="T76" fmla="*/ 108 w 633"/>
                  <a:gd name="T77" fmla="*/ 511 h 621"/>
                  <a:gd name="T78" fmla="*/ 109 w 633"/>
                  <a:gd name="T79" fmla="*/ 510 h 621"/>
                  <a:gd name="T80" fmla="*/ 117 w 633"/>
                  <a:gd name="T81" fmla="*/ 507 h 621"/>
                  <a:gd name="T82" fmla="*/ 235 w 633"/>
                  <a:gd name="T83" fmla="*/ 555 h 621"/>
                  <a:gd name="T84" fmla="*/ 242 w 633"/>
                  <a:gd name="T85" fmla="*/ 588 h 621"/>
                  <a:gd name="T86" fmla="*/ 242 w 633"/>
                  <a:gd name="T87" fmla="*/ 588 h 621"/>
                  <a:gd name="T88" fmla="*/ 243 w 633"/>
                  <a:gd name="T89" fmla="*/ 612 h 621"/>
                  <a:gd name="T90" fmla="*/ 307 w 633"/>
                  <a:gd name="T91" fmla="*/ 621 h 621"/>
                  <a:gd name="T92" fmla="*/ 315 w 633"/>
                  <a:gd name="T93" fmla="*/ 596 h 621"/>
                  <a:gd name="T94" fmla="*/ 366 w 633"/>
                  <a:gd name="T95" fmla="*/ 540 h 621"/>
                  <a:gd name="T96" fmla="*/ 461 w 633"/>
                  <a:gd name="T97" fmla="*/ 554 h 621"/>
                  <a:gd name="T98" fmla="*/ 482 w 633"/>
                  <a:gd name="T99" fmla="*/ 574 h 621"/>
                  <a:gd name="T100" fmla="*/ 533 w 633"/>
                  <a:gd name="T101" fmla="*/ 536 h 621"/>
                  <a:gd name="T102" fmla="*/ 518 w 633"/>
                  <a:gd name="T103" fmla="*/ 507 h 621"/>
                  <a:gd name="T104" fmla="*/ 517 w 633"/>
                  <a:gd name="T105" fmla="*/ 506 h 621"/>
                  <a:gd name="T106" fmla="*/ 566 w 633"/>
                  <a:gd name="T107" fmla="*/ 389 h 621"/>
                  <a:gd name="T108" fmla="*/ 598 w 633"/>
                  <a:gd name="T109" fmla="*/ 383 h 621"/>
                  <a:gd name="T110" fmla="*/ 624 w 633"/>
                  <a:gd name="T111" fmla="*/ 382 h 621"/>
                  <a:gd name="T112" fmla="*/ 633 w 633"/>
                  <a:gd name="T113" fmla="*/ 319 h 621"/>
                  <a:gd name="T114" fmla="*/ 604 w 633"/>
                  <a:gd name="T115" fmla="*/ 310 h 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3" h="621">
                    <a:moveTo>
                      <a:pt x="423" y="324"/>
                    </a:moveTo>
                    <a:lnTo>
                      <a:pt x="423" y="324"/>
                    </a:lnTo>
                    <a:cubicBezTo>
                      <a:pt x="415" y="382"/>
                      <a:pt x="361" y="422"/>
                      <a:pt x="302" y="415"/>
                    </a:cubicBezTo>
                    <a:cubicBezTo>
                      <a:pt x="243" y="407"/>
                      <a:pt x="201" y="353"/>
                      <a:pt x="209" y="295"/>
                    </a:cubicBezTo>
                    <a:cubicBezTo>
                      <a:pt x="217" y="237"/>
                      <a:pt x="271" y="197"/>
                      <a:pt x="330" y="205"/>
                    </a:cubicBezTo>
                    <a:cubicBezTo>
                      <a:pt x="389" y="212"/>
                      <a:pt x="431" y="266"/>
                      <a:pt x="423" y="324"/>
                    </a:cubicBezTo>
                    <a:close/>
                    <a:moveTo>
                      <a:pt x="604" y="310"/>
                    </a:moveTo>
                    <a:lnTo>
                      <a:pt x="604" y="310"/>
                    </a:lnTo>
                    <a:cubicBezTo>
                      <a:pt x="580" y="302"/>
                      <a:pt x="560" y="285"/>
                      <a:pt x="550" y="261"/>
                    </a:cubicBezTo>
                    <a:cubicBezTo>
                      <a:pt x="537" y="230"/>
                      <a:pt x="543" y="196"/>
                      <a:pt x="562" y="171"/>
                    </a:cubicBezTo>
                    <a:lnTo>
                      <a:pt x="563" y="170"/>
                    </a:lnTo>
                    <a:lnTo>
                      <a:pt x="586" y="147"/>
                    </a:lnTo>
                    <a:lnTo>
                      <a:pt x="547" y="96"/>
                    </a:lnTo>
                    <a:lnTo>
                      <a:pt x="518" y="111"/>
                    </a:lnTo>
                    <a:lnTo>
                      <a:pt x="516" y="112"/>
                    </a:lnTo>
                    <a:cubicBezTo>
                      <a:pt x="470" y="131"/>
                      <a:pt x="417" y="109"/>
                      <a:pt x="398" y="64"/>
                    </a:cubicBezTo>
                    <a:cubicBezTo>
                      <a:pt x="394" y="55"/>
                      <a:pt x="391" y="45"/>
                      <a:pt x="390" y="35"/>
                    </a:cubicBezTo>
                    <a:lnTo>
                      <a:pt x="391" y="34"/>
                    </a:lnTo>
                    <a:lnTo>
                      <a:pt x="390" y="7"/>
                    </a:lnTo>
                    <a:lnTo>
                      <a:pt x="326" y="0"/>
                    </a:lnTo>
                    <a:lnTo>
                      <a:pt x="316" y="30"/>
                    </a:lnTo>
                    <a:lnTo>
                      <a:pt x="316" y="30"/>
                    </a:lnTo>
                    <a:cubicBezTo>
                      <a:pt x="307" y="52"/>
                      <a:pt x="290" y="70"/>
                      <a:pt x="266" y="80"/>
                    </a:cubicBezTo>
                    <a:cubicBezTo>
                      <a:pt x="232" y="94"/>
                      <a:pt x="194" y="86"/>
                      <a:pt x="169" y="62"/>
                    </a:cubicBezTo>
                    <a:lnTo>
                      <a:pt x="167" y="60"/>
                    </a:lnTo>
                    <a:lnTo>
                      <a:pt x="150" y="45"/>
                    </a:lnTo>
                    <a:lnTo>
                      <a:pt x="99" y="83"/>
                    </a:lnTo>
                    <a:lnTo>
                      <a:pt x="114" y="111"/>
                    </a:lnTo>
                    <a:lnTo>
                      <a:pt x="115" y="114"/>
                    </a:lnTo>
                    <a:cubicBezTo>
                      <a:pt x="134" y="159"/>
                      <a:pt x="113" y="211"/>
                      <a:pt x="66" y="230"/>
                    </a:cubicBezTo>
                    <a:cubicBezTo>
                      <a:pt x="54" y="235"/>
                      <a:pt x="43" y="236"/>
                      <a:pt x="29" y="237"/>
                    </a:cubicBezTo>
                    <a:lnTo>
                      <a:pt x="8" y="237"/>
                    </a:lnTo>
                    <a:lnTo>
                      <a:pt x="0" y="300"/>
                    </a:lnTo>
                    <a:lnTo>
                      <a:pt x="26" y="308"/>
                    </a:lnTo>
                    <a:cubicBezTo>
                      <a:pt x="51" y="316"/>
                      <a:pt x="71" y="334"/>
                      <a:pt x="82" y="359"/>
                    </a:cubicBezTo>
                    <a:cubicBezTo>
                      <a:pt x="96" y="392"/>
                      <a:pt x="89" y="428"/>
                      <a:pt x="66" y="453"/>
                    </a:cubicBezTo>
                    <a:lnTo>
                      <a:pt x="46" y="472"/>
                    </a:lnTo>
                    <a:lnTo>
                      <a:pt x="86" y="523"/>
                    </a:lnTo>
                    <a:lnTo>
                      <a:pt x="108" y="511"/>
                    </a:lnTo>
                    <a:lnTo>
                      <a:pt x="109" y="510"/>
                    </a:lnTo>
                    <a:cubicBezTo>
                      <a:pt x="114" y="508"/>
                      <a:pt x="112" y="509"/>
                      <a:pt x="117" y="507"/>
                    </a:cubicBezTo>
                    <a:cubicBezTo>
                      <a:pt x="163" y="488"/>
                      <a:pt x="216" y="509"/>
                      <a:pt x="235" y="555"/>
                    </a:cubicBezTo>
                    <a:cubicBezTo>
                      <a:pt x="240" y="566"/>
                      <a:pt x="242" y="577"/>
                      <a:pt x="242" y="588"/>
                    </a:cubicBezTo>
                    <a:lnTo>
                      <a:pt x="242" y="588"/>
                    </a:lnTo>
                    <a:lnTo>
                      <a:pt x="243" y="612"/>
                    </a:lnTo>
                    <a:lnTo>
                      <a:pt x="307" y="621"/>
                    </a:lnTo>
                    <a:lnTo>
                      <a:pt x="315" y="596"/>
                    </a:lnTo>
                    <a:cubicBezTo>
                      <a:pt x="322" y="572"/>
                      <a:pt x="340" y="550"/>
                      <a:pt x="366" y="540"/>
                    </a:cubicBezTo>
                    <a:cubicBezTo>
                      <a:pt x="399" y="526"/>
                      <a:pt x="435" y="533"/>
                      <a:pt x="461" y="554"/>
                    </a:cubicBezTo>
                    <a:lnTo>
                      <a:pt x="482" y="574"/>
                    </a:lnTo>
                    <a:lnTo>
                      <a:pt x="533" y="536"/>
                    </a:lnTo>
                    <a:lnTo>
                      <a:pt x="518" y="507"/>
                    </a:lnTo>
                    <a:lnTo>
                      <a:pt x="517" y="506"/>
                    </a:lnTo>
                    <a:cubicBezTo>
                      <a:pt x="498" y="460"/>
                      <a:pt x="520" y="408"/>
                      <a:pt x="566" y="389"/>
                    </a:cubicBezTo>
                    <a:cubicBezTo>
                      <a:pt x="576" y="385"/>
                      <a:pt x="587" y="383"/>
                      <a:pt x="598" y="383"/>
                    </a:cubicBezTo>
                    <a:lnTo>
                      <a:pt x="624" y="382"/>
                    </a:lnTo>
                    <a:lnTo>
                      <a:pt x="633" y="319"/>
                    </a:lnTo>
                    <a:lnTo>
                      <a:pt x="604" y="31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latin typeface="Verdana"/>
                </a:endParaRPr>
              </a:p>
            </p:txBody>
          </p:sp>
          <p:sp>
            <p:nvSpPr>
              <p:cNvPr id="57" name="Freeform 33"/>
              <p:cNvSpPr>
                <a:spLocks noChangeAspect="1" noEditPoints="1"/>
              </p:cNvSpPr>
              <p:nvPr/>
            </p:nvSpPr>
            <p:spPr bwMode="auto">
              <a:xfrm>
                <a:off x="2536194" y="5733047"/>
                <a:ext cx="172460" cy="174267"/>
              </a:xfrm>
              <a:custGeom>
                <a:avLst/>
                <a:gdLst>
                  <a:gd name="T0" fmla="*/ 423 w 633"/>
                  <a:gd name="T1" fmla="*/ 324 h 621"/>
                  <a:gd name="T2" fmla="*/ 423 w 633"/>
                  <a:gd name="T3" fmla="*/ 324 h 621"/>
                  <a:gd name="T4" fmla="*/ 302 w 633"/>
                  <a:gd name="T5" fmla="*/ 415 h 621"/>
                  <a:gd name="T6" fmla="*/ 209 w 633"/>
                  <a:gd name="T7" fmla="*/ 295 h 621"/>
                  <a:gd name="T8" fmla="*/ 330 w 633"/>
                  <a:gd name="T9" fmla="*/ 205 h 621"/>
                  <a:gd name="T10" fmla="*/ 423 w 633"/>
                  <a:gd name="T11" fmla="*/ 324 h 621"/>
                  <a:gd name="T12" fmla="*/ 604 w 633"/>
                  <a:gd name="T13" fmla="*/ 310 h 621"/>
                  <a:gd name="T14" fmla="*/ 604 w 633"/>
                  <a:gd name="T15" fmla="*/ 310 h 621"/>
                  <a:gd name="T16" fmla="*/ 550 w 633"/>
                  <a:gd name="T17" fmla="*/ 261 h 621"/>
                  <a:gd name="T18" fmla="*/ 562 w 633"/>
                  <a:gd name="T19" fmla="*/ 171 h 621"/>
                  <a:gd name="T20" fmla="*/ 563 w 633"/>
                  <a:gd name="T21" fmla="*/ 170 h 621"/>
                  <a:gd name="T22" fmla="*/ 586 w 633"/>
                  <a:gd name="T23" fmla="*/ 147 h 621"/>
                  <a:gd name="T24" fmla="*/ 547 w 633"/>
                  <a:gd name="T25" fmla="*/ 96 h 621"/>
                  <a:gd name="T26" fmla="*/ 518 w 633"/>
                  <a:gd name="T27" fmla="*/ 111 h 621"/>
                  <a:gd name="T28" fmla="*/ 516 w 633"/>
                  <a:gd name="T29" fmla="*/ 112 h 621"/>
                  <a:gd name="T30" fmla="*/ 398 w 633"/>
                  <a:gd name="T31" fmla="*/ 64 h 621"/>
                  <a:gd name="T32" fmla="*/ 390 w 633"/>
                  <a:gd name="T33" fmla="*/ 35 h 621"/>
                  <a:gd name="T34" fmla="*/ 391 w 633"/>
                  <a:gd name="T35" fmla="*/ 34 h 621"/>
                  <a:gd name="T36" fmla="*/ 390 w 633"/>
                  <a:gd name="T37" fmla="*/ 7 h 621"/>
                  <a:gd name="T38" fmla="*/ 326 w 633"/>
                  <a:gd name="T39" fmla="*/ 0 h 621"/>
                  <a:gd name="T40" fmla="*/ 316 w 633"/>
                  <a:gd name="T41" fmla="*/ 30 h 621"/>
                  <a:gd name="T42" fmla="*/ 316 w 633"/>
                  <a:gd name="T43" fmla="*/ 30 h 621"/>
                  <a:gd name="T44" fmla="*/ 266 w 633"/>
                  <a:gd name="T45" fmla="*/ 80 h 621"/>
                  <a:gd name="T46" fmla="*/ 169 w 633"/>
                  <a:gd name="T47" fmla="*/ 62 h 621"/>
                  <a:gd name="T48" fmla="*/ 167 w 633"/>
                  <a:gd name="T49" fmla="*/ 60 h 621"/>
                  <a:gd name="T50" fmla="*/ 150 w 633"/>
                  <a:gd name="T51" fmla="*/ 45 h 621"/>
                  <a:gd name="T52" fmla="*/ 99 w 633"/>
                  <a:gd name="T53" fmla="*/ 83 h 621"/>
                  <a:gd name="T54" fmla="*/ 114 w 633"/>
                  <a:gd name="T55" fmla="*/ 111 h 621"/>
                  <a:gd name="T56" fmla="*/ 115 w 633"/>
                  <a:gd name="T57" fmla="*/ 114 h 621"/>
                  <a:gd name="T58" fmla="*/ 66 w 633"/>
                  <a:gd name="T59" fmla="*/ 230 h 621"/>
                  <a:gd name="T60" fmla="*/ 29 w 633"/>
                  <a:gd name="T61" fmla="*/ 237 h 621"/>
                  <a:gd name="T62" fmla="*/ 8 w 633"/>
                  <a:gd name="T63" fmla="*/ 237 h 621"/>
                  <a:gd name="T64" fmla="*/ 0 w 633"/>
                  <a:gd name="T65" fmla="*/ 300 h 621"/>
                  <a:gd name="T66" fmla="*/ 26 w 633"/>
                  <a:gd name="T67" fmla="*/ 308 h 621"/>
                  <a:gd name="T68" fmla="*/ 82 w 633"/>
                  <a:gd name="T69" fmla="*/ 359 h 621"/>
                  <a:gd name="T70" fmla="*/ 66 w 633"/>
                  <a:gd name="T71" fmla="*/ 453 h 621"/>
                  <a:gd name="T72" fmla="*/ 46 w 633"/>
                  <a:gd name="T73" fmla="*/ 472 h 621"/>
                  <a:gd name="T74" fmla="*/ 86 w 633"/>
                  <a:gd name="T75" fmla="*/ 523 h 621"/>
                  <a:gd name="T76" fmla="*/ 108 w 633"/>
                  <a:gd name="T77" fmla="*/ 511 h 621"/>
                  <a:gd name="T78" fmla="*/ 109 w 633"/>
                  <a:gd name="T79" fmla="*/ 510 h 621"/>
                  <a:gd name="T80" fmla="*/ 117 w 633"/>
                  <a:gd name="T81" fmla="*/ 507 h 621"/>
                  <a:gd name="T82" fmla="*/ 235 w 633"/>
                  <a:gd name="T83" fmla="*/ 555 h 621"/>
                  <a:gd name="T84" fmla="*/ 242 w 633"/>
                  <a:gd name="T85" fmla="*/ 588 h 621"/>
                  <a:gd name="T86" fmla="*/ 242 w 633"/>
                  <a:gd name="T87" fmla="*/ 588 h 621"/>
                  <a:gd name="T88" fmla="*/ 243 w 633"/>
                  <a:gd name="T89" fmla="*/ 612 h 621"/>
                  <a:gd name="T90" fmla="*/ 307 w 633"/>
                  <a:gd name="T91" fmla="*/ 621 h 621"/>
                  <a:gd name="T92" fmla="*/ 315 w 633"/>
                  <a:gd name="T93" fmla="*/ 596 h 621"/>
                  <a:gd name="T94" fmla="*/ 366 w 633"/>
                  <a:gd name="T95" fmla="*/ 540 h 621"/>
                  <a:gd name="T96" fmla="*/ 461 w 633"/>
                  <a:gd name="T97" fmla="*/ 554 h 621"/>
                  <a:gd name="T98" fmla="*/ 482 w 633"/>
                  <a:gd name="T99" fmla="*/ 574 h 621"/>
                  <a:gd name="T100" fmla="*/ 533 w 633"/>
                  <a:gd name="T101" fmla="*/ 536 h 621"/>
                  <a:gd name="T102" fmla="*/ 518 w 633"/>
                  <a:gd name="T103" fmla="*/ 507 h 621"/>
                  <a:gd name="T104" fmla="*/ 517 w 633"/>
                  <a:gd name="T105" fmla="*/ 506 h 621"/>
                  <a:gd name="T106" fmla="*/ 566 w 633"/>
                  <a:gd name="T107" fmla="*/ 389 h 621"/>
                  <a:gd name="T108" fmla="*/ 598 w 633"/>
                  <a:gd name="T109" fmla="*/ 383 h 621"/>
                  <a:gd name="T110" fmla="*/ 624 w 633"/>
                  <a:gd name="T111" fmla="*/ 382 h 621"/>
                  <a:gd name="T112" fmla="*/ 633 w 633"/>
                  <a:gd name="T113" fmla="*/ 319 h 621"/>
                  <a:gd name="T114" fmla="*/ 604 w 633"/>
                  <a:gd name="T115" fmla="*/ 310 h 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3" h="621">
                    <a:moveTo>
                      <a:pt x="423" y="324"/>
                    </a:moveTo>
                    <a:lnTo>
                      <a:pt x="423" y="324"/>
                    </a:lnTo>
                    <a:cubicBezTo>
                      <a:pt x="415" y="382"/>
                      <a:pt x="361" y="422"/>
                      <a:pt x="302" y="415"/>
                    </a:cubicBezTo>
                    <a:cubicBezTo>
                      <a:pt x="243" y="407"/>
                      <a:pt x="201" y="353"/>
                      <a:pt x="209" y="295"/>
                    </a:cubicBezTo>
                    <a:cubicBezTo>
                      <a:pt x="217" y="237"/>
                      <a:pt x="271" y="197"/>
                      <a:pt x="330" y="205"/>
                    </a:cubicBezTo>
                    <a:cubicBezTo>
                      <a:pt x="389" y="212"/>
                      <a:pt x="431" y="266"/>
                      <a:pt x="423" y="324"/>
                    </a:cubicBezTo>
                    <a:close/>
                    <a:moveTo>
                      <a:pt x="604" y="310"/>
                    </a:moveTo>
                    <a:lnTo>
                      <a:pt x="604" y="310"/>
                    </a:lnTo>
                    <a:cubicBezTo>
                      <a:pt x="580" y="302"/>
                      <a:pt x="560" y="285"/>
                      <a:pt x="550" y="261"/>
                    </a:cubicBezTo>
                    <a:cubicBezTo>
                      <a:pt x="537" y="230"/>
                      <a:pt x="543" y="196"/>
                      <a:pt x="562" y="171"/>
                    </a:cubicBezTo>
                    <a:lnTo>
                      <a:pt x="563" y="170"/>
                    </a:lnTo>
                    <a:lnTo>
                      <a:pt x="586" y="147"/>
                    </a:lnTo>
                    <a:lnTo>
                      <a:pt x="547" y="96"/>
                    </a:lnTo>
                    <a:lnTo>
                      <a:pt x="518" y="111"/>
                    </a:lnTo>
                    <a:lnTo>
                      <a:pt x="516" y="112"/>
                    </a:lnTo>
                    <a:cubicBezTo>
                      <a:pt x="470" y="131"/>
                      <a:pt x="417" y="109"/>
                      <a:pt x="398" y="64"/>
                    </a:cubicBezTo>
                    <a:cubicBezTo>
                      <a:pt x="394" y="55"/>
                      <a:pt x="391" y="45"/>
                      <a:pt x="390" y="35"/>
                    </a:cubicBezTo>
                    <a:lnTo>
                      <a:pt x="391" y="34"/>
                    </a:lnTo>
                    <a:lnTo>
                      <a:pt x="390" y="7"/>
                    </a:lnTo>
                    <a:lnTo>
                      <a:pt x="326" y="0"/>
                    </a:lnTo>
                    <a:lnTo>
                      <a:pt x="316" y="30"/>
                    </a:lnTo>
                    <a:lnTo>
                      <a:pt x="316" y="30"/>
                    </a:lnTo>
                    <a:cubicBezTo>
                      <a:pt x="307" y="52"/>
                      <a:pt x="290" y="70"/>
                      <a:pt x="266" y="80"/>
                    </a:cubicBezTo>
                    <a:cubicBezTo>
                      <a:pt x="232" y="94"/>
                      <a:pt x="194" y="86"/>
                      <a:pt x="169" y="62"/>
                    </a:cubicBezTo>
                    <a:lnTo>
                      <a:pt x="167" y="60"/>
                    </a:lnTo>
                    <a:lnTo>
                      <a:pt x="150" y="45"/>
                    </a:lnTo>
                    <a:lnTo>
                      <a:pt x="99" y="83"/>
                    </a:lnTo>
                    <a:lnTo>
                      <a:pt x="114" y="111"/>
                    </a:lnTo>
                    <a:lnTo>
                      <a:pt x="115" y="114"/>
                    </a:lnTo>
                    <a:cubicBezTo>
                      <a:pt x="134" y="159"/>
                      <a:pt x="113" y="211"/>
                      <a:pt x="66" y="230"/>
                    </a:cubicBezTo>
                    <a:cubicBezTo>
                      <a:pt x="54" y="235"/>
                      <a:pt x="43" y="236"/>
                      <a:pt x="29" y="237"/>
                    </a:cubicBezTo>
                    <a:lnTo>
                      <a:pt x="8" y="237"/>
                    </a:lnTo>
                    <a:lnTo>
                      <a:pt x="0" y="300"/>
                    </a:lnTo>
                    <a:lnTo>
                      <a:pt x="26" y="308"/>
                    </a:lnTo>
                    <a:cubicBezTo>
                      <a:pt x="51" y="316"/>
                      <a:pt x="71" y="334"/>
                      <a:pt x="82" y="359"/>
                    </a:cubicBezTo>
                    <a:cubicBezTo>
                      <a:pt x="96" y="392"/>
                      <a:pt x="89" y="428"/>
                      <a:pt x="66" y="453"/>
                    </a:cubicBezTo>
                    <a:lnTo>
                      <a:pt x="46" y="472"/>
                    </a:lnTo>
                    <a:lnTo>
                      <a:pt x="86" y="523"/>
                    </a:lnTo>
                    <a:lnTo>
                      <a:pt x="108" y="511"/>
                    </a:lnTo>
                    <a:lnTo>
                      <a:pt x="109" y="510"/>
                    </a:lnTo>
                    <a:cubicBezTo>
                      <a:pt x="114" y="508"/>
                      <a:pt x="112" y="509"/>
                      <a:pt x="117" y="507"/>
                    </a:cubicBezTo>
                    <a:cubicBezTo>
                      <a:pt x="163" y="488"/>
                      <a:pt x="216" y="509"/>
                      <a:pt x="235" y="555"/>
                    </a:cubicBezTo>
                    <a:cubicBezTo>
                      <a:pt x="240" y="566"/>
                      <a:pt x="242" y="577"/>
                      <a:pt x="242" y="588"/>
                    </a:cubicBezTo>
                    <a:lnTo>
                      <a:pt x="242" y="588"/>
                    </a:lnTo>
                    <a:lnTo>
                      <a:pt x="243" y="612"/>
                    </a:lnTo>
                    <a:lnTo>
                      <a:pt x="307" y="621"/>
                    </a:lnTo>
                    <a:lnTo>
                      <a:pt x="315" y="596"/>
                    </a:lnTo>
                    <a:cubicBezTo>
                      <a:pt x="322" y="572"/>
                      <a:pt x="340" y="550"/>
                      <a:pt x="366" y="540"/>
                    </a:cubicBezTo>
                    <a:cubicBezTo>
                      <a:pt x="399" y="526"/>
                      <a:pt x="435" y="533"/>
                      <a:pt x="461" y="554"/>
                    </a:cubicBezTo>
                    <a:lnTo>
                      <a:pt x="482" y="574"/>
                    </a:lnTo>
                    <a:lnTo>
                      <a:pt x="533" y="536"/>
                    </a:lnTo>
                    <a:lnTo>
                      <a:pt x="518" y="507"/>
                    </a:lnTo>
                    <a:lnTo>
                      <a:pt x="517" y="506"/>
                    </a:lnTo>
                    <a:cubicBezTo>
                      <a:pt x="498" y="460"/>
                      <a:pt x="520" y="408"/>
                      <a:pt x="566" y="389"/>
                    </a:cubicBezTo>
                    <a:cubicBezTo>
                      <a:pt x="576" y="385"/>
                      <a:pt x="587" y="383"/>
                      <a:pt x="598" y="383"/>
                    </a:cubicBezTo>
                    <a:lnTo>
                      <a:pt x="624" y="382"/>
                    </a:lnTo>
                    <a:lnTo>
                      <a:pt x="633" y="319"/>
                    </a:lnTo>
                    <a:lnTo>
                      <a:pt x="604" y="31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latin typeface="Verdana"/>
                </a:endParaRPr>
              </a:p>
            </p:txBody>
          </p:sp>
          <p:sp>
            <p:nvSpPr>
              <p:cNvPr id="58" name="Freeform 33"/>
              <p:cNvSpPr>
                <a:spLocks noChangeAspect="1" noEditPoints="1"/>
              </p:cNvSpPr>
              <p:nvPr/>
            </p:nvSpPr>
            <p:spPr bwMode="auto">
              <a:xfrm>
                <a:off x="2382756" y="5855842"/>
                <a:ext cx="172460" cy="174267"/>
              </a:xfrm>
              <a:custGeom>
                <a:avLst/>
                <a:gdLst>
                  <a:gd name="T0" fmla="*/ 423 w 633"/>
                  <a:gd name="T1" fmla="*/ 324 h 621"/>
                  <a:gd name="T2" fmla="*/ 423 w 633"/>
                  <a:gd name="T3" fmla="*/ 324 h 621"/>
                  <a:gd name="T4" fmla="*/ 302 w 633"/>
                  <a:gd name="T5" fmla="*/ 415 h 621"/>
                  <a:gd name="T6" fmla="*/ 209 w 633"/>
                  <a:gd name="T7" fmla="*/ 295 h 621"/>
                  <a:gd name="T8" fmla="*/ 330 w 633"/>
                  <a:gd name="T9" fmla="*/ 205 h 621"/>
                  <a:gd name="T10" fmla="*/ 423 w 633"/>
                  <a:gd name="T11" fmla="*/ 324 h 621"/>
                  <a:gd name="T12" fmla="*/ 604 w 633"/>
                  <a:gd name="T13" fmla="*/ 310 h 621"/>
                  <a:gd name="T14" fmla="*/ 604 w 633"/>
                  <a:gd name="T15" fmla="*/ 310 h 621"/>
                  <a:gd name="T16" fmla="*/ 550 w 633"/>
                  <a:gd name="T17" fmla="*/ 261 h 621"/>
                  <a:gd name="T18" fmla="*/ 562 w 633"/>
                  <a:gd name="T19" fmla="*/ 171 h 621"/>
                  <a:gd name="T20" fmla="*/ 563 w 633"/>
                  <a:gd name="T21" fmla="*/ 170 h 621"/>
                  <a:gd name="T22" fmla="*/ 586 w 633"/>
                  <a:gd name="T23" fmla="*/ 147 h 621"/>
                  <a:gd name="T24" fmla="*/ 547 w 633"/>
                  <a:gd name="T25" fmla="*/ 96 h 621"/>
                  <a:gd name="T26" fmla="*/ 518 w 633"/>
                  <a:gd name="T27" fmla="*/ 111 h 621"/>
                  <a:gd name="T28" fmla="*/ 516 w 633"/>
                  <a:gd name="T29" fmla="*/ 112 h 621"/>
                  <a:gd name="T30" fmla="*/ 398 w 633"/>
                  <a:gd name="T31" fmla="*/ 64 h 621"/>
                  <a:gd name="T32" fmla="*/ 390 w 633"/>
                  <a:gd name="T33" fmla="*/ 35 h 621"/>
                  <a:gd name="T34" fmla="*/ 391 w 633"/>
                  <a:gd name="T35" fmla="*/ 34 h 621"/>
                  <a:gd name="T36" fmla="*/ 390 w 633"/>
                  <a:gd name="T37" fmla="*/ 7 h 621"/>
                  <a:gd name="T38" fmla="*/ 326 w 633"/>
                  <a:gd name="T39" fmla="*/ 0 h 621"/>
                  <a:gd name="T40" fmla="*/ 316 w 633"/>
                  <a:gd name="T41" fmla="*/ 30 h 621"/>
                  <a:gd name="T42" fmla="*/ 316 w 633"/>
                  <a:gd name="T43" fmla="*/ 30 h 621"/>
                  <a:gd name="T44" fmla="*/ 266 w 633"/>
                  <a:gd name="T45" fmla="*/ 80 h 621"/>
                  <a:gd name="T46" fmla="*/ 169 w 633"/>
                  <a:gd name="T47" fmla="*/ 62 h 621"/>
                  <a:gd name="T48" fmla="*/ 167 w 633"/>
                  <a:gd name="T49" fmla="*/ 60 h 621"/>
                  <a:gd name="T50" fmla="*/ 150 w 633"/>
                  <a:gd name="T51" fmla="*/ 45 h 621"/>
                  <a:gd name="T52" fmla="*/ 99 w 633"/>
                  <a:gd name="T53" fmla="*/ 83 h 621"/>
                  <a:gd name="T54" fmla="*/ 114 w 633"/>
                  <a:gd name="T55" fmla="*/ 111 h 621"/>
                  <a:gd name="T56" fmla="*/ 115 w 633"/>
                  <a:gd name="T57" fmla="*/ 114 h 621"/>
                  <a:gd name="T58" fmla="*/ 66 w 633"/>
                  <a:gd name="T59" fmla="*/ 230 h 621"/>
                  <a:gd name="T60" fmla="*/ 29 w 633"/>
                  <a:gd name="T61" fmla="*/ 237 h 621"/>
                  <a:gd name="T62" fmla="*/ 8 w 633"/>
                  <a:gd name="T63" fmla="*/ 237 h 621"/>
                  <a:gd name="T64" fmla="*/ 0 w 633"/>
                  <a:gd name="T65" fmla="*/ 300 h 621"/>
                  <a:gd name="T66" fmla="*/ 26 w 633"/>
                  <a:gd name="T67" fmla="*/ 308 h 621"/>
                  <a:gd name="T68" fmla="*/ 82 w 633"/>
                  <a:gd name="T69" fmla="*/ 359 h 621"/>
                  <a:gd name="T70" fmla="*/ 66 w 633"/>
                  <a:gd name="T71" fmla="*/ 453 h 621"/>
                  <a:gd name="T72" fmla="*/ 46 w 633"/>
                  <a:gd name="T73" fmla="*/ 472 h 621"/>
                  <a:gd name="T74" fmla="*/ 86 w 633"/>
                  <a:gd name="T75" fmla="*/ 523 h 621"/>
                  <a:gd name="T76" fmla="*/ 108 w 633"/>
                  <a:gd name="T77" fmla="*/ 511 h 621"/>
                  <a:gd name="T78" fmla="*/ 109 w 633"/>
                  <a:gd name="T79" fmla="*/ 510 h 621"/>
                  <a:gd name="T80" fmla="*/ 117 w 633"/>
                  <a:gd name="T81" fmla="*/ 507 h 621"/>
                  <a:gd name="T82" fmla="*/ 235 w 633"/>
                  <a:gd name="T83" fmla="*/ 555 h 621"/>
                  <a:gd name="T84" fmla="*/ 242 w 633"/>
                  <a:gd name="T85" fmla="*/ 588 h 621"/>
                  <a:gd name="T86" fmla="*/ 242 w 633"/>
                  <a:gd name="T87" fmla="*/ 588 h 621"/>
                  <a:gd name="T88" fmla="*/ 243 w 633"/>
                  <a:gd name="T89" fmla="*/ 612 h 621"/>
                  <a:gd name="T90" fmla="*/ 307 w 633"/>
                  <a:gd name="T91" fmla="*/ 621 h 621"/>
                  <a:gd name="T92" fmla="*/ 315 w 633"/>
                  <a:gd name="T93" fmla="*/ 596 h 621"/>
                  <a:gd name="T94" fmla="*/ 366 w 633"/>
                  <a:gd name="T95" fmla="*/ 540 h 621"/>
                  <a:gd name="T96" fmla="*/ 461 w 633"/>
                  <a:gd name="T97" fmla="*/ 554 h 621"/>
                  <a:gd name="T98" fmla="*/ 482 w 633"/>
                  <a:gd name="T99" fmla="*/ 574 h 621"/>
                  <a:gd name="T100" fmla="*/ 533 w 633"/>
                  <a:gd name="T101" fmla="*/ 536 h 621"/>
                  <a:gd name="T102" fmla="*/ 518 w 633"/>
                  <a:gd name="T103" fmla="*/ 507 h 621"/>
                  <a:gd name="T104" fmla="*/ 517 w 633"/>
                  <a:gd name="T105" fmla="*/ 506 h 621"/>
                  <a:gd name="T106" fmla="*/ 566 w 633"/>
                  <a:gd name="T107" fmla="*/ 389 h 621"/>
                  <a:gd name="T108" fmla="*/ 598 w 633"/>
                  <a:gd name="T109" fmla="*/ 383 h 621"/>
                  <a:gd name="T110" fmla="*/ 624 w 633"/>
                  <a:gd name="T111" fmla="*/ 382 h 621"/>
                  <a:gd name="T112" fmla="*/ 633 w 633"/>
                  <a:gd name="T113" fmla="*/ 319 h 621"/>
                  <a:gd name="T114" fmla="*/ 604 w 633"/>
                  <a:gd name="T115" fmla="*/ 310 h 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3" h="621">
                    <a:moveTo>
                      <a:pt x="423" y="324"/>
                    </a:moveTo>
                    <a:lnTo>
                      <a:pt x="423" y="324"/>
                    </a:lnTo>
                    <a:cubicBezTo>
                      <a:pt x="415" y="382"/>
                      <a:pt x="361" y="422"/>
                      <a:pt x="302" y="415"/>
                    </a:cubicBezTo>
                    <a:cubicBezTo>
                      <a:pt x="243" y="407"/>
                      <a:pt x="201" y="353"/>
                      <a:pt x="209" y="295"/>
                    </a:cubicBezTo>
                    <a:cubicBezTo>
                      <a:pt x="217" y="237"/>
                      <a:pt x="271" y="197"/>
                      <a:pt x="330" y="205"/>
                    </a:cubicBezTo>
                    <a:cubicBezTo>
                      <a:pt x="389" y="212"/>
                      <a:pt x="431" y="266"/>
                      <a:pt x="423" y="324"/>
                    </a:cubicBezTo>
                    <a:close/>
                    <a:moveTo>
                      <a:pt x="604" y="310"/>
                    </a:moveTo>
                    <a:lnTo>
                      <a:pt x="604" y="310"/>
                    </a:lnTo>
                    <a:cubicBezTo>
                      <a:pt x="580" y="302"/>
                      <a:pt x="560" y="285"/>
                      <a:pt x="550" y="261"/>
                    </a:cubicBezTo>
                    <a:cubicBezTo>
                      <a:pt x="537" y="230"/>
                      <a:pt x="543" y="196"/>
                      <a:pt x="562" y="171"/>
                    </a:cubicBezTo>
                    <a:lnTo>
                      <a:pt x="563" y="170"/>
                    </a:lnTo>
                    <a:lnTo>
                      <a:pt x="586" y="147"/>
                    </a:lnTo>
                    <a:lnTo>
                      <a:pt x="547" y="96"/>
                    </a:lnTo>
                    <a:lnTo>
                      <a:pt x="518" y="111"/>
                    </a:lnTo>
                    <a:lnTo>
                      <a:pt x="516" y="112"/>
                    </a:lnTo>
                    <a:cubicBezTo>
                      <a:pt x="470" y="131"/>
                      <a:pt x="417" y="109"/>
                      <a:pt x="398" y="64"/>
                    </a:cubicBezTo>
                    <a:cubicBezTo>
                      <a:pt x="394" y="55"/>
                      <a:pt x="391" y="45"/>
                      <a:pt x="390" y="35"/>
                    </a:cubicBezTo>
                    <a:lnTo>
                      <a:pt x="391" y="34"/>
                    </a:lnTo>
                    <a:lnTo>
                      <a:pt x="390" y="7"/>
                    </a:lnTo>
                    <a:lnTo>
                      <a:pt x="326" y="0"/>
                    </a:lnTo>
                    <a:lnTo>
                      <a:pt x="316" y="30"/>
                    </a:lnTo>
                    <a:lnTo>
                      <a:pt x="316" y="30"/>
                    </a:lnTo>
                    <a:cubicBezTo>
                      <a:pt x="307" y="52"/>
                      <a:pt x="290" y="70"/>
                      <a:pt x="266" y="80"/>
                    </a:cubicBezTo>
                    <a:cubicBezTo>
                      <a:pt x="232" y="94"/>
                      <a:pt x="194" y="86"/>
                      <a:pt x="169" y="62"/>
                    </a:cubicBezTo>
                    <a:lnTo>
                      <a:pt x="167" y="60"/>
                    </a:lnTo>
                    <a:lnTo>
                      <a:pt x="150" y="45"/>
                    </a:lnTo>
                    <a:lnTo>
                      <a:pt x="99" y="83"/>
                    </a:lnTo>
                    <a:lnTo>
                      <a:pt x="114" y="111"/>
                    </a:lnTo>
                    <a:lnTo>
                      <a:pt x="115" y="114"/>
                    </a:lnTo>
                    <a:cubicBezTo>
                      <a:pt x="134" y="159"/>
                      <a:pt x="113" y="211"/>
                      <a:pt x="66" y="230"/>
                    </a:cubicBezTo>
                    <a:cubicBezTo>
                      <a:pt x="54" y="235"/>
                      <a:pt x="43" y="236"/>
                      <a:pt x="29" y="237"/>
                    </a:cubicBezTo>
                    <a:lnTo>
                      <a:pt x="8" y="237"/>
                    </a:lnTo>
                    <a:lnTo>
                      <a:pt x="0" y="300"/>
                    </a:lnTo>
                    <a:lnTo>
                      <a:pt x="26" y="308"/>
                    </a:lnTo>
                    <a:cubicBezTo>
                      <a:pt x="51" y="316"/>
                      <a:pt x="71" y="334"/>
                      <a:pt x="82" y="359"/>
                    </a:cubicBezTo>
                    <a:cubicBezTo>
                      <a:pt x="96" y="392"/>
                      <a:pt x="89" y="428"/>
                      <a:pt x="66" y="453"/>
                    </a:cubicBezTo>
                    <a:lnTo>
                      <a:pt x="46" y="472"/>
                    </a:lnTo>
                    <a:lnTo>
                      <a:pt x="86" y="523"/>
                    </a:lnTo>
                    <a:lnTo>
                      <a:pt x="108" y="511"/>
                    </a:lnTo>
                    <a:lnTo>
                      <a:pt x="109" y="510"/>
                    </a:lnTo>
                    <a:cubicBezTo>
                      <a:pt x="114" y="508"/>
                      <a:pt x="112" y="509"/>
                      <a:pt x="117" y="507"/>
                    </a:cubicBezTo>
                    <a:cubicBezTo>
                      <a:pt x="163" y="488"/>
                      <a:pt x="216" y="509"/>
                      <a:pt x="235" y="555"/>
                    </a:cubicBezTo>
                    <a:cubicBezTo>
                      <a:pt x="240" y="566"/>
                      <a:pt x="242" y="577"/>
                      <a:pt x="242" y="588"/>
                    </a:cubicBezTo>
                    <a:lnTo>
                      <a:pt x="242" y="588"/>
                    </a:lnTo>
                    <a:lnTo>
                      <a:pt x="243" y="612"/>
                    </a:lnTo>
                    <a:lnTo>
                      <a:pt x="307" y="621"/>
                    </a:lnTo>
                    <a:lnTo>
                      <a:pt x="315" y="596"/>
                    </a:lnTo>
                    <a:cubicBezTo>
                      <a:pt x="322" y="572"/>
                      <a:pt x="340" y="550"/>
                      <a:pt x="366" y="540"/>
                    </a:cubicBezTo>
                    <a:cubicBezTo>
                      <a:pt x="399" y="526"/>
                      <a:pt x="435" y="533"/>
                      <a:pt x="461" y="554"/>
                    </a:cubicBezTo>
                    <a:lnTo>
                      <a:pt x="482" y="574"/>
                    </a:lnTo>
                    <a:lnTo>
                      <a:pt x="533" y="536"/>
                    </a:lnTo>
                    <a:lnTo>
                      <a:pt x="518" y="507"/>
                    </a:lnTo>
                    <a:lnTo>
                      <a:pt x="517" y="506"/>
                    </a:lnTo>
                    <a:cubicBezTo>
                      <a:pt x="498" y="460"/>
                      <a:pt x="520" y="408"/>
                      <a:pt x="566" y="389"/>
                    </a:cubicBezTo>
                    <a:cubicBezTo>
                      <a:pt x="576" y="385"/>
                      <a:pt x="587" y="383"/>
                      <a:pt x="598" y="383"/>
                    </a:cubicBezTo>
                    <a:lnTo>
                      <a:pt x="624" y="382"/>
                    </a:lnTo>
                    <a:lnTo>
                      <a:pt x="633" y="319"/>
                    </a:lnTo>
                    <a:lnTo>
                      <a:pt x="604" y="31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latin typeface="Verdana"/>
                </a:endParaRPr>
              </a:p>
            </p:txBody>
          </p:sp>
          <p:sp>
            <p:nvSpPr>
              <p:cNvPr id="59" name="Freeform 33"/>
              <p:cNvSpPr>
                <a:spLocks noChangeAspect="1" noEditPoints="1"/>
              </p:cNvSpPr>
              <p:nvPr/>
            </p:nvSpPr>
            <p:spPr bwMode="auto">
              <a:xfrm>
                <a:off x="2185477" y="5825960"/>
                <a:ext cx="172460" cy="174267"/>
              </a:xfrm>
              <a:custGeom>
                <a:avLst/>
                <a:gdLst>
                  <a:gd name="T0" fmla="*/ 423 w 633"/>
                  <a:gd name="T1" fmla="*/ 324 h 621"/>
                  <a:gd name="T2" fmla="*/ 423 w 633"/>
                  <a:gd name="T3" fmla="*/ 324 h 621"/>
                  <a:gd name="T4" fmla="*/ 302 w 633"/>
                  <a:gd name="T5" fmla="*/ 415 h 621"/>
                  <a:gd name="T6" fmla="*/ 209 w 633"/>
                  <a:gd name="T7" fmla="*/ 295 h 621"/>
                  <a:gd name="T8" fmla="*/ 330 w 633"/>
                  <a:gd name="T9" fmla="*/ 205 h 621"/>
                  <a:gd name="T10" fmla="*/ 423 w 633"/>
                  <a:gd name="T11" fmla="*/ 324 h 621"/>
                  <a:gd name="T12" fmla="*/ 604 w 633"/>
                  <a:gd name="T13" fmla="*/ 310 h 621"/>
                  <a:gd name="T14" fmla="*/ 604 w 633"/>
                  <a:gd name="T15" fmla="*/ 310 h 621"/>
                  <a:gd name="T16" fmla="*/ 550 w 633"/>
                  <a:gd name="T17" fmla="*/ 261 h 621"/>
                  <a:gd name="T18" fmla="*/ 562 w 633"/>
                  <a:gd name="T19" fmla="*/ 171 h 621"/>
                  <a:gd name="T20" fmla="*/ 563 w 633"/>
                  <a:gd name="T21" fmla="*/ 170 h 621"/>
                  <a:gd name="T22" fmla="*/ 586 w 633"/>
                  <a:gd name="T23" fmla="*/ 147 h 621"/>
                  <a:gd name="T24" fmla="*/ 547 w 633"/>
                  <a:gd name="T25" fmla="*/ 96 h 621"/>
                  <a:gd name="T26" fmla="*/ 518 w 633"/>
                  <a:gd name="T27" fmla="*/ 111 h 621"/>
                  <a:gd name="T28" fmla="*/ 516 w 633"/>
                  <a:gd name="T29" fmla="*/ 112 h 621"/>
                  <a:gd name="T30" fmla="*/ 398 w 633"/>
                  <a:gd name="T31" fmla="*/ 64 h 621"/>
                  <a:gd name="T32" fmla="*/ 390 w 633"/>
                  <a:gd name="T33" fmla="*/ 35 h 621"/>
                  <a:gd name="T34" fmla="*/ 391 w 633"/>
                  <a:gd name="T35" fmla="*/ 34 h 621"/>
                  <a:gd name="T36" fmla="*/ 390 w 633"/>
                  <a:gd name="T37" fmla="*/ 7 h 621"/>
                  <a:gd name="T38" fmla="*/ 326 w 633"/>
                  <a:gd name="T39" fmla="*/ 0 h 621"/>
                  <a:gd name="T40" fmla="*/ 316 w 633"/>
                  <a:gd name="T41" fmla="*/ 30 h 621"/>
                  <a:gd name="T42" fmla="*/ 316 w 633"/>
                  <a:gd name="T43" fmla="*/ 30 h 621"/>
                  <a:gd name="T44" fmla="*/ 266 w 633"/>
                  <a:gd name="T45" fmla="*/ 80 h 621"/>
                  <a:gd name="T46" fmla="*/ 169 w 633"/>
                  <a:gd name="T47" fmla="*/ 62 h 621"/>
                  <a:gd name="T48" fmla="*/ 167 w 633"/>
                  <a:gd name="T49" fmla="*/ 60 h 621"/>
                  <a:gd name="T50" fmla="*/ 150 w 633"/>
                  <a:gd name="T51" fmla="*/ 45 h 621"/>
                  <a:gd name="T52" fmla="*/ 99 w 633"/>
                  <a:gd name="T53" fmla="*/ 83 h 621"/>
                  <a:gd name="T54" fmla="*/ 114 w 633"/>
                  <a:gd name="T55" fmla="*/ 111 h 621"/>
                  <a:gd name="T56" fmla="*/ 115 w 633"/>
                  <a:gd name="T57" fmla="*/ 114 h 621"/>
                  <a:gd name="T58" fmla="*/ 66 w 633"/>
                  <a:gd name="T59" fmla="*/ 230 h 621"/>
                  <a:gd name="T60" fmla="*/ 29 w 633"/>
                  <a:gd name="T61" fmla="*/ 237 h 621"/>
                  <a:gd name="T62" fmla="*/ 8 w 633"/>
                  <a:gd name="T63" fmla="*/ 237 h 621"/>
                  <a:gd name="T64" fmla="*/ 0 w 633"/>
                  <a:gd name="T65" fmla="*/ 300 h 621"/>
                  <a:gd name="T66" fmla="*/ 26 w 633"/>
                  <a:gd name="T67" fmla="*/ 308 h 621"/>
                  <a:gd name="T68" fmla="*/ 82 w 633"/>
                  <a:gd name="T69" fmla="*/ 359 h 621"/>
                  <a:gd name="T70" fmla="*/ 66 w 633"/>
                  <a:gd name="T71" fmla="*/ 453 h 621"/>
                  <a:gd name="T72" fmla="*/ 46 w 633"/>
                  <a:gd name="T73" fmla="*/ 472 h 621"/>
                  <a:gd name="T74" fmla="*/ 86 w 633"/>
                  <a:gd name="T75" fmla="*/ 523 h 621"/>
                  <a:gd name="T76" fmla="*/ 108 w 633"/>
                  <a:gd name="T77" fmla="*/ 511 h 621"/>
                  <a:gd name="T78" fmla="*/ 109 w 633"/>
                  <a:gd name="T79" fmla="*/ 510 h 621"/>
                  <a:gd name="T80" fmla="*/ 117 w 633"/>
                  <a:gd name="T81" fmla="*/ 507 h 621"/>
                  <a:gd name="T82" fmla="*/ 235 w 633"/>
                  <a:gd name="T83" fmla="*/ 555 h 621"/>
                  <a:gd name="T84" fmla="*/ 242 w 633"/>
                  <a:gd name="T85" fmla="*/ 588 h 621"/>
                  <a:gd name="T86" fmla="*/ 242 w 633"/>
                  <a:gd name="T87" fmla="*/ 588 h 621"/>
                  <a:gd name="T88" fmla="*/ 243 w 633"/>
                  <a:gd name="T89" fmla="*/ 612 h 621"/>
                  <a:gd name="T90" fmla="*/ 307 w 633"/>
                  <a:gd name="T91" fmla="*/ 621 h 621"/>
                  <a:gd name="T92" fmla="*/ 315 w 633"/>
                  <a:gd name="T93" fmla="*/ 596 h 621"/>
                  <a:gd name="T94" fmla="*/ 366 w 633"/>
                  <a:gd name="T95" fmla="*/ 540 h 621"/>
                  <a:gd name="T96" fmla="*/ 461 w 633"/>
                  <a:gd name="T97" fmla="*/ 554 h 621"/>
                  <a:gd name="T98" fmla="*/ 482 w 633"/>
                  <a:gd name="T99" fmla="*/ 574 h 621"/>
                  <a:gd name="T100" fmla="*/ 533 w 633"/>
                  <a:gd name="T101" fmla="*/ 536 h 621"/>
                  <a:gd name="T102" fmla="*/ 518 w 633"/>
                  <a:gd name="T103" fmla="*/ 507 h 621"/>
                  <a:gd name="T104" fmla="*/ 517 w 633"/>
                  <a:gd name="T105" fmla="*/ 506 h 621"/>
                  <a:gd name="T106" fmla="*/ 566 w 633"/>
                  <a:gd name="T107" fmla="*/ 389 h 621"/>
                  <a:gd name="T108" fmla="*/ 598 w 633"/>
                  <a:gd name="T109" fmla="*/ 383 h 621"/>
                  <a:gd name="T110" fmla="*/ 624 w 633"/>
                  <a:gd name="T111" fmla="*/ 382 h 621"/>
                  <a:gd name="T112" fmla="*/ 633 w 633"/>
                  <a:gd name="T113" fmla="*/ 319 h 621"/>
                  <a:gd name="T114" fmla="*/ 604 w 633"/>
                  <a:gd name="T115" fmla="*/ 310 h 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3" h="621">
                    <a:moveTo>
                      <a:pt x="423" y="324"/>
                    </a:moveTo>
                    <a:lnTo>
                      <a:pt x="423" y="324"/>
                    </a:lnTo>
                    <a:cubicBezTo>
                      <a:pt x="415" y="382"/>
                      <a:pt x="361" y="422"/>
                      <a:pt x="302" y="415"/>
                    </a:cubicBezTo>
                    <a:cubicBezTo>
                      <a:pt x="243" y="407"/>
                      <a:pt x="201" y="353"/>
                      <a:pt x="209" y="295"/>
                    </a:cubicBezTo>
                    <a:cubicBezTo>
                      <a:pt x="217" y="237"/>
                      <a:pt x="271" y="197"/>
                      <a:pt x="330" y="205"/>
                    </a:cubicBezTo>
                    <a:cubicBezTo>
                      <a:pt x="389" y="212"/>
                      <a:pt x="431" y="266"/>
                      <a:pt x="423" y="324"/>
                    </a:cubicBezTo>
                    <a:close/>
                    <a:moveTo>
                      <a:pt x="604" y="310"/>
                    </a:moveTo>
                    <a:lnTo>
                      <a:pt x="604" y="310"/>
                    </a:lnTo>
                    <a:cubicBezTo>
                      <a:pt x="580" y="302"/>
                      <a:pt x="560" y="285"/>
                      <a:pt x="550" y="261"/>
                    </a:cubicBezTo>
                    <a:cubicBezTo>
                      <a:pt x="537" y="230"/>
                      <a:pt x="543" y="196"/>
                      <a:pt x="562" y="171"/>
                    </a:cubicBezTo>
                    <a:lnTo>
                      <a:pt x="563" y="170"/>
                    </a:lnTo>
                    <a:lnTo>
                      <a:pt x="586" y="147"/>
                    </a:lnTo>
                    <a:lnTo>
                      <a:pt x="547" y="96"/>
                    </a:lnTo>
                    <a:lnTo>
                      <a:pt x="518" y="111"/>
                    </a:lnTo>
                    <a:lnTo>
                      <a:pt x="516" y="112"/>
                    </a:lnTo>
                    <a:cubicBezTo>
                      <a:pt x="470" y="131"/>
                      <a:pt x="417" y="109"/>
                      <a:pt x="398" y="64"/>
                    </a:cubicBezTo>
                    <a:cubicBezTo>
                      <a:pt x="394" y="55"/>
                      <a:pt x="391" y="45"/>
                      <a:pt x="390" y="35"/>
                    </a:cubicBezTo>
                    <a:lnTo>
                      <a:pt x="391" y="34"/>
                    </a:lnTo>
                    <a:lnTo>
                      <a:pt x="390" y="7"/>
                    </a:lnTo>
                    <a:lnTo>
                      <a:pt x="326" y="0"/>
                    </a:lnTo>
                    <a:lnTo>
                      <a:pt x="316" y="30"/>
                    </a:lnTo>
                    <a:lnTo>
                      <a:pt x="316" y="30"/>
                    </a:lnTo>
                    <a:cubicBezTo>
                      <a:pt x="307" y="52"/>
                      <a:pt x="290" y="70"/>
                      <a:pt x="266" y="80"/>
                    </a:cubicBezTo>
                    <a:cubicBezTo>
                      <a:pt x="232" y="94"/>
                      <a:pt x="194" y="86"/>
                      <a:pt x="169" y="62"/>
                    </a:cubicBezTo>
                    <a:lnTo>
                      <a:pt x="167" y="60"/>
                    </a:lnTo>
                    <a:lnTo>
                      <a:pt x="150" y="45"/>
                    </a:lnTo>
                    <a:lnTo>
                      <a:pt x="99" y="83"/>
                    </a:lnTo>
                    <a:lnTo>
                      <a:pt x="114" y="111"/>
                    </a:lnTo>
                    <a:lnTo>
                      <a:pt x="115" y="114"/>
                    </a:lnTo>
                    <a:cubicBezTo>
                      <a:pt x="134" y="159"/>
                      <a:pt x="113" y="211"/>
                      <a:pt x="66" y="230"/>
                    </a:cubicBezTo>
                    <a:cubicBezTo>
                      <a:pt x="54" y="235"/>
                      <a:pt x="43" y="236"/>
                      <a:pt x="29" y="237"/>
                    </a:cubicBezTo>
                    <a:lnTo>
                      <a:pt x="8" y="237"/>
                    </a:lnTo>
                    <a:lnTo>
                      <a:pt x="0" y="300"/>
                    </a:lnTo>
                    <a:lnTo>
                      <a:pt x="26" y="308"/>
                    </a:lnTo>
                    <a:cubicBezTo>
                      <a:pt x="51" y="316"/>
                      <a:pt x="71" y="334"/>
                      <a:pt x="82" y="359"/>
                    </a:cubicBezTo>
                    <a:cubicBezTo>
                      <a:pt x="96" y="392"/>
                      <a:pt x="89" y="428"/>
                      <a:pt x="66" y="453"/>
                    </a:cubicBezTo>
                    <a:lnTo>
                      <a:pt x="46" y="472"/>
                    </a:lnTo>
                    <a:lnTo>
                      <a:pt x="86" y="523"/>
                    </a:lnTo>
                    <a:lnTo>
                      <a:pt x="108" y="511"/>
                    </a:lnTo>
                    <a:lnTo>
                      <a:pt x="109" y="510"/>
                    </a:lnTo>
                    <a:cubicBezTo>
                      <a:pt x="114" y="508"/>
                      <a:pt x="112" y="509"/>
                      <a:pt x="117" y="507"/>
                    </a:cubicBezTo>
                    <a:cubicBezTo>
                      <a:pt x="163" y="488"/>
                      <a:pt x="216" y="509"/>
                      <a:pt x="235" y="555"/>
                    </a:cubicBezTo>
                    <a:cubicBezTo>
                      <a:pt x="240" y="566"/>
                      <a:pt x="242" y="577"/>
                      <a:pt x="242" y="588"/>
                    </a:cubicBezTo>
                    <a:lnTo>
                      <a:pt x="242" y="588"/>
                    </a:lnTo>
                    <a:lnTo>
                      <a:pt x="243" y="612"/>
                    </a:lnTo>
                    <a:lnTo>
                      <a:pt x="307" y="621"/>
                    </a:lnTo>
                    <a:lnTo>
                      <a:pt x="315" y="596"/>
                    </a:lnTo>
                    <a:cubicBezTo>
                      <a:pt x="322" y="572"/>
                      <a:pt x="340" y="550"/>
                      <a:pt x="366" y="540"/>
                    </a:cubicBezTo>
                    <a:cubicBezTo>
                      <a:pt x="399" y="526"/>
                      <a:pt x="435" y="533"/>
                      <a:pt x="461" y="554"/>
                    </a:cubicBezTo>
                    <a:lnTo>
                      <a:pt x="482" y="574"/>
                    </a:lnTo>
                    <a:lnTo>
                      <a:pt x="533" y="536"/>
                    </a:lnTo>
                    <a:lnTo>
                      <a:pt x="518" y="507"/>
                    </a:lnTo>
                    <a:lnTo>
                      <a:pt x="517" y="506"/>
                    </a:lnTo>
                    <a:cubicBezTo>
                      <a:pt x="498" y="460"/>
                      <a:pt x="520" y="408"/>
                      <a:pt x="566" y="389"/>
                    </a:cubicBezTo>
                    <a:cubicBezTo>
                      <a:pt x="576" y="385"/>
                      <a:pt x="587" y="383"/>
                      <a:pt x="598" y="383"/>
                    </a:cubicBezTo>
                    <a:lnTo>
                      <a:pt x="624" y="382"/>
                    </a:lnTo>
                    <a:lnTo>
                      <a:pt x="633" y="319"/>
                    </a:lnTo>
                    <a:lnTo>
                      <a:pt x="604" y="31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latin typeface="Verdana"/>
                </a:endParaRPr>
              </a:p>
            </p:txBody>
          </p:sp>
        </p:grpSp>
      </p:grpSp>
      <p:sp>
        <p:nvSpPr>
          <p:cNvPr id="5" name="TextBox 4"/>
          <p:cNvSpPr txBox="1"/>
          <p:nvPr/>
        </p:nvSpPr>
        <p:spPr>
          <a:xfrm>
            <a:off x="412018" y="1396110"/>
            <a:ext cx="4335558" cy="2285241"/>
          </a:xfrm>
          <a:prstGeom prst="rect">
            <a:avLst/>
          </a:prstGeom>
          <a:noFill/>
        </p:spPr>
        <p:txBody>
          <a:bodyPr wrap="square" lIns="0" tIns="0" rIns="0" bIns="0" rtlCol="0">
            <a:spAutoFit/>
          </a:bodyPr>
          <a:lstStyle/>
          <a:p>
            <a:pPr algn="ctr">
              <a:spcBef>
                <a:spcPts val="600"/>
              </a:spcBef>
              <a:buSzPct val="100000"/>
            </a:pPr>
            <a:r>
              <a:rPr lang="en-US" sz="1200" b="1" dirty="0" smtClean="0">
                <a:solidFill>
                  <a:schemeClr val="accent4"/>
                </a:solidFill>
                <a:latin typeface="Verdana" panose="020B0604030504040204" pitchFamily="34" charset="0"/>
                <a:ea typeface="Verdana" panose="020B0604030504040204" pitchFamily="34" charset="0"/>
              </a:rPr>
              <a:t>Need for PPPs</a:t>
            </a:r>
          </a:p>
          <a:p>
            <a:pPr marL="171450" indent="-171450">
              <a:buSzPct val="100000"/>
              <a:buFont typeface="Arial" panose="020B0604020202020204" pitchFamily="34" charset="0"/>
              <a:buChar char="•"/>
            </a:pPr>
            <a:r>
              <a:rPr lang="en-US" sz="1050" dirty="0">
                <a:solidFill>
                  <a:srgbClr val="313131"/>
                </a:solidFill>
                <a:latin typeface="Verdana" panose="020B0604030504040204" pitchFamily="34" charset="0"/>
                <a:ea typeface="Verdana" panose="020B0604030504040204" pitchFamily="34" charset="0"/>
              </a:rPr>
              <a:t>Huge resource crunch for the Central government with increasing deficits in the last decade.</a:t>
            </a:r>
          </a:p>
          <a:p>
            <a:pPr marL="171450" indent="-171450">
              <a:buSzPct val="100000"/>
              <a:buFont typeface="Arial" panose="020B0604020202020204" pitchFamily="34" charset="0"/>
              <a:buChar char="•"/>
            </a:pPr>
            <a:r>
              <a:rPr lang="en-US" sz="1050" dirty="0">
                <a:solidFill>
                  <a:srgbClr val="313131"/>
                </a:solidFill>
                <a:latin typeface="Verdana" panose="020B0604030504040204" pitchFamily="34" charset="0"/>
                <a:ea typeface="Verdana" panose="020B0604030504040204" pitchFamily="34" charset="0"/>
              </a:rPr>
              <a:t>Developing world class infrastructure and removing infrastructure insufficiency</a:t>
            </a:r>
            <a:r>
              <a:rPr lang="en-US" sz="1050" dirty="0" smtClean="0">
                <a:solidFill>
                  <a:srgbClr val="313131"/>
                </a:solidFill>
                <a:latin typeface="Verdana" panose="020B0604030504040204" pitchFamily="34" charset="0"/>
                <a:ea typeface="Verdana" panose="020B0604030504040204" pitchFamily="34" charset="0"/>
              </a:rPr>
              <a:t>.</a:t>
            </a:r>
          </a:p>
          <a:p>
            <a:pPr marL="171450" indent="-171450">
              <a:buSzPct val="100000"/>
              <a:buFont typeface="Arial" panose="020B0604020202020204" pitchFamily="34" charset="0"/>
              <a:buChar char="•"/>
            </a:pPr>
            <a:r>
              <a:rPr lang="en-US" sz="1050" dirty="0" smtClean="0">
                <a:solidFill>
                  <a:srgbClr val="313131"/>
                </a:solidFill>
                <a:latin typeface="Verdana" panose="020B0604030504040204" pitchFamily="34" charset="0"/>
                <a:ea typeface="Verdana" panose="020B0604030504040204" pitchFamily="34" charset="0"/>
              </a:rPr>
              <a:t>Access </a:t>
            </a:r>
            <a:r>
              <a:rPr lang="en-US" sz="1050" dirty="0">
                <a:solidFill>
                  <a:srgbClr val="313131"/>
                </a:solidFill>
                <a:latin typeface="Verdana" panose="020B0604030504040204" pitchFamily="34" charset="0"/>
                <a:ea typeface="Verdana" panose="020B0604030504040204" pitchFamily="34" charset="0"/>
              </a:rPr>
              <a:t>to large amounts of land and space to build transportation facilities makes them expensive, long-term and politically sensitive undertakings</a:t>
            </a:r>
            <a:r>
              <a:rPr lang="en-US" sz="1050" dirty="0" smtClean="0">
                <a:solidFill>
                  <a:srgbClr val="313131"/>
                </a:solidFill>
                <a:latin typeface="Verdana" panose="020B0604030504040204" pitchFamily="34" charset="0"/>
                <a:ea typeface="Verdana" panose="020B0604030504040204" pitchFamily="34" charset="0"/>
              </a:rPr>
              <a:t>.</a:t>
            </a:r>
          </a:p>
          <a:p>
            <a:pPr marL="171450" indent="-171450">
              <a:buSzPct val="100000"/>
              <a:buFont typeface="Arial" panose="020B0604020202020204" pitchFamily="34" charset="0"/>
              <a:buChar char="•"/>
            </a:pPr>
            <a:r>
              <a:rPr lang="en-US" sz="1050" dirty="0">
                <a:solidFill>
                  <a:srgbClr val="313131"/>
                </a:solidFill>
                <a:latin typeface="Verdana" panose="020B0604030504040204" pitchFamily="34" charset="0"/>
                <a:ea typeface="Verdana" panose="020B0604030504040204" pitchFamily="34" charset="0"/>
              </a:rPr>
              <a:t>Underdeveloped road network is associated with sub-optimal economic performance</a:t>
            </a:r>
            <a:r>
              <a:rPr lang="en-US" sz="1050" dirty="0" smtClean="0">
                <a:solidFill>
                  <a:srgbClr val="313131"/>
                </a:solidFill>
                <a:latin typeface="Verdana" panose="020B0604030504040204" pitchFamily="34" charset="0"/>
                <a:ea typeface="Verdana" panose="020B0604030504040204" pitchFamily="34" charset="0"/>
              </a:rPr>
              <a:t>.</a:t>
            </a:r>
          </a:p>
          <a:p>
            <a:pPr marL="171450" indent="-171450">
              <a:buSzPct val="100000"/>
              <a:buFont typeface="Arial" panose="020B0604020202020204" pitchFamily="34" charset="0"/>
              <a:buChar char="•"/>
            </a:pPr>
            <a:r>
              <a:rPr lang="en-US" sz="1050" dirty="0">
                <a:solidFill>
                  <a:srgbClr val="313131"/>
                </a:solidFill>
                <a:latin typeface="Verdana" panose="020B0604030504040204" pitchFamily="34" charset="0"/>
                <a:ea typeface="Verdana" panose="020B0604030504040204" pitchFamily="34" charset="0"/>
              </a:rPr>
              <a:t>Airports are </a:t>
            </a:r>
            <a:r>
              <a:rPr lang="en-US" sz="1050" dirty="0" smtClean="0">
                <a:solidFill>
                  <a:srgbClr val="313131"/>
                </a:solidFill>
                <a:latin typeface="Verdana" panose="020B0604030504040204" pitchFamily="34" charset="0"/>
                <a:ea typeface="Verdana" panose="020B0604030504040204" pitchFamily="34" charset="0"/>
              </a:rPr>
              <a:t>seen as commercial </a:t>
            </a:r>
            <a:r>
              <a:rPr lang="en-US" sz="1050" dirty="0">
                <a:solidFill>
                  <a:srgbClr val="313131"/>
                </a:solidFill>
                <a:latin typeface="Verdana" panose="020B0604030504040204" pitchFamily="34" charset="0"/>
                <a:ea typeface="Verdana" panose="020B0604030504040204" pitchFamily="34" charset="0"/>
              </a:rPr>
              <a:t>enterprises, presenting new opportunities for funding </a:t>
            </a:r>
            <a:r>
              <a:rPr lang="en-US" sz="1050" dirty="0" smtClean="0">
                <a:solidFill>
                  <a:srgbClr val="313131"/>
                </a:solidFill>
                <a:latin typeface="Verdana" panose="020B0604030504040204" pitchFamily="34" charset="0"/>
                <a:ea typeface="Verdana" panose="020B0604030504040204" pitchFamily="34" charset="0"/>
              </a:rPr>
              <a:t>development</a:t>
            </a:r>
          </a:p>
          <a:p>
            <a:pPr marL="171450" indent="-171450">
              <a:buSzPct val="100000"/>
              <a:buFont typeface="Arial" panose="020B0604020202020204" pitchFamily="34" charset="0"/>
              <a:buChar char="•"/>
            </a:pPr>
            <a:r>
              <a:rPr lang="en-US" sz="1050" dirty="0">
                <a:latin typeface="Verdana" panose="020B0604030504040204" pitchFamily="34" charset="0"/>
                <a:ea typeface="Verdana" panose="020B0604030504040204" pitchFamily="34" charset="0"/>
              </a:rPr>
              <a:t>Aeronautical services being heavily regulated limit the potential for improved efficiency of aeronautical revenues</a:t>
            </a:r>
            <a:r>
              <a:rPr lang="en-US" sz="1050" dirty="0" smtClean="0">
                <a:latin typeface="Verdana" panose="020B0604030504040204" pitchFamily="34" charset="0"/>
                <a:ea typeface="Verdana" panose="020B0604030504040204" pitchFamily="34" charset="0"/>
              </a:rPr>
              <a:t>.</a:t>
            </a:r>
            <a:endParaRPr lang="en-US" sz="1050" dirty="0">
              <a:solidFill>
                <a:srgbClr val="313131"/>
              </a:solidFill>
              <a:latin typeface="Verdana" panose="020B0604030504040204" pitchFamily="34" charset="0"/>
              <a:ea typeface="Verdana" panose="020B0604030504040204" pitchFamily="34" charset="0"/>
            </a:endParaRPr>
          </a:p>
        </p:txBody>
      </p:sp>
      <p:sp>
        <p:nvSpPr>
          <p:cNvPr id="46" name="TextBox 45"/>
          <p:cNvSpPr txBox="1"/>
          <p:nvPr/>
        </p:nvSpPr>
        <p:spPr>
          <a:xfrm>
            <a:off x="404275" y="4134939"/>
            <a:ext cx="4331608" cy="2215991"/>
          </a:xfrm>
          <a:prstGeom prst="rect">
            <a:avLst/>
          </a:prstGeom>
          <a:noFill/>
        </p:spPr>
        <p:txBody>
          <a:bodyPr wrap="square" rtlCol="0">
            <a:spAutoFit/>
          </a:bodyPr>
          <a:lstStyle/>
          <a:p>
            <a:pPr algn="ctr"/>
            <a:r>
              <a:rPr lang="en-US" sz="1200" b="1" dirty="0" smtClean="0">
                <a:solidFill>
                  <a:schemeClr val="accent4"/>
                </a:solidFill>
                <a:ea typeface="Verdana" panose="020B0604030504040204" pitchFamily="34" charset="0"/>
              </a:rPr>
              <a:t>Characteristics of PPPs</a:t>
            </a:r>
            <a:endParaRPr lang="en-US" sz="1050" b="1" dirty="0" smtClean="0">
              <a:solidFill>
                <a:schemeClr val="accent4"/>
              </a:solidFill>
              <a:ea typeface="Verdana" panose="020B0604030504040204" pitchFamily="34" charset="0"/>
            </a:endParaRPr>
          </a:p>
          <a:p>
            <a:pPr marL="171450" indent="-171450">
              <a:buFont typeface="Wingdings" panose="05000000000000000000" pitchFamily="2" charset="2"/>
              <a:buChar char="ü"/>
            </a:pPr>
            <a:r>
              <a:rPr lang="en-US" sz="1050" dirty="0">
                <a:solidFill>
                  <a:prstClr val="black"/>
                </a:solidFill>
                <a:ea typeface="Verdana" panose="020B0604030504040204" pitchFamily="34" charset="0"/>
              </a:rPr>
              <a:t>P</a:t>
            </a:r>
            <a:r>
              <a:rPr lang="en-US" sz="1050" dirty="0" smtClean="0">
                <a:solidFill>
                  <a:prstClr val="black"/>
                </a:solidFill>
                <a:ea typeface="Verdana" panose="020B0604030504040204" pitchFamily="34" charset="0"/>
              </a:rPr>
              <a:t>rivate </a:t>
            </a:r>
            <a:r>
              <a:rPr lang="en-US" sz="1050" dirty="0">
                <a:solidFill>
                  <a:prstClr val="black"/>
                </a:solidFill>
                <a:ea typeface="Verdana" panose="020B0604030504040204" pitchFamily="34" charset="0"/>
              </a:rPr>
              <a:t>sector </a:t>
            </a:r>
            <a:r>
              <a:rPr lang="en-US" sz="1050" dirty="0" smtClean="0">
                <a:solidFill>
                  <a:prstClr val="black"/>
                </a:solidFill>
                <a:ea typeface="Verdana" panose="020B0604030504040204" pitchFamily="34" charset="0"/>
              </a:rPr>
              <a:t>operates </a:t>
            </a:r>
            <a:r>
              <a:rPr lang="en-US" sz="1050" dirty="0">
                <a:solidFill>
                  <a:prstClr val="black"/>
                </a:solidFill>
                <a:ea typeface="Verdana" panose="020B0604030504040204" pitchFamily="34" charset="0"/>
              </a:rPr>
              <a:t>the project and takes on a substantial portion of the associated project risks</a:t>
            </a:r>
          </a:p>
          <a:p>
            <a:pPr marL="171450" indent="-171450">
              <a:buFont typeface="Wingdings" panose="05000000000000000000" pitchFamily="2" charset="2"/>
              <a:buChar char="ü"/>
            </a:pPr>
            <a:r>
              <a:rPr lang="en-US" sz="1050" dirty="0">
                <a:solidFill>
                  <a:prstClr val="black"/>
                </a:solidFill>
                <a:ea typeface="Verdana" panose="020B0604030504040204" pitchFamily="34" charset="0"/>
              </a:rPr>
              <a:t>P</a:t>
            </a:r>
            <a:r>
              <a:rPr lang="en-US" sz="1050" dirty="0" smtClean="0">
                <a:solidFill>
                  <a:prstClr val="black"/>
                </a:solidFill>
                <a:ea typeface="Verdana" panose="020B0604030504040204" pitchFamily="34" charset="0"/>
              </a:rPr>
              <a:t>ublic </a:t>
            </a:r>
            <a:r>
              <a:rPr lang="en-US" sz="1050" dirty="0">
                <a:solidFill>
                  <a:prstClr val="black"/>
                </a:solidFill>
                <a:ea typeface="Verdana" panose="020B0604030504040204" pitchFamily="34" charset="0"/>
              </a:rPr>
              <a:t>sector’s role is to monitor the performance of the private partner and enforce the terms of the contract</a:t>
            </a:r>
          </a:p>
          <a:p>
            <a:pPr marL="171450" indent="-171450">
              <a:buFont typeface="Wingdings" panose="05000000000000000000" pitchFamily="2" charset="2"/>
              <a:buChar char="ü"/>
            </a:pPr>
            <a:r>
              <a:rPr lang="en-US" sz="1050" dirty="0">
                <a:solidFill>
                  <a:prstClr val="black"/>
                </a:solidFill>
                <a:ea typeface="Verdana" panose="020B0604030504040204" pitchFamily="34" charset="0"/>
              </a:rPr>
              <a:t>P</a:t>
            </a:r>
            <a:r>
              <a:rPr lang="en-US" sz="1050" dirty="0" smtClean="0">
                <a:solidFill>
                  <a:prstClr val="black"/>
                </a:solidFill>
                <a:ea typeface="Verdana" panose="020B0604030504040204" pitchFamily="34" charset="0"/>
              </a:rPr>
              <a:t>rivate </a:t>
            </a:r>
            <a:r>
              <a:rPr lang="en-US" sz="1050" dirty="0">
                <a:solidFill>
                  <a:prstClr val="black"/>
                </a:solidFill>
                <a:ea typeface="Verdana" panose="020B0604030504040204" pitchFamily="34" charset="0"/>
              </a:rPr>
              <a:t>sector’s costs may be recovered in whole or in part from charges related to the use of the services provided by the project, and may be recovered through payments from the public sector</a:t>
            </a:r>
          </a:p>
          <a:p>
            <a:pPr marL="171450" indent="-171450">
              <a:buFont typeface="Wingdings" panose="05000000000000000000" pitchFamily="2" charset="2"/>
              <a:buChar char="ü"/>
            </a:pPr>
            <a:r>
              <a:rPr lang="en-US" sz="1050" dirty="0">
                <a:solidFill>
                  <a:prstClr val="black"/>
                </a:solidFill>
                <a:ea typeface="Verdana" panose="020B0604030504040204" pitchFamily="34" charset="0"/>
              </a:rPr>
              <a:t>Public sector payments are based on performance standards set out in the contract</a:t>
            </a:r>
          </a:p>
          <a:p>
            <a:pPr marL="171450" indent="-171450">
              <a:buFont typeface="Wingdings" panose="05000000000000000000" pitchFamily="2" charset="2"/>
              <a:buChar char="ü"/>
            </a:pPr>
            <a:r>
              <a:rPr lang="en-US" sz="1050" dirty="0">
                <a:solidFill>
                  <a:prstClr val="black"/>
                </a:solidFill>
                <a:ea typeface="Verdana" panose="020B0604030504040204" pitchFamily="34" charset="0"/>
              </a:rPr>
              <a:t>Often the private sector will contribute the majority of the project’s capital costs, although this is not always the </a:t>
            </a:r>
            <a:r>
              <a:rPr lang="en-US" sz="1050" dirty="0" smtClean="0">
                <a:solidFill>
                  <a:prstClr val="black"/>
                </a:solidFill>
                <a:ea typeface="Verdana" panose="020B0604030504040204" pitchFamily="34" charset="0"/>
              </a:rPr>
              <a:t>case</a:t>
            </a:r>
            <a:endParaRPr lang="en-US" sz="1050" dirty="0">
              <a:solidFill>
                <a:prstClr val="black"/>
              </a:solidFill>
              <a:ea typeface="Verdana" panose="020B0604030504040204" pitchFamily="34" charset="0"/>
            </a:endParaRPr>
          </a:p>
        </p:txBody>
      </p:sp>
      <p:sp>
        <p:nvSpPr>
          <p:cNvPr id="47" name="TextBox 46"/>
          <p:cNvSpPr txBox="1"/>
          <p:nvPr/>
        </p:nvSpPr>
        <p:spPr>
          <a:xfrm>
            <a:off x="7580831" y="1396110"/>
            <a:ext cx="4335558" cy="1315745"/>
          </a:xfrm>
          <a:prstGeom prst="rect">
            <a:avLst/>
          </a:prstGeom>
          <a:noFill/>
        </p:spPr>
        <p:txBody>
          <a:bodyPr wrap="square" lIns="0" tIns="0" rIns="0" bIns="0" rtlCol="0">
            <a:spAutoFit/>
          </a:bodyPr>
          <a:lstStyle/>
          <a:p>
            <a:pPr algn="ctr">
              <a:spcBef>
                <a:spcPts val="600"/>
              </a:spcBef>
              <a:buSzPct val="100000"/>
            </a:pPr>
            <a:r>
              <a:rPr lang="en-US" sz="1200" b="1" dirty="0" smtClean="0">
                <a:solidFill>
                  <a:schemeClr val="accent4"/>
                </a:solidFill>
                <a:latin typeface="Verdana" panose="020B0604030504040204" pitchFamily="34" charset="0"/>
                <a:ea typeface="Verdana" panose="020B0604030504040204" pitchFamily="34" charset="0"/>
              </a:rPr>
              <a:t>Suitable case for PPP implementation</a:t>
            </a:r>
          </a:p>
          <a:p>
            <a:pPr marL="171450" indent="-171450">
              <a:buSzPct val="100000"/>
              <a:buFont typeface="Arial" panose="020B0604020202020204" pitchFamily="34" charset="0"/>
              <a:buChar char="•"/>
            </a:pPr>
            <a:r>
              <a:rPr lang="en-US" sz="1050" dirty="0">
                <a:solidFill>
                  <a:srgbClr val="313131"/>
                </a:solidFill>
                <a:latin typeface="Verdana" panose="020B0604030504040204" pitchFamily="34" charset="0"/>
                <a:ea typeface="Verdana" panose="020B0604030504040204" pitchFamily="34" charset="0"/>
              </a:rPr>
              <a:t>The public sector environment is suited to supporting PPPs </a:t>
            </a:r>
          </a:p>
          <a:p>
            <a:pPr marL="171450" indent="-171450">
              <a:buSzPct val="100000"/>
              <a:buFont typeface="Arial" panose="020B0604020202020204" pitchFamily="34" charset="0"/>
              <a:buChar char="•"/>
            </a:pPr>
            <a:r>
              <a:rPr lang="en-US" sz="1050" dirty="0">
                <a:solidFill>
                  <a:srgbClr val="313131"/>
                </a:solidFill>
                <a:latin typeface="Verdana" panose="020B0604030504040204" pitchFamily="34" charset="0"/>
                <a:ea typeface="Verdana" panose="020B0604030504040204" pitchFamily="34" charset="0"/>
              </a:rPr>
              <a:t>The project is suitable to being carried out as a PPP</a:t>
            </a:r>
          </a:p>
          <a:p>
            <a:pPr marL="171450" indent="-171450">
              <a:buSzPct val="100000"/>
              <a:buFont typeface="Arial" panose="020B0604020202020204" pitchFamily="34" charset="0"/>
              <a:buChar char="•"/>
            </a:pPr>
            <a:r>
              <a:rPr lang="en-US" sz="1050" dirty="0">
                <a:solidFill>
                  <a:srgbClr val="313131"/>
                </a:solidFill>
                <a:latin typeface="Verdana" panose="020B0604030504040204" pitchFamily="34" charset="0"/>
                <a:ea typeface="Verdana" panose="020B0604030504040204" pitchFamily="34" charset="0"/>
              </a:rPr>
              <a:t>The potential barriers to successful project implementation have been identified and can be overcome</a:t>
            </a:r>
          </a:p>
          <a:p>
            <a:pPr marL="171450" indent="-171450">
              <a:buSzPct val="100000"/>
              <a:buFont typeface="Arial" panose="020B0604020202020204" pitchFamily="34" charset="0"/>
              <a:buChar char="•"/>
            </a:pPr>
            <a:r>
              <a:rPr lang="en-US" sz="1050" dirty="0">
                <a:solidFill>
                  <a:srgbClr val="313131"/>
                </a:solidFill>
                <a:latin typeface="Verdana" panose="020B0604030504040204" pitchFamily="34" charset="0"/>
                <a:ea typeface="Verdana" panose="020B0604030504040204" pitchFamily="34" charset="0"/>
              </a:rPr>
              <a:t>Given that these conditions are satisfied, the project must be commercially viable for the private sector and offer value for money (VFM) for the public sector</a:t>
            </a:r>
          </a:p>
        </p:txBody>
      </p:sp>
      <p:sp>
        <p:nvSpPr>
          <p:cNvPr id="48" name="TextBox 47"/>
          <p:cNvSpPr txBox="1"/>
          <p:nvPr/>
        </p:nvSpPr>
        <p:spPr>
          <a:xfrm>
            <a:off x="7561005" y="4134939"/>
            <a:ext cx="4335558" cy="1800493"/>
          </a:xfrm>
          <a:prstGeom prst="rect">
            <a:avLst/>
          </a:prstGeom>
          <a:noFill/>
        </p:spPr>
        <p:txBody>
          <a:bodyPr wrap="square" lIns="0" tIns="0" rIns="0" bIns="0" rtlCol="0">
            <a:spAutoFit/>
          </a:bodyPr>
          <a:lstStyle/>
          <a:p>
            <a:pPr algn="ctr">
              <a:spcBef>
                <a:spcPts val="600"/>
              </a:spcBef>
              <a:buSzPct val="100000"/>
            </a:pPr>
            <a:r>
              <a:rPr lang="en-US" sz="1200" b="1" dirty="0" smtClean="0">
                <a:solidFill>
                  <a:schemeClr val="accent4"/>
                </a:solidFill>
                <a:latin typeface="Verdana" panose="020B0604030504040204" pitchFamily="34" charset="0"/>
                <a:ea typeface="Verdana" panose="020B0604030504040204" pitchFamily="34" charset="0"/>
              </a:rPr>
              <a:t>Benefits of PPP implementation</a:t>
            </a:r>
          </a:p>
          <a:p>
            <a:pPr marL="285750" indent="-285750">
              <a:buFont typeface="Arial" panose="020B0604020202020204" pitchFamily="34" charset="0"/>
              <a:buChar char="•"/>
            </a:pPr>
            <a:r>
              <a:rPr lang="en-US" sz="1050" dirty="0">
                <a:latin typeface="Verdana" panose="020B0604030504040204" pitchFamily="34" charset="0"/>
                <a:ea typeface="Verdana" panose="020B0604030504040204" pitchFamily="34" charset="0"/>
              </a:rPr>
              <a:t>Access to </a:t>
            </a:r>
            <a:r>
              <a:rPr lang="en-US" sz="1050" dirty="0" smtClean="0">
                <a:latin typeface="Verdana" panose="020B0604030504040204" pitchFamily="34" charset="0"/>
                <a:ea typeface="Verdana" panose="020B0604030504040204" pitchFamily="34" charset="0"/>
              </a:rPr>
              <a:t>substantial financial resources of the private sector</a:t>
            </a:r>
            <a:endParaRPr lang="en-US" sz="105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US" sz="1050" dirty="0">
                <a:latin typeface="Verdana" panose="020B0604030504040204" pitchFamily="34" charset="0"/>
                <a:ea typeface="Verdana" panose="020B0604030504040204" pitchFamily="34" charset="0"/>
              </a:rPr>
              <a:t>Efficiency advantages from using private sector skills and from transferring risk to the private sector</a:t>
            </a:r>
          </a:p>
          <a:p>
            <a:pPr marL="285750" indent="-285750">
              <a:buFont typeface="Arial" panose="020B0604020202020204" pitchFamily="34" charset="0"/>
              <a:buChar char="•"/>
            </a:pPr>
            <a:r>
              <a:rPr lang="en-US" sz="1050" dirty="0">
                <a:latin typeface="Verdana" panose="020B0604030504040204" pitchFamily="34" charset="0"/>
                <a:ea typeface="Verdana" panose="020B0604030504040204" pitchFamily="34" charset="0"/>
              </a:rPr>
              <a:t>Potentially </a:t>
            </a:r>
            <a:r>
              <a:rPr lang="en-US" sz="1050" dirty="0" smtClean="0">
                <a:latin typeface="Verdana" panose="020B0604030504040204" pitchFamily="34" charset="0"/>
                <a:ea typeface="Verdana" panose="020B0604030504040204" pitchFamily="34" charset="0"/>
              </a:rPr>
              <a:t>increase in transparency of processes</a:t>
            </a:r>
            <a:endParaRPr lang="en-US" sz="105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US" sz="1050" dirty="0">
                <a:latin typeface="Verdana" panose="020B0604030504040204" pitchFamily="34" charset="0"/>
                <a:ea typeface="Verdana" panose="020B0604030504040204" pitchFamily="34" charset="0"/>
              </a:rPr>
              <a:t>Enlargement of focus from only creating an asset to delivery of a service, including maintenance of the infrastructure asset during its operating lifetime</a:t>
            </a:r>
          </a:p>
          <a:p>
            <a:pPr marL="285750" indent="-285750">
              <a:buFont typeface="Arial" panose="020B0604020202020204" pitchFamily="34" charset="0"/>
              <a:buChar char="•"/>
            </a:pPr>
            <a:r>
              <a:rPr lang="en-US" sz="1050" dirty="0">
                <a:latin typeface="Verdana" panose="020B0604030504040204" pitchFamily="34" charset="0"/>
                <a:ea typeface="Verdana" panose="020B0604030504040204" pitchFamily="34" charset="0"/>
              </a:rPr>
              <a:t>This broadened focus creates incentives to reduce the full life-cycle costs (</a:t>
            </a:r>
            <a:r>
              <a:rPr lang="en-US" sz="1050" dirty="0" err="1">
                <a:latin typeface="Verdana" panose="020B0604030504040204" pitchFamily="34" charset="0"/>
                <a:ea typeface="Verdana" panose="020B0604030504040204" pitchFamily="34" charset="0"/>
              </a:rPr>
              <a:t>ie</a:t>
            </a:r>
            <a:r>
              <a:rPr lang="en-US" sz="1050" dirty="0">
                <a:latin typeface="Verdana" panose="020B0604030504040204" pitchFamily="34" charset="0"/>
                <a:ea typeface="Verdana" panose="020B0604030504040204" pitchFamily="34" charset="0"/>
              </a:rPr>
              <a:t>, construction costs and operating costs)</a:t>
            </a:r>
          </a:p>
        </p:txBody>
      </p:sp>
      <p:sp>
        <p:nvSpPr>
          <p:cNvPr id="50" name="Title 1"/>
          <p:cNvSpPr>
            <a:spLocks noGrp="1"/>
          </p:cNvSpPr>
          <p:nvPr>
            <p:ph type="title"/>
          </p:nvPr>
        </p:nvSpPr>
        <p:spPr>
          <a:xfrm>
            <a:off x="837219" y="444888"/>
            <a:ext cx="10515600" cy="613048"/>
          </a:xfrm>
        </p:spPr>
        <p:txBody>
          <a:bodyPr>
            <a:normAutofit/>
          </a:bodyPr>
          <a:lstStyle/>
          <a:p>
            <a:r>
              <a:rPr lang="en-US" sz="1800" b="1" dirty="0" smtClean="0">
                <a:latin typeface="Verdana" panose="020B0604030504040204" pitchFamily="34" charset="0"/>
                <a:ea typeface="Verdana" panose="020B0604030504040204" pitchFamily="34" charset="0"/>
              </a:rPr>
              <a:t>Need and benefits of PPPs</a:t>
            </a:r>
            <a:endParaRPr lang="en-IN" sz="1800"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85875232"/>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27999" y="622254"/>
            <a:ext cx="11153884" cy="1129080"/>
          </a:xfrm>
        </p:spPr>
        <p:txBody>
          <a:bodyPr/>
          <a:lstStyle/>
          <a:p>
            <a:r>
              <a:rPr lang="en-US" sz="1800" b="1" dirty="0" smtClean="0"/>
              <a:t>Models of PPPs and government initiatives</a:t>
            </a:r>
            <a:endParaRPr lang="en-IN" sz="1800" b="1" dirty="0"/>
          </a:p>
        </p:txBody>
      </p:sp>
      <p:graphicFrame>
        <p:nvGraphicFramePr>
          <p:cNvPr id="5" name="Table 4"/>
          <p:cNvGraphicFramePr>
            <a:graphicFrameLocks noGrp="1"/>
          </p:cNvGraphicFramePr>
          <p:nvPr>
            <p:extLst>
              <p:ext uri="{D42A27DB-BD31-4B8C-83A1-F6EECF244321}">
                <p14:modId xmlns:p14="http://schemas.microsoft.com/office/powerpoint/2010/main" val="2938918549"/>
              </p:ext>
            </p:extLst>
          </p:nvPr>
        </p:nvGraphicFramePr>
        <p:xfrm>
          <a:off x="527999" y="1375001"/>
          <a:ext cx="11153884" cy="2824480"/>
        </p:xfrm>
        <a:graphic>
          <a:graphicData uri="http://schemas.openxmlformats.org/drawingml/2006/table">
            <a:tbl>
              <a:tblPr firstRow="1" bandRow="1">
                <a:tableStyleId>{17292A2E-F333-43FB-9621-5CBBE7FDCDCB}</a:tableStyleId>
              </a:tblPr>
              <a:tblGrid>
                <a:gridCol w="3340862">
                  <a:extLst>
                    <a:ext uri="{9D8B030D-6E8A-4147-A177-3AD203B41FA5}">
                      <a16:colId xmlns:a16="http://schemas.microsoft.com/office/drawing/2014/main" val="2695805756"/>
                    </a:ext>
                  </a:extLst>
                </a:gridCol>
                <a:gridCol w="7813022">
                  <a:extLst>
                    <a:ext uri="{9D8B030D-6E8A-4147-A177-3AD203B41FA5}">
                      <a16:colId xmlns:a16="http://schemas.microsoft.com/office/drawing/2014/main" val="1295156189"/>
                    </a:ext>
                  </a:extLst>
                </a:gridCol>
              </a:tblGrid>
              <a:tr h="370840">
                <a:tc>
                  <a:txBody>
                    <a:bodyPr/>
                    <a:lstStyle/>
                    <a:p>
                      <a:pPr algn="ctr"/>
                      <a:r>
                        <a:rPr lang="en-IN" sz="1100" dirty="0" smtClean="0"/>
                        <a:t>Schemes </a:t>
                      </a:r>
                      <a:endParaRPr lang="en-IN" sz="1100" dirty="0">
                        <a:latin typeface="Verdana" panose="020B0604030504040204" pitchFamily="34" charset="0"/>
                        <a:ea typeface="Verdana" panose="020B0604030504040204" pitchFamily="34" charset="0"/>
                      </a:endParaRPr>
                    </a:p>
                  </a:txBody>
                  <a:tcPr anchor="ctr"/>
                </a:tc>
                <a:tc>
                  <a:txBody>
                    <a:bodyPr/>
                    <a:lstStyle/>
                    <a:p>
                      <a:pPr algn="ctr"/>
                      <a:r>
                        <a:rPr lang="en-IN" sz="1100" dirty="0" smtClean="0"/>
                        <a:t>Modalities</a:t>
                      </a:r>
                      <a:endParaRPr lang="en-IN" sz="1100" dirty="0">
                        <a:latin typeface="Verdana" panose="020B0604030504040204" pitchFamily="34" charset="0"/>
                        <a:ea typeface="Verdana" panose="020B0604030504040204" pitchFamily="34" charset="0"/>
                      </a:endParaRPr>
                    </a:p>
                  </a:txBody>
                  <a:tcPr anchor="ctr"/>
                </a:tc>
                <a:extLst>
                  <a:ext uri="{0D108BD9-81ED-4DB2-BD59-A6C34878D82A}">
                    <a16:rowId xmlns:a16="http://schemas.microsoft.com/office/drawing/2014/main" val="2135283446"/>
                  </a:ext>
                </a:extLst>
              </a:tr>
              <a:tr h="370840">
                <a:tc>
                  <a:txBody>
                    <a:bodyPr/>
                    <a:lstStyle/>
                    <a:p>
                      <a:pPr marL="285750" indent="-285750">
                        <a:buFont typeface="Arial" panose="020B0604020202020204" pitchFamily="34" charset="0"/>
                        <a:buChar char="•"/>
                      </a:pPr>
                      <a:r>
                        <a:rPr lang="en-US" sz="1100" b="1" dirty="0" smtClean="0"/>
                        <a:t>Build-Own-Operate</a:t>
                      </a:r>
                      <a:r>
                        <a:rPr lang="en-US" sz="1100" b="1" baseline="0" dirty="0" smtClean="0"/>
                        <a:t> </a:t>
                      </a:r>
                      <a:r>
                        <a:rPr lang="en-US" sz="1100" b="1" dirty="0" smtClean="0"/>
                        <a:t>(BOO) </a:t>
                      </a:r>
                    </a:p>
                    <a:p>
                      <a:pPr marL="285750" indent="-285750">
                        <a:buFont typeface="Arial" panose="020B0604020202020204" pitchFamily="34" charset="0"/>
                        <a:buChar char="•"/>
                      </a:pPr>
                      <a:r>
                        <a:rPr lang="en-US" sz="1100" b="1" dirty="0" smtClean="0"/>
                        <a:t>Build-Develop-Operate (BDO)</a:t>
                      </a:r>
                    </a:p>
                    <a:p>
                      <a:pPr marL="285750" indent="-285750">
                        <a:buFont typeface="Arial" panose="020B0604020202020204" pitchFamily="34" charset="0"/>
                        <a:buChar char="•"/>
                      </a:pPr>
                      <a:r>
                        <a:rPr lang="en-US" sz="1100" b="1" dirty="0" smtClean="0"/>
                        <a:t>Design-Construct-Manage-Finance (DCMF) </a:t>
                      </a:r>
                      <a:endParaRPr lang="en-IN" sz="1100" b="1" dirty="0">
                        <a:latin typeface="Verdana" panose="020B0604030504040204" pitchFamily="34" charset="0"/>
                        <a:ea typeface="Verdana" panose="020B0604030504040204" pitchFamily="34" charset="0"/>
                      </a:endParaRPr>
                    </a:p>
                  </a:txBody>
                  <a:tcPr/>
                </a:tc>
                <a:tc>
                  <a:txBody>
                    <a:bodyPr/>
                    <a:lstStyle/>
                    <a:p>
                      <a:pPr algn="just"/>
                      <a:r>
                        <a:rPr lang="en-US" sz="1100" dirty="0" smtClean="0"/>
                        <a:t>The private sector designs, builds,</a:t>
                      </a:r>
                      <a:r>
                        <a:rPr lang="en-US" sz="1100" baseline="0" dirty="0" smtClean="0"/>
                        <a:t> </a:t>
                      </a:r>
                      <a:r>
                        <a:rPr lang="en-US" sz="1100" dirty="0" smtClean="0"/>
                        <a:t>owns, develops, operates and</a:t>
                      </a:r>
                      <a:r>
                        <a:rPr lang="en-US" sz="1100" baseline="0" dirty="0" smtClean="0"/>
                        <a:t> </a:t>
                      </a:r>
                      <a:r>
                        <a:rPr lang="en-US" sz="1100" dirty="0" smtClean="0"/>
                        <a:t>manages an asset with no obligation</a:t>
                      </a:r>
                      <a:r>
                        <a:rPr lang="en-US" sz="1100" baseline="0" dirty="0" smtClean="0"/>
                        <a:t> </a:t>
                      </a:r>
                      <a:r>
                        <a:rPr lang="en-US" sz="1100" dirty="0" smtClean="0"/>
                        <a:t>to transfer ownership to the</a:t>
                      </a:r>
                      <a:r>
                        <a:rPr lang="en-US" sz="1100" baseline="0" dirty="0" smtClean="0"/>
                        <a:t> </a:t>
                      </a:r>
                      <a:r>
                        <a:rPr lang="en-US" sz="1100" dirty="0" smtClean="0"/>
                        <a:t>government. These are variants of</a:t>
                      </a:r>
                      <a:r>
                        <a:rPr lang="en-US" sz="1100" baseline="0" dirty="0" smtClean="0"/>
                        <a:t> </a:t>
                      </a:r>
                      <a:r>
                        <a:rPr lang="en-US" sz="1100" dirty="0" smtClean="0"/>
                        <a:t>design-build-finance-operate</a:t>
                      </a:r>
                      <a:r>
                        <a:rPr lang="en-US" sz="1100" baseline="0" dirty="0" smtClean="0"/>
                        <a:t> </a:t>
                      </a:r>
                      <a:r>
                        <a:rPr lang="en-US" sz="1100" dirty="0" smtClean="0"/>
                        <a:t>(DBFO) schemes</a:t>
                      </a:r>
                      <a:endParaRPr lang="en-IN" sz="11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2352502367"/>
                  </a:ext>
                </a:extLst>
              </a:tr>
              <a:tr h="370840">
                <a:tc>
                  <a:txBody>
                    <a:bodyPr/>
                    <a:lstStyle/>
                    <a:p>
                      <a:pPr marL="285750" indent="-285750">
                        <a:buFont typeface="Wingdings" panose="05000000000000000000" pitchFamily="2" charset="2"/>
                        <a:buChar char="ü"/>
                      </a:pPr>
                      <a:r>
                        <a:rPr lang="en-US" sz="1100" b="1" dirty="0" smtClean="0"/>
                        <a:t>Buy-Build-Operate (BBO)</a:t>
                      </a:r>
                    </a:p>
                    <a:p>
                      <a:pPr marL="285750" indent="-285750">
                        <a:buFont typeface="Wingdings" panose="05000000000000000000" pitchFamily="2" charset="2"/>
                        <a:buChar char="ü"/>
                      </a:pPr>
                      <a:r>
                        <a:rPr lang="en-US" sz="1100" b="1" dirty="0" smtClean="0"/>
                        <a:t>Lease-Develop-Operate</a:t>
                      </a:r>
                      <a:r>
                        <a:rPr lang="en-US" sz="1100" b="1" baseline="0" dirty="0" smtClean="0"/>
                        <a:t> </a:t>
                      </a:r>
                      <a:r>
                        <a:rPr lang="en-US" sz="1100" b="1" dirty="0" smtClean="0"/>
                        <a:t>(LDO)</a:t>
                      </a:r>
                    </a:p>
                    <a:p>
                      <a:pPr marL="285750" indent="-285750">
                        <a:buFont typeface="Wingdings" panose="05000000000000000000" pitchFamily="2" charset="2"/>
                        <a:buChar char="ü"/>
                      </a:pPr>
                      <a:r>
                        <a:rPr lang="en-US" sz="1100" b="1" dirty="0" smtClean="0"/>
                        <a:t>Wrap-Around-Addition</a:t>
                      </a:r>
                      <a:r>
                        <a:rPr lang="en-US" sz="1100" b="1" baseline="0" dirty="0" smtClean="0"/>
                        <a:t> </a:t>
                      </a:r>
                      <a:r>
                        <a:rPr lang="en-US" sz="1100" b="1" dirty="0" smtClean="0"/>
                        <a:t>(WAA)</a:t>
                      </a:r>
                      <a:endParaRPr lang="en-IN" sz="1100" b="1" dirty="0">
                        <a:latin typeface="Verdana" panose="020B0604030504040204" pitchFamily="34" charset="0"/>
                        <a:ea typeface="Verdana" panose="020B0604030504040204" pitchFamily="34" charset="0"/>
                      </a:endParaRPr>
                    </a:p>
                  </a:txBody>
                  <a:tcPr/>
                </a:tc>
                <a:tc>
                  <a:txBody>
                    <a:bodyPr/>
                    <a:lstStyle/>
                    <a:p>
                      <a:r>
                        <a:rPr lang="en-US" sz="1100" dirty="0" smtClean="0"/>
                        <a:t>The private sector buys or leases an existing asset from the Government, renovates, modernizes, and/ or expands it, and then operates the asset, again with no obligation to transfer ownership back to the Government. </a:t>
                      </a:r>
                      <a:endParaRPr lang="en-IN" sz="11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315191982"/>
                  </a:ext>
                </a:extLst>
              </a:tr>
              <a:tr h="370840">
                <a:tc>
                  <a:txBody>
                    <a:bodyPr/>
                    <a:lstStyle/>
                    <a:p>
                      <a:pPr marL="285750" indent="-285750">
                        <a:buFont typeface="Wingdings" panose="05000000000000000000" pitchFamily="2" charset="2"/>
                        <a:buChar char="q"/>
                      </a:pPr>
                      <a:r>
                        <a:rPr lang="en-US" sz="1100" b="1" dirty="0" smtClean="0"/>
                        <a:t>Build-Operate-Transfer</a:t>
                      </a:r>
                      <a:r>
                        <a:rPr lang="en-US" sz="1100" b="1" baseline="0" dirty="0" smtClean="0"/>
                        <a:t> </a:t>
                      </a:r>
                      <a:r>
                        <a:rPr lang="en-US" sz="1100" b="1" dirty="0" smtClean="0"/>
                        <a:t>(BOT)</a:t>
                      </a:r>
                    </a:p>
                    <a:p>
                      <a:pPr marL="285750" indent="-285750">
                        <a:buFont typeface="Wingdings" panose="05000000000000000000" pitchFamily="2" charset="2"/>
                        <a:buChar char="q"/>
                      </a:pPr>
                      <a:r>
                        <a:rPr lang="en-US" sz="1100" b="1" dirty="0" smtClean="0"/>
                        <a:t>Build-Own-Operate-Transfer (BOOT)</a:t>
                      </a:r>
                    </a:p>
                    <a:p>
                      <a:pPr marL="285750" indent="-285750">
                        <a:buFont typeface="Wingdings" panose="05000000000000000000" pitchFamily="2" charset="2"/>
                        <a:buChar char="q"/>
                      </a:pPr>
                      <a:r>
                        <a:rPr lang="en-US" sz="1100" b="1" dirty="0" smtClean="0"/>
                        <a:t>Build-Rent-Own-Transfer</a:t>
                      </a:r>
                      <a:r>
                        <a:rPr lang="en-US" sz="1100" b="1" baseline="0" dirty="0" smtClean="0"/>
                        <a:t> </a:t>
                      </a:r>
                      <a:r>
                        <a:rPr lang="en-US" sz="1100" b="1" dirty="0" smtClean="0"/>
                        <a:t>(BROT)</a:t>
                      </a:r>
                    </a:p>
                    <a:p>
                      <a:pPr marL="285750" indent="-285750">
                        <a:buFont typeface="Wingdings" panose="05000000000000000000" pitchFamily="2" charset="2"/>
                        <a:buChar char="q"/>
                      </a:pPr>
                      <a:r>
                        <a:rPr lang="en-US" sz="1100" b="1" dirty="0" smtClean="0"/>
                        <a:t>Build-lease-operate-transfer (BLOT) </a:t>
                      </a:r>
                    </a:p>
                    <a:p>
                      <a:pPr marL="285750" indent="-285750">
                        <a:buFont typeface="Wingdings" panose="05000000000000000000" pitchFamily="2" charset="2"/>
                        <a:buChar char="q"/>
                      </a:pPr>
                      <a:r>
                        <a:rPr lang="en-US" sz="1100" b="1" dirty="0" smtClean="0"/>
                        <a:t>Build-transfer-operate (BTO)</a:t>
                      </a:r>
                      <a:endParaRPr lang="en-IN" sz="1100" b="1" dirty="0">
                        <a:latin typeface="Verdana" panose="020B0604030504040204" pitchFamily="34" charset="0"/>
                        <a:ea typeface="Verdana" panose="020B0604030504040204" pitchFamily="34" charset="0"/>
                      </a:endParaRPr>
                    </a:p>
                  </a:txBody>
                  <a:tcPr/>
                </a:tc>
                <a:tc>
                  <a:txBody>
                    <a:bodyPr/>
                    <a:lstStyle/>
                    <a:p>
                      <a:r>
                        <a:rPr lang="en-US" sz="1100" dirty="0" smtClean="0"/>
                        <a:t>The private sector designs and builds an asset, operates it, and then transfers it to the Govt. when the operating contract ends, or at some other pre-specified time. The private partner may subsequently rent or lease the asset from the Govt. </a:t>
                      </a:r>
                      <a:endParaRPr lang="en-IN" sz="11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1818925687"/>
                  </a:ext>
                </a:extLst>
              </a:tr>
            </a:tbl>
          </a:graphicData>
        </a:graphic>
      </p:graphicFrame>
      <p:sp>
        <p:nvSpPr>
          <p:cNvPr id="6" name="TextBox 5"/>
          <p:cNvSpPr txBox="1"/>
          <p:nvPr/>
        </p:nvSpPr>
        <p:spPr>
          <a:xfrm>
            <a:off x="527999" y="4321629"/>
            <a:ext cx="4371389" cy="215444"/>
          </a:xfrm>
          <a:prstGeom prst="rect">
            <a:avLst/>
          </a:prstGeom>
          <a:noFill/>
        </p:spPr>
        <p:txBody>
          <a:bodyPr wrap="none" lIns="0" tIns="0" rIns="0" bIns="0" rtlCol="0">
            <a:spAutoFit/>
          </a:bodyPr>
          <a:lstStyle/>
          <a:p>
            <a:pPr>
              <a:spcBef>
                <a:spcPts val="600"/>
              </a:spcBef>
              <a:buSzPct val="100000"/>
            </a:pPr>
            <a:r>
              <a:rPr lang="en-US" sz="1400" b="1" dirty="0" smtClean="0">
                <a:solidFill>
                  <a:srgbClr val="313131"/>
                </a:solidFill>
              </a:rPr>
              <a:t>National PPP capacity building </a:t>
            </a:r>
            <a:r>
              <a:rPr lang="en-US" sz="1400" b="1" dirty="0" err="1" smtClean="0">
                <a:solidFill>
                  <a:srgbClr val="313131"/>
                </a:solidFill>
              </a:rPr>
              <a:t>programme</a:t>
            </a:r>
            <a:r>
              <a:rPr lang="en-US" sz="1400" b="1" dirty="0" smtClean="0">
                <a:solidFill>
                  <a:srgbClr val="313131"/>
                </a:solidFill>
              </a:rPr>
              <a:t> </a:t>
            </a:r>
            <a:endParaRPr lang="en-IN" sz="1400" b="1" dirty="0" smtClean="0">
              <a:solidFill>
                <a:srgbClr val="313131"/>
              </a:solidFill>
            </a:endParaRPr>
          </a:p>
        </p:txBody>
      </p:sp>
      <p:sp>
        <p:nvSpPr>
          <p:cNvPr id="7" name="TextBox 6"/>
          <p:cNvSpPr txBox="1"/>
          <p:nvPr/>
        </p:nvSpPr>
        <p:spPr>
          <a:xfrm>
            <a:off x="528000" y="4680857"/>
            <a:ext cx="11153883" cy="1396142"/>
          </a:xfrm>
          <a:prstGeom prst="rect">
            <a:avLst/>
          </a:prstGeom>
          <a:solidFill>
            <a:schemeClr val="accent1">
              <a:lumMod val="20000"/>
              <a:lumOff val="80000"/>
            </a:schemeClr>
          </a:solidFill>
          <a:ln w="12700">
            <a:solidFill>
              <a:schemeClr val="tx1"/>
            </a:solidFill>
            <a:prstDash val="dashDot"/>
          </a:ln>
        </p:spPr>
        <p:txBody>
          <a:bodyPr wrap="square" lIns="36000" tIns="36000" rIns="36000" bIns="36000" rtlCol="0">
            <a:spAutoFit/>
          </a:bodyPr>
          <a:lstStyle/>
          <a:p>
            <a:pPr>
              <a:spcBef>
                <a:spcPts val="600"/>
              </a:spcBef>
              <a:spcAft>
                <a:spcPts val="600"/>
              </a:spcAft>
              <a:buSzPct val="100000"/>
            </a:pPr>
            <a:r>
              <a:rPr lang="en-US" sz="1100" dirty="0">
                <a:solidFill>
                  <a:srgbClr val="313131"/>
                </a:solidFill>
              </a:rPr>
              <a:t>To intensify and deepen the capacity building of public functionaries at the State and municipal level and to integrate the capacity building </a:t>
            </a:r>
            <a:r>
              <a:rPr lang="en-US" sz="1100" dirty="0" err="1">
                <a:solidFill>
                  <a:srgbClr val="313131"/>
                </a:solidFill>
              </a:rPr>
              <a:t>programme</a:t>
            </a:r>
            <a:r>
              <a:rPr lang="en-US" sz="1100" dirty="0">
                <a:solidFill>
                  <a:srgbClr val="313131"/>
                </a:solidFill>
              </a:rPr>
              <a:t> on PPPs in the ongoing </a:t>
            </a:r>
            <a:r>
              <a:rPr lang="en-US" sz="1100" dirty="0" err="1">
                <a:solidFill>
                  <a:srgbClr val="313131"/>
                </a:solidFill>
              </a:rPr>
              <a:t>programmes</a:t>
            </a:r>
            <a:r>
              <a:rPr lang="en-US" sz="1100" dirty="0">
                <a:solidFill>
                  <a:srgbClr val="313131"/>
                </a:solidFill>
              </a:rPr>
              <a:t> at the State level, a comprehensive National PPP Capacity Building </a:t>
            </a:r>
            <a:r>
              <a:rPr lang="en-US" sz="1100" dirty="0" err="1">
                <a:solidFill>
                  <a:srgbClr val="313131"/>
                </a:solidFill>
              </a:rPr>
              <a:t>Programme</a:t>
            </a:r>
            <a:r>
              <a:rPr lang="en-US" sz="1100" dirty="0">
                <a:solidFill>
                  <a:srgbClr val="313131"/>
                </a:solidFill>
              </a:rPr>
              <a:t> has been developed by Department of Economic Affairs (DEA), which has been rolled out at the State level in collaboration with </a:t>
            </a:r>
            <a:r>
              <a:rPr lang="en-US" sz="1100" dirty="0" err="1">
                <a:solidFill>
                  <a:srgbClr val="313131"/>
                </a:solidFill>
              </a:rPr>
              <a:t>KfW</a:t>
            </a:r>
            <a:r>
              <a:rPr lang="en-US" sz="1100" dirty="0">
                <a:solidFill>
                  <a:srgbClr val="313131"/>
                </a:solidFill>
              </a:rPr>
              <a:t> German Development Bank. </a:t>
            </a:r>
            <a:endParaRPr lang="en-US" sz="1100" dirty="0" smtClean="0">
              <a:solidFill>
                <a:srgbClr val="313131"/>
              </a:solidFill>
            </a:endParaRPr>
          </a:p>
          <a:p>
            <a:pPr marL="203200" indent="-203200">
              <a:spcBef>
                <a:spcPts val="600"/>
              </a:spcBef>
              <a:spcAft>
                <a:spcPts val="600"/>
              </a:spcAft>
              <a:buSzPct val="100000"/>
              <a:buFont typeface="Wingdings" panose="05000000000000000000" pitchFamily="2" charset="2"/>
              <a:buChar char="Ø"/>
            </a:pPr>
            <a:r>
              <a:rPr lang="en-US" sz="1100" dirty="0">
                <a:solidFill>
                  <a:srgbClr val="313131"/>
                </a:solidFill>
              </a:rPr>
              <a:t>E</a:t>
            </a:r>
            <a:r>
              <a:rPr lang="en-US" sz="1100" dirty="0" smtClean="0">
                <a:solidFill>
                  <a:srgbClr val="313131"/>
                </a:solidFill>
              </a:rPr>
              <a:t>ight </a:t>
            </a:r>
            <a:r>
              <a:rPr lang="en-US" sz="1100" dirty="0">
                <a:solidFill>
                  <a:srgbClr val="313131"/>
                </a:solidFill>
              </a:rPr>
              <a:t>different </a:t>
            </a:r>
            <a:r>
              <a:rPr lang="en-US" sz="1100" dirty="0" err="1">
                <a:solidFill>
                  <a:srgbClr val="313131"/>
                </a:solidFill>
              </a:rPr>
              <a:t>programmes</a:t>
            </a:r>
            <a:r>
              <a:rPr lang="en-US" sz="1100" dirty="0">
                <a:solidFill>
                  <a:srgbClr val="313131"/>
                </a:solidFill>
              </a:rPr>
              <a:t> have been conducted and 155 Trainers of Trainers (</a:t>
            </a:r>
            <a:r>
              <a:rPr lang="en-US" sz="1100" dirty="0" err="1">
                <a:solidFill>
                  <a:srgbClr val="313131"/>
                </a:solidFill>
              </a:rPr>
              <a:t>ToTs</a:t>
            </a:r>
            <a:r>
              <a:rPr lang="en-US" sz="1100" dirty="0">
                <a:solidFill>
                  <a:srgbClr val="313131"/>
                </a:solidFill>
              </a:rPr>
              <a:t>) have been covered. </a:t>
            </a:r>
            <a:endParaRPr lang="en-US" sz="1100" dirty="0" smtClean="0">
              <a:solidFill>
                <a:srgbClr val="313131"/>
              </a:solidFill>
            </a:endParaRPr>
          </a:p>
          <a:p>
            <a:pPr marL="203200" indent="-203200">
              <a:spcBef>
                <a:spcPts val="600"/>
              </a:spcBef>
              <a:spcAft>
                <a:spcPts val="600"/>
              </a:spcAft>
              <a:buSzPct val="100000"/>
              <a:buFont typeface="Wingdings" panose="05000000000000000000" pitchFamily="2" charset="2"/>
              <a:buChar char="Ø"/>
            </a:pPr>
            <a:r>
              <a:rPr lang="en-US" sz="1100" dirty="0" smtClean="0">
                <a:solidFill>
                  <a:srgbClr val="313131"/>
                </a:solidFill>
              </a:rPr>
              <a:t>15 </a:t>
            </a:r>
            <a:r>
              <a:rPr lang="en-US" sz="1100" dirty="0">
                <a:solidFill>
                  <a:srgbClr val="313131"/>
                </a:solidFill>
              </a:rPr>
              <a:t>States and two Central Training Institutes viz. Indian Maritime University and Lal Bahadur </a:t>
            </a:r>
            <a:r>
              <a:rPr lang="en-US" sz="1100" dirty="0" err="1">
                <a:solidFill>
                  <a:srgbClr val="313131"/>
                </a:solidFill>
              </a:rPr>
              <a:t>Shastri</a:t>
            </a:r>
            <a:r>
              <a:rPr lang="en-US" sz="1100" dirty="0">
                <a:solidFill>
                  <a:srgbClr val="313131"/>
                </a:solidFill>
              </a:rPr>
              <a:t> National Academy of Administration have rolled out training </a:t>
            </a:r>
            <a:r>
              <a:rPr lang="en-US" sz="1100" dirty="0" err="1">
                <a:solidFill>
                  <a:srgbClr val="313131"/>
                </a:solidFill>
              </a:rPr>
              <a:t>programmes</a:t>
            </a:r>
            <a:r>
              <a:rPr lang="en-US" sz="1100" dirty="0">
                <a:solidFill>
                  <a:srgbClr val="313131"/>
                </a:solidFill>
              </a:rPr>
              <a:t> on PPPs and have trained over 700 public functionaries who deal with PPPs in their domain</a:t>
            </a:r>
            <a:r>
              <a:rPr lang="en-US" sz="1100" dirty="0" smtClean="0">
                <a:solidFill>
                  <a:srgbClr val="313131"/>
                </a:solidFill>
              </a:rPr>
              <a:t>.</a:t>
            </a:r>
            <a:endParaRPr lang="en-US" sz="1100" dirty="0">
              <a:solidFill>
                <a:srgbClr val="313131"/>
              </a:solidFill>
            </a:endParaRPr>
          </a:p>
        </p:txBody>
      </p:sp>
    </p:spTree>
    <p:extLst>
      <p:ext uri="{BB962C8B-B14F-4D97-AF65-F5344CB8AC3E}">
        <p14:creationId xmlns:p14="http://schemas.microsoft.com/office/powerpoint/2010/main" val="71353524"/>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13"/>
          <p:cNvGraphicFramePr>
            <a:graphicFrameLocks noGrp="1"/>
          </p:cNvGraphicFramePr>
          <p:nvPr>
            <p:extLst>
              <p:ext uri="{D42A27DB-BD31-4B8C-83A1-F6EECF244321}">
                <p14:modId xmlns:p14="http://schemas.microsoft.com/office/powerpoint/2010/main" val="3197497182"/>
              </p:ext>
            </p:extLst>
          </p:nvPr>
        </p:nvGraphicFramePr>
        <p:xfrm>
          <a:off x="957941" y="2505400"/>
          <a:ext cx="10394879" cy="3184900"/>
        </p:xfrm>
        <a:graphic>
          <a:graphicData uri="http://schemas.openxmlformats.org/drawingml/2006/table">
            <a:tbl>
              <a:tblPr>
                <a:tableStyleId>{5C22544A-7EE6-4342-B048-85BDC9FD1C3A}</a:tableStyleId>
              </a:tblPr>
              <a:tblGrid>
                <a:gridCol w="2013483">
                  <a:extLst>
                    <a:ext uri="{9D8B030D-6E8A-4147-A177-3AD203B41FA5}">
                      <a16:colId xmlns:a16="http://schemas.microsoft.com/office/drawing/2014/main" val="20000"/>
                    </a:ext>
                  </a:extLst>
                </a:gridCol>
                <a:gridCol w="2095349">
                  <a:extLst>
                    <a:ext uri="{9D8B030D-6E8A-4147-A177-3AD203B41FA5}">
                      <a16:colId xmlns:a16="http://schemas.microsoft.com/office/drawing/2014/main" val="20001"/>
                    </a:ext>
                  </a:extLst>
                </a:gridCol>
                <a:gridCol w="2095349">
                  <a:extLst>
                    <a:ext uri="{9D8B030D-6E8A-4147-A177-3AD203B41FA5}">
                      <a16:colId xmlns:a16="http://schemas.microsoft.com/office/drawing/2014/main" val="20002"/>
                    </a:ext>
                  </a:extLst>
                </a:gridCol>
                <a:gridCol w="2095349">
                  <a:extLst>
                    <a:ext uri="{9D8B030D-6E8A-4147-A177-3AD203B41FA5}">
                      <a16:colId xmlns:a16="http://schemas.microsoft.com/office/drawing/2014/main" val="20003"/>
                    </a:ext>
                  </a:extLst>
                </a:gridCol>
                <a:gridCol w="2095349">
                  <a:extLst>
                    <a:ext uri="{9D8B030D-6E8A-4147-A177-3AD203B41FA5}">
                      <a16:colId xmlns:a16="http://schemas.microsoft.com/office/drawing/2014/main" val="20004"/>
                    </a:ext>
                  </a:extLst>
                </a:gridCol>
              </a:tblGrid>
              <a:tr h="598105">
                <a:tc>
                  <a:txBody>
                    <a:bodyPr/>
                    <a:lstStyle/>
                    <a:p>
                      <a:pPr marL="0" indent="0">
                        <a:spcBef>
                          <a:spcPts val="300"/>
                        </a:spcBef>
                        <a:buFont typeface="Arial" panose="020B0604020202020204" pitchFamily="34" charset="0"/>
                        <a:buNone/>
                      </a:pPr>
                      <a:r>
                        <a:rPr lang="en-US" sz="1000" b="0" dirty="0">
                          <a:solidFill>
                            <a:schemeClr val="tx1"/>
                          </a:solidFill>
                          <a:latin typeface="+mn-lt"/>
                        </a:rPr>
                        <a:t>Activity #1</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000" b="0" dirty="0" smtClean="0">
                          <a:solidFill>
                            <a:schemeClr val="tx1"/>
                          </a:solidFill>
                          <a:latin typeface="+mn-lt"/>
                        </a:rPr>
                        <a:t>Strategic Planning</a:t>
                      </a:r>
                      <a:endParaRPr lang="en-US" sz="1000" b="0" dirty="0">
                        <a:solidFill>
                          <a:schemeClr val="tx1"/>
                        </a:solidFill>
                        <a:latin typeface="+mn-lt"/>
                      </a:endParaRP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000" b="0" dirty="0" smtClean="0">
                          <a:solidFill>
                            <a:schemeClr val="tx1"/>
                          </a:solidFill>
                          <a:latin typeface="+mn-lt"/>
                        </a:rPr>
                        <a:t>Planning</a:t>
                      </a:r>
                      <a:r>
                        <a:rPr lang="en-US" sz="1000" b="0" baseline="0" dirty="0" smtClean="0">
                          <a:solidFill>
                            <a:schemeClr val="tx1"/>
                          </a:solidFill>
                          <a:latin typeface="+mn-lt"/>
                        </a:rPr>
                        <a:t> for PPP project management</a:t>
                      </a:r>
                      <a:endParaRPr lang="en-US" sz="1000" b="0" dirty="0">
                        <a:solidFill>
                          <a:schemeClr val="tx1"/>
                        </a:solidFill>
                        <a:latin typeface="+mn-lt"/>
                      </a:endParaRP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000" b="0" dirty="0" smtClean="0">
                          <a:solidFill>
                            <a:schemeClr val="tx1"/>
                          </a:solidFill>
                          <a:latin typeface="+mn-lt"/>
                        </a:rPr>
                        <a:t>Preparing and</a:t>
                      </a:r>
                      <a:r>
                        <a:rPr lang="en-US" sz="1000" b="0" baseline="0" dirty="0" smtClean="0">
                          <a:solidFill>
                            <a:schemeClr val="tx1"/>
                          </a:solidFill>
                          <a:latin typeface="+mn-lt"/>
                        </a:rPr>
                        <a:t> issuing and EOI</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000" b="0" dirty="0" smtClean="0">
                          <a:solidFill>
                            <a:schemeClr val="tx1"/>
                          </a:solidFill>
                          <a:latin typeface="+mn-lt"/>
                        </a:rPr>
                        <a:t>Contract management</a:t>
                      </a:r>
                      <a:endParaRPr lang="en-US" sz="1000" b="0" dirty="0">
                        <a:solidFill>
                          <a:schemeClr val="tx1"/>
                        </a:solidFill>
                        <a:latin typeface="+mn-lt"/>
                      </a:endParaRPr>
                    </a:p>
                  </a:txBody>
                  <a:tcPr marT="91440" marB="9144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extLst>
                  <a:ext uri="{0D108BD9-81ED-4DB2-BD59-A6C34878D82A}">
                    <a16:rowId xmlns:a16="http://schemas.microsoft.com/office/drawing/2014/main" val="10000"/>
                  </a:ext>
                </a:extLst>
              </a:tr>
              <a:tr h="598105">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000" b="0" dirty="0">
                          <a:solidFill>
                            <a:schemeClr val="tx1"/>
                          </a:solidFill>
                          <a:latin typeface="+mn-lt"/>
                        </a:rPr>
                        <a:t>Activity #2</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000" b="0" dirty="0" smtClean="0">
                          <a:solidFill>
                            <a:schemeClr val="tx1"/>
                          </a:solidFill>
                          <a:latin typeface="+mn-lt"/>
                        </a:rPr>
                        <a:t>Project pre-feasibility</a:t>
                      </a:r>
                      <a:r>
                        <a:rPr lang="en-US" sz="1000" b="0" baseline="0" dirty="0" smtClean="0">
                          <a:solidFill>
                            <a:schemeClr val="tx1"/>
                          </a:solidFill>
                          <a:latin typeface="+mn-lt"/>
                        </a:rPr>
                        <a:t> analysis</a:t>
                      </a:r>
                      <a:endParaRPr lang="en-US" sz="1000" b="0" dirty="0">
                        <a:solidFill>
                          <a:schemeClr val="tx1"/>
                        </a:solidFill>
                        <a:latin typeface="+mn-lt"/>
                      </a:endParaRP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000" b="0" dirty="0" smtClean="0">
                          <a:solidFill>
                            <a:schemeClr val="tx1"/>
                          </a:solidFill>
                          <a:latin typeface="+mn-lt"/>
                        </a:rPr>
                        <a:t>Detailed feasibility study including PPP due diligence</a:t>
                      </a:r>
                      <a:endParaRPr lang="en-US" sz="1000" b="0" dirty="0">
                        <a:solidFill>
                          <a:schemeClr val="tx1"/>
                        </a:solidFill>
                        <a:latin typeface="+mn-lt"/>
                      </a:endParaRP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000" b="0" dirty="0" smtClean="0">
                          <a:solidFill>
                            <a:schemeClr val="tx1"/>
                          </a:solidFill>
                          <a:latin typeface="+mn-lt"/>
                        </a:rPr>
                        <a:t>Issuing RFQ,</a:t>
                      </a:r>
                      <a:r>
                        <a:rPr lang="en-US" sz="1000" b="0" baseline="0" dirty="0" smtClean="0">
                          <a:solidFill>
                            <a:schemeClr val="tx1"/>
                          </a:solidFill>
                          <a:latin typeface="+mn-lt"/>
                        </a:rPr>
                        <a:t> shortlisting bidders</a:t>
                      </a:r>
                      <a:endParaRPr lang="en-US" sz="1000" b="0" dirty="0">
                        <a:solidFill>
                          <a:schemeClr val="tx1"/>
                        </a:solidFill>
                        <a:latin typeface="+mn-lt"/>
                      </a:endParaRP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000" b="0" dirty="0" smtClean="0">
                          <a:solidFill>
                            <a:schemeClr val="tx1"/>
                          </a:solidFill>
                          <a:latin typeface="+mn-lt"/>
                        </a:rPr>
                        <a:t>Contract amendment</a:t>
                      </a:r>
                      <a:endParaRPr lang="en-US" sz="1000" b="0" dirty="0">
                        <a:solidFill>
                          <a:schemeClr val="tx1"/>
                        </a:solidFill>
                        <a:latin typeface="+mn-lt"/>
                      </a:endParaRPr>
                    </a:p>
                  </a:txBody>
                  <a:tcPr marT="91440" marB="9144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extLst>
                  <a:ext uri="{0D108BD9-81ED-4DB2-BD59-A6C34878D82A}">
                    <a16:rowId xmlns:a16="http://schemas.microsoft.com/office/drawing/2014/main" val="10001"/>
                  </a:ext>
                </a:extLst>
              </a:tr>
              <a:tr h="598105">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000" b="0" dirty="0">
                          <a:solidFill>
                            <a:schemeClr val="tx1"/>
                          </a:solidFill>
                          <a:latin typeface="+mn-lt"/>
                        </a:rPr>
                        <a:t>Activity #3</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endParaRPr lang="en-US" sz="1000" b="0" dirty="0">
                        <a:solidFill>
                          <a:schemeClr val="tx1"/>
                        </a:solidFill>
                        <a:latin typeface="+mn-lt"/>
                      </a:endParaRP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000" b="0" dirty="0" smtClean="0">
                          <a:solidFill>
                            <a:schemeClr val="tx1"/>
                          </a:solidFill>
                          <a:latin typeface="+mn-lt"/>
                        </a:rPr>
                        <a:t>Deciding</a:t>
                      </a:r>
                      <a:r>
                        <a:rPr lang="en-US" sz="1000" b="0" baseline="0" dirty="0" smtClean="0">
                          <a:solidFill>
                            <a:schemeClr val="tx1"/>
                          </a:solidFill>
                          <a:latin typeface="+mn-lt"/>
                        </a:rPr>
                        <a:t> on the best suited procurement method</a:t>
                      </a:r>
                      <a:endParaRPr lang="en-US" sz="1000" b="0" dirty="0">
                        <a:solidFill>
                          <a:schemeClr val="tx1"/>
                        </a:solidFill>
                        <a:latin typeface="+mn-lt"/>
                      </a:endParaRP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000" b="0" baseline="0" dirty="0" smtClean="0">
                          <a:solidFill>
                            <a:schemeClr val="tx1"/>
                          </a:solidFill>
                          <a:latin typeface="+mn-lt"/>
                        </a:rPr>
                        <a:t>Preparing final drafts of key project documents</a:t>
                      </a:r>
                      <a:endParaRPr lang="en-US" sz="1000" b="0" dirty="0" smtClean="0">
                        <a:solidFill>
                          <a:schemeClr val="tx1"/>
                        </a:solidFill>
                        <a:latin typeface="+mn-lt"/>
                      </a:endParaRP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000" b="0" dirty="0" smtClean="0">
                          <a:solidFill>
                            <a:schemeClr val="tx1"/>
                          </a:solidFill>
                          <a:latin typeface="+mn-lt"/>
                        </a:rPr>
                        <a:t>Dispute resolution</a:t>
                      </a:r>
                      <a:endParaRPr lang="en-US" sz="1000" b="0" dirty="0">
                        <a:solidFill>
                          <a:schemeClr val="tx1"/>
                        </a:solidFill>
                        <a:latin typeface="+mn-lt"/>
                      </a:endParaRPr>
                    </a:p>
                  </a:txBody>
                  <a:tcPr marT="91440" marB="9144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extLst>
                  <a:ext uri="{0D108BD9-81ED-4DB2-BD59-A6C34878D82A}">
                    <a16:rowId xmlns:a16="http://schemas.microsoft.com/office/drawing/2014/main" val="10002"/>
                  </a:ext>
                </a:extLst>
              </a:tr>
              <a:tr h="598105">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000" b="0" dirty="0">
                          <a:solidFill>
                            <a:schemeClr val="tx1"/>
                          </a:solidFill>
                          <a:latin typeface="+mn-lt"/>
                        </a:rPr>
                        <a:t>Activity #4</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endParaRPr lang="en-US" sz="1000" b="0" dirty="0">
                        <a:solidFill>
                          <a:schemeClr val="tx1"/>
                        </a:solidFill>
                        <a:latin typeface="+mn-lt"/>
                      </a:endParaRP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000" b="0" dirty="0" smtClean="0">
                          <a:solidFill>
                            <a:schemeClr val="tx1"/>
                          </a:solidFill>
                          <a:latin typeface="+mn-lt"/>
                        </a:rPr>
                        <a:t>Preparing first draft of key project requirements</a:t>
                      </a:r>
                      <a:endParaRPr lang="en-US" sz="1000" b="0" dirty="0">
                        <a:solidFill>
                          <a:schemeClr val="tx1"/>
                        </a:solidFill>
                        <a:latin typeface="+mn-lt"/>
                      </a:endParaRP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000" b="0" dirty="0" smtClean="0">
                          <a:solidFill>
                            <a:schemeClr val="tx1"/>
                          </a:solidFill>
                          <a:latin typeface="+mn-lt"/>
                        </a:rPr>
                        <a:t>Applying</a:t>
                      </a:r>
                      <a:r>
                        <a:rPr lang="en-US" sz="1000" b="0" baseline="0" dirty="0" smtClean="0">
                          <a:solidFill>
                            <a:schemeClr val="tx1"/>
                          </a:solidFill>
                          <a:latin typeface="+mn-lt"/>
                        </a:rPr>
                        <a:t> for final approval, RFP and bid evaluation</a:t>
                      </a:r>
                      <a:endParaRPr lang="en-US" sz="1000" b="0" dirty="0">
                        <a:solidFill>
                          <a:schemeClr val="tx1"/>
                        </a:solidFill>
                        <a:latin typeface="+mn-lt"/>
                      </a:endParaRP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endParaRPr lang="en-US" sz="1000" b="0" dirty="0">
                        <a:solidFill>
                          <a:schemeClr val="tx1"/>
                        </a:solidFill>
                        <a:latin typeface="+mn-lt"/>
                      </a:endParaRPr>
                    </a:p>
                  </a:txBody>
                  <a:tcPr marT="91440" marB="9144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extLst>
                  <a:ext uri="{0D108BD9-81ED-4DB2-BD59-A6C34878D82A}">
                    <a16:rowId xmlns:a16="http://schemas.microsoft.com/office/drawing/2014/main" val="10003"/>
                  </a:ext>
                </a:extLst>
              </a:tr>
              <a:tr h="598105">
                <a:tc>
                  <a:txBody>
                    <a:bodyPr/>
                    <a:lstStyle/>
                    <a:p>
                      <a:pPr marL="0" indent="0">
                        <a:spcBef>
                          <a:spcPts val="300"/>
                        </a:spcBef>
                        <a:buFont typeface="Arial" panose="020B0604020202020204" pitchFamily="34" charset="0"/>
                        <a:buNone/>
                      </a:pPr>
                      <a:r>
                        <a:rPr lang="en-US" sz="1000" b="0" dirty="0">
                          <a:solidFill>
                            <a:schemeClr val="tx1"/>
                          </a:solidFill>
                          <a:latin typeface="+mn-lt"/>
                        </a:rPr>
                        <a:t>Activity #5</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endParaRPr lang="en-US" sz="1000" b="0" dirty="0">
                        <a:solidFill>
                          <a:schemeClr val="tx1"/>
                        </a:solidFill>
                        <a:latin typeface="+mn-lt"/>
                      </a:endParaRP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000" b="0" dirty="0" smtClean="0">
                          <a:solidFill>
                            <a:schemeClr val="tx1"/>
                          </a:solidFill>
                          <a:latin typeface="+mn-lt"/>
                        </a:rPr>
                        <a:t>Applying</a:t>
                      </a:r>
                      <a:r>
                        <a:rPr lang="en-US" sz="1000" b="0" baseline="0" dirty="0" smtClean="0">
                          <a:solidFill>
                            <a:schemeClr val="tx1"/>
                          </a:solidFill>
                          <a:latin typeface="+mn-lt"/>
                        </a:rPr>
                        <a:t> for in-principle clearance from appropriate Appraisal/Clearance Authority</a:t>
                      </a:r>
                      <a:endParaRPr lang="en-US" sz="1000" b="0" dirty="0">
                        <a:solidFill>
                          <a:schemeClr val="tx1"/>
                        </a:solidFill>
                        <a:latin typeface="+mn-lt"/>
                      </a:endParaRP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000" b="0" dirty="0" smtClean="0">
                          <a:solidFill>
                            <a:schemeClr val="tx1"/>
                          </a:solidFill>
                          <a:latin typeface="+mn-lt"/>
                        </a:rPr>
                        <a:t>Contract finalization and award</a:t>
                      </a:r>
                      <a:endParaRPr lang="en-US" sz="1000" b="0" dirty="0">
                        <a:solidFill>
                          <a:schemeClr val="tx1"/>
                        </a:solidFill>
                        <a:latin typeface="+mn-lt"/>
                      </a:endParaRP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endParaRPr lang="en-US" sz="1000" b="0" dirty="0">
                        <a:solidFill>
                          <a:schemeClr val="tx1"/>
                        </a:solidFill>
                        <a:latin typeface="+mn-lt"/>
                      </a:endParaRPr>
                    </a:p>
                  </a:txBody>
                  <a:tcPr marT="91440" marB="9144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grpSp>
        <p:nvGrpSpPr>
          <p:cNvPr id="2" name="Group 1"/>
          <p:cNvGrpSpPr/>
          <p:nvPr/>
        </p:nvGrpSpPr>
        <p:grpSpPr>
          <a:xfrm>
            <a:off x="2714824" y="1187206"/>
            <a:ext cx="8438554" cy="1327141"/>
            <a:chOff x="2714824" y="1187206"/>
            <a:chExt cx="8438554" cy="1327141"/>
          </a:xfrm>
        </p:grpSpPr>
        <p:sp>
          <p:nvSpPr>
            <p:cNvPr id="12" name="Pentagon 11"/>
            <p:cNvSpPr/>
            <p:nvPr/>
          </p:nvSpPr>
          <p:spPr>
            <a:xfrm>
              <a:off x="3273693" y="1581113"/>
              <a:ext cx="2264679" cy="933234"/>
            </a:xfrm>
            <a:prstGeom prst="homePlat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050" b="1" dirty="0">
                  <a:solidFill>
                    <a:prstClr val="black"/>
                  </a:solidFill>
                  <a:latin typeface="Verdana"/>
                </a:rPr>
                <a:t>Phase 1</a:t>
              </a:r>
              <a:r>
                <a:rPr lang="en-US" sz="1050" dirty="0">
                  <a:solidFill>
                    <a:prstClr val="black"/>
                  </a:solidFill>
                  <a:latin typeface="Verdana"/>
                </a:rPr>
                <a:t>: Strategic planning, project pre-feasibility, PPP suitability testing, internal clearance</a:t>
              </a:r>
            </a:p>
          </p:txBody>
        </p:sp>
        <p:sp>
          <p:nvSpPr>
            <p:cNvPr id="13" name="Chevron 12"/>
            <p:cNvSpPr/>
            <p:nvPr/>
          </p:nvSpPr>
          <p:spPr>
            <a:xfrm>
              <a:off x="4937147" y="1581113"/>
              <a:ext cx="2264679" cy="933234"/>
            </a:xfrm>
            <a:prstGeom prst="chevron">
              <a:avLst/>
            </a:prstGeom>
            <a:solidFill>
              <a:srgbClr val="D0D0CE"/>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88900" tIns="88900" rIns="0" bIns="88900" rtlCol="0" anchor="ctr"/>
            <a:lstStyle/>
            <a:p>
              <a:r>
                <a:rPr lang="en-US" sz="1050" b="1" dirty="0">
                  <a:solidFill>
                    <a:prstClr val="black"/>
                  </a:solidFill>
                  <a:latin typeface="Verdana"/>
                </a:rPr>
                <a:t>Phase 2</a:t>
              </a:r>
              <a:r>
                <a:rPr lang="en-US" sz="1050" dirty="0">
                  <a:solidFill>
                    <a:prstClr val="black"/>
                  </a:solidFill>
                  <a:latin typeface="Verdana"/>
                </a:rPr>
                <a:t>: </a:t>
              </a:r>
              <a:r>
                <a:rPr lang="en-US" sz="1050" dirty="0" smtClean="0">
                  <a:solidFill>
                    <a:prstClr val="black"/>
                  </a:solidFill>
                  <a:latin typeface="Verdana"/>
                </a:rPr>
                <a:t>Full feasibility study, PPP preparation, clearance</a:t>
              </a:r>
              <a:endParaRPr lang="en-US" sz="1050" dirty="0">
                <a:solidFill>
                  <a:prstClr val="black"/>
                </a:solidFill>
                <a:latin typeface="Verdana"/>
              </a:endParaRPr>
            </a:p>
          </p:txBody>
        </p:sp>
        <p:sp>
          <p:nvSpPr>
            <p:cNvPr id="15" name="Chevron 14"/>
            <p:cNvSpPr/>
            <p:nvPr/>
          </p:nvSpPr>
          <p:spPr>
            <a:xfrm>
              <a:off x="6600601" y="1581113"/>
              <a:ext cx="2264679" cy="933233"/>
            </a:xfrm>
            <a:prstGeom prst="chevron">
              <a:avLst/>
            </a:prstGeom>
            <a:solidFill>
              <a:srgbClr val="A7A8AA"/>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88900" tIns="88900" rIns="0" bIns="88900" rtlCol="0" anchor="ctr"/>
            <a:lstStyle/>
            <a:p>
              <a:r>
                <a:rPr lang="en-US" sz="1050" b="1" dirty="0">
                  <a:solidFill>
                    <a:prstClr val="black"/>
                  </a:solidFill>
                  <a:latin typeface="Verdana"/>
                </a:rPr>
                <a:t>Phase 3</a:t>
              </a:r>
              <a:r>
                <a:rPr lang="en-US" sz="1050" dirty="0">
                  <a:solidFill>
                    <a:prstClr val="black"/>
                  </a:solidFill>
                  <a:latin typeface="Verdana"/>
                </a:rPr>
                <a:t>: Procurement, final approval, award</a:t>
              </a:r>
            </a:p>
          </p:txBody>
        </p:sp>
        <p:sp>
          <p:nvSpPr>
            <p:cNvPr id="17" name="Chevron 16"/>
            <p:cNvSpPr/>
            <p:nvPr/>
          </p:nvSpPr>
          <p:spPr>
            <a:xfrm>
              <a:off x="8264055" y="1581113"/>
              <a:ext cx="2264679" cy="933234"/>
            </a:xfrm>
            <a:prstGeom prst="chevron">
              <a:avLst/>
            </a:prstGeom>
            <a:solidFill>
              <a:srgbClr val="75787B"/>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88900" tIns="88900" rIns="0" bIns="88900" rtlCol="0" anchor="ctr"/>
            <a:lstStyle/>
            <a:p>
              <a:r>
                <a:rPr lang="en-US" sz="1050" b="1" dirty="0">
                  <a:solidFill>
                    <a:prstClr val="white"/>
                  </a:solidFill>
                  <a:latin typeface="Verdana"/>
                </a:rPr>
                <a:t>Phase 4</a:t>
              </a:r>
              <a:r>
                <a:rPr lang="en-US" sz="1050" dirty="0">
                  <a:solidFill>
                    <a:prstClr val="white"/>
                  </a:solidFill>
                  <a:latin typeface="Verdana"/>
                </a:rPr>
                <a:t>: Contract management and monitoring</a:t>
              </a:r>
            </a:p>
          </p:txBody>
        </p:sp>
        <p:sp>
          <p:nvSpPr>
            <p:cNvPr id="9" name="TextBox 8"/>
            <p:cNvSpPr txBox="1"/>
            <p:nvPr/>
          </p:nvSpPr>
          <p:spPr>
            <a:xfrm>
              <a:off x="2714824" y="1187206"/>
              <a:ext cx="8438554" cy="276999"/>
            </a:xfrm>
            <a:prstGeom prst="rect">
              <a:avLst/>
            </a:prstGeom>
            <a:solidFill>
              <a:schemeClr val="accent2">
                <a:lumMod val="20000"/>
                <a:lumOff val="80000"/>
              </a:schemeClr>
            </a:solidFill>
          </p:spPr>
          <p:txBody>
            <a:bodyPr wrap="square" rtlCol="0">
              <a:spAutoFit/>
            </a:bodyPr>
            <a:lstStyle/>
            <a:p>
              <a:pPr algn="ctr"/>
              <a:r>
                <a:rPr lang="en-US" sz="1200" b="1" dirty="0" smtClean="0">
                  <a:latin typeface="Verdana" panose="020B0604030504040204" pitchFamily="34" charset="0"/>
                  <a:ea typeface="Verdana" panose="020B0604030504040204" pitchFamily="34" charset="0"/>
                </a:rPr>
                <a:t>PPP identification &gt;&gt;&gt; PPP development pipeline &gt;&gt;&gt; PPP operation</a:t>
              </a:r>
              <a:endParaRPr lang="en-IN" sz="1200" b="1" dirty="0">
                <a:latin typeface="Verdana" panose="020B0604030504040204" pitchFamily="34" charset="0"/>
                <a:ea typeface="Verdana" panose="020B0604030504040204" pitchFamily="34" charset="0"/>
              </a:endParaRPr>
            </a:p>
          </p:txBody>
        </p:sp>
      </p:grpSp>
      <p:sp>
        <p:nvSpPr>
          <p:cNvPr id="16" name="Title 1"/>
          <p:cNvSpPr>
            <a:spLocks noGrp="1"/>
          </p:cNvSpPr>
          <p:nvPr>
            <p:ph type="title"/>
          </p:nvPr>
        </p:nvSpPr>
        <p:spPr>
          <a:xfrm>
            <a:off x="550892" y="574157"/>
            <a:ext cx="10515600" cy="613048"/>
          </a:xfrm>
        </p:spPr>
        <p:txBody>
          <a:bodyPr>
            <a:normAutofit/>
          </a:bodyPr>
          <a:lstStyle/>
          <a:p>
            <a:r>
              <a:rPr lang="en-US" sz="1800" b="1" dirty="0" smtClean="0">
                <a:latin typeface="Verdana" panose="020B0604030504040204" pitchFamily="34" charset="0"/>
                <a:ea typeface="Verdana" panose="020B0604030504040204" pitchFamily="34" charset="0"/>
              </a:rPr>
              <a:t>Public-private partnership structure and processes</a:t>
            </a:r>
            <a:endParaRPr lang="en-IN" sz="1800"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062960358"/>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2271338189"/>
              </p:ext>
            </p:extLst>
          </p:nvPr>
        </p:nvGraphicFramePr>
        <p:xfrm>
          <a:off x="493007" y="1387948"/>
          <a:ext cx="11202987" cy="487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2"/>
          <p:cNvSpPr>
            <a:spLocks noGrp="1"/>
          </p:cNvSpPr>
          <p:nvPr>
            <p:ph type="title"/>
          </p:nvPr>
        </p:nvSpPr>
        <p:spPr>
          <a:xfrm>
            <a:off x="493007" y="580911"/>
            <a:ext cx="11201796" cy="698500"/>
          </a:xfrm>
        </p:spPr>
        <p:txBody>
          <a:bodyPr/>
          <a:lstStyle/>
          <a:p>
            <a:r>
              <a:rPr lang="en-GB" sz="1800" b="1" dirty="0"/>
              <a:t>L</a:t>
            </a:r>
            <a:r>
              <a:rPr lang="en-GB" sz="1800" b="1" dirty="0" smtClean="0"/>
              <a:t>egal framework of airport PPPs</a:t>
            </a:r>
            <a:endParaRPr lang="en-GB" sz="1800" b="1" dirty="0"/>
          </a:p>
        </p:txBody>
      </p:sp>
    </p:spTree>
    <p:extLst>
      <p:ext uri="{BB962C8B-B14F-4D97-AF65-F5344CB8AC3E}">
        <p14:creationId xmlns:p14="http://schemas.microsoft.com/office/powerpoint/2010/main" val="633743389"/>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494199" y="696221"/>
            <a:ext cx="11201796" cy="556013"/>
          </a:xfrm>
        </p:spPr>
        <p:txBody>
          <a:bodyPr/>
          <a:lstStyle/>
          <a:p>
            <a:r>
              <a:rPr lang="en-US" sz="1400" dirty="0" smtClean="0"/>
              <a:t>Factors affecting airport ecosyste</a:t>
            </a:r>
            <a:r>
              <a:rPr lang="en-US" sz="1400" dirty="0"/>
              <a:t>m</a:t>
            </a:r>
          </a:p>
        </p:txBody>
      </p:sp>
      <p:sp>
        <p:nvSpPr>
          <p:cNvPr id="3" name="Title 2"/>
          <p:cNvSpPr>
            <a:spLocks noGrp="1"/>
          </p:cNvSpPr>
          <p:nvPr>
            <p:ph type="title"/>
          </p:nvPr>
        </p:nvSpPr>
        <p:spPr/>
        <p:txBody>
          <a:bodyPr/>
          <a:lstStyle/>
          <a:p>
            <a:r>
              <a:rPr lang="en-GB" sz="1800" b="1" dirty="0"/>
              <a:t>Airport Development and Operations</a:t>
            </a:r>
          </a:p>
        </p:txBody>
      </p:sp>
      <p:grpSp>
        <p:nvGrpSpPr>
          <p:cNvPr id="63" name="Group 62"/>
          <p:cNvGrpSpPr/>
          <p:nvPr/>
        </p:nvGrpSpPr>
        <p:grpSpPr>
          <a:xfrm>
            <a:off x="5039643" y="2523162"/>
            <a:ext cx="2086023" cy="2086023"/>
            <a:chOff x="4244992" y="3260040"/>
            <a:chExt cx="2206887" cy="2206887"/>
          </a:xfrm>
        </p:grpSpPr>
        <p:sp>
          <p:nvSpPr>
            <p:cNvPr id="68" name="Oval 67"/>
            <p:cNvSpPr/>
            <p:nvPr/>
          </p:nvSpPr>
          <p:spPr>
            <a:xfrm>
              <a:off x="4244992" y="3260040"/>
              <a:ext cx="2206887" cy="2206887"/>
            </a:xfrm>
            <a:prstGeom prst="ellipse">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1018824" rtl="0" eaLnBrk="1" latinLnBrk="0" hangingPunct="1">
                <a:defRPr sz="2000" kern="1200">
                  <a:solidFill>
                    <a:schemeClr val="lt1"/>
                  </a:solidFill>
                  <a:latin typeface="+mn-lt"/>
                  <a:ea typeface="+mn-ea"/>
                  <a:cs typeface="+mn-cs"/>
                </a:defRPr>
              </a:lvl1pPr>
              <a:lvl2pPr marL="509412" algn="l" defTabSz="1018824" rtl="0" eaLnBrk="1" latinLnBrk="0" hangingPunct="1">
                <a:defRPr sz="2000" kern="1200">
                  <a:solidFill>
                    <a:schemeClr val="lt1"/>
                  </a:solidFill>
                  <a:latin typeface="+mn-lt"/>
                  <a:ea typeface="+mn-ea"/>
                  <a:cs typeface="+mn-cs"/>
                </a:defRPr>
              </a:lvl2pPr>
              <a:lvl3pPr marL="1018824" algn="l" defTabSz="1018824" rtl="0" eaLnBrk="1" latinLnBrk="0" hangingPunct="1">
                <a:defRPr sz="2000" kern="1200">
                  <a:solidFill>
                    <a:schemeClr val="lt1"/>
                  </a:solidFill>
                  <a:latin typeface="+mn-lt"/>
                  <a:ea typeface="+mn-ea"/>
                  <a:cs typeface="+mn-cs"/>
                </a:defRPr>
              </a:lvl3pPr>
              <a:lvl4pPr marL="1528237" algn="l" defTabSz="1018824" rtl="0" eaLnBrk="1" latinLnBrk="0" hangingPunct="1">
                <a:defRPr sz="2000" kern="1200">
                  <a:solidFill>
                    <a:schemeClr val="lt1"/>
                  </a:solidFill>
                  <a:latin typeface="+mn-lt"/>
                  <a:ea typeface="+mn-ea"/>
                  <a:cs typeface="+mn-cs"/>
                </a:defRPr>
              </a:lvl4pPr>
              <a:lvl5pPr marL="2037649" algn="l" defTabSz="1018824" rtl="0" eaLnBrk="1" latinLnBrk="0" hangingPunct="1">
                <a:defRPr sz="2000" kern="1200">
                  <a:solidFill>
                    <a:schemeClr val="lt1"/>
                  </a:solidFill>
                  <a:latin typeface="+mn-lt"/>
                  <a:ea typeface="+mn-ea"/>
                  <a:cs typeface="+mn-cs"/>
                </a:defRPr>
              </a:lvl5pPr>
              <a:lvl6pPr marL="2547061" algn="l" defTabSz="1018824" rtl="0" eaLnBrk="1" latinLnBrk="0" hangingPunct="1">
                <a:defRPr sz="2000" kern="1200">
                  <a:solidFill>
                    <a:schemeClr val="lt1"/>
                  </a:solidFill>
                  <a:latin typeface="+mn-lt"/>
                  <a:ea typeface="+mn-ea"/>
                  <a:cs typeface="+mn-cs"/>
                </a:defRPr>
              </a:lvl6pPr>
              <a:lvl7pPr marL="3056473" algn="l" defTabSz="1018824" rtl="0" eaLnBrk="1" latinLnBrk="0" hangingPunct="1">
                <a:defRPr sz="2000" kern="1200">
                  <a:solidFill>
                    <a:schemeClr val="lt1"/>
                  </a:solidFill>
                  <a:latin typeface="+mn-lt"/>
                  <a:ea typeface="+mn-ea"/>
                  <a:cs typeface="+mn-cs"/>
                </a:defRPr>
              </a:lvl7pPr>
              <a:lvl8pPr marL="3565886" algn="l" defTabSz="1018824" rtl="0" eaLnBrk="1" latinLnBrk="0" hangingPunct="1">
                <a:defRPr sz="2000" kern="1200">
                  <a:solidFill>
                    <a:schemeClr val="lt1"/>
                  </a:solidFill>
                  <a:latin typeface="+mn-lt"/>
                  <a:ea typeface="+mn-ea"/>
                  <a:cs typeface="+mn-cs"/>
                </a:defRPr>
              </a:lvl8pPr>
              <a:lvl9pPr marL="4075298" algn="l" defTabSz="1018824" rtl="0" eaLnBrk="1" latinLnBrk="0" hangingPunct="1">
                <a:defRPr sz="2000" kern="1200">
                  <a:solidFill>
                    <a:schemeClr val="lt1"/>
                  </a:solidFill>
                  <a:latin typeface="+mn-lt"/>
                  <a:ea typeface="+mn-ea"/>
                  <a:cs typeface="+mn-cs"/>
                </a:defRPr>
              </a:lvl9pPr>
            </a:lstStyle>
            <a:p>
              <a:pPr marL="0" marR="0" lvl="0" indent="0" algn="ctr" defTabSz="100080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7" name="Rectangle 66"/>
            <p:cNvSpPr/>
            <p:nvPr/>
          </p:nvSpPr>
          <p:spPr>
            <a:xfrm>
              <a:off x="4320789" y="4090454"/>
              <a:ext cx="1999035" cy="390731"/>
            </a:xfrm>
            <a:prstGeom prst="rect">
              <a:avLst/>
            </a:prstGeom>
          </p:spPr>
          <p:txBody>
            <a:bodyPr wrap="square">
              <a:spAutoFit/>
            </a:bodyPr>
            <a:ls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a:lstStyle>
            <a:p>
              <a:pPr marL="0" marR="0" lvl="0" indent="0" algn="ctr" defTabSz="1000801" rtl="0" eaLnBrk="1" fontAlgn="auto" latinLnBrk="0" hangingPunct="1">
                <a:lnSpc>
                  <a:spcPct val="100000"/>
                </a:lnSpc>
                <a:spcBef>
                  <a:spcPts val="0"/>
                </a:spcBef>
                <a:spcAft>
                  <a:spcPts val="0"/>
                </a:spcAft>
                <a:buClrTx/>
                <a:buSzTx/>
                <a:buFontTx/>
                <a:buNone/>
                <a:tabLst/>
                <a:defRPr/>
              </a:pPr>
              <a:r>
                <a:rPr kumimoji="0" lang="en-US" sz="1800" b="1" i="0" u="none" strike="noStrike" kern="1200" cap="small" spc="0" normalizeH="0" baseline="0" noProof="0" dirty="0" smtClean="0">
                  <a:ln>
                    <a:noFill/>
                  </a:ln>
                  <a:solidFill>
                    <a:prstClr val="black"/>
                  </a:solidFill>
                  <a:effectLst/>
                  <a:uLnTx/>
                  <a:uFillTx/>
                  <a:latin typeface="Verdana"/>
                  <a:ea typeface="+mn-ea"/>
                  <a:cs typeface="Times New Roman" panose="02020603050405020304" pitchFamily="18" charset="0"/>
                </a:rPr>
                <a:t>Airports</a:t>
              </a:r>
              <a:endParaRPr kumimoji="0" lang="en-US" sz="1800" b="1" i="0" u="none" strike="noStrike" kern="1200" cap="small" spc="0" normalizeH="0" baseline="0" noProof="0" dirty="0">
                <a:ln>
                  <a:noFill/>
                </a:ln>
                <a:solidFill>
                  <a:prstClr val="black"/>
                </a:solidFill>
                <a:effectLst/>
                <a:uLnTx/>
                <a:uFillTx/>
                <a:latin typeface="Verdana"/>
                <a:ea typeface="+mn-ea"/>
                <a:cs typeface="Times New Roman" panose="02020603050405020304" pitchFamily="18" charset="0"/>
              </a:endParaRPr>
            </a:p>
          </p:txBody>
        </p:sp>
      </p:grpSp>
      <p:grpSp>
        <p:nvGrpSpPr>
          <p:cNvPr id="70" name="Group 69"/>
          <p:cNvGrpSpPr/>
          <p:nvPr/>
        </p:nvGrpSpPr>
        <p:grpSpPr>
          <a:xfrm>
            <a:off x="362370" y="3943027"/>
            <a:ext cx="4345190" cy="1922484"/>
            <a:chOff x="275533" y="4499196"/>
            <a:chExt cx="4345190" cy="1922484"/>
          </a:xfrm>
        </p:grpSpPr>
        <p:grpSp>
          <p:nvGrpSpPr>
            <p:cNvPr id="74" name="Group 73"/>
            <p:cNvGrpSpPr/>
            <p:nvPr/>
          </p:nvGrpSpPr>
          <p:grpSpPr>
            <a:xfrm>
              <a:off x="3036723" y="4837680"/>
              <a:ext cx="1584000" cy="1584000"/>
              <a:chOff x="2499857" y="4436893"/>
              <a:chExt cx="1675776" cy="1675776"/>
            </a:xfrm>
          </p:grpSpPr>
          <p:sp>
            <p:nvSpPr>
              <p:cNvPr id="78" name="Oval 77"/>
              <p:cNvSpPr/>
              <p:nvPr/>
            </p:nvSpPr>
            <p:spPr>
              <a:xfrm>
                <a:off x="2499857" y="4436893"/>
                <a:ext cx="1675776" cy="1675776"/>
              </a:xfrm>
              <a:prstGeom prst="ellipse">
                <a:avLst/>
              </a:prstGeom>
              <a:solidFill>
                <a:schemeClr val="bg2">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1018824" rtl="0" eaLnBrk="1" latinLnBrk="0" hangingPunct="1">
                  <a:defRPr sz="2000" kern="1200">
                    <a:solidFill>
                      <a:schemeClr val="lt1"/>
                    </a:solidFill>
                    <a:latin typeface="+mn-lt"/>
                    <a:ea typeface="+mn-ea"/>
                    <a:cs typeface="+mn-cs"/>
                  </a:defRPr>
                </a:lvl1pPr>
                <a:lvl2pPr marL="509412" algn="l" defTabSz="1018824" rtl="0" eaLnBrk="1" latinLnBrk="0" hangingPunct="1">
                  <a:defRPr sz="2000" kern="1200">
                    <a:solidFill>
                      <a:schemeClr val="lt1"/>
                    </a:solidFill>
                    <a:latin typeface="+mn-lt"/>
                    <a:ea typeface="+mn-ea"/>
                    <a:cs typeface="+mn-cs"/>
                  </a:defRPr>
                </a:lvl2pPr>
                <a:lvl3pPr marL="1018824" algn="l" defTabSz="1018824" rtl="0" eaLnBrk="1" latinLnBrk="0" hangingPunct="1">
                  <a:defRPr sz="2000" kern="1200">
                    <a:solidFill>
                      <a:schemeClr val="lt1"/>
                    </a:solidFill>
                    <a:latin typeface="+mn-lt"/>
                    <a:ea typeface="+mn-ea"/>
                    <a:cs typeface="+mn-cs"/>
                  </a:defRPr>
                </a:lvl3pPr>
                <a:lvl4pPr marL="1528237" algn="l" defTabSz="1018824" rtl="0" eaLnBrk="1" latinLnBrk="0" hangingPunct="1">
                  <a:defRPr sz="2000" kern="1200">
                    <a:solidFill>
                      <a:schemeClr val="lt1"/>
                    </a:solidFill>
                    <a:latin typeface="+mn-lt"/>
                    <a:ea typeface="+mn-ea"/>
                    <a:cs typeface="+mn-cs"/>
                  </a:defRPr>
                </a:lvl4pPr>
                <a:lvl5pPr marL="2037649" algn="l" defTabSz="1018824" rtl="0" eaLnBrk="1" latinLnBrk="0" hangingPunct="1">
                  <a:defRPr sz="2000" kern="1200">
                    <a:solidFill>
                      <a:schemeClr val="lt1"/>
                    </a:solidFill>
                    <a:latin typeface="+mn-lt"/>
                    <a:ea typeface="+mn-ea"/>
                    <a:cs typeface="+mn-cs"/>
                  </a:defRPr>
                </a:lvl5pPr>
                <a:lvl6pPr marL="2547061" algn="l" defTabSz="1018824" rtl="0" eaLnBrk="1" latinLnBrk="0" hangingPunct="1">
                  <a:defRPr sz="2000" kern="1200">
                    <a:solidFill>
                      <a:schemeClr val="lt1"/>
                    </a:solidFill>
                    <a:latin typeface="+mn-lt"/>
                    <a:ea typeface="+mn-ea"/>
                    <a:cs typeface="+mn-cs"/>
                  </a:defRPr>
                </a:lvl6pPr>
                <a:lvl7pPr marL="3056473" algn="l" defTabSz="1018824" rtl="0" eaLnBrk="1" latinLnBrk="0" hangingPunct="1">
                  <a:defRPr sz="2000" kern="1200">
                    <a:solidFill>
                      <a:schemeClr val="lt1"/>
                    </a:solidFill>
                    <a:latin typeface="+mn-lt"/>
                    <a:ea typeface="+mn-ea"/>
                    <a:cs typeface="+mn-cs"/>
                  </a:defRPr>
                </a:lvl7pPr>
                <a:lvl8pPr marL="3565886" algn="l" defTabSz="1018824" rtl="0" eaLnBrk="1" latinLnBrk="0" hangingPunct="1">
                  <a:defRPr sz="2000" kern="1200">
                    <a:solidFill>
                      <a:schemeClr val="lt1"/>
                    </a:solidFill>
                    <a:latin typeface="+mn-lt"/>
                    <a:ea typeface="+mn-ea"/>
                    <a:cs typeface="+mn-cs"/>
                  </a:defRPr>
                </a:lvl8pPr>
                <a:lvl9pPr marL="4075298" algn="l" defTabSz="1018824" rtl="0" eaLnBrk="1" latinLnBrk="0" hangingPunct="1">
                  <a:defRPr sz="2000" kern="1200">
                    <a:solidFill>
                      <a:schemeClr val="lt1"/>
                    </a:solidFill>
                    <a:latin typeface="+mn-lt"/>
                    <a:ea typeface="+mn-ea"/>
                    <a:cs typeface="+mn-cs"/>
                  </a:defRPr>
                </a:lvl9pPr>
              </a:lstStyle>
              <a:p>
                <a:pPr marL="0" marR="0" lvl="0" indent="0" algn="ctr" defTabSz="100080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77" name="Rectangle 76"/>
              <p:cNvSpPr/>
              <p:nvPr/>
            </p:nvSpPr>
            <p:spPr>
              <a:xfrm>
                <a:off x="2802907" y="5145612"/>
                <a:ext cx="1155484" cy="195365"/>
              </a:xfrm>
              <a:prstGeom prst="rect">
                <a:avLst/>
              </a:prstGeom>
            </p:spPr>
            <p:txBody>
              <a:bodyPr wrap="square" lIns="0" tIns="0" rIns="0" bIns="0">
                <a:spAutoFit/>
              </a:bodyPr>
              <a:ls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a:lstStyle>
              <a:p>
                <a:pPr marL="0" marR="0" lvl="0" indent="0" algn="ctr" defTabSz="1000801" rtl="0" eaLnBrk="1" fontAlgn="auto" latinLnBrk="0" hangingPunct="1">
                  <a:lnSpc>
                    <a:spcPct val="100000"/>
                  </a:lnSpc>
                  <a:spcBef>
                    <a:spcPts val="0"/>
                  </a:spcBef>
                  <a:spcAft>
                    <a:spcPts val="0"/>
                  </a:spcAft>
                  <a:buClrTx/>
                  <a:buSzTx/>
                  <a:buFontTx/>
                  <a:buNone/>
                  <a:tabLst/>
                  <a:defRPr/>
                </a:pPr>
                <a:r>
                  <a:rPr kumimoji="0" lang="en-US" sz="1200" b="1" i="0" u="none" strike="noStrike" kern="1200" cap="small" spc="0" normalizeH="0" baseline="0" noProof="0" dirty="0" smtClean="0">
                    <a:ln>
                      <a:noFill/>
                    </a:ln>
                    <a:solidFill>
                      <a:srgbClr val="FFFFFF"/>
                    </a:solidFill>
                    <a:effectLst/>
                    <a:uLnTx/>
                    <a:uFillTx/>
                    <a:latin typeface="Verdana"/>
                    <a:ea typeface="+mn-ea"/>
                    <a:cs typeface="Times New Roman" panose="02020603050405020304" pitchFamily="18" charset="0"/>
                  </a:rPr>
                  <a:t>Airlines</a:t>
                </a:r>
                <a:endParaRPr kumimoji="0" lang="en-US" sz="1200" b="1" i="0" u="none" strike="noStrike" kern="1200" cap="small" spc="0" normalizeH="0" baseline="0" noProof="0" dirty="0">
                  <a:ln>
                    <a:noFill/>
                  </a:ln>
                  <a:solidFill>
                    <a:srgbClr val="FFFFFF"/>
                  </a:solidFill>
                  <a:effectLst/>
                  <a:uLnTx/>
                  <a:uFillTx/>
                  <a:latin typeface="Verdana"/>
                  <a:ea typeface="+mn-ea"/>
                  <a:cs typeface="Times New Roman" panose="02020603050405020304" pitchFamily="18" charset="0"/>
                </a:endParaRPr>
              </a:p>
            </p:txBody>
          </p:sp>
        </p:grpSp>
        <p:cxnSp>
          <p:nvCxnSpPr>
            <p:cNvPr id="72" name="Straight Connector 71"/>
            <p:cNvCxnSpPr/>
            <p:nvPr/>
          </p:nvCxnSpPr>
          <p:spPr>
            <a:xfrm>
              <a:off x="275533" y="4499196"/>
              <a:ext cx="271385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2989383" y="4499196"/>
              <a:ext cx="614311" cy="40977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54" name="Group 153"/>
          <p:cNvGrpSpPr/>
          <p:nvPr/>
        </p:nvGrpSpPr>
        <p:grpSpPr>
          <a:xfrm>
            <a:off x="436567" y="1051742"/>
            <a:ext cx="4270993" cy="1686038"/>
            <a:chOff x="209633" y="1662785"/>
            <a:chExt cx="4270993" cy="1686038"/>
          </a:xfrm>
        </p:grpSpPr>
        <p:grpSp>
          <p:nvGrpSpPr>
            <p:cNvPr id="158" name="Group 157"/>
            <p:cNvGrpSpPr/>
            <p:nvPr/>
          </p:nvGrpSpPr>
          <p:grpSpPr>
            <a:xfrm>
              <a:off x="2896626" y="1764823"/>
              <a:ext cx="1584000" cy="1584000"/>
              <a:chOff x="4018421" y="1582773"/>
              <a:chExt cx="1584000" cy="1584000"/>
            </a:xfrm>
          </p:grpSpPr>
          <p:sp>
            <p:nvSpPr>
              <p:cNvPr id="162" name="Oval 161"/>
              <p:cNvSpPr/>
              <p:nvPr/>
            </p:nvSpPr>
            <p:spPr>
              <a:xfrm>
                <a:off x="4018421" y="1582773"/>
                <a:ext cx="1584000" cy="1584000"/>
              </a:xfrm>
              <a:prstGeom prst="ellipse">
                <a:avLst/>
              </a:prstGeom>
              <a:solidFill>
                <a:schemeClr val="bg2">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1018824" rtl="0" eaLnBrk="1" latinLnBrk="0" hangingPunct="1">
                  <a:defRPr sz="2000" kern="1200">
                    <a:solidFill>
                      <a:schemeClr val="lt1"/>
                    </a:solidFill>
                    <a:latin typeface="+mn-lt"/>
                    <a:ea typeface="+mn-ea"/>
                    <a:cs typeface="+mn-cs"/>
                  </a:defRPr>
                </a:lvl1pPr>
                <a:lvl2pPr marL="509412" algn="l" defTabSz="1018824" rtl="0" eaLnBrk="1" latinLnBrk="0" hangingPunct="1">
                  <a:defRPr sz="2000" kern="1200">
                    <a:solidFill>
                      <a:schemeClr val="lt1"/>
                    </a:solidFill>
                    <a:latin typeface="+mn-lt"/>
                    <a:ea typeface="+mn-ea"/>
                    <a:cs typeface="+mn-cs"/>
                  </a:defRPr>
                </a:lvl2pPr>
                <a:lvl3pPr marL="1018824" algn="l" defTabSz="1018824" rtl="0" eaLnBrk="1" latinLnBrk="0" hangingPunct="1">
                  <a:defRPr sz="2000" kern="1200">
                    <a:solidFill>
                      <a:schemeClr val="lt1"/>
                    </a:solidFill>
                    <a:latin typeface="+mn-lt"/>
                    <a:ea typeface="+mn-ea"/>
                    <a:cs typeface="+mn-cs"/>
                  </a:defRPr>
                </a:lvl3pPr>
                <a:lvl4pPr marL="1528237" algn="l" defTabSz="1018824" rtl="0" eaLnBrk="1" latinLnBrk="0" hangingPunct="1">
                  <a:defRPr sz="2000" kern="1200">
                    <a:solidFill>
                      <a:schemeClr val="lt1"/>
                    </a:solidFill>
                    <a:latin typeface="+mn-lt"/>
                    <a:ea typeface="+mn-ea"/>
                    <a:cs typeface="+mn-cs"/>
                  </a:defRPr>
                </a:lvl4pPr>
                <a:lvl5pPr marL="2037649" algn="l" defTabSz="1018824" rtl="0" eaLnBrk="1" latinLnBrk="0" hangingPunct="1">
                  <a:defRPr sz="2000" kern="1200">
                    <a:solidFill>
                      <a:schemeClr val="lt1"/>
                    </a:solidFill>
                    <a:latin typeface="+mn-lt"/>
                    <a:ea typeface="+mn-ea"/>
                    <a:cs typeface="+mn-cs"/>
                  </a:defRPr>
                </a:lvl5pPr>
                <a:lvl6pPr marL="2547061" algn="l" defTabSz="1018824" rtl="0" eaLnBrk="1" latinLnBrk="0" hangingPunct="1">
                  <a:defRPr sz="2000" kern="1200">
                    <a:solidFill>
                      <a:schemeClr val="lt1"/>
                    </a:solidFill>
                    <a:latin typeface="+mn-lt"/>
                    <a:ea typeface="+mn-ea"/>
                    <a:cs typeface="+mn-cs"/>
                  </a:defRPr>
                </a:lvl6pPr>
                <a:lvl7pPr marL="3056473" algn="l" defTabSz="1018824" rtl="0" eaLnBrk="1" latinLnBrk="0" hangingPunct="1">
                  <a:defRPr sz="2000" kern="1200">
                    <a:solidFill>
                      <a:schemeClr val="lt1"/>
                    </a:solidFill>
                    <a:latin typeface="+mn-lt"/>
                    <a:ea typeface="+mn-ea"/>
                    <a:cs typeface="+mn-cs"/>
                  </a:defRPr>
                </a:lvl7pPr>
                <a:lvl8pPr marL="3565886" algn="l" defTabSz="1018824" rtl="0" eaLnBrk="1" latinLnBrk="0" hangingPunct="1">
                  <a:defRPr sz="2000" kern="1200">
                    <a:solidFill>
                      <a:schemeClr val="lt1"/>
                    </a:solidFill>
                    <a:latin typeface="+mn-lt"/>
                    <a:ea typeface="+mn-ea"/>
                    <a:cs typeface="+mn-cs"/>
                  </a:defRPr>
                </a:lvl8pPr>
                <a:lvl9pPr marL="4075298" algn="l" defTabSz="1018824" rtl="0" eaLnBrk="1" latinLnBrk="0" hangingPunct="1">
                  <a:defRPr sz="2000" kern="1200">
                    <a:solidFill>
                      <a:schemeClr val="lt1"/>
                    </a:solidFill>
                    <a:latin typeface="+mn-lt"/>
                    <a:ea typeface="+mn-ea"/>
                    <a:cs typeface="+mn-cs"/>
                  </a:defRPr>
                </a:lvl9pPr>
              </a:lstStyle>
              <a:p>
                <a:pPr marL="0" marR="0" lvl="0" indent="0" algn="ctr" defTabSz="100080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61" name="Rectangle 160"/>
              <p:cNvSpPr/>
              <p:nvPr/>
            </p:nvSpPr>
            <p:spPr>
              <a:xfrm>
                <a:off x="4265907" y="2041383"/>
                <a:ext cx="1121184" cy="553998"/>
              </a:xfrm>
              <a:prstGeom prst="rect">
                <a:avLst/>
              </a:prstGeom>
            </p:spPr>
            <p:txBody>
              <a:bodyPr wrap="square" lIns="0" tIns="0" rIns="0" bIns="0">
                <a:spAutoFit/>
              </a:bodyPr>
              <a:ls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a:lstStyle>
              <a:p>
                <a:pPr marL="0" marR="0" lvl="0" indent="0" algn="ctr" defTabSz="1000801" rtl="0" eaLnBrk="1" fontAlgn="auto" latinLnBrk="0" hangingPunct="1">
                  <a:lnSpc>
                    <a:spcPct val="100000"/>
                  </a:lnSpc>
                  <a:spcBef>
                    <a:spcPts val="0"/>
                  </a:spcBef>
                  <a:spcAft>
                    <a:spcPts val="0"/>
                  </a:spcAft>
                  <a:buClrTx/>
                  <a:buSzTx/>
                  <a:buFontTx/>
                  <a:buNone/>
                  <a:tabLst/>
                  <a:defRPr/>
                </a:pPr>
                <a:r>
                  <a:rPr kumimoji="0" lang="en-US" sz="1200" b="1" i="0" u="none" strike="noStrike" kern="1200" cap="small" spc="0" normalizeH="0" baseline="0" noProof="0" dirty="0" smtClean="0">
                    <a:ln>
                      <a:noFill/>
                    </a:ln>
                    <a:solidFill>
                      <a:srgbClr val="FFFFFF"/>
                    </a:solidFill>
                    <a:effectLst/>
                    <a:uLnTx/>
                    <a:uFillTx/>
                    <a:latin typeface="Verdana"/>
                    <a:ea typeface="+mn-ea"/>
                    <a:cs typeface="Times New Roman" panose="02020603050405020304" pitchFamily="18" charset="0"/>
                  </a:rPr>
                  <a:t>Developers, Operators &amp; Financers</a:t>
                </a:r>
                <a:endParaRPr kumimoji="0" lang="en-US" sz="1200" b="1" i="0" u="none" strike="noStrike" kern="1200" cap="small" spc="0" normalizeH="0" baseline="0" noProof="0" dirty="0">
                  <a:ln>
                    <a:noFill/>
                  </a:ln>
                  <a:solidFill>
                    <a:srgbClr val="FFFFFF"/>
                  </a:solidFill>
                  <a:effectLst/>
                  <a:uLnTx/>
                  <a:uFillTx/>
                  <a:latin typeface="Verdana"/>
                  <a:ea typeface="+mn-ea"/>
                  <a:cs typeface="Times New Roman" panose="02020603050405020304" pitchFamily="18" charset="0"/>
                </a:endParaRPr>
              </a:p>
            </p:txBody>
          </p:sp>
        </p:grpSp>
        <p:cxnSp>
          <p:nvCxnSpPr>
            <p:cNvPr id="156" name="Straight Connector 155"/>
            <p:cNvCxnSpPr/>
            <p:nvPr/>
          </p:nvCxnSpPr>
          <p:spPr>
            <a:xfrm>
              <a:off x="209633" y="1662785"/>
              <a:ext cx="271385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a:off x="2910766" y="1662785"/>
              <a:ext cx="368310" cy="24601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56" name="TextBox 255"/>
          <p:cNvSpPr txBox="1"/>
          <p:nvPr/>
        </p:nvSpPr>
        <p:spPr>
          <a:xfrm>
            <a:off x="9170183" y="1240124"/>
            <a:ext cx="2396978" cy="2185214"/>
          </a:xfrm>
          <a:prstGeom prst="rect">
            <a:avLst/>
          </a:prstGeom>
          <a:noFill/>
        </p:spPr>
        <p:txBody>
          <a:bodyPr vert="horz" wrap="square" lIns="0" tIns="0" rIns="0" bIns="0" rtlCol="0">
            <a:spAutoFit/>
          </a:bodyPr>
          <a:lstStyle/>
          <a:p>
            <a:pPr marL="228600" marR="0" lvl="0" indent="-228600" algn="just"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kumimoji="0" lang="en-US" sz="1100" b="0" i="0" u="none" strike="noStrike" kern="1200" cap="none" spc="0" normalizeH="0" baseline="0" noProof="0" dirty="0" smtClean="0">
                <a:ln>
                  <a:noFill/>
                </a:ln>
                <a:solidFill>
                  <a:prstClr val="black"/>
                </a:solidFill>
                <a:effectLst/>
                <a:uLnTx/>
                <a:uFillTx/>
                <a:latin typeface="Verdana"/>
                <a:ea typeface="+mn-ea"/>
                <a:cs typeface="+mn-cs"/>
              </a:rPr>
              <a:t>Economic regulation at airports by AERA – As per the NCAP, </a:t>
            </a:r>
            <a:r>
              <a:rPr kumimoji="0" lang="en-US" sz="1100" b="1" i="0" u="none" strike="noStrike" kern="1200" cap="none" spc="0" normalizeH="0" baseline="0" noProof="0" dirty="0">
                <a:ln>
                  <a:noFill/>
                </a:ln>
                <a:solidFill>
                  <a:prstClr val="black"/>
                </a:solidFill>
                <a:effectLst/>
                <a:uLnTx/>
                <a:uFillTx/>
                <a:latin typeface="Verdana"/>
                <a:ea typeface="+mn-ea"/>
                <a:cs typeface="+mn-cs"/>
              </a:rPr>
              <a:t>future tariffs </a:t>
            </a:r>
            <a:r>
              <a:rPr kumimoji="0" lang="en-US" sz="1100" b="0" i="0" u="none" strike="noStrike" kern="1200" cap="none" spc="0" normalizeH="0" baseline="0" noProof="0" dirty="0">
                <a:ln>
                  <a:noFill/>
                </a:ln>
                <a:solidFill>
                  <a:prstClr val="black"/>
                </a:solidFill>
                <a:effectLst/>
                <a:uLnTx/>
                <a:uFillTx/>
                <a:latin typeface="Verdana"/>
                <a:ea typeface="+mn-ea"/>
                <a:cs typeface="+mn-cs"/>
              </a:rPr>
              <a:t>at all airports </a:t>
            </a:r>
            <a:r>
              <a:rPr kumimoji="0" lang="en-US" sz="1100" b="0" i="0" u="none" strike="noStrike" kern="1200" cap="none" spc="0" normalizeH="0" baseline="0" noProof="0" dirty="0" smtClean="0">
                <a:ln>
                  <a:noFill/>
                </a:ln>
                <a:solidFill>
                  <a:prstClr val="black"/>
                </a:solidFill>
                <a:effectLst/>
                <a:uLnTx/>
                <a:uFillTx/>
                <a:latin typeface="Verdana"/>
                <a:ea typeface="+mn-ea"/>
                <a:cs typeface="+mn-cs"/>
              </a:rPr>
              <a:t>to </a:t>
            </a:r>
            <a:r>
              <a:rPr kumimoji="0" lang="en-US" sz="1100" b="0" i="0" u="none" strike="noStrike" kern="1200" cap="none" spc="0" normalizeH="0" baseline="0" noProof="0" dirty="0">
                <a:ln>
                  <a:noFill/>
                </a:ln>
                <a:solidFill>
                  <a:prstClr val="black"/>
                </a:solidFill>
                <a:effectLst/>
                <a:uLnTx/>
                <a:uFillTx/>
                <a:latin typeface="Verdana"/>
                <a:ea typeface="+mn-ea"/>
                <a:cs typeface="+mn-cs"/>
              </a:rPr>
              <a:t>be calculated on a </a:t>
            </a:r>
            <a:r>
              <a:rPr kumimoji="0" lang="en-US" sz="1100" b="1" i="0" u="none" strike="noStrike" kern="1200" cap="none" spc="0" normalizeH="0" baseline="0" noProof="0" dirty="0">
                <a:ln>
                  <a:noFill/>
                </a:ln>
                <a:solidFill>
                  <a:prstClr val="black"/>
                </a:solidFill>
                <a:effectLst/>
                <a:uLnTx/>
                <a:uFillTx/>
                <a:latin typeface="Verdana"/>
                <a:ea typeface="+mn-ea"/>
                <a:cs typeface="+mn-cs"/>
              </a:rPr>
              <a:t>‘hybrid till’ </a:t>
            </a:r>
            <a:r>
              <a:rPr kumimoji="0" lang="en-US" sz="1100" b="0" i="0" u="none" strike="noStrike" kern="1200" cap="none" spc="0" normalizeH="0" baseline="0" noProof="0" dirty="0">
                <a:ln>
                  <a:noFill/>
                </a:ln>
                <a:solidFill>
                  <a:prstClr val="black"/>
                </a:solidFill>
                <a:effectLst/>
                <a:uLnTx/>
                <a:uFillTx/>
                <a:latin typeface="Verdana"/>
                <a:ea typeface="+mn-ea"/>
                <a:cs typeface="+mn-cs"/>
              </a:rPr>
              <a:t>basis</a:t>
            </a:r>
          </a:p>
          <a:p>
            <a:pPr marL="228600" marR="0" lvl="0" indent="-228600" algn="just"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kumimoji="0" lang="en-US" sz="1100" b="1" i="0" u="none" strike="noStrike" kern="1200" cap="none" spc="0" normalizeH="0" baseline="0" noProof="0" dirty="0" smtClean="0">
                <a:ln>
                  <a:noFill/>
                </a:ln>
                <a:solidFill>
                  <a:prstClr val="black"/>
                </a:solidFill>
                <a:effectLst/>
                <a:uLnTx/>
                <a:uFillTx/>
                <a:latin typeface="Verdana"/>
                <a:ea typeface="+mn-ea"/>
                <a:cs typeface="+mn-cs"/>
              </a:rPr>
              <a:t>Revival of </a:t>
            </a:r>
            <a:r>
              <a:rPr kumimoji="0" lang="en-US" sz="1100" b="1" i="0" u="none" strike="noStrike" kern="1200" cap="none" spc="0" normalizeH="0" baseline="0" noProof="0" dirty="0">
                <a:ln>
                  <a:noFill/>
                </a:ln>
                <a:solidFill>
                  <a:prstClr val="black"/>
                </a:solidFill>
                <a:effectLst/>
                <a:uLnTx/>
                <a:uFillTx/>
                <a:latin typeface="Verdana"/>
                <a:ea typeface="+mn-ea"/>
                <a:cs typeface="+mn-cs"/>
              </a:rPr>
              <a:t>unserved and underserved </a:t>
            </a:r>
            <a:r>
              <a:rPr kumimoji="0" lang="en-US" sz="1100" b="1" i="0" u="none" strike="noStrike" kern="1200" cap="none" spc="0" normalizeH="0" baseline="0" noProof="0" dirty="0" smtClean="0">
                <a:ln>
                  <a:noFill/>
                </a:ln>
                <a:solidFill>
                  <a:prstClr val="black"/>
                </a:solidFill>
                <a:effectLst/>
                <a:uLnTx/>
                <a:uFillTx/>
                <a:latin typeface="Verdana"/>
                <a:ea typeface="+mn-ea"/>
                <a:cs typeface="+mn-cs"/>
              </a:rPr>
              <a:t>airports </a:t>
            </a:r>
            <a:r>
              <a:rPr kumimoji="0" lang="en-US" sz="1100" b="0" i="0" u="none" strike="noStrike" kern="1200" cap="none" spc="0" normalizeH="0" baseline="0" noProof="0" dirty="0" smtClean="0">
                <a:ln>
                  <a:noFill/>
                </a:ln>
                <a:solidFill>
                  <a:prstClr val="black"/>
                </a:solidFill>
                <a:effectLst/>
                <a:uLnTx/>
                <a:uFillTx/>
                <a:latin typeface="Verdana"/>
                <a:ea typeface="+mn-ea"/>
                <a:cs typeface="+mn-cs"/>
              </a:rPr>
              <a:t>under the UDAN scheme – Around </a:t>
            </a:r>
            <a:r>
              <a:rPr kumimoji="0" lang="en-US" sz="1100" b="1" i="0" u="none" strike="noStrike" kern="1200" cap="none" spc="0" normalizeH="0" baseline="0" noProof="0" dirty="0" smtClean="0">
                <a:ln>
                  <a:noFill/>
                </a:ln>
                <a:solidFill>
                  <a:prstClr val="black"/>
                </a:solidFill>
                <a:effectLst/>
                <a:uLnTx/>
                <a:uFillTx/>
                <a:latin typeface="Verdana"/>
                <a:ea typeface="+mn-ea"/>
                <a:cs typeface="+mn-cs"/>
              </a:rPr>
              <a:t>INR 4,500 crore of budgetary support</a:t>
            </a:r>
            <a:r>
              <a:rPr kumimoji="0" lang="en-US" sz="1100" b="0" i="0" u="none" strike="noStrike" kern="1200" cap="none" spc="0" normalizeH="0" baseline="0" noProof="0" dirty="0" smtClean="0">
                <a:ln>
                  <a:noFill/>
                </a:ln>
                <a:solidFill>
                  <a:prstClr val="black"/>
                </a:solidFill>
                <a:effectLst/>
                <a:uLnTx/>
                <a:uFillTx/>
                <a:latin typeface="Verdana"/>
                <a:ea typeface="+mn-ea"/>
                <a:cs typeface="+mn-cs"/>
              </a:rPr>
              <a:t> from Govt. of India</a:t>
            </a:r>
            <a:endParaRPr kumimoji="0" lang="en-US" sz="1100" b="0" i="0" u="none" strike="noStrike" kern="1200" cap="none" spc="0" normalizeH="0" baseline="0" noProof="0" dirty="0">
              <a:ln>
                <a:noFill/>
              </a:ln>
              <a:solidFill>
                <a:prstClr val="black"/>
              </a:solidFill>
              <a:effectLst/>
              <a:uLnTx/>
              <a:uFillTx/>
              <a:latin typeface="Verdana"/>
              <a:ea typeface="+mn-ea"/>
              <a:cs typeface="+mn-cs"/>
            </a:endParaRPr>
          </a:p>
          <a:p>
            <a:pPr marL="228600" marR="0" lvl="0" indent="-228600" algn="just"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endParaRPr kumimoji="0" lang="en-IN" sz="1100" b="0" i="0" u="none" strike="noStrike" kern="1200" cap="none" spc="0" normalizeH="0" baseline="0" noProof="0" dirty="0" smtClean="0">
              <a:ln>
                <a:noFill/>
              </a:ln>
              <a:solidFill>
                <a:prstClr val="black"/>
              </a:solidFill>
              <a:effectLst/>
              <a:uLnTx/>
              <a:uFillTx/>
              <a:latin typeface="Verdana"/>
              <a:ea typeface="+mn-ea"/>
              <a:cs typeface="+mn-cs"/>
            </a:endParaRPr>
          </a:p>
        </p:txBody>
      </p:sp>
      <p:sp>
        <p:nvSpPr>
          <p:cNvPr id="257" name="TextBox 256"/>
          <p:cNvSpPr txBox="1"/>
          <p:nvPr/>
        </p:nvSpPr>
        <p:spPr>
          <a:xfrm>
            <a:off x="9170183" y="4289470"/>
            <a:ext cx="2466934" cy="2600712"/>
          </a:xfrm>
          <a:prstGeom prst="rect">
            <a:avLst/>
          </a:prstGeom>
          <a:noFill/>
        </p:spPr>
        <p:txBody>
          <a:bodyPr vert="horz" wrap="square" lIns="0" tIns="0" rIns="0" bIns="0" rtlCol="0">
            <a:spAutoFit/>
          </a:bodyPr>
          <a:lstStyle/>
          <a:p>
            <a:pPr marL="171450" marR="0" lvl="0" indent="-171450" algn="just"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kumimoji="0" lang="en-US" sz="1100" b="1" i="0" u="none" strike="noStrike" kern="1200" cap="none" spc="0" normalizeH="0" baseline="0" noProof="0" dirty="0" smtClean="0">
                <a:ln>
                  <a:noFill/>
                </a:ln>
                <a:solidFill>
                  <a:prstClr val="black"/>
                </a:solidFill>
                <a:effectLst/>
                <a:uLnTx/>
                <a:uFillTx/>
                <a:latin typeface="Verdana"/>
                <a:ea typeface="+mn-ea"/>
                <a:cs typeface="+mn-cs"/>
              </a:rPr>
              <a:t>Double digit growth </a:t>
            </a:r>
            <a:r>
              <a:rPr kumimoji="0" lang="en-US" sz="1100" b="0" i="0" u="none" strike="noStrike" kern="1200" cap="none" spc="0" normalizeH="0" baseline="0" noProof="0" dirty="0" smtClean="0">
                <a:ln>
                  <a:noFill/>
                </a:ln>
                <a:solidFill>
                  <a:prstClr val="black"/>
                </a:solidFill>
                <a:effectLst/>
                <a:uLnTx/>
                <a:uFillTx/>
                <a:latin typeface="Verdana"/>
                <a:ea typeface="+mn-ea"/>
                <a:cs typeface="+mn-cs"/>
              </a:rPr>
              <a:t>in passenger handled at Indian airports for last 5 years</a:t>
            </a:r>
          </a:p>
          <a:p>
            <a:pPr marL="171450" marR="0" lvl="0" indent="-171450" algn="just"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kumimoji="0" lang="en-US" sz="1100" b="1" i="0" u="none" strike="noStrike" kern="1200" cap="none" spc="0" normalizeH="0" baseline="0" noProof="0" dirty="0" smtClean="0">
                <a:ln>
                  <a:noFill/>
                </a:ln>
                <a:solidFill>
                  <a:prstClr val="black"/>
                </a:solidFill>
                <a:effectLst/>
                <a:uLnTx/>
                <a:uFillTx/>
                <a:latin typeface="Verdana"/>
                <a:ea typeface="+mn-ea"/>
                <a:cs typeface="+mn-cs"/>
              </a:rPr>
              <a:t>Evolving consumer needs </a:t>
            </a:r>
            <a:r>
              <a:rPr kumimoji="0" lang="en-US" sz="1100" b="0" i="0" u="none" strike="noStrike" kern="1200" cap="none" spc="0" normalizeH="0" baseline="0" noProof="0" dirty="0" smtClean="0">
                <a:ln>
                  <a:noFill/>
                </a:ln>
                <a:solidFill>
                  <a:prstClr val="black"/>
                </a:solidFill>
                <a:effectLst/>
                <a:uLnTx/>
                <a:uFillTx/>
                <a:latin typeface="Verdana"/>
                <a:ea typeface="+mn-ea"/>
                <a:cs typeface="+mn-cs"/>
              </a:rPr>
              <a:t>and </a:t>
            </a:r>
            <a:r>
              <a:rPr kumimoji="0" lang="en-US" sz="1100" b="1" i="0" u="none" strike="noStrike" kern="1200" cap="none" spc="0" normalizeH="0" baseline="0" noProof="0" dirty="0" smtClean="0">
                <a:ln>
                  <a:noFill/>
                </a:ln>
                <a:solidFill>
                  <a:prstClr val="black"/>
                </a:solidFill>
                <a:effectLst/>
                <a:uLnTx/>
                <a:uFillTx/>
                <a:latin typeface="Verdana"/>
                <a:ea typeface="+mn-ea"/>
                <a:cs typeface="+mn-cs"/>
              </a:rPr>
              <a:t>high quality standards</a:t>
            </a:r>
            <a:r>
              <a:rPr kumimoji="0" lang="en-US" sz="1100" b="0" i="0" u="none" strike="noStrike" kern="1200" cap="none" spc="0" normalizeH="0" baseline="0" noProof="0" dirty="0" smtClean="0">
                <a:ln>
                  <a:noFill/>
                </a:ln>
                <a:solidFill>
                  <a:prstClr val="black"/>
                </a:solidFill>
                <a:effectLst/>
                <a:uLnTx/>
                <a:uFillTx/>
                <a:latin typeface="Verdana"/>
                <a:ea typeface="+mn-ea"/>
                <a:cs typeface="+mn-cs"/>
              </a:rPr>
              <a:t>, thus, resulting in increased adoption of </a:t>
            </a:r>
            <a:r>
              <a:rPr kumimoji="0" lang="en-US" sz="1100" b="1" i="0" u="none" strike="noStrike" kern="1200" cap="none" spc="0" normalizeH="0" baseline="0" noProof="0" dirty="0" smtClean="0">
                <a:ln>
                  <a:noFill/>
                </a:ln>
                <a:solidFill>
                  <a:prstClr val="black"/>
                </a:solidFill>
                <a:effectLst/>
                <a:uLnTx/>
                <a:uFillTx/>
                <a:latin typeface="Verdana"/>
                <a:ea typeface="+mn-ea"/>
                <a:cs typeface="+mn-cs"/>
              </a:rPr>
              <a:t>newer technologies</a:t>
            </a:r>
          </a:p>
          <a:p>
            <a:pPr marL="171450" marR="0" lvl="0" indent="-171450" algn="just"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kumimoji="0" lang="en-US" sz="1100" b="1" i="0" u="none" strike="noStrike" kern="1200" cap="none" spc="0" normalizeH="0" baseline="0" noProof="0" dirty="0" smtClean="0">
                <a:ln>
                  <a:noFill/>
                </a:ln>
                <a:solidFill>
                  <a:prstClr val="black"/>
                </a:solidFill>
                <a:effectLst/>
                <a:uLnTx/>
                <a:uFillTx/>
                <a:latin typeface="Verdana"/>
                <a:ea typeface="+mn-ea"/>
                <a:cs typeface="+mn-cs"/>
              </a:rPr>
              <a:t>UDAN</a:t>
            </a:r>
            <a:r>
              <a:rPr kumimoji="0" lang="en-US" sz="1100" b="0" i="0" u="none" strike="noStrike" kern="1200" cap="none" spc="0" normalizeH="0" baseline="0" noProof="0" dirty="0" smtClean="0">
                <a:ln>
                  <a:noFill/>
                </a:ln>
                <a:solidFill>
                  <a:prstClr val="black"/>
                </a:solidFill>
                <a:effectLst/>
                <a:uLnTx/>
                <a:uFillTx/>
                <a:latin typeface="Verdana"/>
                <a:ea typeface="+mn-ea"/>
                <a:cs typeface="+mn-cs"/>
              </a:rPr>
              <a:t> scheme for a period of 10 years to boost regional connectivity – resulting in </a:t>
            </a:r>
            <a:r>
              <a:rPr kumimoji="0" lang="en-US" sz="1100" b="1" i="0" u="none" strike="noStrike" kern="1200" cap="none" spc="0" normalizeH="0" baseline="0" noProof="0" dirty="0" smtClean="0">
                <a:ln>
                  <a:noFill/>
                </a:ln>
                <a:solidFill>
                  <a:prstClr val="black"/>
                </a:solidFill>
                <a:effectLst/>
                <a:uLnTx/>
                <a:uFillTx/>
                <a:latin typeface="Verdana"/>
                <a:ea typeface="+mn-ea"/>
                <a:cs typeface="+mn-cs"/>
              </a:rPr>
              <a:t>strong growth in regional air traffic</a:t>
            </a:r>
          </a:p>
          <a:p>
            <a:pPr marL="171450" marR="0" lvl="0" indent="-171450" algn="just"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endParaRPr kumimoji="0" lang="en-IN" sz="1100" b="0" i="0" u="none" strike="noStrike" kern="1200" cap="none" spc="0" normalizeH="0" baseline="0" noProof="0" dirty="0" smtClean="0">
              <a:ln>
                <a:noFill/>
              </a:ln>
              <a:solidFill>
                <a:prstClr val="black"/>
              </a:solidFill>
              <a:effectLst/>
              <a:uLnTx/>
              <a:uFillTx/>
              <a:latin typeface="Verdana"/>
              <a:ea typeface="+mn-ea"/>
              <a:cs typeface="+mn-cs"/>
            </a:endParaRPr>
          </a:p>
        </p:txBody>
      </p:sp>
      <p:sp>
        <p:nvSpPr>
          <p:cNvPr id="258" name="TextBox 257"/>
          <p:cNvSpPr txBox="1"/>
          <p:nvPr/>
        </p:nvSpPr>
        <p:spPr>
          <a:xfrm>
            <a:off x="434381" y="4028562"/>
            <a:ext cx="2398332" cy="2185214"/>
          </a:xfrm>
          <a:prstGeom prst="rect">
            <a:avLst/>
          </a:prstGeom>
          <a:noFill/>
        </p:spPr>
        <p:txBody>
          <a:bodyPr vert="horz" wrap="square" lIns="0" tIns="0" rIns="0" bIns="0" rtlCol="0">
            <a:spAutoFit/>
          </a:bodyPr>
          <a:lstStyle/>
          <a:p>
            <a:pPr marL="228600" marR="0" lvl="0" indent="-228600" algn="just"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kumimoji="0" lang="en-US" sz="1100" b="0" i="0" u="none" strike="noStrike" kern="1200" cap="none" spc="0" normalizeH="0" baseline="0" noProof="0" dirty="0" smtClean="0">
                <a:ln>
                  <a:noFill/>
                </a:ln>
                <a:solidFill>
                  <a:prstClr val="black"/>
                </a:solidFill>
                <a:effectLst/>
                <a:uLnTx/>
                <a:uFillTx/>
                <a:latin typeface="Verdana"/>
                <a:ea typeface="+mn-ea"/>
                <a:cs typeface="+mn-cs"/>
              </a:rPr>
              <a:t>Airlines are predominantly following </a:t>
            </a:r>
            <a:r>
              <a:rPr kumimoji="0" lang="en-US" sz="1100" b="1" i="0" u="none" strike="noStrike" kern="1200" cap="none" spc="0" normalizeH="0" baseline="0" noProof="0" dirty="0" smtClean="0">
                <a:ln>
                  <a:noFill/>
                </a:ln>
                <a:solidFill>
                  <a:prstClr val="black"/>
                </a:solidFill>
                <a:effectLst/>
                <a:uLnTx/>
                <a:uFillTx/>
                <a:latin typeface="Verdana"/>
                <a:ea typeface="+mn-ea"/>
                <a:cs typeface="+mn-cs"/>
              </a:rPr>
              <a:t>LCC model and point-to-point connectivity</a:t>
            </a:r>
            <a:r>
              <a:rPr kumimoji="0" lang="en-US" sz="1100" b="0" i="0" u="none" strike="noStrike" kern="1200" cap="none" spc="0" normalizeH="0" baseline="0" noProof="0" dirty="0" smtClean="0">
                <a:ln>
                  <a:noFill/>
                </a:ln>
                <a:solidFill>
                  <a:prstClr val="black"/>
                </a:solidFill>
                <a:effectLst/>
                <a:uLnTx/>
                <a:uFillTx/>
                <a:latin typeface="Verdana"/>
                <a:ea typeface="+mn-ea"/>
                <a:cs typeface="+mn-cs"/>
              </a:rPr>
              <a:t> from FSC model and hub &amp; spoke model used earlier</a:t>
            </a:r>
          </a:p>
          <a:p>
            <a:pPr marL="228600" marR="0" lvl="0" indent="-228600" algn="just"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kumimoji="0" lang="en-US" sz="1100" b="1" i="0" u="none" strike="noStrike" kern="1200" cap="none" spc="0" normalizeH="0" baseline="0" noProof="0" dirty="0">
                <a:ln>
                  <a:noFill/>
                </a:ln>
                <a:solidFill>
                  <a:prstClr val="black"/>
                </a:solidFill>
                <a:effectLst/>
                <a:uLnTx/>
                <a:uFillTx/>
                <a:latin typeface="Verdana"/>
                <a:ea typeface="+mn-ea"/>
                <a:cs typeface="+mn-cs"/>
              </a:rPr>
              <a:t>100% </a:t>
            </a:r>
            <a:r>
              <a:rPr kumimoji="0" lang="en-US" sz="1100" b="1" i="0" u="none" strike="noStrike" kern="1200" cap="none" spc="0" normalizeH="0" baseline="0" noProof="0" dirty="0" smtClean="0">
                <a:ln>
                  <a:noFill/>
                </a:ln>
                <a:solidFill>
                  <a:prstClr val="black"/>
                </a:solidFill>
                <a:effectLst/>
                <a:uLnTx/>
                <a:uFillTx/>
                <a:latin typeface="Verdana"/>
                <a:ea typeface="+mn-ea"/>
                <a:cs typeface="+mn-cs"/>
              </a:rPr>
              <a:t>FDI in airlines, 49% cap for foreign airlines </a:t>
            </a:r>
            <a:r>
              <a:rPr kumimoji="0" lang="en-US" sz="1100" b="0" i="0" u="none" strike="noStrike" kern="1200" cap="none" spc="0" normalizeH="0" baseline="0" noProof="0" dirty="0" smtClean="0">
                <a:ln>
                  <a:noFill/>
                </a:ln>
                <a:solidFill>
                  <a:prstClr val="black"/>
                </a:solidFill>
                <a:effectLst/>
                <a:uLnTx/>
                <a:uFillTx/>
                <a:latin typeface="Verdana"/>
                <a:ea typeface="+mn-ea"/>
                <a:cs typeface="+mn-cs"/>
              </a:rPr>
              <a:t>– allowed in </a:t>
            </a:r>
            <a:r>
              <a:rPr kumimoji="0" lang="en-US" sz="1100" b="0" i="0" u="none" strike="noStrike" kern="1200" cap="none" spc="0" normalizeH="0" baseline="0" noProof="0" dirty="0">
                <a:ln>
                  <a:noFill/>
                </a:ln>
                <a:solidFill>
                  <a:prstClr val="black"/>
                </a:solidFill>
                <a:effectLst/>
                <a:uLnTx/>
                <a:uFillTx/>
                <a:latin typeface="Verdana"/>
                <a:ea typeface="+mn-ea"/>
                <a:cs typeface="+mn-cs"/>
              </a:rPr>
              <a:t>in scheduled commercial flights</a:t>
            </a:r>
          </a:p>
          <a:p>
            <a:pPr marL="228600" marR="0" lvl="0" indent="-228600" algn="just"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kumimoji="0" lang="en-US" sz="1100" b="0" i="0" u="none" strike="noStrike" kern="1200" cap="none" spc="0" normalizeH="0" baseline="0" noProof="0" dirty="0" smtClean="0">
                <a:ln>
                  <a:noFill/>
                </a:ln>
                <a:solidFill>
                  <a:prstClr val="black"/>
                </a:solidFill>
                <a:effectLst/>
                <a:uLnTx/>
                <a:uFillTx/>
                <a:latin typeface="Verdana"/>
                <a:ea typeface="+mn-ea"/>
                <a:cs typeface="+mn-cs"/>
              </a:rPr>
              <a:t>Growth in </a:t>
            </a:r>
            <a:r>
              <a:rPr kumimoji="0" lang="en-US" sz="1100" b="1" i="0" u="none" strike="noStrike" kern="1200" cap="none" spc="0" normalizeH="0" baseline="0" noProof="0" dirty="0" smtClean="0">
                <a:ln>
                  <a:noFill/>
                </a:ln>
                <a:solidFill>
                  <a:prstClr val="black"/>
                </a:solidFill>
                <a:effectLst/>
                <a:uLnTx/>
                <a:uFillTx/>
                <a:latin typeface="Verdana"/>
                <a:ea typeface="+mn-ea"/>
                <a:cs typeface="+mn-cs"/>
              </a:rPr>
              <a:t>aircraft numbers </a:t>
            </a:r>
            <a:r>
              <a:rPr kumimoji="0" lang="en-US" sz="1100" b="0" i="0" u="none" strike="noStrike" kern="1200" cap="none" spc="0" normalizeH="0" baseline="0" noProof="0" dirty="0" smtClean="0">
                <a:ln>
                  <a:noFill/>
                </a:ln>
                <a:solidFill>
                  <a:prstClr val="black"/>
                </a:solidFill>
                <a:effectLst/>
                <a:uLnTx/>
                <a:uFillTx/>
                <a:latin typeface="Verdana"/>
                <a:ea typeface="+mn-ea"/>
                <a:cs typeface="+mn-cs"/>
              </a:rPr>
              <a:t>and </a:t>
            </a:r>
            <a:r>
              <a:rPr kumimoji="0" lang="en-US" sz="1100" b="1" i="0" u="none" strike="noStrike" kern="1200" cap="none" spc="0" normalizeH="0" baseline="0" noProof="0" dirty="0" smtClean="0">
                <a:ln>
                  <a:noFill/>
                </a:ln>
                <a:solidFill>
                  <a:prstClr val="black"/>
                </a:solidFill>
                <a:effectLst/>
                <a:uLnTx/>
                <a:uFillTx/>
                <a:latin typeface="Verdana"/>
                <a:ea typeface="+mn-ea"/>
                <a:cs typeface="+mn-cs"/>
              </a:rPr>
              <a:t>varying aircraft type/ size</a:t>
            </a:r>
            <a:endParaRPr kumimoji="0" lang="en-IN" sz="1100" b="1" i="0" u="none" strike="noStrike" kern="1200" cap="none" spc="0" normalizeH="0" baseline="0" noProof="0" dirty="0" smtClean="0">
              <a:ln>
                <a:noFill/>
              </a:ln>
              <a:solidFill>
                <a:prstClr val="black"/>
              </a:solidFill>
              <a:effectLst/>
              <a:uLnTx/>
              <a:uFillTx/>
              <a:latin typeface="Verdana"/>
              <a:ea typeface="+mn-ea"/>
              <a:cs typeface="+mn-cs"/>
            </a:endParaRPr>
          </a:p>
        </p:txBody>
      </p:sp>
      <p:sp>
        <p:nvSpPr>
          <p:cNvPr id="259" name="TextBox 258"/>
          <p:cNvSpPr txBox="1"/>
          <p:nvPr/>
        </p:nvSpPr>
        <p:spPr>
          <a:xfrm>
            <a:off x="436567" y="1135739"/>
            <a:ext cx="2396719" cy="2431435"/>
          </a:xfrm>
          <a:prstGeom prst="rect">
            <a:avLst/>
          </a:prstGeom>
          <a:noFill/>
        </p:spPr>
        <p:txBody>
          <a:bodyPr vert="horz" wrap="square" lIns="0" tIns="0" rIns="0" bIns="0" rtlCol="0">
            <a:spAutoFit/>
          </a:bodyPr>
          <a:lstStyle/>
          <a:p>
            <a:pPr marL="171450" marR="0" lvl="0" indent="-171450" algn="just" defTabSz="914400"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kumimoji="0" lang="en-US" sz="1100" b="0" i="0" u="none" strike="noStrike" kern="1200" cap="none" spc="0" normalizeH="0" baseline="0" noProof="0" dirty="0" smtClean="0">
                <a:ln>
                  <a:noFill/>
                </a:ln>
                <a:solidFill>
                  <a:prstClr val="black"/>
                </a:solidFill>
                <a:effectLst/>
                <a:uLnTx/>
                <a:uFillTx/>
                <a:latin typeface="Verdana"/>
                <a:ea typeface="+mn-ea"/>
                <a:cs typeface="+mn-cs"/>
              </a:rPr>
              <a:t>As per NCAP, </a:t>
            </a:r>
            <a:r>
              <a:rPr kumimoji="0" lang="en-US" sz="1100" b="0" i="0" u="none" strike="noStrike" kern="1200" cap="none" spc="0" normalizeH="0" baseline="0" noProof="0" dirty="0">
                <a:ln>
                  <a:noFill/>
                </a:ln>
                <a:solidFill>
                  <a:prstClr val="black"/>
                </a:solidFill>
                <a:effectLst/>
                <a:uLnTx/>
                <a:uFillTx/>
                <a:latin typeface="Verdana"/>
                <a:ea typeface="+mn-ea"/>
                <a:cs typeface="+mn-cs"/>
              </a:rPr>
              <a:t>MoCA </a:t>
            </a:r>
            <a:r>
              <a:rPr kumimoji="0" lang="en-US" sz="1100" b="0" i="0" u="none" strike="noStrike" kern="1200" cap="none" spc="0" normalizeH="0" baseline="0" noProof="0" dirty="0" smtClean="0">
                <a:ln>
                  <a:noFill/>
                </a:ln>
                <a:solidFill>
                  <a:prstClr val="black"/>
                </a:solidFill>
                <a:effectLst/>
                <a:uLnTx/>
                <a:uFillTx/>
                <a:latin typeface="Verdana"/>
                <a:ea typeface="+mn-ea"/>
                <a:cs typeface="+mn-cs"/>
              </a:rPr>
              <a:t>to </a:t>
            </a:r>
            <a:r>
              <a:rPr kumimoji="0" lang="en-US" sz="1100" b="0" i="0" u="none" strike="noStrike" kern="1200" cap="none" spc="0" normalizeH="0" baseline="0" noProof="0" dirty="0">
                <a:ln>
                  <a:noFill/>
                </a:ln>
                <a:solidFill>
                  <a:prstClr val="black"/>
                </a:solidFill>
                <a:effectLst/>
                <a:uLnTx/>
                <a:uFillTx/>
                <a:latin typeface="Verdana"/>
                <a:ea typeface="+mn-ea"/>
                <a:cs typeface="+mn-cs"/>
              </a:rPr>
              <a:t>continue to encourage development of airports by the </a:t>
            </a:r>
            <a:r>
              <a:rPr kumimoji="0" lang="en-US" sz="1100" b="0" i="0" u="none" strike="noStrike" kern="1200" cap="none" spc="0" normalizeH="0" baseline="0" noProof="0" dirty="0" smtClean="0">
                <a:ln>
                  <a:noFill/>
                </a:ln>
                <a:solidFill>
                  <a:prstClr val="black"/>
                </a:solidFill>
                <a:effectLst/>
                <a:uLnTx/>
                <a:uFillTx/>
                <a:latin typeface="Verdana"/>
                <a:ea typeface="+mn-ea"/>
                <a:cs typeface="+mn-cs"/>
              </a:rPr>
              <a:t>State Governments </a:t>
            </a:r>
            <a:r>
              <a:rPr kumimoji="0" lang="en-US" sz="1100" b="0" i="0" u="none" strike="noStrike" kern="1200" cap="none" spc="0" normalizeH="0" baseline="0" noProof="0" dirty="0">
                <a:ln>
                  <a:noFill/>
                </a:ln>
                <a:solidFill>
                  <a:prstClr val="black"/>
                </a:solidFill>
                <a:effectLst/>
                <a:uLnTx/>
                <a:uFillTx/>
                <a:latin typeface="Verdana"/>
                <a:ea typeface="+mn-ea"/>
                <a:cs typeface="+mn-cs"/>
              </a:rPr>
              <a:t>or the </a:t>
            </a:r>
            <a:r>
              <a:rPr kumimoji="0" lang="en-US" sz="1100" b="1" i="0" u="none" strike="noStrike" kern="1200" cap="none" spc="0" normalizeH="0" baseline="0" noProof="0" dirty="0">
                <a:ln>
                  <a:noFill/>
                </a:ln>
                <a:solidFill>
                  <a:prstClr val="black"/>
                </a:solidFill>
                <a:effectLst/>
                <a:uLnTx/>
                <a:uFillTx/>
                <a:latin typeface="Verdana"/>
                <a:ea typeface="+mn-ea"/>
                <a:cs typeface="+mn-cs"/>
              </a:rPr>
              <a:t>private sector or in PPP mode</a:t>
            </a:r>
          </a:p>
          <a:p>
            <a:pPr marL="171450" marR="0" lvl="0" indent="-171450" algn="just"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kumimoji="0" lang="en-US" sz="1100" b="0" i="0" u="none" strike="noStrike" kern="1200" cap="none" spc="0" normalizeH="0" baseline="0" noProof="0" dirty="0" smtClean="0">
                <a:ln>
                  <a:noFill/>
                </a:ln>
                <a:solidFill>
                  <a:prstClr val="black"/>
                </a:solidFill>
                <a:effectLst/>
                <a:uLnTx/>
                <a:uFillTx/>
                <a:latin typeface="Verdana"/>
                <a:ea typeface="+mn-ea"/>
                <a:cs typeface="+mn-cs"/>
              </a:rPr>
              <a:t>AAI </a:t>
            </a:r>
            <a:r>
              <a:rPr kumimoji="0" lang="en-US" sz="1100" b="0" i="0" u="none" strike="noStrike" kern="1200" cap="none" spc="0" normalizeH="0" baseline="0" noProof="0" dirty="0">
                <a:ln>
                  <a:noFill/>
                </a:ln>
                <a:solidFill>
                  <a:prstClr val="black"/>
                </a:solidFill>
                <a:effectLst/>
                <a:uLnTx/>
                <a:uFillTx/>
                <a:latin typeface="Verdana"/>
                <a:ea typeface="+mn-ea"/>
                <a:cs typeface="+mn-cs"/>
              </a:rPr>
              <a:t>exploring to provide </a:t>
            </a:r>
            <a:r>
              <a:rPr kumimoji="0" lang="en-US" sz="1100" b="1" i="0" u="none" strike="noStrike" kern="1200" cap="none" spc="0" normalizeH="0" baseline="0" noProof="0" dirty="0" smtClean="0">
                <a:ln>
                  <a:noFill/>
                </a:ln>
                <a:solidFill>
                  <a:prstClr val="black"/>
                </a:solidFill>
                <a:effectLst/>
                <a:uLnTx/>
                <a:uFillTx/>
                <a:latin typeface="Verdana"/>
                <a:ea typeface="+mn-ea"/>
                <a:cs typeface="+mn-cs"/>
              </a:rPr>
              <a:t>OMDA contracts </a:t>
            </a:r>
            <a:r>
              <a:rPr kumimoji="0" lang="en-US" sz="1100" b="0" i="0" u="none" strike="noStrike" kern="1200" cap="none" spc="0" normalizeH="0" baseline="0" noProof="0" dirty="0" smtClean="0">
                <a:ln>
                  <a:noFill/>
                </a:ln>
                <a:solidFill>
                  <a:prstClr val="black"/>
                </a:solidFill>
                <a:effectLst/>
                <a:uLnTx/>
                <a:uFillTx/>
                <a:latin typeface="Verdana"/>
                <a:ea typeface="+mn-ea"/>
                <a:cs typeface="+mn-cs"/>
              </a:rPr>
              <a:t>for </a:t>
            </a:r>
            <a:r>
              <a:rPr kumimoji="0" lang="en-US" sz="1100" b="0" i="0" u="none" strike="noStrike" kern="1200" cap="none" spc="0" normalizeH="0" baseline="0" noProof="0" dirty="0">
                <a:ln>
                  <a:noFill/>
                </a:ln>
                <a:solidFill>
                  <a:prstClr val="black"/>
                </a:solidFill>
                <a:effectLst/>
                <a:uLnTx/>
                <a:uFillTx/>
                <a:latin typeface="Verdana"/>
                <a:ea typeface="+mn-ea"/>
                <a:cs typeface="+mn-cs"/>
              </a:rPr>
              <a:t>cluster of existing and new </a:t>
            </a:r>
            <a:r>
              <a:rPr kumimoji="0" lang="en-US" sz="1100" b="0" i="0" u="none" strike="noStrike" kern="1200" cap="none" spc="0" normalizeH="0" baseline="0" noProof="0" dirty="0" smtClean="0">
                <a:ln>
                  <a:noFill/>
                </a:ln>
                <a:solidFill>
                  <a:prstClr val="black"/>
                </a:solidFill>
                <a:effectLst/>
                <a:uLnTx/>
                <a:uFillTx/>
                <a:latin typeface="Verdana"/>
                <a:ea typeface="+mn-ea"/>
                <a:cs typeface="+mn-cs"/>
              </a:rPr>
              <a:t>airports</a:t>
            </a:r>
          </a:p>
          <a:p>
            <a:pPr marL="171450" marR="0" lvl="0" indent="-171450" algn="just"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kumimoji="0" lang="en-US" sz="1100" b="1" i="0" u="none" strike="noStrike" kern="1200" cap="none" spc="0" normalizeH="0" baseline="0" noProof="0" dirty="0" smtClean="0">
                <a:ln>
                  <a:noFill/>
                </a:ln>
                <a:solidFill>
                  <a:prstClr val="black"/>
                </a:solidFill>
                <a:effectLst/>
                <a:uLnTx/>
                <a:uFillTx/>
                <a:latin typeface="Verdana"/>
                <a:ea typeface="+mn-ea"/>
                <a:cs typeface="+mn-cs"/>
              </a:rPr>
              <a:t>100</a:t>
            </a:r>
            <a:r>
              <a:rPr kumimoji="0" lang="en-US" sz="1100" b="1" i="0" u="none" strike="noStrike" kern="1200" cap="none" spc="0" normalizeH="0" baseline="0" noProof="0" dirty="0">
                <a:ln>
                  <a:noFill/>
                </a:ln>
                <a:solidFill>
                  <a:prstClr val="black"/>
                </a:solidFill>
                <a:effectLst/>
                <a:uLnTx/>
                <a:uFillTx/>
                <a:latin typeface="Verdana"/>
                <a:ea typeface="+mn-ea"/>
                <a:cs typeface="+mn-cs"/>
              </a:rPr>
              <a:t>% FDI</a:t>
            </a:r>
            <a:r>
              <a:rPr kumimoji="0" lang="en-US" sz="1100" b="0" i="0" u="none" strike="noStrike" kern="1200" cap="none" spc="0" normalizeH="0" baseline="0" noProof="0" dirty="0">
                <a:ln>
                  <a:noFill/>
                </a:ln>
                <a:solidFill>
                  <a:prstClr val="black"/>
                </a:solidFill>
                <a:effectLst/>
                <a:uLnTx/>
                <a:uFillTx/>
                <a:latin typeface="Verdana"/>
                <a:ea typeface="+mn-ea"/>
                <a:cs typeface="+mn-cs"/>
              </a:rPr>
              <a:t> under automatic route for </a:t>
            </a:r>
            <a:r>
              <a:rPr kumimoji="0" lang="en-US" sz="1100" b="1" i="0" u="none" strike="noStrike" kern="1200" cap="none" spc="0" normalizeH="0" baseline="0" noProof="0" dirty="0">
                <a:ln>
                  <a:noFill/>
                </a:ln>
                <a:solidFill>
                  <a:prstClr val="black"/>
                </a:solidFill>
                <a:effectLst/>
                <a:uLnTx/>
                <a:uFillTx/>
                <a:latin typeface="Verdana"/>
                <a:ea typeface="+mn-ea"/>
                <a:cs typeface="+mn-cs"/>
              </a:rPr>
              <a:t>Greenfield airports </a:t>
            </a:r>
            <a:r>
              <a:rPr kumimoji="0" lang="en-US" sz="1100" b="0" i="0" u="none" strike="noStrike" kern="1200" cap="none" spc="0" normalizeH="0" baseline="0" noProof="0" dirty="0">
                <a:ln>
                  <a:noFill/>
                </a:ln>
                <a:solidFill>
                  <a:prstClr val="black"/>
                </a:solidFill>
                <a:effectLst/>
                <a:uLnTx/>
                <a:uFillTx/>
                <a:latin typeface="Verdana"/>
                <a:ea typeface="+mn-ea"/>
                <a:cs typeface="+mn-cs"/>
              </a:rPr>
              <a:t>and </a:t>
            </a:r>
            <a:r>
              <a:rPr kumimoji="0" lang="en-US" sz="1100" b="1" i="0" u="none" strike="noStrike" kern="1200" cap="none" spc="0" normalizeH="0" baseline="0" noProof="0" dirty="0">
                <a:ln>
                  <a:noFill/>
                </a:ln>
                <a:solidFill>
                  <a:prstClr val="black"/>
                </a:solidFill>
                <a:effectLst/>
                <a:uLnTx/>
                <a:uFillTx/>
                <a:latin typeface="Verdana"/>
                <a:ea typeface="+mn-ea"/>
                <a:cs typeface="+mn-cs"/>
              </a:rPr>
              <a:t>74% </a:t>
            </a:r>
            <a:r>
              <a:rPr kumimoji="0" lang="en-US" sz="1100" b="0" i="0" u="none" strike="noStrike" kern="1200" cap="none" spc="0" normalizeH="0" baseline="0" noProof="0" dirty="0">
                <a:ln>
                  <a:noFill/>
                </a:ln>
                <a:solidFill>
                  <a:prstClr val="black"/>
                </a:solidFill>
                <a:effectLst/>
                <a:uLnTx/>
                <a:uFillTx/>
                <a:latin typeface="Verdana"/>
                <a:ea typeface="+mn-ea"/>
                <a:cs typeface="+mn-cs"/>
              </a:rPr>
              <a:t>for </a:t>
            </a:r>
            <a:r>
              <a:rPr kumimoji="0" lang="en-US" sz="1100" b="1" i="0" u="none" strike="noStrike" kern="1200" cap="none" spc="0" normalizeH="0" baseline="0" noProof="0" dirty="0">
                <a:ln>
                  <a:noFill/>
                </a:ln>
                <a:solidFill>
                  <a:prstClr val="black"/>
                </a:solidFill>
                <a:effectLst/>
                <a:uLnTx/>
                <a:uFillTx/>
                <a:latin typeface="Verdana"/>
                <a:ea typeface="+mn-ea"/>
                <a:cs typeface="+mn-cs"/>
              </a:rPr>
              <a:t>Brownfield airports</a:t>
            </a:r>
          </a:p>
          <a:p>
            <a:pPr marL="171450" marR="0" lvl="0" indent="-171450" algn="just"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endParaRPr kumimoji="0" lang="en-IN" sz="1100" b="0" i="0" u="none" strike="noStrike" kern="1200" cap="none" spc="0" normalizeH="0" baseline="0" noProof="0" dirty="0" smtClean="0">
              <a:ln>
                <a:noFill/>
              </a:ln>
              <a:solidFill>
                <a:prstClr val="black"/>
              </a:solidFill>
              <a:effectLst/>
              <a:uLnTx/>
              <a:uFillTx/>
              <a:latin typeface="Verdana"/>
              <a:ea typeface="+mn-ea"/>
              <a:cs typeface="+mn-cs"/>
            </a:endParaRPr>
          </a:p>
        </p:txBody>
      </p:sp>
      <p:sp>
        <p:nvSpPr>
          <p:cNvPr id="264" name="Rectangle 263"/>
          <p:cNvSpPr/>
          <p:nvPr/>
        </p:nvSpPr>
        <p:spPr bwMode="gray">
          <a:xfrm>
            <a:off x="3192803" y="2858989"/>
            <a:ext cx="1445977" cy="322201"/>
          </a:xfrm>
          <a:prstGeom prst="rect">
            <a:avLst/>
          </a:prstGeom>
          <a:solidFill>
            <a:schemeClr val="bg1">
              <a:lumMod val="95000"/>
            </a:schemeClr>
          </a:solidFill>
          <a:ln w="9525" algn="ctr">
            <a:solidFill>
              <a:schemeClr val="accent4"/>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dirty="0" smtClean="0">
                <a:ln>
                  <a:noFill/>
                </a:ln>
                <a:solidFill>
                  <a:srgbClr val="012169"/>
                </a:solidFill>
                <a:effectLst/>
                <a:uLnTx/>
                <a:uFillTx/>
                <a:latin typeface="Verdana"/>
                <a:ea typeface="+mn-ea"/>
                <a:cs typeface="+mn-cs"/>
              </a:rPr>
              <a:t>Private Sector Investment</a:t>
            </a:r>
            <a:endParaRPr kumimoji="0" lang="en-IN" sz="1000" b="0" i="0" u="none" strike="noStrike" kern="1200" cap="none" spc="0" normalizeH="0" baseline="0" noProof="0" dirty="0" smtClean="0">
              <a:ln>
                <a:noFill/>
              </a:ln>
              <a:solidFill>
                <a:srgbClr val="012169"/>
              </a:solidFill>
              <a:effectLst/>
              <a:uLnTx/>
              <a:uFillTx/>
              <a:latin typeface="Verdana"/>
              <a:ea typeface="+mn-ea"/>
              <a:cs typeface="+mn-cs"/>
            </a:endParaRPr>
          </a:p>
        </p:txBody>
      </p:sp>
      <p:sp>
        <p:nvSpPr>
          <p:cNvPr id="265" name="Rectangle 264"/>
          <p:cNvSpPr/>
          <p:nvPr/>
        </p:nvSpPr>
        <p:spPr bwMode="gray">
          <a:xfrm>
            <a:off x="3195791" y="3246762"/>
            <a:ext cx="1445977" cy="322201"/>
          </a:xfrm>
          <a:prstGeom prst="rect">
            <a:avLst/>
          </a:prstGeom>
          <a:solidFill>
            <a:schemeClr val="bg1">
              <a:lumMod val="95000"/>
            </a:schemeClr>
          </a:solidFill>
          <a:ln w="9525" algn="ctr">
            <a:solidFill>
              <a:schemeClr val="accent4"/>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dirty="0" smtClean="0">
                <a:ln>
                  <a:noFill/>
                </a:ln>
                <a:solidFill>
                  <a:srgbClr val="012169"/>
                </a:solidFill>
                <a:effectLst/>
                <a:uLnTx/>
                <a:uFillTx/>
                <a:latin typeface="Verdana"/>
                <a:ea typeface="+mn-ea"/>
                <a:cs typeface="+mn-cs"/>
              </a:rPr>
              <a:t>Airport Development, O&amp;M</a:t>
            </a:r>
            <a:endParaRPr kumimoji="0" lang="en-IN" sz="1000" b="0" i="0" u="none" strike="noStrike" kern="1200" cap="none" spc="0" normalizeH="0" baseline="0" noProof="0" dirty="0" smtClean="0">
              <a:ln>
                <a:noFill/>
              </a:ln>
              <a:solidFill>
                <a:srgbClr val="012169"/>
              </a:solidFill>
              <a:effectLst/>
              <a:uLnTx/>
              <a:uFillTx/>
              <a:latin typeface="Verdana"/>
              <a:ea typeface="+mn-ea"/>
              <a:cs typeface="+mn-cs"/>
            </a:endParaRPr>
          </a:p>
        </p:txBody>
      </p:sp>
      <p:sp>
        <p:nvSpPr>
          <p:cNvPr id="266" name="Rectangle 265"/>
          <p:cNvSpPr/>
          <p:nvPr/>
        </p:nvSpPr>
        <p:spPr bwMode="gray">
          <a:xfrm>
            <a:off x="7485365" y="2840018"/>
            <a:ext cx="1445977" cy="322201"/>
          </a:xfrm>
          <a:prstGeom prst="rect">
            <a:avLst/>
          </a:prstGeom>
          <a:solidFill>
            <a:schemeClr val="bg1">
              <a:lumMod val="95000"/>
            </a:schemeClr>
          </a:solidFill>
          <a:ln w="9525" algn="ctr">
            <a:solidFill>
              <a:schemeClr val="accent4"/>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dirty="0" smtClean="0">
                <a:ln>
                  <a:noFill/>
                </a:ln>
                <a:solidFill>
                  <a:srgbClr val="012169"/>
                </a:solidFill>
                <a:effectLst/>
                <a:uLnTx/>
                <a:uFillTx/>
                <a:latin typeface="Verdana"/>
                <a:ea typeface="+mn-ea"/>
                <a:cs typeface="+mn-cs"/>
              </a:rPr>
              <a:t>Development Objectives</a:t>
            </a:r>
            <a:endParaRPr kumimoji="0" lang="en-IN" sz="1000" b="0" i="0" u="none" strike="noStrike" kern="1200" cap="none" spc="0" normalizeH="0" baseline="0" noProof="0" dirty="0" smtClean="0">
              <a:ln>
                <a:noFill/>
              </a:ln>
              <a:solidFill>
                <a:srgbClr val="012169"/>
              </a:solidFill>
              <a:effectLst/>
              <a:uLnTx/>
              <a:uFillTx/>
              <a:latin typeface="Verdana"/>
              <a:ea typeface="+mn-ea"/>
              <a:cs typeface="+mn-cs"/>
            </a:endParaRPr>
          </a:p>
        </p:txBody>
      </p:sp>
      <p:sp>
        <p:nvSpPr>
          <p:cNvPr id="267" name="Rectangle 266"/>
          <p:cNvSpPr/>
          <p:nvPr/>
        </p:nvSpPr>
        <p:spPr bwMode="gray">
          <a:xfrm>
            <a:off x="7486376" y="3238563"/>
            <a:ext cx="1445977" cy="322201"/>
          </a:xfrm>
          <a:prstGeom prst="rect">
            <a:avLst/>
          </a:prstGeom>
          <a:solidFill>
            <a:schemeClr val="bg1">
              <a:lumMod val="95000"/>
            </a:schemeClr>
          </a:solidFill>
          <a:ln w="9525" algn="ctr">
            <a:solidFill>
              <a:schemeClr val="accent4"/>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dirty="0" smtClean="0">
                <a:ln>
                  <a:noFill/>
                </a:ln>
                <a:solidFill>
                  <a:srgbClr val="012169"/>
                </a:solidFill>
                <a:effectLst/>
                <a:uLnTx/>
                <a:uFillTx/>
                <a:latin typeface="Verdana"/>
                <a:ea typeface="+mn-ea"/>
                <a:cs typeface="+mn-cs"/>
              </a:rPr>
              <a:t>Regulatory Framework</a:t>
            </a:r>
            <a:endParaRPr kumimoji="0" lang="en-IN" sz="1000" b="0" i="0" u="none" strike="noStrike" kern="1200" cap="none" spc="0" normalizeH="0" baseline="0" noProof="0" dirty="0" smtClean="0">
              <a:ln>
                <a:noFill/>
              </a:ln>
              <a:solidFill>
                <a:srgbClr val="012169"/>
              </a:solidFill>
              <a:effectLst/>
              <a:uLnTx/>
              <a:uFillTx/>
              <a:latin typeface="Verdana"/>
              <a:ea typeface="+mn-ea"/>
              <a:cs typeface="+mn-cs"/>
            </a:endParaRPr>
          </a:p>
        </p:txBody>
      </p:sp>
      <p:sp>
        <p:nvSpPr>
          <p:cNvPr id="268" name="Rectangle 267"/>
          <p:cNvSpPr/>
          <p:nvPr/>
        </p:nvSpPr>
        <p:spPr bwMode="gray">
          <a:xfrm>
            <a:off x="7475206" y="5983900"/>
            <a:ext cx="1445977" cy="322201"/>
          </a:xfrm>
          <a:prstGeom prst="rect">
            <a:avLst/>
          </a:prstGeom>
          <a:solidFill>
            <a:schemeClr val="bg1">
              <a:lumMod val="95000"/>
            </a:schemeClr>
          </a:solidFill>
          <a:ln w="9525" algn="ctr">
            <a:solidFill>
              <a:schemeClr val="accent4"/>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dirty="0" smtClean="0">
                <a:ln>
                  <a:noFill/>
                </a:ln>
                <a:solidFill>
                  <a:srgbClr val="012169"/>
                </a:solidFill>
                <a:effectLst/>
                <a:uLnTx/>
                <a:uFillTx/>
                <a:latin typeface="Verdana"/>
                <a:ea typeface="+mn-ea"/>
                <a:cs typeface="+mn-cs"/>
              </a:rPr>
              <a:t>Passenger Demand</a:t>
            </a:r>
            <a:endParaRPr kumimoji="0" lang="en-IN" sz="1000" b="0" i="0" u="none" strike="noStrike" kern="1200" cap="none" spc="0" normalizeH="0" baseline="0" noProof="0" dirty="0" smtClean="0">
              <a:ln>
                <a:noFill/>
              </a:ln>
              <a:solidFill>
                <a:srgbClr val="012169"/>
              </a:solidFill>
              <a:effectLst/>
              <a:uLnTx/>
              <a:uFillTx/>
              <a:latin typeface="Verdana"/>
              <a:ea typeface="+mn-ea"/>
              <a:cs typeface="+mn-cs"/>
            </a:endParaRPr>
          </a:p>
        </p:txBody>
      </p:sp>
      <p:sp>
        <p:nvSpPr>
          <p:cNvPr id="269" name="Rectangle 268"/>
          <p:cNvSpPr/>
          <p:nvPr/>
        </p:nvSpPr>
        <p:spPr bwMode="gray">
          <a:xfrm>
            <a:off x="3182310" y="5927405"/>
            <a:ext cx="1445977" cy="322201"/>
          </a:xfrm>
          <a:prstGeom prst="rect">
            <a:avLst/>
          </a:prstGeom>
          <a:solidFill>
            <a:schemeClr val="bg1">
              <a:lumMod val="95000"/>
            </a:schemeClr>
          </a:solidFill>
          <a:ln w="9525" algn="ctr">
            <a:solidFill>
              <a:schemeClr val="accent4"/>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dirty="0" smtClean="0">
                <a:ln>
                  <a:noFill/>
                </a:ln>
                <a:solidFill>
                  <a:srgbClr val="012169"/>
                </a:solidFill>
                <a:effectLst/>
                <a:uLnTx/>
                <a:uFillTx/>
                <a:latin typeface="Verdana"/>
                <a:ea typeface="+mn-ea"/>
                <a:cs typeface="+mn-cs"/>
              </a:rPr>
              <a:t>Airport Network Landscape</a:t>
            </a:r>
            <a:endParaRPr kumimoji="0" lang="en-IN" sz="1000" b="0" i="0" u="none" strike="noStrike" kern="1200" cap="none" spc="0" normalizeH="0" baseline="0" noProof="0" dirty="0" smtClean="0">
              <a:ln>
                <a:noFill/>
              </a:ln>
              <a:solidFill>
                <a:srgbClr val="012169"/>
              </a:solidFill>
              <a:effectLst/>
              <a:uLnTx/>
              <a:uFillTx/>
              <a:latin typeface="Verdana"/>
              <a:ea typeface="+mn-ea"/>
              <a:cs typeface="+mn-cs"/>
            </a:endParaRPr>
          </a:p>
        </p:txBody>
      </p:sp>
      <p:sp>
        <p:nvSpPr>
          <p:cNvPr id="270" name="Rectangle 269"/>
          <p:cNvSpPr/>
          <p:nvPr/>
        </p:nvSpPr>
        <p:spPr bwMode="gray">
          <a:xfrm>
            <a:off x="7485364" y="6362596"/>
            <a:ext cx="1445977" cy="322201"/>
          </a:xfrm>
          <a:prstGeom prst="rect">
            <a:avLst/>
          </a:prstGeom>
          <a:solidFill>
            <a:schemeClr val="bg1">
              <a:lumMod val="95000"/>
            </a:schemeClr>
          </a:solidFill>
          <a:ln w="9525" algn="ctr">
            <a:solidFill>
              <a:schemeClr val="accent4"/>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dirty="0" smtClean="0">
                <a:ln>
                  <a:noFill/>
                </a:ln>
                <a:solidFill>
                  <a:srgbClr val="012169"/>
                </a:solidFill>
                <a:effectLst/>
                <a:uLnTx/>
                <a:uFillTx/>
                <a:latin typeface="Verdana"/>
                <a:ea typeface="+mn-ea"/>
                <a:cs typeface="+mn-cs"/>
              </a:rPr>
              <a:t>Use of Airport Facilities</a:t>
            </a:r>
            <a:endParaRPr kumimoji="0" lang="en-IN" sz="1000" b="0" i="0" u="none" strike="noStrike" kern="1200" cap="none" spc="0" normalizeH="0" baseline="0" noProof="0" dirty="0" smtClean="0">
              <a:ln>
                <a:noFill/>
              </a:ln>
              <a:solidFill>
                <a:srgbClr val="012169"/>
              </a:solidFill>
              <a:effectLst/>
              <a:uLnTx/>
              <a:uFillTx/>
              <a:latin typeface="Verdana"/>
              <a:ea typeface="+mn-ea"/>
              <a:cs typeface="+mn-cs"/>
            </a:endParaRPr>
          </a:p>
        </p:txBody>
      </p:sp>
      <p:sp>
        <p:nvSpPr>
          <p:cNvPr id="271" name="Rectangle 270"/>
          <p:cNvSpPr/>
          <p:nvPr/>
        </p:nvSpPr>
        <p:spPr bwMode="gray">
          <a:xfrm>
            <a:off x="3172952" y="6306101"/>
            <a:ext cx="1445977" cy="322201"/>
          </a:xfrm>
          <a:prstGeom prst="rect">
            <a:avLst/>
          </a:prstGeom>
          <a:solidFill>
            <a:schemeClr val="bg1">
              <a:lumMod val="95000"/>
            </a:schemeClr>
          </a:solidFill>
          <a:ln w="9525" algn="ctr">
            <a:solidFill>
              <a:schemeClr val="accent4"/>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dirty="0" smtClean="0">
                <a:ln>
                  <a:noFill/>
                </a:ln>
                <a:solidFill>
                  <a:srgbClr val="012169"/>
                </a:solidFill>
                <a:effectLst/>
                <a:uLnTx/>
                <a:uFillTx/>
                <a:latin typeface="Verdana"/>
                <a:ea typeface="+mn-ea"/>
                <a:cs typeface="+mn-cs"/>
              </a:rPr>
              <a:t>Use of Airport Infrastructure</a:t>
            </a:r>
            <a:endParaRPr kumimoji="0" lang="en-IN" sz="1000" b="0" i="0" u="none" strike="noStrike" kern="1200" cap="none" spc="0" normalizeH="0" baseline="0" noProof="0" dirty="0" smtClean="0">
              <a:ln>
                <a:noFill/>
              </a:ln>
              <a:solidFill>
                <a:srgbClr val="012169"/>
              </a:solidFill>
              <a:effectLst/>
              <a:uLnTx/>
              <a:uFillTx/>
              <a:latin typeface="Verdana"/>
              <a:ea typeface="+mn-ea"/>
              <a:cs typeface="+mn-cs"/>
            </a:endParaRPr>
          </a:p>
        </p:txBody>
      </p:sp>
      <p:grpSp>
        <p:nvGrpSpPr>
          <p:cNvPr id="168" name="Group 167"/>
          <p:cNvGrpSpPr/>
          <p:nvPr/>
        </p:nvGrpSpPr>
        <p:grpSpPr>
          <a:xfrm>
            <a:off x="7408000" y="926694"/>
            <a:ext cx="4085295" cy="1090671"/>
            <a:chOff x="8149338" y="4148907"/>
            <a:chExt cx="4085295" cy="1090671"/>
          </a:xfrm>
        </p:grpSpPr>
        <p:grpSp>
          <p:nvGrpSpPr>
            <p:cNvPr id="169" name="Group 168"/>
            <p:cNvGrpSpPr/>
            <p:nvPr/>
          </p:nvGrpSpPr>
          <p:grpSpPr>
            <a:xfrm>
              <a:off x="8149338" y="4689961"/>
              <a:ext cx="1206642" cy="549617"/>
              <a:chOff x="8149338" y="4689961"/>
              <a:chExt cx="1206642" cy="549617"/>
            </a:xfrm>
          </p:grpSpPr>
          <p:sp>
            <p:nvSpPr>
              <p:cNvPr id="288" name="Rectangle 287"/>
              <p:cNvSpPr/>
              <p:nvPr/>
            </p:nvSpPr>
            <p:spPr>
              <a:xfrm>
                <a:off x="8149338" y="5054912"/>
                <a:ext cx="1206642" cy="184666"/>
              </a:xfrm>
              <a:prstGeom prst="rect">
                <a:avLst/>
              </a:prstGeom>
            </p:spPr>
            <p:txBody>
              <a:bodyPr wrap="square" lIns="0" tIns="0" rIns="0" bIns="0">
                <a:spAutoFit/>
              </a:bodyPr>
              <a:ls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a:lstStyle>
              <a:p>
                <a:pPr marL="0" marR="0" lvl="0" indent="0" algn="ctr" defTabSz="1000801" rtl="0" eaLnBrk="1" fontAlgn="auto" latinLnBrk="0" hangingPunct="1">
                  <a:lnSpc>
                    <a:spcPct val="100000"/>
                  </a:lnSpc>
                  <a:spcBef>
                    <a:spcPts val="0"/>
                  </a:spcBef>
                  <a:spcAft>
                    <a:spcPts val="0"/>
                  </a:spcAft>
                  <a:buClrTx/>
                  <a:buSzTx/>
                  <a:buFontTx/>
                  <a:buNone/>
                  <a:tabLst/>
                  <a:defRPr/>
                </a:pPr>
                <a:r>
                  <a:rPr kumimoji="0" lang="en-US" sz="1200" b="1" i="0" u="none" strike="noStrike" kern="1200" cap="small" spc="0" normalizeH="0" baseline="0" noProof="0" dirty="0" smtClean="0">
                    <a:ln>
                      <a:noFill/>
                    </a:ln>
                    <a:solidFill>
                      <a:srgbClr val="FFFFFF"/>
                    </a:solidFill>
                    <a:effectLst/>
                    <a:uLnTx/>
                    <a:uFillTx/>
                    <a:latin typeface="Verdana"/>
                    <a:ea typeface="+mn-ea"/>
                    <a:cs typeface="Times New Roman" panose="02020603050405020304" pitchFamily="18" charset="0"/>
                  </a:rPr>
                  <a:t>Passengers</a:t>
                </a:r>
                <a:endParaRPr kumimoji="0" lang="en-US" sz="1200" b="1" i="0" u="none" strike="noStrike" kern="1200" cap="small" spc="0" normalizeH="0" baseline="0" noProof="0" dirty="0">
                  <a:ln>
                    <a:noFill/>
                  </a:ln>
                  <a:solidFill>
                    <a:srgbClr val="FFFFFF"/>
                  </a:solidFill>
                  <a:effectLst/>
                  <a:uLnTx/>
                  <a:uFillTx/>
                  <a:latin typeface="Verdana"/>
                  <a:ea typeface="+mn-ea"/>
                  <a:cs typeface="Times New Roman" panose="02020603050405020304" pitchFamily="18" charset="0"/>
                </a:endParaRPr>
              </a:p>
            </p:txBody>
          </p:sp>
          <p:grpSp>
            <p:nvGrpSpPr>
              <p:cNvPr id="176" name="Group 12"/>
              <p:cNvGrpSpPr>
                <a:grpSpLocks noChangeAspect="1"/>
              </p:cNvGrpSpPr>
              <p:nvPr/>
            </p:nvGrpSpPr>
            <p:grpSpPr bwMode="auto">
              <a:xfrm>
                <a:off x="8496623" y="4689961"/>
                <a:ext cx="278075" cy="224514"/>
                <a:chOff x="-1278" y="3583"/>
                <a:chExt cx="379" cy="306"/>
              </a:xfrm>
              <a:solidFill>
                <a:schemeClr val="accent6">
                  <a:lumMod val="20000"/>
                  <a:lumOff val="80000"/>
                </a:schemeClr>
              </a:solidFill>
            </p:grpSpPr>
            <p:sp>
              <p:nvSpPr>
                <p:cNvPr id="190" name="Freeform 25"/>
                <p:cNvSpPr>
                  <a:spLocks/>
                </p:cNvSpPr>
                <p:nvPr/>
              </p:nvSpPr>
              <p:spPr bwMode="auto">
                <a:xfrm>
                  <a:off x="-1273" y="3872"/>
                  <a:ext cx="5" cy="0"/>
                </a:xfrm>
                <a:custGeom>
                  <a:avLst/>
                  <a:gdLst>
                    <a:gd name="T0" fmla="*/ 2 w 2"/>
                    <a:gd name="T1" fmla="*/ 0 w 2"/>
                    <a:gd name="T2" fmla="*/ 1 w 2"/>
                    <a:gd name="T3" fmla="*/ 2 w 2"/>
                  </a:gdLst>
                  <a:ahLst/>
                  <a:cxnLst>
                    <a:cxn ang="0">
                      <a:pos x="T0" y="0"/>
                    </a:cxn>
                    <a:cxn ang="0">
                      <a:pos x="T1" y="0"/>
                    </a:cxn>
                    <a:cxn ang="0">
                      <a:pos x="T2" y="0"/>
                    </a:cxn>
                    <a:cxn ang="0">
                      <a:pos x="T3" y="0"/>
                    </a:cxn>
                  </a:cxnLst>
                  <a:rect l="0" t="0" r="r" b="b"/>
                  <a:pathLst>
                    <a:path w="2">
                      <a:moveTo>
                        <a:pt x="2" y="0"/>
                      </a:moveTo>
                      <a:cubicBezTo>
                        <a:pt x="1" y="0"/>
                        <a:pt x="1" y="0"/>
                        <a:pt x="0" y="0"/>
                      </a:cubicBezTo>
                      <a:cubicBezTo>
                        <a:pt x="0" y="0"/>
                        <a:pt x="0" y="0"/>
                        <a:pt x="1" y="0"/>
                      </a:cubicBezTo>
                      <a:cubicBezTo>
                        <a:pt x="1" y="0"/>
                        <a:pt x="1" y="0"/>
                        <a:pt x="2" y="0"/>
                      </a:cubicBez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91" name="Freeform 26"/>
                <p:cNvSpPr>
                  <a:spLocks/>
                </p:cNvSpPr>
                <p:nvPr/>
              </p:nvSpPr>
              <p:spPr bwMode="auto">
                <a:xfrm>
                  <a:off x="-1271" y="3872"/>
                  <a:ext cx="5" cy="2"/>
                </a:xfrm>
                <a:custGeom>
                  <a:avLst/>
                  <a:gdLst>
                    <a:gd name="T0" fmla="*/ 1 w 2"/>
                    <a:gd name="T1" fmla="*/ 1 h 1"/>
                    <a:gd name="T2" fmla="*/ 2 w 2"/>
                    <a:gd name="T3" fmla="*/ 0 h 1"/>
                    <a:gd name="T4" fmla="*/ 2 w 2"/>
                    <a:gd name="T5" fmla="*/ 0 h 1"/>
                    <a:gd name="T6" fmla="*/ 2 w 2"/>
                    <a:gd name="T7" fmla="*/ 0 h 1"/>
                    <a:gd name="T8" fmla="*/ 0 w 2"/>
                    <a:gd name="T9" fmla="*/ 1 h 1"/>
                    <a:gd name="T10" fmla="*/ 1 w 2"/>
                    <a:gd name="T11" fmla="*/ 1 h 1"/>
                  </a:gdLst>
                  <a:ahLst/>
                  <a:cxnLst>
                    <a:cxn ang="0">
                      <a:pos x="T0" y="T1"/>
                    </a:cxn>
                    <a:cxn ang="0">
                      <a:pos x="T2" y="T3"/>
                    </a:cxn>
                    <a:cxn ang="0">
                      <a:pos x="T4" y="T5"/>
                    </a:cxn>
                    <a:cxn ang="0">
                      <a:pos x="T6" y="T7"/>
                    </a:cxn>
                    <a:cxn ang="0">
                      <a:pos x="T8" y="T9"/>
                    </a:cxn>
                    <a:cxn ang="0">
                      <a:pos x="T10" y="T11"/>
                    </a:cxn>
                  </a:cxnLst>
                  <a:rect l="0" t="0" r="r" b="b"/>
                  <a:pathLst>
                    <a:path w="2" h="1">
                      <a:moveTo>
                        <a:pt x="1" y="1"/>
                      </a:moveTo>
                      <a:cubicBezTo>
                        <a:pt x="2" y="0"/>
                        <a:pt x="2" y="0"/>
                        <a:pt x="2" y="0"/>
                      </a:cubicBezTo>
                      <a:cubicBezTo>
                        <a:pt x="2" y="0"/>
                        <a:pt x="2" y="0"/>
                        <a:pt x="2" y="0"/>
                      </a:cubicBezTo>
                      <a:cubicBezTo>
                        <a:pt x="2" y="0"/>
                        <a:pt x="2" y="0"/>
                        <a:pt x="2" y="0"/>
                      </a:cubicBezTo>
                      <a:cubicBezTo>
                        <a:pt x="1" y="0"/>
                        <a:pt x="1" y="0"/>
                        <a:pt x="0" y="1"/>
                      </a:cubicBezTo>
                      <a:cubicBezTo>
                        <a:pt x="0" y="1"/>
                        <a:pt x="1" y="1"/>
                        <a:pt x="1" y="1"/>
                      </a:cubicBez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94" name="Freeform 29"/>
                <p:cNvSpPr>
                  <a:spLocks/>
                </p:cNvSpPr>
                <p:nvPr/>
              </p:nvSpPr>
              <p:spPr bwMode="auto">
                <a:xfrm>
                  <a:off x="-1278" y="3882"/>
                  <a:ext cx="0" cy="4"/>
                </a:xfrm>
                <a:custGeom>
                  <a:avLst/>
                  <a:gdLst>
                    <a:gd name="T0" fmla="*/ 0 h 2"/>
                    <a:gd name="T1" fmla="*/ 2 h 2"/>
                    <a:gd name="T2" fmla="*/ 0 h 2"/>
                    <a:gd name="T3" fmla="*/ 0 h 2"/>
                  </a:gdLst>
                  <a:ahLst/>
                  <a:cxnLst>
                    <a:cxn ang="0">
                      <a:pos x="0" y="T0"/>
                    </a:cxn>
                    <a:cxn ang="0">
                      <a:pos x="0" y="T1"/>
                    </a:cxn>
                    <a:cxn ang="0">
                      <a:pos x="0" y="T2"/>
                    </a:cxn>
                    <a:cxn ang="0">
                      <a:pos x="0" y="T3"/>
                    </a:cxn>
                  </a:cxnLst>
                  <a:rect l="0" t="0" r="r" b="b"/>
                  <a:pathLst>
                    <a:path h="2">
                      <a:moveTo>
                        <a:pt x="0" y="0"/>
                      </a:moveTo>
                      <a:cubicBezTo>
                        <a:pt x="0" y="1"/>
                        <a:pt x="0" y="1"/>
                        <a:pt x="0" y="2"/>
                      </a:cubicBezTo>
                      <a:cubicBezTo>
                        <a:pt x="0" y="1"/>
                        <a:pt x="0" y="1"/>
                        <a:pt x="0" y="0"/>
                      </a:cubicBezTo>
                      <a:cubicBezTo>
                        <a:pt x="0" y="0"/>
                        <a:pt x="0" y="0"/>
                        <a:pt x="0" y="0"/>
                      </a:cubicBez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97" name="Freeform 32"/>
                <p:cNvSpPr>
                  <a:spLocks/>
                </p:cNvSpPr>
                <p:nvPr/>
              </p:nvSpPr>
              <p:spPr bwMode="auto">
                <a:xfrm>
                  <a:off x="-1273" y="3886"/>
                  <a:ext cx="5" cy="3"/>
                </a:xfrm>
                <a:custGeom>
                  <a:avLst/>
                  <a:gdLst>
                    <a:gd name="T0" fmla="*/ 0 w 2"/>
                    <a:gd name="T1" fmla="*/ 1 h 1"/>
                    <a:gd name="T2" fmla="*/ 2 w 2"/>
                    <a:gd name="T3" fmla="*/ 1 h 1"/>
                    <a:gd name="T4" fmla="*/ 2 w 2"/>
                    <a:gd name="T5" fmla="*/ 0 h 1"/>
                    <a:gd name="T6" fmla="*/ 0 w 2"/>
                    <a:gd name="T7" fmla="*/ 1 h 1"/>
                  </a:gdLst>
                  <a:ahLst/>
                  <a:cxnLst>
                    <a:cxn ang="0">
                      <a:pos x="T0" y="T1"/>
                    </a:cxn>
                    <a:cxn ang="0">
                      <a:pos x="T2" y="T3"/>
                    </a:cxn>
                    <a:cxn ang="0">
                      <a:pos x="T4" y="T5"/>
                    </a:cxn>
                    <a:cxn ang="0">
                      <a:pos x="T6" y="T7"/>
                    </a:cxn>
                  </a:cxnLst>
                  <a:rect l="0" t="0" r="r" b="b"/>
                  <a:pathLst>
                    <a:path w="2" h="1">
                      <a:moveTo>
                        <a:pt x="0" y="1"/>
                      </a:moveTo>
                      <a:cubicBezTo>
                        <a:pt x="1" y="1"/>
                        <a:pt x="2" y="1"/>
                        <a:pt x="2" y="1"/>
                      </a:cubicBezTo>
                      <a:cubicBezTo>
                        <a:pt x="2" y="0"/>
                        <a:pt x="2" y="0"/>
                        <a:pt x="2" y="0"/>
                      </a:cubicBezTo>
                      <a:cubicBezTo>
                        <a:pt x="1" y="0"/>
                        <a:pt x="1" y="1"/>
                        <a:pt x="0" y="1"/>
                      </a:cubicBez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99" name="Freeform 34"/>
                <p:cNvSpPr>
                  <a:spLocks/>
                </p:cNvSpPr>
                <p:nvPr/>
              </p:nvSpPr>
              <p:spPr bwMode="auto">
                <a:xfrm>
                  <a:off x="-1273" y="3874"/>
                  <a:ext cx="5" cy="5"/>
                </a:xfrm>
                <a:custGeom>
                  <a:avLst/>
                  <a:gdLst>
                    <a:gd name="T0" fmla="*/ 0 w 2"/>
                    <a:gd name="T1" fmla="*/ 1 h 2"/>
                    <a:gd name="T2" fmla="*/ 1 w 2"/>
                    <a:gd name="T3" fmla="*/ 2 h 2"/>
                    <a:gd name="T4" fmla="*/ 2 w 2"/>
                    <a:gd name="T5" fmla="*/ 1 h 2"/>
                    <a:gd name="T6" fmla="*/ 1 w 2"/>
                    <a:gd name="T7" fmla="*/ 0 h 2"/>
                    <a:gd name="T8" fmla="*/ 0 w 2"/>
                    <a:gd name="T9" fmla="*/ 1 h 2"/>
                  </a:gdLst>
                  <a:ahLst/>
                  <a:cxnLst>
                    <a:cxn ang="0">
                      <a:pos x="T0" y="T1"/>
                    </a:cxn>
                    <a:cxn ang="0">
                      <a:pos x="T2" y="T3"/>
                    </a:cxn>
                    <a:cxn ang="0">
                      <a:pos x="T4" y="T5"/>
                    </a:cxn>
                    <a:cxn ang="0">
                      <a:pos x="T6" y="T7"/>
                    </a:cxn>
                    <a:cxn ang="0">
                      <a:pos x="T8" y="T9"/>
                    </a:cxn>
                  </a:cxnLst>
                  <a:rect l="0" t="0" r="r" b="b"/>
                  <a:pathLst>
                    <a:path w="2" h="2">
                      <a:moveTo>
                        <a:pt x="0" y="1"/>
                      </a:moveTo>
                      <a:cubicBezTo>
                        <a:pt x="1" y="2"/>
                        <a:pt x="1" y="2"/>
                        <a:pt x="1" y="2"/>
                      </a:cubicBezTo>
                      <a:cubicBezTo>
                        <a:pt x="2" y="1"/>
                        <a:pt x="2" y="1"/>
                        <a:pt x="2" y="1"/>
                      </a:cubicBezTo>
                      <a:cubicBezTo>
                        <a:pt x="1" y="1"/>
                        <a:pt x="1" y="0"/>
                        <a:pt x="1" y="0"/>
                      </a:cubicBezTo>
                      <a:cubicBezTo>
                        <a:pt x="0" y="0"/>
                        <a:pt x="0" y="1"/>
                        <a:pt x="0" y="1"/>
                      </a:cubicBez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00" name="Freeform 35"/>
                <p:cNvSpPr>
                  <a:spLocks/>
                </p:cNvSpPr>
                <p:nvPr/>
              </p:nvSpPr>
              <p:spPr bwMode="auto">
                <a:xfrm>
                  <a:off x="-1273" y="3879"/>
                  <a:ext cx="5" cy="5"/>
                </a:xfrm>
                <a:custGeom>
                  <a:avLst/>
                  <a:gdLst>
                    <a:gd name="T0" fmla="*/ 0 w 2"/>
                    <a:gd name="T1" fmla="*/ 2 h 2"/>
                    <a:gd name="T2" fmla="*/ 2 w 2"/>
                    <a:gd name="T3" fmla="*/ 2 h 2"/>
                    <a:gd name="T4" fmla="*/ 2 w 2"/>
                    <a:gd name="T5" fmla="*/ 1 h 2"/>
                    <a:gd name="T6" fmla="*/ 1 w 2"/>
                    <a:gd name="T7" fmla="*/ 0 h 2"/>
                    <a:gd name="T8" fmla="*/ 0 w 2"/>
                    <a:gd name="T9" fmla="*/ 2 h 2"/>
                  </a:gdLst>
                  <a:ahLst/>
                  <a:cxnLst>
                    <a:cxn ang="0">
                      <a:pos x="T0" y="T1"/>
                    </a:cxn>
                    <a:cxn ang="0">
                      <a:pos x="T2" y="T3"/>
                    </a:cxn>
                    <a:cxn ang="0">
                      <a:pos x="T4" y="T5"/>
                    </a:cxn>
                    <a:cxn ang="0">
                      <a:pos x="T6" y="T7"/>
                    </a:cxn>
                    <a:cxn ang="0">
                      <a:pos x="T8" y="T9"/>
                    </a:cxn>
                  </a:cxnLst>
                  <a:rect l="0" t="0" r="r" b="b"/>
                  <a:pathLst>
                    <a:path w="2" h="2">
                      <a:moveTo>
                        <a:pt x="0" y="2"/>
                      </a:moveTo>
                      <a:cubicBezTo>
                        <a:pt x="1" y="2"/>
                        <a:pt x="1" y="2"/>
                        <a:pt x="2" y="2"/>
                      </a:cubicBezTo>
                      <a:cubicBezTo>
                        <a:pt x="2" y="2"/>
                        <a:pt x="2" y="2"/>
                        <a:pt x="2" y="1"/>
                      </a:cubicBezTo>
                      <a:cubicBezTo>
                        <a:pt x="1" y="0"/>
                        <a:pt x="1" y="0"/>
                        <a:pt x="1" y="0"/>
                      </a:cubicBezTo>
                      <a:lnTo>
                        <a:pt x="0" y="2"/>
                      </a:ln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01" name="Freeform 36"/>
                <p:cNvSpPr>
                  <a:spLocks/>
                </p:cNvSpPr>
                <p:nvPr/>
              </p:nvSpPr>
              <p:spPr bwMode="auto">
                <a:xfrm>
                  <a:off x="-1271" y="3877"/>
                  <a:ext cx="5" cy="5"/>
                </a:xfrm>
                <a:custGeom>
                  <a:avLst/>
                  <a:gdLst>
                    <a:gd name="T0" fmla="*/ 2 w 2"/>
                    <a:gd name="T1" fmla="*/ 1 h 2"/>
                    <a:gd name="T2" fmla="*/ 1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0"/>
                        <a:pt x="1" y="0"/>
                        <a:pt x="1" y="0"/>
                      </a:cubicBezTo>
                      <a:cubicBezTo>
                        <a:pt x="0" y="1"/>
                        <a:pt x="0" y="1"/>
                        <a:pt x="0" y="1"/>
                      </a:cubicBezTo>
                      <a:cubicBezTo>
                        <a:pt x="2" y="2"/>
                        <a:pt x="2" y="2"/>
                        <a:pt x="2" y="2"/>
                      </a:cubicBezTo>
                      <a:cubicBezTo>
                        <a:pt x="2" y="1"/>
                        <a:pt x="2" y="1"/>
                        <a:pt x="2" y="1"/>
                      </a:cubicBez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02" name="Freeform 37"/>
                <p:cNvSpPr>
                  <a:spLocks/>
                </p:cNvSpPr>
                <p:nvPr/>
              </p:nvSpPr>
              <p:spPr bwMode="auto">
                <a:xfrm>
                  <a:off x="-1276" y="3879"/>
                  <a:ext cx="5" cy="3"/>
                </a:xfrm>
                <a:custGeom>
                  <a:avLst/>
                  <a:gdLst>
                    <a:gd name="T0" fmla="*/ 0 w 2"/>
                    <a:gd name="T1" fmla="*/ 1 h 1"/>
                    <a:gd name="T2" fmla="*/ 1 w 2"/>
                    <a:gd name="T3" fmla="*/ 1 h 1"/>
                    <a:gd name="T4" fmla="*/ 2 w 2"/>
                    <a:gd name="T5" fmla="*/ 0 h 1"/>
                    <a:gd name="T6" fmla="*/ 0 w 2"/>
                    <a:gd name="T7" fmla="*/ 0 h 1"/>
                    <a:gd name="T8" fmla="*/ 0 w 2"/>
                    <a:gd name="T9" fmla="*/ 1 h 1"/>
                  </a:gdLst>
                  <a:ahLst/>
                  <a:cxnLst>
                    <a:cxn ang="0">
                      <a:pos x="T0" y="T1"/>
                    </a:cxn>
                    <a:cxn ang="0">
                      <a:pos x="T2" y="T3"/>
                    </a:cxn>
                    <a:cxn ang="0">
                      <a:pos x="T4" y="T5"/>
                    </a:cxn>
                    <a:cxn ang="0">
                      <a:pos x="T6" y="T7"/>
                    </a:cxn>
                    <a:cxn ang="0">
                      <a:pos x="T8" y="T9"/>
                    </a:cxn>
                  </a:cxnLst>
                  <a:rect l="0" t="0" r="r" b="b"/>
                  <a:pathLst>
                    <a:path w="2" h="1">
                      <a:moveTo>
                        <a:pt x="0" y="1"/>
                      </a:moveTo>
                      <a:cubicBezTo>
                        <a:pt x="0" y="1"/>
                        <a:pt x="1" y="1"/>
                        <a:pt x="1" y="1"/>
                      </a:cubicBezTo>
                      <a:cubicBezTo>
                        <a:pt x="2" y="0"/>
                        <a:pt x="2" y="0"/>
                        <a:pt x="2" y="0"/>
                      </a:cubicBezTo>
                      <a:cubicBezTo>
                        <a:pt x="0" y="0"/>
                        <a:pt x="0" y="0"/>
                        <a:pt x="0" y="0"/>
                      </a:cubicBezTo>
                      <a:cubicBezTo>
                        <a:pt x="0" y="0"/>
                        <a:pt x="0" y="1"/>
                        <a:pt x="0" y="1"/>
                      </a:cubicBez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03" name="Freeform 38"/>
                <p:cNvSpPr>
                  <a:spLocks/>
                </p:cNvSpPr>
                <p:nvPr/>
              </p:nvSpPr>
              <p:spPr bwMode="auto">
                <a:xfrm>
                  <a:off x="-1268" y="3882"/>
                  <a:ext cx="4" cy="7"/>
                </a:xfrm>
                <a:custGeom>
                  <a:avLst/>
                  <a:gdLst>
                    <a:gd name="T0" fmla="*/ 0 w 2"/>
                    <a:gd name="T1" fmla="*/ 2 h 3"/>
                    <a:gd name="T2" fmla="*/ 1 w 2"/>
                    <a:gd name="T3" fmla="*/ 3 h 3"/>
                    <a:gd name="T4" fmla="*/ 2 w 2"/>
                    <a:gd name="T5" fmla="*/ 1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0" y="2"/>
                        <a:pt x="1" y="3"/>
                      </a:cubicBezTo>
                      <a:cubicBezTo>
                        <a:pt x="1" y="2"/>
                        <a:pt x="2" y="2"/>
                        <a:pt x="2" y="1"/>
                      </a:cubicBezTo>
                      <a:cubicBezTo>
                        <a:pt x="1" y="0"/>
                        <a:pt x="1" y="0"/>
                        <a:pt x="1" y="0"/>
                      </a:cubicBezTo>
                      <a:cubicBezTo>
                        <a:pt x="0" y="1"/>
                        <a:pt x="0" y="1"/>
                        <a:pt x="0" y="2"/>
                      </a:cubicBez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04" name="Freeform 39"/>
                <p:cNvSpPr>
                  <a:spLocks/>
                </p:cNvSpPr>
                <p:nvPr/>
              </p:nvSpPr>
              <p:spPr bwMode="auto">
                <a:xfrm>
                  <a:off x="-1276" y="3882"/>
                  <a:ext cx="3" cy="4"/>
                </a:xfrm>
                <a:custGeom>
                  <a:avLst/>
                  <a:gdLst>
                    <a:gd name="T0" fmla="*/ 0 w 1"/>
                    <a:gd name="T1" fmla="*/ 0 h 2"/>
                    <a:gd name="T2" fmla="*/ 0 w 1"/>
                    <a:gd name="T3" fmla="*/ 2 h 2"/>
                    <a:gd name="T4" fmla="*/ 0 w 1"/>
                    <a:gd name="T5" fmla="*/ 2 h 2"/>
                    <a:gd name="T6" fmla="*/ 0 w 1"/>
                    <a:gd name="T7" fmla="*/ 2 h 2"/>
                    <a:gd name="T8" fmla="*/ 1 w 1"/>
                    <a:gd name="T9" fmla="*/ 1 h 2"/>
                    <a:gd name="T10" fmla="*/ 0 w 1"/>
                    <a:gd name="T11" fmla="*/ 0 h 2"/>
                  </a:gdLst>
                  <a:ahLst/>
                  <a:cxnLst>
                    <a:cxn ang="0">
                      <a:pos x="T0" y="T1"/>
                    </a:cxn>
                    <a:cxn ang="0">
                      <a:pos x="T2" y="T3"/>
                    </a:cxn>
                    <a:cxn ang="0">
                      <a:pos x="T4" y="T5"/>
                    </a:cxn>
                    <a:cxn ang="0">
                      <a:pos x="T6" y="T7"/>
                    </a:cxn>
                    <a:cxn ang="0">
                      <a:pos x="T8" y="T9"/>
                    </a:cxn>
                    <a:cxn ang="0">
                      <a:pos x="T10" y="T11"/>
                    </a:cxn>
                  </a:cxnLst>
                  <a:rect l="0" t="0" r="r" b="b"/>
                  <a:pathLst>
                    <a:path w="1" h="2">
                      <a:moveTo>
                        <a:pt x="0" y="0"/>
                      </a:moveTo>
                      <a:cubicBezTo>
                        <a:pt x="0" y="1"/>
                        <a:pt x="0" y="2"/>
                        <a:pt x="0" y="2"/>
                      </a:cubicBezTo>
                      <a:cubicBezTo>
                        <a:pt x="0" y="2"/>
                        <a:pt x="0" y="2"/>
                        <a:pt x="0" y="2"/>
                      </a:cubicBezTo>
                      <a:cubicBezTo>
                        <a:pt x="0" y="2"/>
                        <a:pt x="0" y="2"/>
                        <a:pt x="0" y="2"/>
                      </a:cubicBezTo>
                      <a:cubicBezTo>
                        <a:pt x="1" y="1"/>
                        <a:pt x="1" y="1"/>
                        <a:pt x="1" y="1"/>
                      </a:cubicBezTo>
                      <a:cubicBezTo>
                        <a:pt x="1" y="1"/>
                        <a:pt x="0" y="0"/>
                        <a:pt x="0" y="0"/>
                      </a:cubicBez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05" name="Freeform 40"/>
                <p:cNvSpPr>
                  <a:spLocks/>
                </p:cNvSpPr>
                <p:nvPr/>
              </p:nvSpPr>
              <p:spPr bwMode="auto">
                <a:xfrm>
                  <a:off x="-1276" y="3884"/>
                  <a:ext cx="5" cy="5"/>
                </a:xfrm>
                <a:custGeom>
                  <a:avLst/>
                  <a:gdLst>
                    <a:gd name="T0" fmla="*/ 1 w 2"/>
                    <a:gd name="T1" fmla="*/ 0 h 2"/>
                    <a:gd name="T2" fmla="*/ 0 w 2"/>
                    <a:gd name="T3" fmla="*/ 1 h 2"/>
                    <a:gd name="T4" fmla="*/ 0 w 2"/>
                    <a:gd name="T5" fmla="*/ 1 h 2"/>
                    <a:gd name="T6" fmla="*/ 1 w 2"/>
                    <a:gd name="T7" fmla="*/ 2 h 2"/>
                    <a:gd name="T8" fmla="*/ 2 w 2"/>
                    <a:gd name="T9" fmla="*/ 1 h 2"/>
                    <a:gd name="T10" fmla="*/ 1 w 2"/>
                    <a:gd name="T11" fmla="*/ 0 h 2"/>
                  </a:gdLst>
                  <a:ahLst/>
                  <a:cxnLst>
                    <a:cxn ang="0">
                      <a:pos x="T0" y="T1"/>
                    </a:cxn>
                    <a:cxn ang="0">
                      <a:pos x="T2" y="T3"/>
                    </a:cxn>
                    <a:cxn ang="0">
                      <a:pos x="T4" y="T5"/>
                    </a:cxn>
                    <a:cxn ang="0">
                      <a:pos x="T6" y="T7"/>
                    </a:cxn>
                    <a:cxn ang="0">
                      <a:pos x="T8" y="T9"/>
                    </a:cxn>
                    <a:cxn ang="0">
                      <a:pos x="T10" y="T11"/>
                    </a:cxn>
                  </a:cxnLst>
                  <a:rect l="0" t="0" r="r" b="b"/>
                  <a:pathLst>
                    <a:path w="2" h="2">
                      <a:moveTo>
                        <a:pt x="1" y="0"/>
                      </a:moveTo>
                      <a:cubicBezTo>
                        <a:pt x="0" y="1"/>
                        <a:pt x="0" y="1"/>
                        <a:pt x="0" y="1"/>
                      </a:cubicBezTo>
                      <a:cubicBezTo>
                        <a:pt x="0" y="1"/>
                        <a:pt x="0" y="1"/>
                        <a:pt x="0" y="1"/>
                      </a:cubicBezTo>
                      <a:cubicBezTo>
                        <a:pt x="0" y="2"/>
                        <a:pt x="0" y="2"/>
                        <a:pt x="1" y="2"/>
                      </a:cubicBezTo>
                      <a:cubicBezTo>
                        <a:pt x="1" y="2"/>
                        <a:pt x="2" y="1"/>
                        <a:pt x="2" y="1"/>
                      </a:cubicBezTo>
                      <a:cubicBezTo>
                        <a:pt x="2" y="0"/>
                        <a:pt x="2" y="0"/>
                        <a:pt x="1" y="0"/>
                      </a:cubicBez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07" name="Freeform 42"/>
                <p:cNvSpPr>
                  <a:spLocks/>
                </p:cNvSpPr>
                <p:nvPr/>
              </p:nvSpPr>
              <p:spPr bwMode="auto">
                <a:xfrm>
                  <a:off x="-911" y="3586"/>
                  <a:ext cx="5" cy="4"/>
                </a:xfrm>
                <a:custGeom>
                  <a:avLst/>
                  <a:gdLst>
                    <a:gd name="T0" fmla="*/ 2 w 2"/>
                    <a:gd name="T1" fmla="*/ 1 h 2"/>
                    <a:gd name="T2" fmla="*/ 1 w 2"/>
                    <a:gd name="T3" fmla="*/ 0 h 2"/>
                    <a:gd name="T4" fmla="*/ 0 w 2"/>
                    <a:gd name="T5" fmla="*/ 1 h 2"/>
                    <a:gd name="T6" fmla="*/ 2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0"/>
                        <a:pt x="1" y="0"/>
                        <a:pt x="1" y="0"/>
                      </a:cubicBezTo>
                      <a:cubicBezTo>
                        <a:pt x="1" y="0"/>
                        <a:pt x="0" y="1"/>
                        <a:pt x="0" y="1"/>
                      </a:cubicBezTo>
                      <a:cubicBezTo>
                        <a:pt x="2" y="2"/>
                        <a:pt x="2" y="2"/>
                        <a:pt x="2" y="2"/>
                      </a:cubicBezTo>
                      <a:lnTo>
                        <a:pt x="2" y="1"/>
                      </a:ln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08" name="Freeform 43"/>
                <p:cNvSpPr>
                  <a:spLocks/>
                </p:cNvSpPr>
                <p:nvPr/>
              </p:nvSpPr>
              <p:spPr bwMode="auto">
                <a:xfrm>
                  <a:off x="-906" y="3588"/>
                  <a:ext cx="5" cy="2"/>
                </a:xfrm>
                <a:custGeom>
                  <a:avLst/>
                  <a:gdLst>
                    <a:gd name="T0" fmla="*/ 2 w 2"/>
                    <a:gd name="T1" fmla="*/ 0 h 1"/>
                    <a:gd name="T2" fmla="*/ 0 w 2"/>
                    <a:gd name="T3" fmla="*/ 0 h 1"/>
                    <a:gd name="T4" fmla="*/ 0 w 2"/>
                    <a:gd name="T5" fmla="*/ 1 h 1"/>
                    <a:gd name="T6" fmla="*/ 1 w 2"/>
                    <a:gd name="T7" fmla="*/ 1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1" y="0"/>
                        <a:pt x="1" y="0"/>
                        <a:pt x="0" y="0"/>
                      </a:cubicBezTo>
                      <a:cubicBezTo>
                        <a:pt x="0" y="1"/>
                        <a:pt x="0" y="1"/>
                        <a:pt x="0" y="1"/>
                      </a:cubicBezTo>
                      <a:cubicBezTo>
                        <a:pt x="1" y="1"/>
                        <a:pt x="1" y="1"/>
                        <a:pt x="1" y="1"/>
                      </a:cubicBezTo>
                      <a:cubicBezTo>
                        <a:pt x="1" y="1"/>
                        <a:pt x="1" y="1"/>
                        <a:pt x="2" y="0"/>
                      </a:cubicBez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09" name="Freeform 44"/>
                <p:cNvSpPr>
                  <a:spLocks/>
                </p:cNvSpPr>
                <p:nvPr/>
              </p:nvSpPr>
              <p:spPr bwMode="auto">
                <a:xfrm>
                  <a:off x="-904" y="3583"/>
                  <a:ext cx="3" cy="5"/>
                </a:xfrm>
                <a:custGeom>
                  <a:avLst/>
                  <a:gdLst>
                    <a:gd name="T0" fmla="*/ 1 w 1"/>
                    <a:gd name="T1" fmla="*/ 2 h 2"/>
                    <a:gd name="T2" fmla="*/ 0 w 1"/>
                    <a:gd name="T3" fmla="*/ 0 h 2"/>
                    <a:gd name="T4" fmla="*/ 0 w 1"/>
                    <a:gd name="T5" fmla="*/ 0 h 2"/>
                    <a:gd name="T6" fmla="*/ 0 w 1"/>
                    <a:gd name="T7" fmla="*/ 0 h 2"/>
                    <a:gd name="T8" fmla="*/ 0 w 1"/>
                    <a:gd name="T9" fmla="*/ 1 h 2"/>
                    <a:gd name="T10" fmla="*/ 1 w 1"/>
                    <a:gd name="T11" fmla="*/ 2 h 2"/>
                  </a:gdLst>
                  <a:ahLst/>
                  <a:cxnLst>
                    <a:cxn ang="0">
                      <a:pos x="T0" y="T1"/>
                    </a:cxn>
                    <a:cxn ang="0">
                      <a:pos x="T2" y="T3"/>
                    </a:cxn>
                    <a:cxn ang="0">
                      <a:pos x="T4" y="T5"/>
                    </a:cxn>
                    <a:cxn ang="0">
                      <a:pos x="T6" y="T7"/>
                    </a:cxn>
                    <a:cxn ang="0">
                      <a:pos x="T8" y="T9"/>
                    </a:cxn>
                    <a:cxn ang="0">
                      <a:pos x="T10" y="T11"/>
                    </a:cxn>
                  </a:cxnLst>
                  <a:rect l="0" t="0" r="r" b="b"/>
                  <a:pathLst>
                    <a:path w="1" h="2">
                      <a:moveTo>
                        <a:pt x="1" y="2"/>
                      </a:moveTo>
                      <a:cubicBezTo>
                        <a:pt x="1" y="1"/>
                        <a:pt x="1" y="0"/>
                        <a:pt x="0" y="0"/>
                      </a:cubicBezTo>
                      <a:cubicBezTo>
                        <a:pt x="0" y="0"/>
                        <a:pt x="0" y="0"/>
                        <a:pt x="0" y="0"/>
                      </a:cubicBezTo>
                      <a:cubicBezTo>
                        <a:pt x="0" y="0"/>
                        <a:pt x="0" y="0"/>
                        <a:pt x="0" y="0"/>
                      </a:cubicBezTo>
                      <a:cubicBezTo>
                        <a:pt x="0" y="1"/>
                        <a:pt x="0" y="1"/>
                        <a:pt x="0" y="1"/>
                      </a:cubicBezTo>
                      <a:cubicBezTo>
                        <a:pt x="0" y="2"/>
                        <a:pt x="0" y="2"/>
                        <a:pt x="1" y="2"/>
                      </a:cubicBez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11" name="Freeform 46"/>
                <p:cNvSpPr>
                  <a:spLocks/>
                </p:cNvSpPr>
                <p:nvPr/>
              </p:nvSpPr>
              <p:spPr bwMode="auto">
                <a:xfrm>
                  <a:off x="-927" y="3605"/>
                  <a:ext cx="2" cy="2"/>
                </a:xfrm>
                <a:custGeom>
                  <a:avLst/>
                  <a:gdLst>
                    <a:gd name="T0" fmla="*/ 2 w 2"/>
                    <a:gd name="T1" fmla="*/ 2 h 2"/>
                    <a:gd name="T2" fmla="*/ 2 w 2"/>
                    <a:gd name="T3" fmla="*/ 0 h 2"/>
                    <a:gd name="T4" fmla="*/ 0 w 2"/>
                    <a:gd name="T5" fmla="*/ 2 h 2"/>
                    <a:gd name="T6" fmla="*/ 2 w 2"/>
                    <a:gd name="T7" fmla="*/ 2 h 2"/>
                  </a:gdLst>
                  <a:ahLst/>
                  <a:cxnLst>
                    <a:cxn ang="0">
                      <a:pos x="T0" y="T1"/>
                    </a:cxn>
                    <a:cxn ang="0">
                      <a:pos x="T2" y="T3"/>
                    </a:cxn>
                    <a:cxn ang="0">
                      <a:pos x="T4" y="T5"/>
                    </a:cxn>
                    <a:cxn ang="0">
                      <a:pos x="T6" y="T7"/>
                    </a:cxn>
                  </a:cxnLst>
                  <a:rect l="0" t="0" r="r" b="b"/>
                  <a:pathLst>
                    <a:path w="2" h="2">
                      <a:moveTo>
                        <a:pt x="2" y="2"/>
                      </a:moveTo>
                      <a:lnTo>
                        <a:pt x="2" y="0"/>
                      </a:lnTo>
                      <a:lnTo>
                        <a:pt x="0" y="2"/>
                      </a:lnTo>
                      <a:lnTo>
                        <a:pt x="2" y="2"/>
                      </a:ln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13" name="Freeform 48"/>
                <p:cNvSpPr>
                  <a:spLocks/>
                </p:cNvSpPr>
                <p:nvPr/>
              </p:nvSpPr>
              <p:spPr bwMode="auto">
                <a:xfrm>
                  <a:off x="-930" y="3602"/>
                  <a:ext cx="3" cy="3"/>
                </a:xfrm>
                <a:custGeom>
                  <a:avLst/>
                  <a:gdLst>
                    <a:gd name="T0" fmla="*/ 1 w 1"/>
                    <a:gd name="T1" fmla="*/ 1 h 1"/>
                    <a:gd name="T2" fmla="*/ 1 w 1"/>
                    <a:gd name="T3" fmla="*/ 1 h 1"/>
                    <a:gd name="T4" fmla="*/ 1 w 1"/>
                    <a:gd name="T5" fmla="*/ 1 h 1"/>
                    <a:gd name="T6" fmla="*/ 1 w 1"/>
                    <a:gd name="T7" fmla="*/ 0 h 1"/>
                    <a:gd name="T8" fmla="*/ 0 w 1"/>
                    <a:gd name="T9" fmla="*/ 1 h 1"/>
                    <a:gd name="T10" fmla="*/ 0 w 1"/>
                    <a:gd name="T11" fmla="*/ 1 h 1"/>
                    <a:gd name="T12" fmla="*/ 1 w 1"/>
                    <a:gd name="T13" fmla="*/ 1 h 1"/>
                    <a:gd name="T14" fmla="*/ 1 w 1"/>
                    <a:gd name="T15" fmla="*/ 1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1"/>
                      </a:moveTo>
                      <a:cubicBezTo>
                        <a:pt x="1" y="1"/>
                        <a:pt x="1" y="1"/>
                        <a:pt x="1" y="1"/>
                      </a:cubicBezTo>
                      <a:cubicBezTo>
                        <a:pt x="1" y="1"/>
                        <a:pt x="1" y="1"/>
                        <a:pt x="1" y="1"/>
                      </a:cubicBezTo>
                      <a:cubicBezTo>
                        <a:pt x="1" y="0"/>
                        <a:pt x="1" y="0"/>
                        <a:pt x="1" y="0"/>
                      </a:cubicBezTo>
                      <a:cubicBezTo>
                        <a:pt x="0" y="1"/>
                        <a:pt x="0" y="1"/>
                        <a:pt x="0" y="1"/>
                      </a:cubicBezTo>
                      <a:cubicBezTo>
                        <a:pt x="0" y="1"/>
                        <a:pt x="0" y="1"/>
                        <a:pt x="0" y="1"/>
                      </a:cubicBezTo>
                      <a:cubicBezTo>
                        <a:pt x="1" y="1"/>
                        <a:pt x="1" y="1"/>
                        <a:pt x="1" y="1"/>
                      </a:cubicBezTo>
                      <a:cubicBezTo>
                        <a:pt x="1" y="1"/>
                        <a:pt x="1" y="1"/>
                        <a:pt x="1" y="1"/>
                      </a:cubicBez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14" name="Freeform 49"/>
                <p:cNvSpPr>
                  <a:spLocks/>
                </p:cNvSpPr>
                <p:nvPr/>
              </p:nvSpPr>
              <p:spPr bwMode="auto">
                <a:xfrm>
                  <a:off x="-913" y="3612"/>
                  <a:ext cx="2" cy="5"/>
                </a:xfrm>
                <a:custGeom>
                  <a:avLst/>
                  <a:gdLst>
                    <a:gd name="T0" fmla="*/ 1 w 1"/>
                    <a:gd name="T1" fmla="*/ 0 h 2"/>
                    <a:gd name="T2" fmla="*/ 1 w 1"/>
                    <a:gd name="T3" fmla="*/ 0 h 2"/>
                    <a:gd name="T4" fmla="*/ 0 w 1"/>
                    <a:gd name="T5" fmla="*/ 1 h 2"/>
                    <a:gd name="T6" fmla="*/ 0 w 1"/>
                    <a:gd name="T7" fmla="*/ 2 h 2"/>
                    <a:gd name="T8" fmla="*/ 0 w 1"/>
                    <a:gd name="T9" fmla="*/ 2 h 2"/>
                    <a:gd name="T10" fmla="*/ 0 w 1"/>
                    <a:gd name="T11" fmla="*/ 2 h 2"/>
                    <a:gd name="T12" fmla="*/ 1 w 1"/>
                    <a:gd name="T13" fmla="*/ 2 h 2"/>
                    <a:gd name="T14" fmla="*/ 1 w 1"/>
                    <a:gd name="T15" fmla="*/ 0 h 2"/>
                    <a:gd name="T16" fmla="*/ 1 w 1"/>
                    <a:gd name="T17" fmla="*/ 0 h 2"/>
                    <a:gd name="T18" fmla="*/ 1 w 1"/>
                    <a:gd name="T19" fmla="*/ 0 h 2"/>
                    <a:gd name="T20" fmla="*/ 1 w 1"/>
                    <a:gd name="T21"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 h="2">
                      <a:moveTo>
                        <a:pt x="1" y="0"/>
                      </a:moveTo>
                      <a:cubicBezTo>
                        <a:pt x="1" y="0"/>
                        <a:pt x="1" y="0"/>
                        <a:pt x="1" y="0"/>
                      </a:cubicBezTo>
                      <a:cubicBezTo>
                        <a:pt x="0" y="1"/>
                        <a:pt x="0" y="1"/>
                        <a:pt x="0" y="1"/>
                      </a:cubicBezTo>
                      <a:cubicBezTo>
                        <a:pt x="0" y="1"/>
                        <a:pt x="0" y="1"/>
                        <a:pt x="0" y="2"/>
                      </a:cubicBezTo>
                      <a:cubicBezTo>
                        <a:pt x="0" y="2"/>
                        <a:pt x="0" y="2"/>
                        <a:pt x="0" y="2"/>
                      </a:cubicBezTo>
                      <a:cubicBezTo>
                        <a:pt x="0" y="2"/>
                        <a:pt x="0" y="2"/>
                        <a:pt x="0" y="2"/>
                      </a:cubicBezTo>
                      <a:cubicBezTo>
                        <a:pt x="0" y="2"/>
                        <a:pt x="1" y="2"/>
                        <a:pt x="1" y="2"/>
                      </a:cubicBezTo>
                      <a:cubicBezTo>
                        <a:pt x="1" y="0"/>
                        <a:pt x="1" y="0"/>
                        <a:pt x="1" y="0"/>
                      </a:cubicBezTo>
                      <a:cubicBezTo>
                        <a:pt x="1" y="0"/>
                        <a:pt x="1" y="0"/>
                        <a:pt x="1" y="0"/>
                      </a:cubicBezTo>
                      <a:cubicBezTo>
                        <a:pt x="1" y="0"/>
                        <a:pt x="1" y="0"/>
                        <a:pt x="1" y="0"/>
                      </a:cubicBezTo>
                      <a:cubicBezTo>
                        <a:pt x="1" y="0"/>
                        <a:pt x="1" y="0"/>
                        <a:pt x="1" y="0"/>
                      </a:cubicBez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15" name="Freeform 50"/>
                <p:cNvSpPr>
                  <a:spLocks/>
                </p:cNvSpPr>
                <p:nvPr/>
              </p:nvSpPr>
              <p:spPr bwMode="auto">
                <a:xfrm>
                  <a:off x="-916" y="3609"/>
                  <a:ext cx="3" cy="3"/>
                </a:xfrm>
                <a:custGeom>
                  <a:avLst/>
                  <a:gdLst>
                    <a:gd name="T0" fmla="*/ 0 w 1"/>
                    <a:gd name="T1" fmla="*/ 0 h 1"/>
                    <a:gd name="T2" fmla="*/ 0 w 1"/>
                    <a:gd name="T3" fmla="*/ 1 h 1"/>
                    <a:gd name="T4" fmla="*/ 0 w 1"/>
                    <a:gd name="T5" fmla="*/ 1 h 1"/>
                    <a:gd name="T6" fmla="*/ 0 w 1"/>
                    <a:gd name="T7" fmla="*/ 1 h 1"/>
                    <a:gd name="T8" fmla="*/ 1 w 1"/>
                    <a:gd name="T9" fmla="*/ 1 h 1"/>
                    <a:gd name="T10" fmla="*/ 1 w 1"/>
                    <a:gd name="T11" fmla="*/ 1 h 1"/>
                    <a:gd name="T12" fmla="*/ 1 w 1"/>
                    <a:gd name="T13" fmla="*/ 0 h 1"/>
                    <a:gd name="T14" fmla="*/ 1 w 1"/>
                    <a:gd name="T15" fmla="*/ 0 h 1"/>
                    <a:gd name="T16" fmla="*/ 0 w 1"/>
                    <a:gd name="T1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 h="1">
                      <a:moveTo>
                        <a:pt x="0" y="0"/>
                      </a:move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0"/>
                        <a:pt x="1" y="0"/>
                      </a:cubicBezTo>
                      <a:cubicBezTo>
                        <a:pt x="1" y="0"/>
                        <a:pt x="1" y="0"/>
                        <a:pt x="1" y="0"/>
                      </a:cubicBezTo>
                      <a:lnTo>
                        <a:pt x="0" y="0"/>
                      </a:ln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18" name="Freeform 53"/>
                <p:cNvSpPr>
                  <a:spLocks/>
                </p:cNvSpPr>
                <p:nvPr/>
              </p:nvSpPr>
              <p:spPr bwMode="auto">
                <a:xfrm>
                  <a:off x="-906" y="3593"/>
                  <a:ext cx="7" cy="4"/>
                </a:xfrm>
                <a:custGeom>
                  <a:avLst/>
                  <a:gdLst>
                    <a:gd name="T0" fmla="*/ 0 w 3"/>
                    <a:gd name="T1" fmla="*/ 1 h 2"/>
                    <a:gd name="T2" fmla="*/ 1 w 3"/>
                    <a:gd name="T3" fmla="*/ 2 h 2"/>
                    <a:gd name="T4" fmla="*/ 3 w 3"/>
                    <a:gd name="T5" fmla="*/ 1 h 2"/>
                    <a:gd name="T6" fmla="*/ 1 w 3"/>
                    <a:gd name="T7" fmla="*/ 0 h 2"/>
                    <a:gd name="T8" fmla="*/ 0 w 3"/>
                    <a:gd name="T9" fmla="*/ 1 h 2"/>
                  </a:gdLst>
                  <a:ahLst/>
                  <a:cxnLst>
                    <a:cxn ang="0">
                      <a:pos x="T0" y="T1"/>
                    </a:cxn>
                    <a:cxn ang="0">
                      <a:pos x="T2" y="T3"/>
                    </a:cxn>
                    <a:cxn ang="0">
                      <a:pos x="T4" y="T5"/>
                    </a:cxn>
                    <a:cxn ang="0">
                      <a:pos x="T6" y="T7"/>
                    </a:cxn>
                    <a:cxn ang="0">
                      <a:pos x="T8" y="T9"/>
                    </a:cxn>
                  </a:cxnLst>
                  <a:rect l="0" t="0" r="r" b="b"/>
                  <a:pathLst>
                    <a:path w="3" h="2">
                      <a:moveTo>
                        <a:pt x="0" y="1"/>
                      </a:moveTo>
                      <a:cubicBezTo>
                        <a:pt x="1" y="1"/>
                        <a:pt x="1" y="2"/>
                        <a:pt x="1" y="2"/>
                      </a:cubicBezTo>
                      <a:cubicBezTo>
                        <a:pt x="2" y="2"/>
                        <a:pt x="2" y="1"/>
                        <a:pt x="3" y="1"/>
                      </a:cubicBezTo>
                      <a:cubicBezTo>
                        <a:pt x="1" y="0"/>
                        <a:pt x="1" y="0"/>
                        <a:pt x="1" y="0"/>
                      </a:cubicBezTo>
                      <a:cubicBezTo>
                        <a:pt x="1" y="0"/>
                        <a:pt x="1" y="1"/>
                        <a:pt x="0" y="1"/>
                      </a:cubicBez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22" name="Freeform 57"/>
                <p:cNvSpPr>
                  <a:spLocks/>
                </p:cNvSpPr>
                <p:nvPr/>
              </p:nvSpPr>
              <p:spPr bwMode="auto">
                <a:xfrm>
                  <a:off x="-901" y="3583"/>
                  <a:ext cx="2" cy="5"/>
                </a:xfrm>
                <a:custGeom>
                  <a:avLst/>
                  <a:gdLst>
                    <a:gd name="T0" fmla="*/ 0 w 1"/>
                    <a:gd name="T1" fmla="*/ 2 h 2"/>
                    <a:gd name="T2" fmla="*/ 1 w 1"/>
                    <a:gd name="T3" fmla="*/ 2 h 2"/>
                    <a:gd name="T4" fmla="*/ 0 w 1"/>
                    <a:gd name="T5" fmla="*/ 0 h 2"/>
                    <a:gd name="T6" fmla="*/ 0 w 1"/>
                    <a:gd name="T7" fmla="*/ 2 h 2"/>
                  </a:gdLst>
                  <a:ahLst/>
                  <a:cxnLst>
                    <a:cxn ang="0">
                      <a:pos x="T0" y="T1"/>
                    </a:cxn>
                    <a:cxn ang="0">
                      <a:pos x="T2" y="T3"/>
                    </a:cxn>
                    <a:cxn ang="0">
                      <a:pos x="T4" y="T5"/>
                    </a:cxn>
                    <a:cxn ang="0">
                      <a:pos x="T6" y="T7"/>
                    </a:cxn>
                  </a:cxnLst>
                  <a:rect l="0" t="0" r="r" b="b"/>
                  <a:pathLst>
                    <a:path w="1" h="2">
                      <a:moveTo>
                        <a:pt x="0" y="2"/>
                      </a:moveTo>
                      <a:cubicBezTo>
                        <a:pt x="0" y="2"/>
                        <a:pt x="1" y="2"/>
                        <a:pt x="1" y="2"/>
                      </a:cubicBezTo>
                      <a:cubicBezTo>
                        <a:pt x="1" y="1"/>
                        <a:pt x="0" y="1"/>
                        <a:pt x="0" y="0"/>
                      </a:cubicBezTo>
                      <a:cubicBezTo>
                        <a:pt x="0" y="1"/>
                        <a:pt x="0" y="1"/>
                        <a:pt x="0" y="2"/>
                      </a:cubicBez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24" name="Freeform 59"/>
                <p:cNvSpPr>
                  <a:spLocks/>
                </p:cNvSpPr>
                <p:nvPr/>
              </p:nvSpPr>
              <p:spPr bwMode="auto">
                <a:xfrm>
                  <a:off x="-913" y="3583"/>
                  <a:ext cx="5" cy="5"/>
                </a:xfrm>
                <a:custGeom>
                  <a:avLst/>
                  <a:gdLst>
                    <a:gd name="T0" fmla="*/ 2 w 2"/>
                    <a:gd name="T1" fmla="*/ 1 h 2"/>
                    <a:gd name="T2" fmla="*/ 1 w 2"/>
                    <a:gd name="T3" fmla="*/ 0 h 2"/>
                    <a:gd name="T4" fmla="*/ 0 w 2"/>
                    <a:gd name="T5" fmla="*/ 1 h 2"/>
                    <a:gd name="T6" fmla="*/ 1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1" y="0"/>
                        <a:pt x="1" y="0"/>
                        <a:pt x="1" y="0"/>
                      </a:cubicBezTo>
                      <a:cubicBezTo>
                        <a:pt x="0" y="0"/>
                        <a:pt x="0" y="1"/>
                        <a:pt x="0" y="1"/>
                      </a:cubicBezTo>
                      <a:cubicBezTo>
                        <a:pt x="1" y="2"/>
                        <a:pt x="1" y="2"/>
                        <a:pt x="1" y="2"/>
                      </a:cubicBezTo>
                      <a:cubicBezTo>
                        <a:pt x="1" y="2"/>
                        <a:pt x="1" y="1"/>
                        <a:pt x="2" y="1"/>
                      </a:cubicBez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25" name="Freeform 60"/>
                <p:cNvSpPr>
                  <a:spLocks/>
                </p:cNvSpPr>
                <p:nvPr/>
              </p:nvSpPr>
              <p:spPr bwMode="auto">
                <a:xfrm>
                  <a:off x="-911" y="3593"/>
                  <a:ext cx="3" cy="4"/>
                </a:xfrm>
                <a:custGeom>
                  <a:avLst/>
                  <a:gdLst>
                    <a:gd name="T0" fmla="*/ 0 w 1"/>
                    <a:gd name="T1" fmla="*/ 0 h 2"/>
                    <a:gd name="T2" fmla="*/ 0 w 1"/>
                    <a:gd name="T3" fmla="*/ 2 h 2"/>
                    <a:gd name="T4" fmla="*/ 0 w 1"/>
                    <a:gd name="T5" fmla="*/ 2 h 2"/>
                    <a:gd name="T6" fmla="*/ 0 w 1"/>
                    <a:gd name="T7" fmla="*/ 2 h 2"/>
                    <a:gd name="T8" fmla="*/ 1 w 1"/>
                    <a:gd name="T9" fmla="*/ 1 h 2"/>
                    <a:gd name="T10" fmla="*/ 0 w 1"/>
                    <a:gd name="T11" fmla="*/ 0 h 2"/>
                  </a:gdLst>
                  <a:ahLst/>
                  <a:cxnLst>
                    <a:cxn ang="0">
                      <a:pos x="T0" y="T1"/>
                    </a:cxn>
                    <a:cxn ang="0">
                      <a:pos x="T2" y="T3"/>
                    </a:cxn>
                    <a:cxn ang="0">
                      <a:pos x="T4" y="T5"/>
                    </a:cxn>
                    <a:cxn ang="0">
                      <a:pos x="T6" y="T7"/>
                    </a:cxn>
                    <a:cxn ang="0">
                      <a:pos x="T8" y="T9"/>
                    </a:cxn>
                    <a:cxn ang="0">
                      <a:pos x="T10" y="T11"/>
                    </a:cxn>
                  </a:cxnLst>
                  <a:rect l="0" t="0" r="r" b="b"/>
                  <a:pathLst>
                    <a:path w="1" h="2">
                      <a:moveTo>
                        <a:pt x="0" y="0"/>
                      </a:moveTo>
                      <a:cubicBezTo>
                        <a:pt x="0" y="1"/>
                        <a:pt x="0" y="2"/>
                        <a:pt x="0" y="2"/>
                      </a:cubicBezTo>
                      <a:cubicBezTo>
                        <a:pt x="0" y="2"/>
                        <a:pt x="0" y="2"/>
                        <a:pt x="0" y="2"/>
                      </a:cubicBezTo>
                      <a:cubicBezTo>
                        <a:pt x="0" y="2"/>
                        <a:pt x="0" y="2"/>
                        <a:pt x="0" y="2"/>
                      </a:cubicBezTo>
                      <a:cubicBezTo>
                        <a:pt x="1" y="1"/>
                        <a:pt x="1" y="1"/>
                        <a:pt x="1" y="1"/>
                      </a:cubicBezTo>
                      <a:cubicBezTo>
                        <a:pt x="0" y="0"/>
                        <a:pt x="0" y="0"/>
                        <a:pt x="0" y="0"/>
                      </a:cubicBez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26" name="Freeform 61"/>
                <p:cNvSpPr>
                  <a:spLocks/>
                </p:cNvSpPr>
                <p:nvPr/>
              </p:nvSpPr>
              <p:spPr bwMode="auto">
                <a:xfrm>
                  <a:off x="-916" y="3593"/>
                  <a:ext cx="3" cy="2"/>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cubicBezTo>
                        <a:pt x="1" y="1"/>
                        <a:pt x="1" y="1"/>
                        <a:pt x="1" y="1"/>
                      </a:cubicBezTo>
                      <a:cubicBezTo>
                        <a:pt x="1" y="1"/>
                        <a:pt x="1" y="1"/>
                        <a:pt x="1" y="0"/>
                      </a:cubicBezTo>
                      <a:cubicBezTo>
                        <a:pt x="1" y="0"/>
                        <a:pt x="1" y="0"/>
                        <a:pt x="0" y="0"/>
                      </a:cubicBezTo>
                      <a:close/>
                    </a:path>
                  </a:pathLst>
                </a:custGeom>
                <a:grpFill/>
                <a:ln w="9525">
                  <a:solidFill>
                    <a:srgbClr val="000000"/>
                  </a:solidFill>
                  <a:round/>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cxnSp>
          <p:nvCxnSpPr>
            <p:cNvPr id="173" name="Straight Connector 172"/>
            <p:cNvCxnSpPr/>
            <p:nvPr/>
          </p:nvCxnSpPr>
          <p:spPr>
            <a:xfrm>
              <a:off x="9520783" y="4148907"/>
              <a:ext cx="271385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flipH="1">
              <a:off x="9272707" y="4148907"/>
              <a:ext cx="253992" cy="25265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91" name="Oval 290"/>
          <p:cNvSpPr/>
          <p:nvPr/>
        </p:nvSpPr>
        <p:spPr>
          <a:xfrm>
            <a:off x="7291838" y="1054180"/>
            <a:ext cx="1584000" cy="1584000"/>
          </a:xfrm>
          <a:prstGeom prst="ellipse">
            <a:avLst/>
          </a:prstGeom>
          <a:solidFill>
            <a:schemeClr val="bg2">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1018824" rtl="0" eaLnBrk="1" latinLnBrk="0" hangingPunct="1">
              <a:defRPr sz="2000" kern="1200">
                <a:solidFill>
                  <a:schemeClr val="lt1"/>
                </a:solidFill>
                <a:latin typeface="+mn-lt"/>
                <a:ea typeface="+mn-ea"/>
                <a:cs typeface="+mn-cs"/>
              </a:defRPr>
            </a:lvl1pPr>
            <a:lvl2pPr marL="509412" algn="l" defTabSz="1018824" rtl="0" eaLnBrk="1" latinLnBrk="0" hangingPunct="1">
              <a:defRPr sz="2000" kern="1200">
                <a:solidFill>
                  <a:schemeClr val="lt1"/>
                </a:solidFill>
                <a:latin typeface="+mn-lt"/>
                <a:ea typeface="+mn-ea"/>
                <a:cs typeface="+mn-cs"/>
              </a:defRPr>
            </a:lvl2pPr>
            <a:lvl3pPr marL="1018824" algn="l" defTabSz="1018824" rtl="0" eaLnBrk="1" latinLnBrk="0" hangingPunct="1">
              <a:defRPr sz="2000" kern="1200">
                <a:solidFill>
                  <a:schemeClr val="lt1"/>
                </a:solidFill>
                <a:latin typeface="+mn-lt"/>
                <a:ea typeface="+mn-ea"/>
                <a:cs typeface="+mn-cs"/>
              </a:defRPr>
            </a:lvl3pPr>
            <a:lvl4pPr marL="1528237" algn="l" defTabSz="1018824" rtl="0" eaLnBrk="1" latinLnBrk="0" hangingPunct="1">
              <a:defRPr sz="2000" kern="1200">
                <a:solidFill>
                  <a:schemeClr val="lt1"/>
                </a:solidFill>
                <a:latin typeface="+mn-lt"/>
                <a:ea typeface="+mn-ea"/>
                <a:cs typeface="+mn-cs"/>
              </a:defRPr>
            </a:lvl4pPr>
            <a:lvl5pPr marL="2037649" algn="l" defTabSz="1018824" rtl="0" eaLnBrk="1" latinLnBrk="0" hangingPunct="1">
              <a:defRPr sz="2000" kern="1200">
                <a:solidFill>
                  <a:schemeClr val="lt1"/>
                </a:solidFill>
                <a:latin typeface="+mn-lt"/>
                <a:ea typeface="+mn-ea"/>
                <a:cs typeface="+mn-cs"/>
              </a:defRPr>
            </a:lvl5pPr>
            <a:lvl6pPr marL="2547061" algn="l" defTabSz="1018824" rtl="0" eaLnBrk="1" latinLnBrk="0" hangingPunct="1">
              <a:defRPr sz="2000" kern="1200">
                <a:solidFill>
                  <a:schemeClr val="lt1"/>
                </a:solidFill>
                <a:latin typeface="+mn-lt"/>
                <a:ea typeface="+mn-ea"/>
                <a:cs typeface="+mn-cs"/>
              </a:defRPr>
            </a:lvl6pPr>
            <a:lvl7pPr marL="3056473" algn="l" defTabSz="1018824" rtl="0" eaLnBrk="1" latinLnBrk="0" hangingPunct="1">
              <a:defRPr sz="2000" kern="1200">
                <a:solidFill>
                  <a:schemeClr val="lt1"/>
                </a:solidFill>
                <a:latin typeface="+mn-lt"/>
                <a:ea typeface="+mn-ea"/>
                <a:cs typeface="+mn-cs"/>
              </a:defRPr>
            </a:lvl7pPr>
            <a:lvl8pPr marL="3565886" algn="l" defTabSz="1018824" rtl="0" eaLnBrk="1" latinLnBrk="0" hangingPunct="1">
              <a:defRPr sz="2000" kern="1200">
                <a:solidFill>
                  <a:schemeClr val="lt1"/>
                </a:solidFill>
                <a:latin typeface="+mn-lt"/>
                <a:ea typeface="+mn-ea"/>
                <a:cs typeface="+mn-cs"/>
              </a:defRPr>
            </a:lvl8pPr>
            <a:lvl9pPr marL="4075298" algn="l" defTabSz="1018824" rtl="0" eaLnBrk="1" latinLnBrk="0" hangingPunct="1">
              <a:defRPr sz="2000" kern="1200">
                <a:solidFill>
                  <a:schemeClr val="lt1"/>
                </a:solidFill>
                <a:latin typeface="+mn-lt"/>
                <a:ea typeface="+mn-ea"/>
                <a:cs typeface="+mn-cs"/>
              </a:defRPr>
            </a:lvl9pPr>
          </a:lstStyle>
          <a:p>
            <a:pPr marL="0" marR="0" lvl="0" indent="0" algn="ctr" defTabSz="100080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292" name="Rectangle 291"/>
          <p:cNvSpPr/>
          <p:nvPr/>
        </p:nvSpPr>
        <p:spPr>
          <a:xfrm>
            <a:off x="7609620" y="1656954"/>
            <a:ext cx="1121184" cy="507831"/>
          </a:xfrm>
          <a:prstGeom prst="rect">
            <a:avLst/>
          </a:prstGeom>
        </p:spPr>
        <p:txBody>
          <a:bodyPr wrap="square" lIns="0" tIns="0" rIns="0" bIns="0">
            <a:spAutoFit/>
          </a:bodyPr>
          <a:ls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a:lstStyle>
          <a:p>
            <a:pPr marL="0" marR="0" lvl="0" indent="0" algn="ctr" defTabSz="1000801" rtl="0" eaLnBrk="1" fontAlgn="auto" latinLnBrk="0" hangingPunct="1">
              <a:lnSpc>
                <a:spcPct val="100000"/>
              </a:lnSpc>
              <a:spcBef>
                <a:spcPts val="0"/>
              </a:spcBef>
              <a:spcAft>
                <a:spcPts val="0"/>
              </a:spcAft>
              <a:buClrTx/>
              <a:buSzTx/>
              <a:buFontTx/>
              <a:buNone/>
              <a:tabLst/>
              <a:defRPr/>
            </a:pPr>
            <a:r>
              <a:rPr lang="en-US" sz="1100" b="1" cap="small" dirty="0" smtClean="0">
                <a:solidFill>
                  <a:srgbClr val="FFFFFF"/>
                </a:solidFill>
                <a:latin typeface="Verdana"/>
                <a:cs typeface="Times New Roman" panose="02020603050405020304" pitchFamily="18" charset="0"/>
              </a:rPr>
              <a:t>GOVERNMENT/REGULATORS</a:t>
            </a:r>
            <a:endParaRPr kumimoji="0" lang="en-US" sz="1100" b="1" i="0" u="none" strike="noStrike" kern="1200" cap="small" spc="0" normalizeH="0" baseline="0" noProof="0" dirty="0">
              <a:ln>
                <a:noFill/>
              </a:ln>
              <a:solidFill>
                <a:srgbClr val="FFFFFF"/>
              </a:solidFill>
              <a:effectLst/>
              <a:uLnTx/>
              <a:uFillTx/>
              <a:latin typeface="Verdana"/>
              <a:cs typeface="Times New Roman" panose="02020603050405020304" pitchFamily="18" charset="0"/>
            </a:endParaRPr>
          </a:p>
        </p:txBody>
      </p:sp>
      <p:sp>
        <p:nvSpPr>
          <p:cNvPr id="293" name="Oval 292"/>
          <p:cNvSpPr/>
          <p:nvPr/>
        </p:nvSpPr>
        <p:spPr>
          <a:xfrm>
            <a:off x="7571464" y="4235940"/>
            <a:ext cx="1584000" cy="1584000"/>
          </a:xfrm>
          <a:prstGeom prst="ellipse">
            <a:avLst/>
          </a:prstGeom>
          <a:solidFill>
            <a:schemeClr val="bg2">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1018824" rtl="0" eaLnBrk="1" latinLnBrk="0" hangingPunct="1">
              <a:defRPr sz="2000" kern="1200">
                <a:solidFill>
                  <a:schemeClr val="lt1"/>
                </a:solidFill>
                <a:latin typeface="+mn-lt"/>
                <a:ea typeface="+mn-ea"/>
                <a:cs typeface="+mn-cs"/>
              </a:defRPr>
            </a:lvl1pPr>
            <a:lvl2pPr marL="509412" algn="l" defTabSz="1018824" rtl="0" eaLnBrk="1" latinLnBrk="0" hangingPunct="1">
              <a:defRPr sz="2000" kern="1200">
                <a:solidFill>
                  <a:schemeClr val="lt1"/>
                </a:solidFill>
                <a:latin typeface="+mn-lt"/>
                <a:ea typeface="+mn-ea"/>
                <a:cs typeface="+mn-cs"/>
              </a:defRPr>
            </a:lvl2pPr>
            <a:lvl3pPr marL="1018824" algn="l" defTabSz="1018824" rtl="0" eaLnBrk="1" latinLnBrk="0" hangingPunct="1">
              <a:defRPr sz="2000" kern="1200">
                <a:solidFill>
                  <a:schemeClr val="lt1"/>
                </a:solidFill>
                <a:latin typeface="+mn-lt"/>
                <a:ea typeface="+mn-ea"/>
                <a:cs typeface="+mn-cs"/>
              </a:defRPr>
            </a:lvl3pPr>
            <a:lvl4pPr marL="1528237" algn="l" defTabSz="1018824" rtl="0" eaLnBrk="1" latinLnBrk="0" hangingPunct="1">
              <a:defRPr sz="2000" kern="1200">
                <a:solidFill>
                  <a:schemeClr val="lt1"/>
                </a:solidFill>
                <a:latin typeface="+mn-lt"/>
                <a:ea typeface="+mn-ea"/>
                <a:cs typeface="+mn-cs"/>
              </a:defRPr>
            </a:lvl4pPr>
            <a:lvl5pPr marL="2037649" algn="l" defTabSz="1018824" rtl="0" eaLnBrk="1" latinLnBrk="0" hangingPunct="1">
              <a:defRPr sz="2000" kern="1200">
                <a:solidFill>
                  <a:schemeClr val="lt1"/>
                </a:solidFill>
                <a:latin typeface="+mn-lt"/>
                <a:ea typeface="+mn-ea"/>
                <a:cs typeface="+mn-cs"/>
              </a:defRPr>
            </a:lvl5pPr>
            <a:lvl6pPr marL="2547061" algn="l" defTabSz="1018824" rtl="0" eaLnBrk="1" latinLnBrk="0" hangingPunct="1">
              <a:defRPr sz="2000" kern="1200">
                <a:solidFill>
                  <a:schemeClr val="lt1"/>
                </a:solidFill>
                <a:latin typeface="+mn-lt"/>
                <a:ea typeface="+mn-ea"/>
                <a:cs typeface="+mn-cs"/>
              </a:defRPr>
            </a:lvl6pPr>
            <a:lvl7pPr marL="3056473" algn="l" defTabSz="1018824" rtl="0" eaLnBrk="1" latinLnBrk="0" hangingPunct="1">
              <a:defRPr sz="2000" kern="1200">
                <a:solidFill>
                  <a:schemeClr val="lt1"/>
                </a:solidFill>
                <a:latin typeface="+mn-lt"/>
                <a:ea typeface="+mn-ea"/>
                <a:cs typeface="+mn-cs"/>
              </a:defRPr>
            </a:lvl7pPr>
            <a:lvl8pPr marL="3565886" algn="l" defTabSz="1018824" rtl="0" eaLnBrk="1" latinLnBrk="0" hangingPunct="1">
              <a:defRPr sz="2000" kern="1200">
                <a:solidFill>
                  <a:schemeClr val="lt1"/>
                </a:solidFill>
                <a:latin typeface="+mn-lt"/>
                <a:ea typeface="+mn-ea"/>
                <a:cs typeface="+mn-cs"/>
              </a:defRPr>
            </a:lvl8pPr>
            <a:lvl9pPr marL="4075298" algn="l" defTabSz="1018824" rtl="0" eaLnBrk="1" latinLnBrk="0" hangingPunct="1">
              <a:defRPr sz="2000" kern="1200">
                <a:solidFill>
                  <a:schemeClr val="lt1"/>
                </a:solidFill>
                <a:latin typeface="+mn-lt"/>
                <a:ea typeface="+mn-ea"/>
                <a:cs typeface="+mn-cs"/>
              </a:defRPr>
            </a:lvl9pPr>
          </a:lstStyle>
          <a:p>
            <a:pPr marL="0" marR="0" lvl="0" indent="0" algn="ctr" defTabSz="100080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cxnSp>
        <p:nvCxnSpPr>
          <p:cNvPr id="294" name="Straight Connector 293"/>
          <p:cNvCxnSpPr/>
          <p:nvPr/>
        </p:nvCxnSpPr>
        <p:spPr>
          <a:xfrm>
            <a:off x="8845358" y="4027635"/>
            <a:ext cx="271385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p:cNvCxnSpPr/>
          <p:nvPr/>
        </p:nvCxnSpPr>
        <p:spPr>
          <a:xfrm flipH="1">
            <a:off x="8597282" y="4027635"/>
            <a:ext cx="253992" cy="25265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96" name="Rectangle 295"/>
          <p:cNvSpPr/>
          <p:nvPr/>
        </p:nvSpPr>
        <p:spPr>
          <a:xfrm>
            <a:off x="7796968" y="4882166"/>
            <a:ext cx="1121184" cy="169277"/>
          </a:xfrm>
          <a:prstGeom prst="rect">
            <a:avLst/>
          </a:prstGeom>
        </p:spPr>
        <p:txBody>
          <a:bodyPr wrap="square" lIns="0" tIns="0" rIns="0" bIns="0">
            <a:spAutoFit/>
          </a:bodyPr>
          <a:ls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a:lstStyle>
          <a:p>
            <a:pPr marL="0" marR="0" lvl="0" indent="0" algn="ctr" defTabSz="1000801" rtl="0" eaLnBrk="1" fontAlgn="auto" latinLnBrk="0" hangingPunct="1">
              <a:lnSpc>
                <a:spcPct val="100000"/>
              </a:lnSpc>
              <a:spcBef>
                <a:spcPts val="0"/>
              </a:spcBef>
              <a:spcAft>
                <a:spcPts val="0"/>
              </a:spcAft>
              <a:buClrTx/>
              <a:buSzTx/>
              <a:buFontTx/>
              <a:buNone/>
              <a:tabLst/>
              <a:defRPr/>
            </a:pPr>
            <a:r>
              <a:rPr lang="en-US" sz="1100" b="1" cap="small" dirty="0" smtClean="0">
                <a:solidFill>
                  <a:srgbClr val="FFFFFF"/>
                </a:solidFill>
                <a:latin typeface="Verdana"/>
                <a:cs typeface="Times New Roman" panose="02020603050405020304" pitchFamily="18" charset="0"/>
              </a:rPr>
              <a:t>PASSENGERS</a:t>
            </a:r>
            <a:endParaRPr kumimoji="0" lang="en-US" sz="1100" b="1" i="0" u="none" strike="noStrike" kern="1200" cap="small" spc="0" normalizeH="0" baseline="0" noProof="0" dirty="0">
              <a:ln>
                <a:noFill/>
              </a:ln>
              <a:solidFill>
                <a:srgbClr val="FFFFFF"/>
              </a:solidFill>
              <a:effectLst/>
              <a:uLnTx/>
              <a:uFillTx/>
              <a:latin typeface="Verdana"/>
              <a:cs typeface="Times New Roman" panose="02020603050405020304" pitchFamily="18" charset="0"/>
            </a:endParaRPr>
          </a:p>
        </p:txBody>
      </p:sp>
    </p:spTree>
    <p:extLst>
      <p:ext uri="{BB962C8B-B14F-4D97-AF65-F5344CB8AC3E}">
        <p14:creationId xmlns:p14="http://schemas.microsoft.com/office/powerpoint/2010/main" val="918273264"/>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2"/>
          <p:cNvSpPr txBox="1">
            <a:spLocks/>
          </p:cNvSpPr>
          <p:nvPr/>
        </p:nvSpPr>
        <p:spPr bwMode="gray">
          <a:xfrm>
            <a:off x="1323723" y="1088890"/>
            <a:ext cx="8873909" cy="590065"/>
          </a:xfrm>
          <a:prstGeom prst="rect">
            <a:avLst/>
          </a:prstGeo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pPr marL="210174" lvl="1" algn="just" defTabSz="945677">
              <a:buSzPct val="65000"/>
              <a:defRPr/>
            </a:pPr>
            <a:r>
              <a:rPr lang="en-US" sz="1270" kern="0" dirty="0">
                <a:solidFill>
                  <a:srgbClr val="046A38"/>
                </a:solidFill>
                <a:latin typeface="Verdana" panose="020B0604030504040204" pitchFamily="34" charset="0"/>
                <a:ea typeface="Verdana" panose="020B0604030504040204" pitchFamily="34" charset="0"/>
                <a:cs typeface="Verdana" panose="020B0604030504040204" pitchFamily="34" charset="0"/>
              </a:rPr>
              <a:t>Airport projects in India are unique among infrastructure sector: </a:t>
            </a:r>
          </a:p>
          <a:p>
            <a:pPr marL="365644" lvl="1" indent="-155471" algn="just" defTabSz="945677">
              <a:buSzPct val="65000"/>
              <a:buFont typeface="Arial" panose="020B0604020202020204" pitchFamily="34" charset="0"/>
              <a:buChar char="•"/>
              <a:defRPr/>
            </a:pPr>
            <a:r>
              <a:rPr lang="en-US" sz="1088" kern="0" dirty="0">
                <a:solidFill>
                  <a:srgbClr val="046A38"/>
                </a:solidFill>
                <a:latin typeface="Verdana" panose="020B0604030504040204" pitchFamily="34" charset="0"/>
                <a:ea typeface="Verdana" panose="020B0604030504040204" pitchFamily="34" charset="0"/>
                <a:cs typeface="Verdana" panose="020B0604030504040204" pitchFamily="34" charset="0"/>
              </a:rPr>
              <a:t>Investments are carried out in phases – Regular capital investments provide multiple options for structuring</a:t>
            </a:r>
          </a:p>
          <a:p>
            <a:pPr marL="365644" lvl="1" indent="-155471" algn="just" defTabSz="945677">
              <a:buSzPct val="65000"/>
              <a:buFont typeface="Arial" panose="020B0604020202020204" pitchFamily="34" charset="0"/>
              <a:buChar char="•"/>
              <a:defRPr/>
            </a:pPr>
            <a:r>
              <a:rPr lang="en-US" sz="1088" kern="0" dirty="0">
                <a:solidFill>
                  <a:srgbClr val="046A38"/>
                </a:solidFill>
                <a:latin typeface="Verdana" panose="020B0604030504040204" pitchFamily="34" charset="0"/>
                <a:ea typeface="Verdana" panose="020B0604030504040204" pitchFamily="34" charset="0"/>
                <a:cs typeface="Verdana" panose="020B0604030504040204" pitchFamily="34" charset="0"/>
              </a:rPr>
              <a:t>Alternate sources of financing specific to the airport industry– </a:t>
            </a:r>
            <a:r>
              <a:rPr lang="en-US" sz="1088" b="1" kern="0" dirty="0">
                <a:solidFill>
                  <a:srgbClr val="046A38"/>
                </a:solidFill>
                <a:latin typeface="Verdana" panose="020B0604030504040204" pitchFamily="34" charset="0"/>
                <a:ea typeface="Verdana" panose="020B0604030504040204" pitchFamily="34" charset="0"/>
                <a:cs typeface="Verdana" panose="020B0604030504040204" pitchFamily="34" charset="0"/>
              </a:rPr>
              <a:t>Land Monetization, Airport Development Fund</a:t>
            </a:r>
          </a:p>
          <a:p>
            <a:pPr marL="259118" indent="-259118" algn="just" defTabSz="726940">
              <a:buFont typeface="Arial" panose="020B0604020202020204" pitchFamily="34" charset="0"/>
              <a:buChar char="•"/>
              <a:defRPr/>
            </a:pPr>
            <a:endParaRPr lang="en-US" sz="1270" dirty="0">
              <a:solidFill>
                <a:srgbClr val="046A38"/>
              </a:solidFill>
              <a:latin typeface="Verdana" panose="020B0604030504040204" pitchFamily="34" charset="0"/>
              <a:ea typeface="Verdana" panose="020B0604030504040204" pitchFamily="34" charset="0"/>
              <a:cs typeface="Verdana" panose="020B0604030504040204" pitchFamily="34" charset="0"/>
            </a:endParaRPr>
          </a:p>
        </p:txBody>
      </p:sp>
      <p:sp>
        <p:nvSpPr>
          <p:cNvPr id="30" name="Rectangle 29"/>
          <p:cNvSpPr/>
          <p:nvPr/>
        </p:nvSpPr>
        <p:spPr>
          <a:xfrm>
            <a:off x="814360" y="541431"/>
            <a:ext cx="8991462" cy="385939"/>
          </a:xfrm>
          <a:prstGeom prst="rect">
            <a:avLst/>
          </a:prstGeom>
        </p:spPr>
        <p:txBody>
          <a:bodyPr wrap="square">
            <a:spAutoFit/>
          </a:bodyPr>
          <a:lstStyle/>
          <a:p>
            <a:pPr defTabSz="945677">
              <a:lnSpc>
                <a:spcPct val="106000"/>
              </a:lnSpc>
              <a:spcBef>
                <a:spcPct val="0"/>
              </a:spcBef>
            </a:pPr>
            <a:r>
              <a:rPr lang="en-US" b="1" dirty="0">
                <a:solidFill>
                  <a:prstClr val="black"/>
                </a:solidFill>
                <a:latin typeface="Verdana"/>
              </a:rPr>
              <a:t>Funding the development of an Airport in the Indian context</a:t>
            </a:r>
          </a:p>
        </p:txBody>
      </p:sp>
      <p:cxnSp>
        <p:nvCxnSpPr>
          <p:cNvPr id="33" name="Straight Connector 32"/>
          <p:cNvCxnSpPr/>
          <p:nvPr/>
        </p:nvCxnSpPr>
        <p:spPr>
          <a:xfrm>
            <a:off x="7711971" y="2076396"/>
            <a:ext cx="0" cy="663343"/>
          </a:xfrm>
          <a:prstGeom prst="line">
            <a:avLst/>
          </a:prstGeom>
          <a:noFill/>
          <a:ln w="28575" cap="flat" cmpd="sng" algn="ctr">
            <a:noFill/>
            <a:prstDash val="sysDash"/>
          </a:ln>
          <a:effectLst/>
        </p:spPr>
      </p:cxnSp>
      <p:cxnSp>
        <p:nvCxnSpPr>
          <p:cNvPr id="35" name="Straight Connector 34"/>
          <p:cNvCxnSpPr/>
          <p:nvPr/>
        </p:nvCxnSpPr>
        <p:spPr>
          <a:xfrm>
            <a:off x="4384615" y="2072332"/>
            <a:ext cx="0" cy="663343"/>
          </a:xfrm>
          <a:prstGeom prst="line">
            <a:avLst/>
          </a:prstGeom>
          <a:noFill/>
          <a:ln w="28575" cap="flat" cmpd="sng" algn="ctr">
            <a:noFill/>
            <a:prstDash val="sysDash"/>
          </a:ln>
          <a:effectLst/>
        </p:spPr>
      </p:cxnSp>
      <p:cxnSp>
        <p:nvCxnSpPr>
          <p:cNvPr id="36" name="Straight Connector 35"/>
          <p:cNvCxnSpPr/>
          <p:nvPr/>
        </p:nvCxnSpPr>
        <p:spPr>
          <a:xfrm>
            <a:off x="5844245" y="2084526"/>
            <a:ext cx="0" cy="663343"/>
          </a:xfrm>
          <a:prstGeom prst="line">
            <a:avLst/>
          </a:prstGeom>
          <a:noFill/>
          <a:ln w="28575" cap="flat" cmpd="sng" algn="ctr">
            <a:noFill/>
            <a:prstDash val="sysDash"/>
          </a:ln>
          <a:effectLst/>
        </p:spPr>
      </p:cxnSp>
      <p:sp>
        <p:nvSpPr>
          <p:cNvPr id="37" name="Hexagon 36"/>
          <p:cNvSpPr/>
          <p:nvPr/>
        </p:nvSpPr>
        <p:spPr>
          <a:xfrm>
            <a:off x="2622075" y="2020838"/>
            <a:ext cx="1625580" cy="302789"/>
          </a:xfrm>
          <a:prstGeom prst="hexagon">
            <a:avLst/>
          </a:prstGeom>
          <a:solidFill>
            <a:srgbClr val="33B4E5"/>
          </a:solidFill>
          <a:ln w="25400" cap="flat" cmpd="sng" algn="ctr">
            <a:noFill/>
            <a:prstDash val="solid"/>
          </a:ln>
          <a:effectLst/>
        </p:spPr>
        <p:txBody>
          <a:bodyPr rtlCol="0" anchor="ctr"/>
          <a:lstStyle/>
          <a:p>
            <a:pPr algn="ctr" defTabSz="765414" fontAlgn="base">
              <a:spcBef>
                <a:spcPct val="0"/>
              </a:spcBef>
              <a:spcAft>
                <a:spcPct val="0"/>
              </a:spcAft>
              <a:defRPr/>
            </a:pPr>
            <a:r>
              <a:rPr lang="en-US" sz="952" b="1" kern="0" dirty="0">
                <a:solidFill>
                  <a:srgbClr val="FFFFFF"/>
                </a:solidFill>
                <a:latin typeface="Verdana" panose="020B0604030504040204" pitchFamily="34" charset="0"/>
                <a:ea typeface="Verdana" panose="020B0604030504040204" pitchFamily="34" charset="0"/>
                <a:cs typeface="Verdana" panose="020B0604030504040204" pitchFamily="34" charset="0"/>
              </a:rPr>
              <a:t>Equity</a:t>
            </a:r>
          </a:p>
        </p:txBody>
      </p:sp>
      <p:sp>
        <p:nvSpPr>
          <p:cNvPr id="38" name="Hexagon 37"/>
          <p:cNvSpPr/>
          <p:nvPr/>
        </p:nvSpPr>
        <p:spPr>
          <a:xfrm>
            <a:off x="4417412" y="2033031"/>
            <a:ext cx="1218481" cy="319304"/>
          </a:xfrm>
          <a:prstGeom prst="hexagon">
            <a:avLst/>
          </a:prstGeom>
          <a:solidFill>
            <a:srgbClr val="33B4E5"/>
          </a:solidFill>
          <a:ln w="25400" cap="flat" cmpd="sng" algn="ctr">
            <a:noFill/>
            <a:prstDash val="solid"/>
          </a:ln>
          <a:effectLst/>
        </p:spPr>
        <p:txBody>
          <a:bodyPr tIns="0" rtlCol="0" anchor="ctr"/>
          <a:lstStyle/>
          <a:p>
            <a:pPr algn="ctr" defTabSz="765414" fontAlgn="base">
              <a:spcBef>
                <a:spcPct val="0"/>
              </a:spcBef>
              <a:spcAft>
                <a:spcPct val="0"/>
              </a:spcAft>
              <a:defRPr/>
            </a:pPr>
            <a:r>
              <a:rPr lang="en-US" sz="952" b="1" kern="0" dirty="0">
                <a:solidFill>
                  <a:srgbClr val="FFFFFF"/>
                </a:solidFill>
                <a:latin typeface="Verdana" panose="020B0604030504040204" pitchFamily="34" charset="0"/>
                <a:ea typeface="Verdana" panose="020B0604030504040204" pitchFamily="34" charset="0"/>
                <a:cs typeface="Verdana" panose="020B0604030504040204" pitchFamily="34" charset="0"/>
              </a:rPr>
              <a:t>Quasi Equity</a:t>
            </a:r>
          </a:p>
        </p:txBody>
      </p:sp>
      <p:sp>
        <p:nvSpPr>
          <p:cNvPr id="39" name="Hexagon 38"/>
          <p:cNvSpPr/>
          <p:nvPr/>
        </p:nvSpPr>
        <p:spPr>
          <a:xfrm>
            <a:off x="7625199" y="2026810"/>
            <a:ext cx="2638026" cy="296817"/>
          </a:xfrm>
          <a:prstGeom prst="hexagon">
            <a:avLst/>
          </a:prstGeom>
          <a:solidFill>
            <a:srgbClr val="33B4E5"/>
          </a:solidFill>
          <a:ln w="25400" cap="flat" cmpd="sng" algn="ctr">
            <a:noFill/>
            <a:prstDash val="solid"/>
          </a:ln>
          <a:effectLst/>
        </p:spPr>
        <p:txBody>
          <a:bodyPr rtlCol="0" anchor="ctr"/>
          <a:lstStyle/>
          <a:p>
            <a:pPr algn="ctr" defTabSz="765414" fontAlgn="base">
              <a:spcBef>
                <a:spcPct val="0"/>
              </a:spcBef>
              <a:spcAft>
                <a:spcPct val="0"/>
              </a:spcAft>
              <a:defRPr/>
            </a:pPr>
            <a:r>
              <a:rPr lang="en-US" sz="952" b="1" kern="0" dirty="0">
                <a:solidFill>
                  <a:srgbClr val="FFFFFF"/>
                </a:solidFill>
                <a:latin typeface="Verdana" panose="020B0604030504040204" pitchFamily="34" charset="0"/>
                <a:ea typeface="Verdana" panose="020B0604030504040204" pitchFamily="34" charset="0"/>
                <a:cs typeface="Verdana" panose="020B0604030504040204" pitchFamily="34" charset="0"/>
              </a:rPr>
              <a:t>Debt</a:t>
            </a:r>
          </a:p>
        </p:txBody>
      </p:sp>
      <p:cxnSp>
        <p:nvCxnSpPr>
          <p:cNvPr id="40" name="Straight Connector 39"/>
          <p:cNvCxnSpPr/>
          <p:nvPr/>
        </p:nvCxnSpPr>
        <p:spPr>
          <a:xfrm>
            <a:off x="13309143" y="1838915"/>
            <a:ext cx="0" cy="1077932"/>
          </a:xfrm>
          <a:prstGeom prst="line">
            <a:avLst/>
          </a:prstGeom>
          <a:noFill/>
          <a:ln w="28575" cap="flat" cmpd="sng" algn="ctr">
            <a:noFill/>
            <a:prstDash val="sysDash"/>
          </a:ln>
          <a:effectLst/>
        </p:spPr>
      </p:cxnSp>
      <p:sp>
        <p:nvSpPr>
          <p:cNvPr id="41" name="Hexagon 40"/>
          <p:cNvSpPr/>
          <p:nvPr/>
        </p:nvSpPr>
        <p:spPr>
          <a:xfrm>
            <a:off x="1387896" y="1730884"/>
            <a:ext cx="8978975" cy="244899"/>
          </a:xfrm>
          <a:prstGeom prst="hexagon">
            <a:avLst/>
          </a:prstGeom>
          <a:solidFill>
            <a:schemeClr val="accent2"/>
          </a:solidFill>
          <a:ln w="25400" cap="flat" cmpd="sng" algn="ctr">
            <a:noFill/>
            <a:prstDash val="solid"/>
          </a:ln>
          <a:effectLst/>
        </p:spPr>
        <p:txBody>
          <a:bodyPr rtlCol="0" anchor="ctr"/>
          <a:lstStyle/>
          <a:p>
            <a:pPr algn="ctr" defTabSz="765414" fontAlgn="base">
              <a:spcBef>
                <a:spcPct val="0"/>
              </a:spcBef>
              <a:spcAft>
                <a:spcPct val="0"/>
              </a:spcAft>
              <a:defRPr/>
            </a:pPr>
            <a:r>
              <a:rPr lang="en-US" sz="1270" b="1" kern="0" dirty="0">
                <a:solidFill>
                  <a:srgbClr val="FFFFFF"/>
                </a:solidFill>
                <a:latin typeface="Verdana" panose="020B0604030504040204" pitchFamily="34" charset="0"/>
                <a:ea typeface="Verdana" panose="020B0604030504040204" pitchFamily="34" charset="0"/>
                <a:cs typeface="Verdana" panose="020B0604030504040204" pitchFamily="34" charset="0"/>
              </a:rPr>
              <a:t>Possible Sources of Financing of Airports in India</a:t>
            </a:r>
          </a:p>
        </p:txBody>
      </p:sp>
      <p:sp>
        <p:nvSpPr>
          <p:cNvPr id="42" name="Rectangle 41"/>
          <p:cNvSpPr/>
          <p:nvPr/>
        </p:nvSpPr>
        <p:spPr>
          <a:xfrm>
            <a:off x="1407984" y="2020838"/>
            <a:ext cx="987764" cy="675189"/>
          </a:xfrm>
          <a:prstGeom prst="rect">
            <a:avLst/>
          </a:prstGeom>
          <a:solidFill>
            <a:srgbClr val="335291"/>
          </a:solidFill>
          <a:ln w="38100" cap="flat" cmpd="sng" algn="ctr">
            <a:noFill/>
            <a:prstDash val="solid"/>
          </a:ln>
          <a:effectLst/>
        </p:spPr>
        <p:txBody>
          <a:bodyPr rtlCol="0" anchor="ctr"/>
          <a:lstStyle/>
          <a:p>
            <a:pPr algn="ctr" defTabSz="765414" fontAlgn="base">
              <a:spcBef>
                <a:spcPct val="0"/>
              </a:spcBef>
              <a:spcAft>
                <a:spcPct val="0"/>
              </a:spcAft>
              <a:defRPr/>
            </a:pPr>
            <a:r>
              <a:rPr lang="en-US" sz="952" b="1" kern="0" dirty="0">
                <a:solidFill>
                  <a:srgbClr val="FFFFFF"/>
                </a:solidFill>
                <a:latin typeface="Verdana" panose="020B0604030504040204" pitchFamily="34" charset="0"/>
                <a:ea typeface="Verdana" panose="020B0604030504040204" pitchFamily="34" charset="0"/>
                <a:cs typeface="Verdana" panose="020B0604030504040204" pitchFamily="34" charset="0"/>
              </a:rPr>
              <a:t>Project Financing of the Airport</a:t>
            </a:r>
          </a:p>
        </p:txBody>
      </p:sp>
      <p:sp>
        <p:nvSpPr>
          <p:cNvPr id="43" name="Hexagon 42"/>
          <p:cNvSpPr/>
          <p:nvPr/>
        </p:nvSpPr>
        <p:spPr>
          <a:xfrm>
            <a:off x="5860783" y="2033032"/>
            <a:ext cx="1591669" cy="315662"/>
          </a:xfrm>
          <a:prstGeom prst="hexagon">
            <a:avLst/>
          </a:prstGeom>
          <a:solidFill>
            <a:srgbClr val="33B4E5"/>
          </a:solidFill>
          <a:ln w="25400" cap="flat" cmpd="sng" algn="ctr">
            <a:noFill/>
            <a:prstDash val="solid"/>
          </a:ln>
          <a:effectLst/>
        </p:spPr>
        <p:txBody>
          <a:bodyPr tIns="0" rtlCol="0" anchor="ctr"/>
          <a:lstStyle/>
          <a:p>
            <a:pPr algn="ctr" defTabSz="765414" fontAlgn="base">
              <a:spcBef>
                <a:spcPct val="0"/>
              </a:spcBef>
              <a:spcAft>
                <a:spcPct val="0"/>
              </a:spcAft>
              <a:defRPr/>
            </a:pPr>
            <a:r>
              <a:rPr lang="en-US" sz="952" b="1" kern="0" dirty="0">
                <a:solidFill>
                  <a:srgbClr val="FFFFFF"/>
                </a:solidFill>
                <a:latin typeface="Verdana" panose="020B0604030504040204" pitchFamily="34" charset="0"/>
                <a:ea typeface="Verdana" panose="020B0604030504040204" pitchFamily="34" charset="0"/>
                <a:cs typeface="Verdana" panose="020B0604030504040204" pitchFamily="34" charset="0"/>
              </a:rPr>
              <a:t>Direct User Payments</a:t>
            </a:r>
          </a:p>
        </p:txBody>
      </p:sp>
      <p:sp>
        <p:nvSpPr>
          <p:cNvPr id="44" name="Hexagon 43"/>
          <p:cNvSpPr/>
          <p:nvPr/>
        </p:nvSpPr>
        <p:spPr>
          <a:xfrm>
            <a:off x="9115544" y="2379806"/>
            <a:ext cx="1147680" cy="330692"/>
          </a:xfrm>
          <a:prstGeom prst="hexagon">
            <a:avLst/>
          </a:prstGeom>
          <a:solidFill>
            <a:srgbClr val="72C7E7">
              <a:lumMod val="50000"/>
            </a:srgbClr>
          </a:solidFill>
          <a:ln w="25400" cap="flat" cmpd="sng" algn="ctr">
            <a:noFill/>
            <a:prstDash val="solid"/>
          </a:ln>
          <a:effectLst/>
        </p:spPr>
        <p:txBody>
          <a:bodyPr rtlCol="0" anchor="ctr"/>
          <a:lstStyle/>
          <a:p>
            <a:pPr algn="ctr" defTabSz="765414" fontAlgn="base">
              <a:spcBef>
                <a:spcPct val="0"/>
              </a:spcBef>
              <a:spcAft>
                <a:spcPct val="0"/>
              </a:spcAft>
              <a:defRPr/>
            </a:pPr>
            <a:r>
              <a:rPr lang="en-US" sz="952" b="1" kern="0" dirty="0">
                <a:solidFill>
                  <a:srgbClr val="FFFFFF"/>
                </a:solidFill>
                <a:latin typeface="Verdana" panose="020B0604030504040204" pitchFamily="34" charset="0"/>
                <a:ea typeface="Verdana" panose="020B0604030504040204" pitchFamily="34" charset="0"/>
                <a:cs typeface="Verdana" panose="020B0604030504040204" pitchFamily="34" charset="0"/>
              </a:rPr>
              <a:t>ECBs</a:t>
            </a:r>
          </a:p>
        </p:txBody>
      </p:sp>
      <p:sp>
        <p:nvSpPr>
          <p:cNvPr id="45" name="Hexagon 44"/>
          <p:cNvSpPr/>
          <p:nvPr/>
        </p:nvSpPr>
        <p:spPr>
          <a:xfrm>
            <a:off x="7637647" y="2378827"/>
            <a:ext cx="1339701" cy="331672"/>
          </a:xfrm>
          <a:prstGeom prst="hexagon">
            <a:avLst/>
          </a:prstGeom>
          <a:solidFill>
            <a:srgbClr val="72C7E7">
              <a:lumMod val="50000"/>
            </a:srgbClr>
          </a:solidFill>
          <a:ln w="25400" cap="flat" cmpd="sng" algn="ctr">
            <a:noFill/>
            <a:prstDash val="solid"/>
          </a:ln>
          <a:effectLst/>
        </p:spPr>
        <p:txBody>
          <a:bodyPr rtlCol="0" anchor="ctr"/>
          <a:lstStyle/>
          <a:p>
            <a:pPr algn="ctr" defTabSz="765414" fontAlgn="base">
              <a:spcBef>
                <a:spcPct val="0"/>
              </a:spcBef>
              <a:spcAft>
                <a:spcPct val="0"/>
              </a:spcAft>
              <a:defRPr/>
            </a:pPr>
            <a:r>
              <a:rPr lang="en-US" sz="952" b="1" kern="0" dirty="0">
                <a:solidFill>
                  <a:srgbClr val="FFFFFF"/>
                </a:solidFill>
                <a:latin typeface="Verdana" panose="020B0604030504040204" pitchFamily="34" charset="0"/>
                <a:ea typeface="Verdana" panose="020B0604030504040204" pitchFamily="34" charset="0"/>
                <a:cs typeface="Verdana" panose="020B0604030504040204" pitchFamily="34" charset="0"/>
              </a:rPr>
              <a:t>Local Debt</a:t>
            </a:r>
          </a:p>
        </p:txBody>
      </p:sp>
      <p:cxnSp>
        <p:nvCxnSpPr>
          <p:cNvPr id="46" name="Straight Connector 45"/>
          <p:cNvCxnSpPr/>
          <p:nvPr/>
        </p:nvCxnSpPr>
        <p:spPr>
          <a:xfrm>
            <a:off x="2682799" y="2075369"/>
            <a:ext cx="0" cy="1077932"/>
          </a:xfrm>
          <a:prstGeom prst="line">
            <a:avLst/>
          </a:prstGeom>
          <a:noFill/>
          <a:ln w="28575" cap="flat" cmpd="sng" algn="ctr">
            <a:noFill/>
            <a:prstDash val="sysDash"/>
          </a:ln>
          <a:effectLst/>
        </p:spPr>
      </p:cxnSp>
      <p:sp>
        <p:nvSpPr>
          <p:cNvPr id="47" name="Hexagon 46"/>
          <p:cNvSpPr/>
          <p:nvPr/>
        </p:nvSpPr>
        <p:spPr>
          <a:xfrm>
            <a:off x="2622074" y="2381312"/>
            <a:ext cx="734529" cy="318458"/>
          </a:xfrm>
          <a:prstGeom prst="hexagon">
            <a:avLst/>
          </a:prstGeom>
          <a:solidFill>
            <a:srgbClr val="92D050"/>
          </a:solidFill>
          <a:ln w="25400" cap="flat" cmpd="sng" algn="ctr">
            <a:noFill/>
            <a:prstDash val="solid"/>
          </a:ln>
          <a:effectLst/>
        </p:spPr>
        <p:txBody>
          <a:bodyPr rtlCol="0" anchor="ctr"/>
          <a:lstStyle/>
          <a:p>
            <a:pPr algn="ctr" defTabSz="765414" fontAlgn="base">
              <a:spcBef>
                <a:spcPct val="0"/>
              </a:spcBef>
              <a:spcAft>
                <a:spcPct val="0"/>
              </a:spcAft>
              <a:defRPr/>
            </a:pPr>
            <a:r>
              <a:rPr lang="en-US" sz="907" b="1" kern="0" dirty="0">
                <a:solidFill>
                  <a:srgbClr val="FFFFFF"/>
                </a:solidFill>
                <a:latin typeface="Verdana" panose="020B0604030504040204" pitchFamily="34" charset="0"/>
                <a:ea typeface="Verdana" panose="020B0604030504040204" pitchFamily="34" charset="0"/>
                <a:cs typeface="Verdana" panose="020B0604030504040204" pitchFamily="34" charset="0"/>
              </a:rPr>
              <a:t>Govt. </a:t>
            </a:r>
          </a:p>
        </p:txBody>
      </p:sp>
      <p:sp>
        <p:nvSpPr>
          <p:cNvPr id="48" name="Hexagon 47"/>
          <p:cNvSpPr/>
          <p:nvPr/>
        </p:nvSpPr>
        <p:spPr>
          <a:xfrm>
            <a:off x="3483376" y="2370569"/>
            <a:ext cx="767039" cy="327518"/>
          </a:xfrm>
          <a:prstGeom prst="hexagon">
            <a:avLst/>
          </a:prstGeom>
          <a:solidFill>
            <a:srgbClr val="72C7E7">
              <a:lumMod val="50000"/>
            </a:srgbClr>
          </a:solidFill>
          <a:ln w="25400" cap="flat" cmpd="sng" algn="ctr">
            <a:noFill/>
            <a:prstDash val="solid"/>
          </a:ln>
          <a:effectLst/>
        </p:spPr>
        <p:txBody>
          <a:bodyPr lIns="0" rIns="0" rtlCol="0" anchor="ctr"/>
          <a:lstStyle/>
          <a:p>
            <a:pPr algn="ctr" defTabSz="765414" fontAlgn="base">
              <a:spcBef>
                <a:spcPct val="0"/>
              </a:spcBef>
              <a:spcAft>
                <a:spcPct val="0"/>
              </a:spcAft>
              <a:defRPr/>
            </a:pPr>
            <a:r>
              <a:rPr lang="en-US" sz="952" b="1" kern="0" dirty="0">
                <a:solidFill>
                  <a:srgbClr val="FFFFFF"/>
                </a:solidFill>
                <a:latin typeface="Verdana" panose="020B0604030504040204" pitchFamily="34" charset="0"/>
                <a:ea typeface="Verdana" panose="020B0604030504040204" pitchFamily="34" charset="0"/>
                <a:cs typeface="Verdana" panose="020B0604030504040204" pitchFamily="34" charset="0"/>
              </a:rPr>
              <a:t>Private Sector</a:t>
            </a:r>
          </a:p>
        </p:txBody>
      </p:sp>
      <p:sp>
        <p:nvSpPr>
          <p:cNvPr id="49" name="Hexagon 48"/>
          <p:cNvSpPr/>
          <p:nvPr/>
        </p:nvSpPr>
        <p:spPr>
          <a:xfrm>
            <a:off x="4417413" y="2382044"/>
            <a:ext cx="1207021" cy="313982"/>
          </a:xfrm>
          <a:prstGeom prst="hexagon">
            <a:avLst/>
          </a:prstGeom>
          <a:solidFill>
            <a:srgbClr val="3C8A2E">
              <a:lumMod val="60000"/>
              <a:lumOff val="40000"/>
            </a:srgbClr>
          </a:solidFill>
          <a:ln w="25400" cap="flat" cmpd="sng" algn="ctr">
            <a:noFill/>
            <a:prstDash val="solid"/>
          </a:ln>
          <a:effectLst/>
        </p:spPr>
        <p:txBody>
          <a:bodyPr lIns="0" rIns="0" rtlCol="0" anchor="ctr"/>
          <a:lstStyle/>
          <a:p>
            <a:pPr algn="ctr" defTabSz="765414" fontAlgn="base">
              <a:spcBef>
                <a:spcPct val="0"/>
              </a:spcBef>
              <a:spcAft>
                <a:spcPct val="0"/>
              </a:spcAft>
              <a:defRPr/>
            </a:pPr>
            <a:r>
              <a:rPr lang="en-US" sz="952" b="1" kern="0" dirty="0">
                <a:solidFill>
                  <a:srgbClr val="FFFFFF"/>
                </a:solidFill>
                <a:latin typeface="Verdana" panose="020B0604030504040204" pitchFamily="34" charset="0"/>
                <a:ea typeface="Verdana" panose="020B0604030504040204" pitchFamily="34" charset="0"/>
                <a:cs typeface="Verdana" panose="020B0604030504040204" pitchFamily="34" charset="0"/>
              </a:rPr>
              <a:t>Land Monetization</a:t>
            </a:r>
          </a:p>
        </p:txBody>
      </p:sp>
      <p:sp>
        <p:nvSpPr>
          <p:cNvPr id="50" name="Hexagon 49"/>
          <p:cNvSpPr/>
          <p:nvPr/>
        </p:nvSpPr>
        <p:spPr>
          <a:xfrm>
            <a:off x="5882381" y="2382044"/>
            <a:ext cx="1566101" cy="313982"/>
          </a:xfrm>
          <a:prstGeom prst="hexagon">
            <a:avLst/>
          </a:prstGeom>
          <a:solidFill>
            <a:srgbClr val="3C8A2E">
              <a:lumMod val="60000"/>
              <a:lumOff val="40000"/>
            </a:srgbClr>
          </a:solidFill>
          <a:ln w="25400" cap="flat" cmpd="sng" algn="ctr">
            <a:noFill/>
            <a:prstDash val="solid"/>
          </a:ln>
          <a:effectLst/>
        </p:spPr>
        <p:txBody>
          <a:bodyPr rtlCol="0" anchor="ctr"/>
          <a:lstStyle/>
          <a:p>
            <a:pPr algn="ctr" defTabSz="765414" fontAlgn="base">
              <a:spcBef>
                <a:spcPct val="0"/>
              </a:spcBef>
              <a:spcAft>
                <a:spcPct val="0"/>
              </a:spcAft>
              <a:defRPr/>
            </a:pPr>
            <a:r>
              <a:rPr lang="en-US" sz="952" b="1" kern="0" dirty="0">
                <a:solidFill>
                  <a:srgbClr val="FFFFFF"/>
                </a:solidFill>
                <a:latin typeface="Verdana" panose="020B0604030504040204" pitchFamily="34" charset="0"/>
                <a:ea typeface="Verdana" panose="020B0604030504040204" pitchFamily="34" charset="0"/>
                <a:cs typeface="Verdana" panose="020B0604030504040204" pitchFamily="34" charset="0"/>
              </a:rPr>
              <a:t>Development Fund</a:t>
            </a:r>
          </a:p>
        </p:txBody>
      </p:sp>
      <p:sp>
        <p:nvSpPr>
          <p:cNvPr id="51" name="Rectangle 50"/>
          <p:cNvSpPr/>
          <p:nvPr/>
        </p:nvSpPr>
        <p:spPr>
          <a:xfrm>
            <a:off x="1387895" y="1829225"/>
            <a:ext cx="9139286" cy="1367160"/>
          </a:xfrm>
          <a:prstGeom prst="rect">
            <a:avLst/>
          </a:prstGeom>
          <a:noFill/>
          <a:ln w="9525" cap="flat" cmpd="sng" algn="ctr">
            <a:noFill/>
            <a:prstDash val="solid"/>
          </a:ln>
          <a:effectLst/>
        </p:spPr>
        <p:txBody>
          <a:bodyPr rtlCol="0" anchor="ctr"/>
          <a:lstStyle/>
          <a:p>
            <a:pPr algn="ctr" defTabSz="945677">
              <a:defRPr/>
            </a:pPr>
            <a:endParaRPr lang="en-US" sz="1862" kern="0" dirty="0">
              <a:solidFill>
                <a:prstClr val="white"/>
              </a:solidFill>
              <a:latin typeface="Cambria" panose="02040503050406030204" pitchFamily="18" charset="0"/>
            </a:endParaRPr>
          </a:p>
        </p:txBody>
      </p:sp>
      <p:cxnSp>
        <p:nvCxnSpPr>
          <p:cNvPr id="52" name="Straight Connector 51"/>
          <p:cNvCxnSpPr/>
          <p:nvPr/>
        </p:nvCxnSpPr>
        <p:spPr>
          <a:xfrm>
            <a:off x="10332322" y="1960831"/>
            <a:ext cx="0" cy="692071"/>
          </a:xfrm>
          <a:prstGeom prst="line">
            <a:avLst/>
          </a:prstGeom>
          <a:noFill/>
          <a:ln w="28575" cap="flat" cmpd="sng" algn="ctr">
            <a:solidFill>
              <a:sysClr val="window" lastClr="FFFFFF">
                <a:lumMod val="75000"/>
              </a:sysClr>
            </a:solidFill>
            <a:prstDash val="sysDash"/>
          </a:ln>
          <a:effectLst/>
        </p:spPr>
      </p:cxnSp>
      <p:cxnSp>
        <p:nvCxnSpPr>
          <p:cNvPr id="53" name="Straight Connector 52"/>
          <p:cNvCxnSpPr/>
          <p:nvPr/>
        </p:nvCxnSpPr>
        <p:spPr>
          <a:xfrm flipH="1">
            <a:off x="2545394" y="2003489"/>
            <a:ext cx="445" cy="692537"/>
          </a:xfrm>
          <a:prstGeom prst="line">
            <a:avLst/>
          </a:prstGeom>
          <a:noFill/>
          <a:ln w="28575" cap="flat" cmpd="sng" algn="ctr">
            <a:solidFill>
              <a:sysClr val="window" lastClr="FFFFFF">
                <a:lumMod val="75000"/>
              </a:sysClr>
            </a:solidFill>
            <a:prstDash val="sysDash"/>
          </a:ln>
          <a:effectLst/>
        </p:spPr>
      </p:cxnSp>
      <p:cxnSp>
        <p:nvCxnSpPr>
          <p:cNvPr id="54" name="Straight Connector 53"/>
          <p:cNvCxnSpPr/>
          <p:nvPr/>
        </p:nvCxnSpPr>
        <p:spPr>
          <a:xfrm>
            <a:off x="7532242" y="2011737"/>
            <a:ext cx="0" cy="692071"/>
          </a:xfrm>
          <a:prstGeom prst="line">
            <a:avLst/>
          </a:prstGeom>
          <a:noFill/>
          <a:ln w="28575" cap="flat" cmpd="sng" algn="ctr">
            <a:solidFill>
              <a:sysClr val="window" lastClr="FFFFFF">
                <a:lumMod val="75000"/>
              </a:sysClr>
            </a:solidFill>
            <a:prstDash val="sysDash"/>
          </a:ln>
          <a:effectLst/>
        </p:spPr>
      </p:cxnSp>
      <p:cxnSp>
        <p:nvCxnSpPr>
          <p:cNvPr id="55" name="Straight Connector 54"/>
          <p:cNvCxnSpPr/>
          <p:nvPr/>
        </p:nvCxnSpPr>
        <p:spPr>
          <a:xfrm>
            <a:off x="5760678" y="2005587"/>
            <a:ext cx="0" cy="692071"/>
          </a:xfrm>
          <a:prstGeom prst="line">
            <a:avLst/>
          </a:prstGeom>
          <a:noFill/>
          <a:ln w="28575" cap="flat" cmpd="sng" algn="ctr">
            <a:solidFill>
              <a:sysClr val="window" lastClr="FFFFFF">
                <a:lumMod val="75000"/>
              </a:sysClr>
            </a:solidFill>
            <a:prstDash val="sysDash"/>
          </a:ln>
          <a:effectLst/>
        </p:spPr>
      </p:cxnSp>
      <p:cxnSp>
        <p:nvCxnSpPr>
          <p:cNvPr id="56" name="Straight Connector 55"/>
          <p:cNvCxnSpPr/>
          <p:nvPr/>
        </p:nvCxnSpPr>
        <p:spPr>
          <a:xfrm>
            <a:off x="4337408" y="1997458"/>
            <a:ext cx="0" cy="692071"/>
          </a:xfrm>
          <a:prstGeom prst="line">
            <a:avLst/>
          </a:prstGeom>
          <a:noFill/>
          <a:ln w="28575" cap="flat" cmpd="sng" algn="ctr">
            <a:solidFill>
              <a:sysClr val="window" lastClr="FFFFFF">
                <a:lumMod val="75000"/>
              </a:sysClr>
            </a:solidFill>
            <a:prstDash val="sysDash"/>
          </a:ln>
          <a:effectLst/>
        </p:spPr>
      </p:cxnSp>
      <p:cxnSp>
        <p:nvCxnSpPr>
          <p:cNvPr id="57" name="Straight Connector 56"/>
          <p:cNvCxnSpPr/>
          <p:nvPr/>
        </p:nvCxnSpPr>
        <p:spPr>
          <a:xfrm>
            <a:off x="9046446" y="2378827"/>
            <a:ext cx="0" cy="331672"/>
          </a:xfrm>
          <a:prstGeom prst="line">
            <a:avLst/>
          </a:prstGeom>
          <a:noFill/>
          <a:ln w="28575" cap="flat" cmpd="sng" algn="ctr">
            <a:solidFill>
              <a:sysClr val="window" lastClr="FFFFFF">
                <a:lumMod val="75000"/>
              </a:sysClr>
            </a:solidFill>
            <a:prstDash val="sysDash"/>
          </a:ln>
          <a:effectLst/>
        </p:spPr>
      </p:cxnSp>
      <p:cxnSp>
        <p:nvCxnSpPr>
          <p:cNvPr id="58" name="Straight Connector 57"/>
          <p:cNvCxnSpPr/>
          <p:nvPr/>
        </p:nvCxnSpPr>
        <p:spPr>
          <a:xfrm>
            <a:off x="3417114" y="2421515"/>
            <a:ext cx="0" cy="248754"/>
          </a:xfrm>
          <a:prstGeom prst="line">
            <a:avLst/>
          </a:prstGeom>
          <a:noFill/>
          <a:ln w="28575" cap="flat" cmpd="sng" algn="ctr">
            <a:solidFill>
              <a:sysClr val="window" lastClr="FFFFFF">
                <a:lumMod val="75000"/>
              </a:sysClr>
            </a:solidFill>
            <a:prstDash val="sysDash"/>
          </a:ln>
          <a:effectLst/>
        </p:spPr>
      </p:cxnSp>
      <p:graphicFrame>
        <p:nvGraphicFramePr>
          <p:cNvPr id="59" name="Table 58"/>
          <p:cNvGraphicFramePr>
            <a:graphicFrameLocks noGrp="1"/>
          </p:cNvGraphicFramePr>
          <p:nvPr>
            <p:extLst>
              <p:ext uri="{D42A27DB-BD31-4B8C-83A1-F6EECF244321}">
                <p14:modId xmlns:p14="http://schemas.microsoft.com/office/powerpoint/2010/main" val="1573942355"/>
              </p:ext>
            </p:extLst>
          </p:nvPr>
        </p:nvGraphicFramePr>
        <p:xfrm>
          <a:off x="1398476" y="2825218"/>
          <a:ext cx="9003399" cy="3484801"/>
        </p:xfrm>
        <a:graphic>
          <a:graphicData uri="http://schemas.openxmlformats.org/drawingml/2006/table">
            <a:tbl>
              <a:tblPr firstRow="1" bandRow="1"/>
              <a:tblGrid>
                <a:gridCol w="2807231">
                  <a:extLst>
                    <a:ext uri="{9D8B030D-6E8A-4147-A177-3AD203B41FA5}">
                      <a16:colId xmlns:a16="http://schemas.microsoft.com/office/drawing/2014/main" val="20000"/>
                    </a:ext>
                  </a:extLst>
                </a:gridCol>
                <a:gridCol w="6196168">
                  <a:extLst>
                    <a:ext uri="{9D8B030D-6E8A-4147-A177-3AD203B41FA5}">
                      <a16:colId xmlns:a16="http://schemas.microsoft.com/office/drawing/2014/main" val="20001"/>
                    </a:ext>
                  </a:extLst>
                </a:gridCol>
              </a:tblGrid>
              <a:tr h="356805">
                <a:tc>
                  <a:txBody>
                    <a:bodyPr/>
                    <a:lstStyle>
                      <a:lvl1pPr marL="0" algn="l" defTabSz="914400" rtl="0" eaLnBrk="1" latinLnBrk="0" hangingPunct="1">
                        <a:defRPr sz="1800" b="1" kern="1200">
                          <a:solidFill>
                            <a:schemeClr val="tx1"/>
                          </a:solidFill>
                          <a:latin typeface="Arial"/>
                        </a:defRPr>
                      </a:lvl1pPr>
                      <a:lvl2pPr marL="457200" algn="l" defTabSz="914400" rtl="0" eaLnBrk="1" latinLnBrk="0" hangingPunct="1">
                        <a:defRPr sz="1800" b="1" kern="1200">
                          <a:solidFill>
                            <a:schemeClr val="tx1"/>
                          </a:solidFill>
                          <a:latin typeface="Arial"/>
                        </a:defRPr>
                      </a:lvl2pPr>
                      <a:lvl3pPr marL="914400" algn="l" defTabSz="914400" rtl="0" eaLnBrk="1" latinLnBrk="0" hangingPunct="1">
                        <a:defRPr sz="1800" b="1" kern="1200">
                          <a:solidFill>
                            <a:schemeClr val="tx1"/>
                          </a:solidFill>
                          <a:latin typeface="Arial"/>
                        </a:defRPr>
                      </a:lvl3pPr>
                      <a:lvl4pPr marL="1371600" algn="l" defTabSz="914400" rtl="0" eaLnBrk="1" latinLnBrk="0" hangingPunct="1">
                        <a:defRPr sz="1800" b="1" kern="1200">
                          <a:solidFill>
                            <a:schemeClr val="tx1"/>
                          </a:solidFill>
                          <a:latin typeface="Arial"/>
                        </a:defRPr>
                      </a:lvl4pPr>
                      <a:lvl5pPr marL="1828800" algn="l" defTabSz="914400" rtl="0" eaLnBrk="1" latinLnBrk="0" hangingPunct="1">
                        <a:defRPr sz="1800" b="1" kern="1200">
                          <a:solidFill>
                            <a:schemeClr val="tx1"/>
                          </a:solidFill>
                          <a:latin typeface="Arial"/>
                        </a:defRPr>
                      </a:lvl5pPr>
                      <a:lvl6pPr marL="2286000" algn="l" defTabSz="914400" rtl="0" eaLnBrk="1" latinLnBrk="0" hangingPunct="1">
                        <a:defRPr sz="1800" b="1" kern="1200">
                          <a:solidFill>
                            <a:schemeClr val="tx1"/>
                          </a:solidFill>
                          <a:latin typeface="Arial"/>
                        </a:defRPr>
                      </a:lvl6pPr>
                      <a:lvl7pPr marL="2743200" algn="l" defTabSz="914400" rtl="0" eaLnBrk="1" latinLnBrk="0" hangingPunct="1">
                        <a:defRPr sz="1800" b="1" kern="1200">
                          <a:solidFill>
                            <a:schemeClr val="tx1"/>
                          </a:solidFill>
                          <a:latin typeface="Arial"/>
                        </a:defRPr>
                      </a:lvl7pPr>
                      <a:lvl8pPr marL="3200400" algn="l" defTabSz="914400" rtl="0" eaLnBrk="1" latinLnBrk="0" hangingPunct="1">
                        <a:defRPr sz="1800" b="1" kern="1200">
                          <a:solidFill>
                            <a:schemeClr val="tx1"/>
                          </a:solidFill>
                          <a:latin typeface="Arial"/>
                        </a:defRPr>
                      </a:lvl8pPr>
                      <a:lvl9pPr marL="3657600" algn="l" defTabSz="914400" rtl="0" eaLnBrk="1" latinLnBrk="0" hangingPunct="1">
                        <a:defRPr sz="1800" b="1" kern="1200">
                          <a:solidFill>
                            <a:schemeClr val="tx1"/>
                          </a:solidFill>
                          <a:latin typeface="Arial"/>
                        </a:defRPr>
                      </a:lvl9pPr>
                    </a:lstStyle>
                    <a:p>
                      <a:pPr marL="117475" indent="0" algn="l"/>
                      <a:r>
                        <a:rPr lang="en-US" sz="11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Capital Sources</a:t>
                      </a:r>
                      <a:endPar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2918" marR="82918" marT="41459" marB="41459">
                    <a:lnL>
                      <a:noFill/>
                    </a:lnL>
                    <a:lnR>
                      <a:noFill/>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tx1"/>
                          </a:solidFill>
                          <a:latin typeface="Arial"/>
                        </a:defRPr>
                      </a:lvl1pPr>
                      <a:lvl2pPr marL="457200" algn="l" defTabSz="914400" rtl="0" eaLnBrk="1" latinLnBrk="0" hangingPunct="1">
                        <a:defRPr sz="1800" b="1" kern="1200">
                          <a:solidFill>
                            <a:schemeClr val="tx1"/>
                          </a:solidFill>
                          <a:latin typeface="Arial"/>
                        </a:defRPr>
                      </a:lvl2pPr>
                      <a:lvl3pPr marL="914400" algn="l" defTabSz="914400" rtl="0" eaLnBrk="1" latinLnBrk="0" hangingPunct="1">
                        <a:defRPr sz="1800" b="1" kern="1200">
                          <a:solidFill>
                            <a:schemeClr val="tx1"/>
                          </a:solidFill>
                          <a:latin typeface="Arial"/>
                        </a:defRPr>
                      </a:lvl3pPr>
                      <a:lvl4pPr marL="1371600" algn="l" defTabSz="914400" rtl="0" eaLnBrk="1" latinLnBrk="0" hangingPunct="1">
                        <a:defRPr sz="1800" b="1" kern="1200">
                          <a:solidFill>
                            <a:schemeClr val="tx1"/>
                          </a:solidFill>
                          <a:latin typeface="Arial"/>
                        </a:defRPr>
                      </a:lvl4pPr>
                      <a:lvl5pPr marL="1828800" algn="l" defTabSz="914400" rtl="0" eaLnBrk="1" latinLnBrk="0" hangingPunct="1">
                        <a:defRPr sz="1800" b="1" kern="1200">
                          <a:solidFill>
                            <a:schemeClr val="tx1"/>
                          </a:solidFill>
                          <a:latin typeface="Arial"/>
                        </a:defRPr>
                      </a:lvl5pPr>
                      <a:lvl6pPr marL="2286000" algn="l" defTabSz="914400" rtl="0" eaLnBrk="1" latinLnBrk="0" hangingPunct="1">
                        <a:defRPr sz="1800" b="1" kern="1200">
                          <a:solidFill>
                            <a:schemeClr val="tx1"/>
                          </a:solidFill>
                          <a:latin typeface="Arial"/>
                        </a:defRPr>
                      </a:lvl6pPr>
                      <a:lvl7pPr marL="2743200" algn="l" defTabSz="914400" rtl="0" eaLnBrk="1" latinLnBrk="0" hangingPunct="1">
                        <a:defRPr sz="1800" b="1" kern="1200">
                          <a:solidFill>
                            <a:schemeClr val="tx1"/>
                          </a:solidFill>
                          <a:latin typeface="Arial"/>
                        </a:defRPr>
                      </a:lvl7pPr>
                      <a:lvl8pPr marL="3200400" algn="l" defTabSz="914400" rtl="0" eaLnBrk="1" latinLnBrk="0" hangingPunct="1">
                        <a:defRPr sz="1800" b="1" kern="1200">
                          <a:solidFill>
                            <a:schemeClr val="tx1"/>
                          </a:solidFill>
                          <a:latin typeface="Arial"/>
                        </a:defRPr>
                      </a:lvl8pPr>
                      <a:lvl9pPr marL="3657600" algn="l" defTabSz="914400" rtl="0" eaLnBrk="1" latinLnBrk="0" hangingPunct="1">
                        <a:defRPr sz="1800" b="1" kern="1200">
                          <a:solidFill>
                            <a:schemeClr val="tx1"/>
                          </a:solidFill>
                          <a:latin typeface="Arial"/>
                        </a:defRPr>
                      </a:lvl9pPr>
                    </a:lstStyle>
                    <a:p>
                      <a:pPr marL="236538" indent="0" algn="ctr"/>
                      <a:r>
                        <a:rPr lang="en-US" sz="11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Funding</a:t>
                      </a:r>
                      <a:r>
                        <a:rPr lang="en-US" sz="1100" baseline="0" dirty="0" smtClean="0">
                          <a:solidFill>
                            <a:schemeClr val="tx1"/>
                          </a:solidFill>
                          <a:latin typeface="Verdana" panose="020B0604030504040204" pitchFamily="34" charset="0"/>
                          <a:ea typeface="Verdana" panose="020B0604030504040204" pitchFamily="34" charset="0"/>
                          <a:cs typeface="Verdana" panose="020B0604030504040204" pitchFamily="34" charset="0"/>
                        </a:rPr>
                        <a:t> Provider</a:t>
                      </a:r>
                      <a:endPar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2918" marR="82918" marT="41459" marB="41459">
                    <a:lnL>
                      <a:noFill/>
                    </a:lnL>
                    <a:lnR>
                      <a:noFill/>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99528">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17475" indent="0" algn="l"/>
                      <a:r>
                        <a:rPr lang="en-US" sz="11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Equity:</a:t>
                      </a:r>
                      <a:endParaRPr lang="en-US" sz="11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2918" marR="82918" marT="41459" marB="41459">
                    <a:lnL>
                      <a:noFill/>
                    </a:lnL>
                    <a:lnR>
                      <a:noFill/>
                    </a:lnR>
                    <a:lnT w="12700" cap="flat" cmpd="sng" algn="ctr">
                      <a:solidFill>
                        <a:schemeClr val="accent1">
                          <a:lumMod val="50000"/>
                        </a:schemeClr>
                      </a:solidFill>
                      <a:prstDash val="solid"/>
                      <a:round/>
                      <a:headEnd type="none" w="med" len="med"/>
                      <a:tailEnd type="none" w="med" len="med"/>
                    </a:lnT>
                    <a:lnB>
                      <a:no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20650" marR="0" lvl="1" indent="-117475" algn="just" defTabSz="914400" rtl="0" eaLnBrk="1" fontAlgn="auto" latinLnBrk="0" hangingPunct="1">
                        <a:lnSpc>
                          <a:spcPct val="100000"/>
                        </a:lnSpc>
                        <a:spcBef>
                          <a:spcPts val="300"/>
                        </a:spcBef>
                        <a:spcAft>
                          <a:spcPts val="0"/>
                        </a:spcAft>
                        <a:buClrTx/>
                        <a:buSzPct val="65000"/>
                        <a:buFont typeface="Arial" panose="020B0604020202020204" pitchFamily="34" charset="0"/>
                        <a:buChar char="•"/>
                        <a:tabLst>
                          <a:tab pos="53975" algn="l"/>
                        </a:tabLst>
                        <a:defRPr/>
                      </a:pPr>
                      <a:r>
                        <a:rPr lang="en-US" sz="1100" baseline="0" dirty="0" smtClean="0">
                          <a:solidFill>
                            <a:schemeClr val="tx1"/>
                          </a:solidFill>
                          <a:latin typeface="Verdana" panose="020B0604030504040204" pitchFamily="34" charset="0"/>
                          <a:ea typeface="Verdana" panose="020B0604030504040204" pitchFamily="34" charset="0"/>
                          <a:cs typeface="Verdana" panose="020B0604030504040204" pitchFamily="34" charset="0"/>
                        </a:rPr>
                        <a:t>Equity stake from promoter, operator and based on the SPV structure - stake from AAI/other Govt. agency</a:t>
                      </a:r>
                    </a:p>
                  </a:txBody>
                  <a:tcPr marL="82918" marR="82918" marT="41459" marB="41459">
                    <a:lnL>
                      <a:noFill/>
                    </a:lnL>
                    <a:lnR>
                      <a:noFill/>
                    </a:lnR>
                    <a:lnT w="12700" cap="flat" cmpd="sng" algn="ctr">
                      <a:solidFill>
                        <a:schemeClr val="accent1">
                          <a:lumMod val="50000"/>
                        </a:schemeClr>
                      </a:solidFill>
                      <a:prstDash val="solid"/>
                      <a:round/>
                      <a:headEnd type="none" w="med" len="med"/>
                      <a:tailEnd type="none" w="med" len="med"/>
                    </a:lnT>
                    <a:lnB>
                      <a:no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110015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17475" indent="0" algn="l"/>
                      <a:r>
                        <a:rPr lang="en-US" sz="1100" b="1"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Debt:</a:t>
                      </a:r>
                      <a:r>
                        <a:rPr lang="en-US" sz="1100" b="1" kern="1200" baseline="0" dirty="0" smtClean="0">
                          <a:solidFill>
                            <a:schemeClr val="tx1"/>
                          </a:solidFill>
                          <a:latin typeface="Verdana" panose="020B0604030504040204" pitchFamily="34" charset="0"/>
                          <a:ea typeface="Verdana" panose="020B0604030504040204" pitchFamily="34" charset="0"/>
                          <a:cs typeface="Verdana" panose="020B0604030504040204" pitchFamily="34" charset="0"/>
                        </a:rPr>
                        <a:t> </a:t>
                      </a:r>
                    </a:p>
                  </a:txBody>
                  <a:tcPr marL="82918" marR="82918" marT="41459" marB="41459">
                    <a:lnL>
                      <a:noFill/>
                    </a:lnL>
                    <a:lnR>
                      <a:noFill/>
                    </a:lnR>
                    <a:lnT>
                      <a:noFill/>
                    </a:lnT>
                    <a:lnB>
                      <a:no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20650" lvl="1" indent="-117475" algn="just">
                        <a:spcBef>
                          <a:spcPts val="300"/>
                        </a:spcBef>
                        <a:buSzPct val="65000"/>
                        <a:buFont typeface="Arial" panose="020B0604020202020204" pitchFamily="34" charset="0"/>
                        <a:buChar char="•"/>
                      </a:pPr>
                      <a:r>
                        <a:rPr lang="en-US" sz="11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External</a:t>
                      </a:r>
                      <a:r>
                        <a:rPr lang="en-US" sz="1100" b="1" baseline="0" dirty="0" smtClean="0">
                          <a:solidFill>
                            <a:schemeClr val="tx1"/>
                          </a:solidFill>
                          <a:latin typeface="Verdana" panose="020B0604030504040204" pitchFamily="34" charset="0"/>
                          <a:ea typeface="Verdana" panose="020B0604030504040204" pitchFamily="34" charset="0"/>
                          <a:cs typeface="Verdana" panose="020B0604030504040204" pitchFamily="34" charset="0"/>
                        </a:rPr>
                        <a:t> Commercial Borrowing</a:t>
                      </a:r>
                      <a:r>
                        <a:rPr lang="en-US" sz="11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 Borrowings from foreign markets</a:t>
                      </a:r>
                    </a:p>
                    <a:p>
                      <a:pPr marL="120650" lvl="1" indent="-117475" algn="just">
                        <a:spcBef>
                          <a:spcPts val="300"/>
                        </a:spcBef>
                        <a:buSzPct val="65000"/>
                        <a:buFont typeface="Arial" panose="020B0604020202020204" pitchFamily="34" charset="0"/>
                        <a:buChar char="•"/>
                      </a:pPr>
                      <a:r>
                        <a:rPr lang="en-US" sz="11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Long Term Debt:  </a:t>
                      </a:r>
                      <a:r>
                        <a:rPr lang="en-US" sz="1100" b="0" dirty="0" smtClean="0">
                          <a:solidFill>
                            <a:schemeClr val="tx1"/>
                          </a:solidFill>
                          <a:latin typeface="Verdana" panose="020B0604030504040204" pitchFamily="34" charset="0"/>
                          <a:ea typeface="Verdana" panose="020B0604030504040204" pitchFamily="34" charset="0"/>
                          <a:cs typeface="Verdana" panose="020B0604030504040204" pitchFamily="34" charset="0"/>
                        </a:rPr>
                        <a:t>from Commercial banks and Financial Institutions.</a:t>
                      </a:r>
                      <a:endParaRPr lang="en-US" sz="1100"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2918" marR="82918" marT="41459" marB="41459">
                    <a:lnL>
                      <a:noFill/>
                    </a:lnL>
                    <a:lnR>
                      <a:noFill/>
                    </a:lnR>
                    <a:lnT>
                      <a:noFill/>
                    </a:lnT>
                    <a:lnB>
                      <a:no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r h="1528318">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17475" indent="0" algn="l"/>
                      <a:r>
                        <a:rPr lang="en-US" sz="1100" b="1"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Other Finances</a:t>
                      </a:r>
                      <a:endParaRPr lang="en-US" sz="1100" b="1"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2918" marR="82918" marT="41459" marB="41459">
                    <a:lnL>
                      <a:noFill/>
                    </a:lnL>
                    <a:lnR>
                      <a:noFill/>
                    </a:lnR>
                    <a:lnT>
                      <a:noFill/>
                    </a:lnT>
                    <a:lnB w="1270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20650" lvl="1" indent="-117475" algn="just">
                        <a:spcBef>
                          <a:spcPts val="300"/>
                        </a:spcBef>
                        <a:buSzPct val="65000"/>
                        <a:buFont typeface="Arial" panose="020B0604020202020204" pitchFamily="34" charset="0"/>
                        <a:buChar char="•"/>
                      </a:pPr>
                      <a:r>
                        <a:rPr lang="en-US" sz="11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Airport Development Fund (ADF)</a:t>
                      </a:r>
                      <a:r>
                        <a:rPr lang="en-US" sz="1100" b="0" dirty="0" smtClean="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1100" b="0" baseline="0" dirty="0" smtClean="0">
                          <a:solidFill>
                            <a:schemeClr val="tx1"/>
                          </a:solidFill>
                          <a:latin typeface="Verdana" panose="020B0604030504040204" pitchFamily="34" charset="0"/>
                          <a:ea typeface="Verdana" panose="020B0604030504040204" pitchFamily="34" charset="0"/>
                          <a:cs typeface="Verdana" panose="020B0604030504040204" pitchFamily="34" charset="0"/>
                        </a:rPr>
                        <a:t> Last resort financing where money is collected directly from</a:t>
                      </a:r>
                      <a:r>
                        <a:rPr lang="en-US" sz="11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1100" b="0" dirty="0" smtClean="0">
                          <a:solidFill>
                            <a:schemeClr val="tx1"/>
                          </a:solidFill>
                          <a:latin typeface="Verdana" panose="020B0604030504040204" pitchFamily="34" charset="0"/>
                          <a:ea typeface="Verdana" panose="020B0604030504040204" pitchFamily="34" charset="0"/>
                          <a:cs typeface="Verdana" panose="020B0604030504040204" pitchFamily="34" charset="0"/>
                        </a:rPr>
                        <a:t>passengers, after approval of AERA. However, given the scrutiny surrounded</a:t>
                      </a:r>
                      <a:r>
                        <a:rPr lang="en-US" sz="1100" b="0" baseline="0" dirty="0" smtClean="0">
                          <a:solidFill>
                            <a:schemeClr val="tx1"/>
                          </a:solidFill>
                          <a:latin typeface="Verdana" panose="020B0604030504040204" pitchFamily="34" charset="0"/>
                          <a:ea typeface="Verdana" panose="020B0604030504040204" pitchFamily="34" charset="0"/>
                          <a:cs typeface="Verdana" panose="020B0604030504040204" pitchFamily="34" charset="0"/>
                        </a:rPr>
                        <a:t> around this charge, it is unlikely that the airport operators will be permitted ADF in future.</a:t>
                      </a:r>
                      <a:endParaRPr lang="en-US" sz="1100" b="0"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120650" lvl="1" indent="-117475" algn="just">
                        <a:spcBef>
                          <a:spcPts val="300"/>
                        </a:spcBef>
                        <a:buSzPct val="65000"/>
                        <a:buFont typeface="Arial" panose="020B0604020202020204" pitchFamily="34" charset="0"/>
                        <a:buChar char="•"/>
                      </a:pPr>
                      <a:r>
                        <a:rPr lang="en-US" sz="11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Land</a:t>
                      </a:r>
                      <a:r>
                        <a:rPr lang="en-US" sz="1100" b="1" baseline="0" dirty="0" smtClean="0">
                          <a:solidFill>
                            <a:schemeClr val="tx1"/>
                          </a:solidFill>
                          <a:latin typeface="Verdana" panose="020B0604030504040204" pitchFamily="34" charset="0"/>
                          <a:ea typeface="Verdana" panose="020B0604030504040204" pitchFamily="34" charset="0"/>
                          <a:cs typeface="Verdana" panose="020B0604030504040204" pitchFamily="34" charset="0"/>
                        </a:rPr>
                        <a:t> Monetization</a:t>
                      </a:r>
                      <a:r>
                        <a:rPr lang="en-US" sz="1100" b="0" baseline="0" dirty="0" smtClean="0">
                          <a:solidFill>
                            <a:schemeClr val="tx1"/>
                          </a:solidFill>
                          <a:latin typeface="Verdana" panose="020B0604030504040204" pitchFamily="34" charset="0"/>
                          <a:ea typeface="Verdana" panose="020B0604030504040204" pitchFamily="34" charset="0"/>
                          <a:cs typeface="Verdana" panose="020B0604030504040204" pitchFamily="34" charset="0"/>
                        </a:rPr>
                        <a:t>:</a:t>
                      </a:r>
                      <a:r>
                        <a:rPr lang="en-US" sz="1100" b="1" baseline="0" dirty="0" smtClean="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1100" b="0" baseline="0" dirty="0" smtClean="0">
                          <a:solidFill>
                            <a:schemeClr val="tx1"/>
                          </a:solidFill>
                          <a:latin typeface="Verdana" panose="020B0604030504040204" pitchFamily="34" charset="0"/>
                          <a:ea typeface="Verdana" panose="020B0604030504040204" pitchFamily="34" charset="0"/>
                          <a:cs typeface="Verdana" panose="020B0604030504040204" pitchFamily="34" charset="0"/>
                        </a:rPr>
                        <a:t>D</a:t>
                      </a:r>
                      <a:r>
                        <a:rPr lang="en-US" sz="1100" baseline="0" dirty="0" smtClean="0">
                          <a:solidFill>
                            <a:schemeClr val="tx1"/>
                          </a:solidFill>
                          <a:latin typeface="Verdana" panose="020B0604030504040204" pitchFamily="34" charset="0"/>
                          <a:ea typeface="Verdana" panose="020B0604030504040204" pitchFamily="34" charset="0"/>
                          <a:cs typeface="Verdana" panose="020B0604030504040204" pitchFamily="34" charset="0"/>
                        </a:rPr>
                        <a:t>eposits or upfront payment from concessionaires against land</a:t>
                      </a:r>
                      <a:endParaRPr lang="en-US" sz="1100"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2918" marR="82918" marT="41459" marB="41459">
                    <a:lnL>
                      <a:noFill/>
                    </a:lnL>
                    <a:lnR>
                      <a:noFill/>
                    </a:lnR>
                    <a:lnT>
                      <a:noFill/>
                    </a:lnT>
                    <a:lnB w="1270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60790051"/>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521799" y="994709"/>
            <a:ext cx="11201796" cy="757255"/>
          </a:xfrm>
        </p:spPr>
        <p:txBody>
          <a:bodyPr/>
          <a:lstStyle/>
          <a:p>
            <a:r>
              <a:rPr lang="en-GB" sz="1400" dirty="0">
                <a:latin typeface="Verdana"/>
              </a:rPr>
              <a:t>M</a:t>
            </a:r>
            <a:r>
              <a:rPr lang="en-GB" sz="1400" dirty="0" smtClean="0">
                <a:latin typeface="Verdana"/>
              </a:rPr>
              <a:t>arket </a:t>
            </a:r>
            <a:r>
              <a:rPr lang="en-GB" sz="1400" dirty="0">
                <a:latin typeface="Verdana"/>
              </a:rPr>
              <a:t>segmentation for airport market participants describes the behaviours exhibited by different </a:t>
            </a:r>
            <a:r>
              <a:rPr lang="en-GB" sz="1400" dirty="0" smtClean="0">
                <a:latin typeface="Verdana"/>
              </a:rPr>
              <a:t>segments</a:t>
            </a:r>
            <a:endParaRPr lang="en-GB" sz="1400" dirty="0">
              <a:latin typeface="Verdana"/>
            </a:endParaRPr>
          </a:p>
        </p:txBody>
      </p:sp>
      <p:sp>
        <p:nvSpPr>
          <p:cNvPr id="3" name="Title 2"/>
          <p:cNvSpPr>
            <a:spLocks noGrp="1"/>
          </p:cNvSpPr>
          <p:nvPr>
            <p:ph type="title"/>
          </p:nvPr>
        </p:nvSpPr>
        <p:spPr>
          <a:xfrm>
            <a:off x="492399" y="471373"/>
            <a:ext cx="11201796" cy="334097"/>
          </a:xfrm>
        </p:spPr>
        <p:txBody>
          <a:bodyPr/>
          <a:lstStyle/>
          <a:p>
            <a:pPr defTabSz="914400"/>
            <a:r>
              <a:rPr lang="en-GB" sz="1800" b="1" dirty="0"/>
              <a:t>M</a:t>
            </a:r>
            <a:r>
              <a:rPr lang="en-GB" sz="1800" b="1" dirty="0" smtClean="0"/>
              <a:t>arket </a:t>
            </a:r>
            <a:r>
              <a:rPr lang="en-GB" sz="1800" b="1" dirty="0"/>
              <a:t>participants for Airport PPP Projects in India</a:t>
            </a:r>
          </a:p>
        </p:txBody>
      </p:sp>
      <p:grpSp>
        <p:nvGrpSpPr>
          <p:cNvPr id="6" name="Group 5"/>
          <p:cNvGrpSpPr/>
          <p:nvPr/>
        </p:nvGrpSpPr>
        <p:grpSpPr>
          <a:xfrm>
            <a:off x="494198" y="1455364"/>
            <a:ext cx="11201796" cy="395051"/>
            <a:chOff x="439738" y="4424605"/>
            <a:chExt cx="9821862" cy="348027"/>
          </a:xfrm>
        </p:grpSpPr>
        <p:sp>
          <p:nvSpPr>
            <p:cNvPr id="11" name="Rectangle 10"/>
            <p:cNvSpPr/>
            <p:nvPr/>
          </p:nvSpPr>
          <p:spPr bwMode="gray">
            <a:xfrm>
              <a:off x="439738" y="4424605"/>
              <a:ext cx="2218221" cy="76886"/>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smtClean="0">
                <a:ln>
                  <a:noFill/>
                </a:ln>
                <a:solidFill>
                  <a:srgbClr val="FFFFFF"/>
                </a:solidFill>
                <a:effectLst/>
                <a:uLnTx/>
                <a:uFillTx/>
                <a:latin typeface="Verdana"/>
                <a:ea typeface="+mn-ea"/>
                <a:cs typeface="+mn-cs"/>
              </a:endParaRPr>
            </a:p>
          </p:txBody>
        </p:sp>
        <p:sp>
          <p:nvSpPr>
            <p:cNvPr id="12" name="Rectangle 11"/>
            <p:cNvSpPr/>
            <p:nvPr/>
          </p:nvSpPr>
          <p:spPr bwMode="gray">
            <a:xfrm>
              <a:off x="2973759" y="4424605"/>
              <a:ext cx="2218221" cy="76886"/>
            </a:xfrm>
            <a:prstGeom prst="rect">
              <a:avLst/>
            </a:prstGeom>
            <a:solidFill>
              <a:schemeClr val="accent4">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smtClean="0">
                <a:ln>
                  <a:noFill/>
                </a:ln>
                <a:solidFill>
                  <a:srgbClr val="FFFFFF"/>
                </a:solidFill>
                <a:effectLst/>
                <a:uLnTx/>
                <a:uFillTx/>
                <a:latin typeface="Verdana"/>
                <a:ea typeface="+mn-ea"/>
                <a:cs typeface="+mn-cs"/>
              </a:endParaRPr>
            </a:p>
          </p:txBody>
        </p:sp>
        <p:sp>
          <p:nvSpPr>
            <p:cNvPr id="13" name="Rectangle 12"/>
            <p:cNvSpPr/>
            <p:nvPr/>
          </p:nvSpPr>
          <p:spPr bwMode="gray">
            <a:xfrm>
              <a:off x="5507780" y="4424605"/>
              <a:ext cx="2218221" cy="76886"/>
            </a:xfrm>
            <a:prstGeom prst="rect">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smtClean="0">
                <a:ln>
                  <a:noFill/>
                </a:ln>
                <a:solidFill>
                  <a:srgbClr val="FFFFFF"/>
                </a:solidFill>
                <a:effectLst/>
                <a:uLnTx/>
                <a:uFillTx/>
                <a:latin typeface="Verdana"/>
                <a:ea typeface="+mn-ea"/>
                <a:cs typeface="+mn-cs"/>
              </a:endParaRPr>
            </a:p>
          </p:txBody>
        </p:sp>
        <p:sp>
          <p:nvSpPr>
            <p:cNvPr id="14" name="Rectangle 13"/>
            <p:cNvSpPr/>
            <p:nvPr/>
          </p:nvSpPr>
          <p:spPr bwMode="gray">
            <a:xfrm>
              <a:off x="8041801" y="4424605"/>
              <a:ext cx="2218221" cy="76886"/>
            </a:xfrm>
            <a:prstGeom prst="rect">
              <a:avLst/>
            </a:prstGeom>
            <a:solidFill>
              <a:schemeClr val="accent4">
                <a:lumMod val="40000"/>
                <a:lumOff val="6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smtClean="0">
                <a:ln>
                  <a:noFill/>
                </a:ln>
                <a:solidFill>
                  <a:srgbClr val="FFFFFF"/>
                </a:solidFill>
                <a:effectLst/>
                <a:uLnTx/>
                <a:uFillTx/>
                <a:latin typeface="Verdana"/>
                <a:ea typeface="+mn-ea"/>
                <a:cs typeface="+mn-cs"/>
              </a:endParaRPr>
            </a:p>
          </p:txBody>
        </p:sp>
        <p:sp>
          <p:nvSpPr>
            <p:cNvPr id="19" name="Rectangle 18"/>
            <p:cNvSpPr/>
            <p:nvPr/>
          </p:nvSpPr>
          <p:spPr>
            <a:xfrm>
              <a:off x="439738" y="4501491"/>
              <a:ext cx="2218220" cy="22714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rgbClr val="000000"/>
                  </a:solidFill>
                  <a:effectLst/>
                  <a:uLnTx/>
                  <a:uFillTx/>
                  <a:latin typeface="Verdana"/>
                  <a:ea typeface="+mn-ea"/>
                  <a:cs typeface="+mn-cs"/>
                </a:rPr>
                <a:t>Focused Incumbents (FI)</a:t>
              </a:r>
              <a:endParaRPr kumimoji="0" lang="en-IN" sz="1400" b="0" i="0" u="none" strike="noStrike" kern="1200" cap="none" spc="0" normalizeH="0" baseline="0" noProof="0" dirty="0">
                <a:ln>
                  <a:noFill/>
                </a:ln>
                <a:solidFill>
                  <a:srgbClr val="000000"/>
                </a:solidFill>
                <a:effectLst/>
                <a:uLnTx/>
                <a:uFillTx/>
                <a:latin typeface="Verdana"/>
                <a:ea typeface="+mn-ea"/>
                <a:cs typeface="+mn-cs"/>
              </a:endParaRPr>
            </a:p>
          </p:txBody>
        </p:sp>
        <p:sp>
          <p:nvSpPr>
            <p:cNvPr id="20" name="Rectangle 19"/>
            <p:cNvSpPr/>
            <p:nvPr/>
          </p:nvSpPr>
          <p:spPr>
            <a:xfrm>
              <a:off x="2987319" y="4501491"/>
              <a:ext cx="2218220" cy="22714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rgbClr val="000000"/>
                  </a:solidFill>
                  <a:effectLst/>
                  <a:uLnTx/>
                  <a:uFillTx/>
                  <a:latin typeface="Verdana"/>
                  <a:ea typeface="+mn-ea"/>
                  <a:cs typeface="+mn-cs"/>
                </a:rPr>
                <a:t>Equity </a:t>
              </a:r>
              <a:r>
                <a:rPr kumimoji="0" lang="en-US" sz="1400" b="0" i="0" u="none" strike="noStrike" kern="1200" cap="none" spc="0" normalizeH="0" baseline="0" noProof="0" dirty="0">
                  <a:ln>
                    <a:noFill/>
                  </a:ln>
                  <a:solidFill>
                    <a:srgbClr val="000000"/>
                  </a:solidFill>
                  <a:effectLst/>
                  <a:uLnTx/>
                  <a:uFillTx/>
                  <a:latin typeface="Verdana"/>
                  <a:ea typeface="+mn-ea"/>
                  <a:cs typeface="+mn-cs"/>
                </a:rPr>
                <a:t>Investors </a:t>
              </a:r>
              <a:r>
                <a:rPr kumimoji="0" lang="en-US" sz="1400" b="0" i="0" u="none" strike="noStrike" kern="1200" cap="none" spc="0" normalizeH="0" baseline="0" noProof="0" dirty="0" smtClean="0">
                  <a:ln>
                    <a:noFill/>
                  </a:ln>
                  <a:solidFill>
                    <a:srgbClr val="000000"/>
                  </a:solidFill>
                  <a:effectLst/>
                  <a:uLnTx/>
                  <a:uFillTx/>
                  <a:latin typeface="Verdana"/>
                  <a:ea typeface="+mn-ea"/>
                  <a:cs typeface="+mn-cs"/>
                </a:rPr>
                <a:t>(EI</a:t>
              </a:r>
              <a:r>
                <a:rPr kumimoji="0" lang="en-US" sz="1400" b="0" i="0" u="none" strike="noStrike" kern="1200" cap="none" spc="0" normalizeH="0" baseline="0" noProof="0" dirty="0">
                  <a:ln>
                    <a:noFill/>
                  </a:ln>
                  <a:solidFill>
                    <a:srgbClr val="000000"/>
                  </a:solidFill>
                  <a:effectLst/>
                  <a:uLnTx/>
                  <a:uFillTx/>
                  <a:latin typeface="Verdana"/>
                  <a:ea typeface="+mn-ea"/>
                  <a:cs typeface="+mn-cs"/>
                </a:rPr>
                <a:t>)</a:t>
              </a:r>
              <a:endParaRPr kumimoji="0" lang="en-IN" sz="1400" b="0" i="0" u="none" strike="noStrike" kern="1200" cap="none" spc="0" normalizeH="0" baseline="0" noProof="0" dirty="0">
                <a:ln>
                  <a:noFill/>
                </a:ln>
                <a:solidFill>
                  <a:srgbClr val="000000"/>
                </a:solidFill>
                <a:effectLst/>
                <a:uLnTx/>
                <a:uFillTx/>
                <a:latin typeface="Verdana"/>
                <a:ea typeface="+mn-ea"/>
                <a:cs typeface="+mn-cs"/>
              </a:endParaRPr>
            </a:p>
          </p:txBody>
        </p:sp>
        <p:sp>
          <p:nvSpPr>
            <p:cNvPr id="21" name="Rectangle 20"/>
            <p:cNvSpPr/>
            <p:nvPr/>
          </p:nvSpPr>
          <p:spPr>
            <a:xfrm>
              <a:off x="5507779" y="4501491"/>
              <a:ext cx="2218220" cy="27114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Verdana"/>
                  <a:ea typeface="+mn-ea"/>
                  <a:cs typeface="+mn-cs"/>
                </a:rPr>
                <a:t>Global </a:t>
              </a:r>
              <a:r>
                <a:rPr kumimoji="0" lang="en-US" sz="1400" b="0" i="0" u="none" strike="noStrike" kern="1200" cap="none" spc="0" normalizeH="0" baseline="0" noProof="0" dirty="0" smtClean="0">
                  <a:ln>
                    <a:noFill/>
                  </a:ln>
                  <a:solidFill>
                    <a:srgbClr val="000000"/>
                  </a:solidFill>
                  <a:effectLst/>
                  <a:uLnTx/>
                  <a:uFillTx/>
                  <a:latin typeface="Verdana"/>
                  <a:ea typeface="+mn-ea"/>
                  <a:cs typeface="+mn-cs"/>
                </a:rPr>
                <a:t>Players (GP)</a:t>
              </a:r>
              <a:endParaRPr kumimoji="0" lang="en-IN" sz="1400" b="0" i="0" u="none" strike="noStrike" kern="1200" cap="none" spc="0" normalizeH="0" baseline="0" noProof="0" dirty="0">
                <a:ln>
                  <a:noFill/>
                </a:ln>
                <a:solidFill>
                  <a:srgbClr val="000000"/>
                </a:solidFill>
                <a:effectLst/>
                <a:uLnTx/>
                <a:uFillTx/>
                <a:latin typeface="Verdana"/>
                <a:ea typeface="+mn-ea"/>
                <a:cs typeface="+mn-cs"/>
              </a:endParaRPr>
            </a:p>
          </p:txBody>
        </p:sp>
        <p:sp>
          <p:nvSpPr>
            <p:cNvPr id="22" name="Rectangle 21"/>
            <p:cNvSpPr/>
            <p:nvPr/>
          </p:nvSpPr>
          <p:spPr>
            <a:xfrm>
              <a:off x="8043380" y="4501491"/>
              <a:ext cx="2218220" cy="22714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rgbClr val="000000"/>
                  </a:solidFill>
                  <a:effectLst/>
                  <a:uLnTx/>
                  <a:uFillTx/>
                  <a:latin typeface="Verdana"/>
                  <a:ea typeface="+mn-ea"/>
                  <a:cs typeface="+mn-cs"/>
                </a:rPr>
                <a:t>Aspirational Entrants (AE)</a:t>
              </a:r>
              <a:endParaRPr kumimoji="0" lang="en-IN" sz="1400" b="0" i="0" u="none" strike="noStrike" kern="1200" cap="none" spc="0" normalizeH="0" baseline="0" noProof="0" dirty="0">
                <a:ln>
                  <a:noFill/>
                </a:ln>
                <a:solidFill>
                  <a:srgbClr val="000000"/>
                </a:solidFill>
                <a:effectLst/>
                <a:uLnTx/>
                <a:uFillTx/>
                <a:latin typeface="Verdana"/>
                <a:ea typeface="+mn-ea"/>
                <a:cs typeface="+mn-cs"/>
              </a:endParaRPr>
            </a:p>
          </p:txBody>
        </p:sp>
      </p:grpSp>
      <p:graphicFrame>
        <p:nvGraphicFramePr>
          <p:cNvPr id="32" name="Table 31"/>
          <p:cNvGraphicFramePr>
            <a:graphicFrameLocks noGrp="1"/>
          </p:cNvGraphicFramePr>
          <p:nvPr>
            <p:extLst>
              <p:ext uri="{D42A27DB-BD31-4B8C-83A1-F6EECF244321}">
                <p14:modId xmlns:p14="http://schemas.microsoft.com/office/powerpoint/2010/main" val="2351546838"/>
              </p:ext>
            </p:extLst>
          </p:nvPr>
        </p:nvGraphicFramePr>
        <p:xfrm>
          <a:off x="521800" y="2044016"/>
          <a:ext cx="2528071" cy="1324500"/>
        </p:xfrm>
        <a:graphic>
          <a:graphicData uri="http://schemas.openxmlformats.org/drawingml/2006/table">
            <a:tbl>
              <a:tblPr firstRow="1" bandRow="1">
                <a:tableStyleId>{7DF18680-E054-41AD-8BC1-D1AEF772440D}</a:tableStyleId>
              </a:tblPr>
              <a:tblGrid>
                <a:gridCol w="2528071">
                  <a:extLst>
                    <a:ext uri="{9D8B030D-6E8A-4147-A177-3AD203B41FA5}">
                      <a16:colId xmlns:a16="http://schemas.microsoft.com/office/drawing/2014/main" val="4107216287"/>
                    </a:ext>
                  </a:extLst>
                </a:gridCol>
              </a:tblGrid>
              <a:tr h="264900">
                <a:tc>
                  <a:txBody>
                    <a:bodyPr/>
                    <a:lstStyle/>
                    <a:p>
                      <a:r>
                        <a:rPr lang="en-GB" sz="1100" dirty="0" smtClean="0">
                          <a:solidFill>
                            <a:schemeClr val="tx1"/>
                          </a:solidFill>
                        </a:rPr>
                        <a:t>Indian Airport</a:t>
                      </a:r>
                      <a:r>
                        <a:rPr lang="en-GB" sz="1100" baseline="0" dirty="0" smtClean="0">
                          <a:solidFill>
                            <a:schemeClr val="tx1"/>
                          </a:solidFill>
                        </a:rPr>
                        <a:t> Developers</a:t>
                      </a:r>
                      <a:endParaRPr lang="en-GB" sz="1100" dirty="0">
                        <a:solidFill>
                          <a:schemeClr val="tx1"/>
                        </a:solidFill>
                      </a:endParaRPr>
                    </a:p>
                  </a:txBody>
                  <a:tcPr marL="7200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3">
                        <a:lumMod val="20000"/>
                        <a:lumOff val="80000"/>
                        <a:alpha val="55000"/>
                      </a:schemeClr>
                    </a:solidFill>
                  </a:tcPr>
                </a:tc>
                <a:extLst>
                  <a:ext uri="{0D108BD9-81ED-4DB2-BD59-A6C34878D82A}">
                    <a16:rowId xmlns:a16="http://schemas.microsoft.com/office/drawing/2014/main" val="3671892462"/>
                  </a:ext>
                </a:extLst>
              </a:tr>
              <a:tr h="264900">
                <a:tc>
                  <a:txBody>
                    <a:bodyPr/>
                    <a:lstStyle/>
                    <a:p>
                      <a:r>
                        <a:rPr lang="en-GB" sz="1100" dirty="0" smtClean="0">
                          <a:solidFill>
                            <a:schemeClr val="tx1"/>
                          </a:solidFill>
                        </a:rPr>
                        <a:t>GMR / DIAL / HIAL</a:t>
                      </a:r>
                      <a:endParaRPr lang="en-GB" sz="1100" dirty="0">
                        <a:solidFill>
                          <a:schemeClr val="tx1"/>
                        </a:solidFill>
                      </a:endParaRPr>
                    </a:p>
                  </a:txBody>
                  <a:tcPr marL="7200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3">
                        <a:lumMod val="20000"/>
                        <a:lumOff val="80000"/>
                        <a:alpha val="55000"/>
                      </a:schemeClr>
                    </a:solidFill>
                  </a:tcPr>
                </a:tc>
                <a:extLst>
                  <a:ext uri="{0D108BD9-81ED-4DB2-BD59-A6C34878D82A}">
                    <a16:rowId xmlns:a16="http://schemas.microsoft.com/office/drawing/2014/main" val="3009302285"/>
                  </a:ext>
                </a:extLst>
              </a:tr>
              <a:tr h="264900">
                <a:tc>
                  <a:txBody>
                    <a:bodyPr/>
                    <a:lstStyle/>
                    <a:p>
                      <a:r>
                        <a:rPr lang="en-GB" sz="1100" dirty="0" smtClean="0">
                          <a:solidFill>
                            <a:schemeClr val="tx1"/>
                          </a:solidFill>
                        </a:rPr>
                        <a:t>GVK / MIAL</a:t>
                      </a:r>
                      <a:endParaRPr lang="en-GB" sz="1100" dirty="0">
                        <a:solidFill>
                          <a:schemeClr val="tx1"/>
                        </a:solidFill>
                      </a:endParaRPr>
                    </a:p>
                  </a:txBody>
                  <a:tcPr marL="7200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3">
                        <a:lumMod val="20000"/>
                        <a:lumOff val="80000"/>
                        <a:alpha val="55000"/>
                      </a:schemeClr>
                    </a:solidFill>
                  </a:tcPr>
                </a:tc>
                <a:extLst>
                  <a:ext uri="{0D108BD9-81ED-4DB2-BD59-A6C34878D82A}">
                    <a16:rowId xmlns:a16="http://schemas.microsoft.com/office/drawing/2014/main" val="2176833966"/>
                  </a:ext>
                </a:extLst>
              </a:tr>
              <a:tr h="264900">
                <a:tc>
                  <a:txBody>
                    <a:bodyPr/>
                    <a:lstStyle/>
                    <a:p>
                      <a:r>
                        <a:rPr lang="en-GB" sz="1100" dirty="0" smtClean="0">
                          <a:solidFill>
                            <a:schemeClr val="tx1"/>
                          </a:solidFill>
                        </a:rPr>
                        <a:t>Fairfax India Holdings / BIAL</a:t>
                      </a:r>
                    </a:p>
                  </a:txBody>
                  <a:tcPr marL="7200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3">
                        <a:lumMod val="20000"/>
                        <a:lumOff val="80000"/>
                        <a:alpha val="55000"/>
                      </a:schemeClr>
                    </a:solidFill>
                  </a:tcPr>
                </a:tc>
                <a:extLst>
                  <a:ext uri="{0D108BD9-81ED-4DB2-BD59-A6C34878D82A}">
                    <a16:rowId xmlns:a16="http://schemas.microsoft.com/office/drawing/2014/main" val="827791074"/>
                  </a:ext>
                </a:extLst>
              </a:tr>
              <a:tr h="264900">
                <a:tc>
                  <a:txBody>
                    <a:bodyPr/>
                    <a:lstStyle/>
                    <a:p>
                      <a:r>
                        <a:rPr lang="en-GB" sz="1100" dirty="0" smtClean="0">
                          <a:solidFill>
                            <a:schemeClr val="tx1"/>
                          </a:solidFill>
                        </a:rPr>
                        <a:t>Adani Enterprises Limited</a:t>
                      </a:r>
                    </a:p>
                  </a:txBody>
                  <a:tcPr marL="7200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3">
                        <a:lumMod val="20000"/>
                        <a:lumOff val="80000"/>
                        <a:alpha val="55000"/>
                      </a:schemeClr>
                    </a:solidFill>
                  </a:tcPr>
                </a:tc>
                <a:extLst>
                  <a:ext uri="{0D108BD9-81ED-4DB2-BD59-A6C34878D82A}">
                    <a16:rowId xmlns:a16="http://schemas.microsoft.com/office/drawing/2014/main" val="3568472502"/>
                  </a:ext>
                </a:extLst>
              </a:tr>
            </a:tbl>
          </a:graphicData>
        </a:graphic>
      </p:graphicFrame>
      <p:graphicFrame>
        <p:nvGraphicFramePr>
          <p:cNvPr id="33" name="Table 32"/>
          <p:cNvGraphicFramePr>
            <a:graphicFrameLocks noGrp="1"/>
          </p:cNvGraphicFramePr>
          <p:nvPr>
            <p:extLst>
              <p:ext uri="{D42A27DB-BD31-4B8C-83A1-F6EECF244321}">
                <p14:modId xmlns:p14="http://schemas.microsoft.com/office/powerpoint/2010/main" val="3776986228"/>
              </p:ext>
            </p:extLst>
          </p:nvPr>
        </p:nvGraphicFramePr>
        <p:xfrm>
          <a:off x="3412740" y="2065152"/>
          <a:ext cx="2528071" cy="1324500"/>
        </p:xfrm>
        <a:graphic>
          <a:graphicData uri="http://schemas.openxmlformats.org/drawingml/2006/table">
            <a:tbl>
              <a:tblPr firstRow="1" bandRow="1">
                <a:tableStyleId>{7DF18680-E054-41AD-8BC1-D1AEF772440D}</a:tableStyleId>
              </a:tblPr>
              <a:tblGrid>
                <a:gridCol w="2528071">
                  <a:extLst>
                    <a:ext uri="{9D8B030D-6E8A-4147-A177-3AD203B41FA5}">
                      <a16:colId xmlns:a16="http://schemas.microsoft.com/office/drawing/2014/main" val="4107216287"/>
                    </a:ext>
                  </a:extLst>
                </a:gridCol>
              </a:tblGrid>
              <a:tr h="264900">
                <a:tc>
                  <a:txBody>
                    <a:bodyPr/>
                    <a:lstStyle/>
                    <a:p>
                      <a:r>
                        <a:rPr lang="en-GB" sz="1100" dirty="0" smtClean="0">
                          <a:solidFill>
                            <a:schemeClr val="tx1"/>
                          </a:solidFill>
                        </a:rPr>
                        <a:t>Investment</a:t>
                      </a:r>
                      <a:r>
                        <a:rPr lang="en-GB" sz="1100" baseline="0" dirty="0" smtClean="0">
                          <a:solidFill>
                            <a:schemeClr val="tx1"/>
                          </a:solidFill>
                        </a:rPr>
                        <a:t> Funds</a:t>
                      </a:r>
                      <a:endParaRPr lang="en-GB" sz="1100" dirty="0">
                        <a:solidFill>
                          <a:schemeClr val="tx1"/>
                        </a:solidFill>
                      </a:endParaRPr>
                    </a:p>
                  </a:txBody>
                  <a:tcPr marL="7200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3">
                        <a:lumMod val="20000"/>
                        <a:lumOff val="80000"/>
                        <a:alpha val="55000"/>
                      </a:schemeClr>
                    </a:solidFill>
                  </a:tcPr>
                </a:tc>
                <a:extLst>
                  <a:ext uri="{0D108BD9-81ED-4DB2-BD59-A6C34878D82A}">
                    <a16:rowId xmlns:a16="http://schemas.microsoft.com/office/drawing/2014/main" val="3671892462"/>
                  </a:ext>
                </a:extLst>
              </a:tr>
              <a:tr h="264900">
                <a:tc>
                  <a:txBody>
                    <a:bodyPr/>
                    <a:lstStyle/>
                    <a:p>
                      <a:r>
                        <a:rPr lang="en-GB" sz="1100" dirty="0" smtClean="0"/>
                        <a:t>Do</a:t>
                      </a:r>
                      <a:r>
                        <a:rPr lang="en-GB" sz="1100" baseline="0" dirty="0" smtClean="0"/>
                        <a:t> It</a:t>
                      </a:r>
                      <a:endParaRPr lang="en-GB" sz="1100" dirty="0"/>
                    </a:p>
                  </a:txBody>
                  <a:tcPr marL="7200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3">
                        <a:lumMod val="20000"/>
                        <a:lumOff val="80000"/>
                        <a:alpha val="55000"/>
                      </a:schemeClr>
                    </a:solidFill>
                  </a:tcPr>
                </a:tc>
                <a:extLst>
                  <a:ext uri="{0D108BD9-81ED-4DB2-BD59-A6C34878D82A}">
                    <a16:rowId xmlns:a16="http://schemas.microsoft.com/office/drawing/2014/main" val="3009302285"/>
                  </a:ext>
                </a:extLst>
              </a:tr>
              <a:tr h="264900">
                <a:tc>
                  <a:txBody>
                    <a:bodyPr/>
                    <a:lstStyle/>
                    <a:p>
                      <a:r>
                        <a:rPr lang="en-GB" sz="1100" dirty="0" smtClean="0"/>
                        <a:t>AMP Capital</a:t>
                      </a:r>
                      <a:endParaRPr lang="en-GB" sz="1100" dirty="0"/>
                    </a:p>
                  </a:txBody>
                  <a:tcPr marL="7200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3">
                        <a:lumMod val="20000"/>
                        <a:lumOff val="80000"/>
                        <a:alpha val="55000"/>
                      </a:schemeClr>
                    </a:solidFill>
                  </a:tcPr>
                </a:tc>
                <a:extLst>
                  <a:ext uri="{0D108BD9-81ED-4DB2-BD59-A6C34878D82A}">
                    <a16:rowId xmlns:a16="http://schemas.microsoft.com/office/drawing/2014/main" val="2555109205"/>
                  </a:ext>
                </a:extLst>
              </a:tr>
              <a:tr h="264900">
                <a:tc>
                  <a:txBody>
                    <a:bodyPr/>
                    <a:lstStyle/>
                    <a:p>
                      <a:r>
                        <a:rPr lang="en-GB" sz="1100" dirty="0" smtClean="0"/>
                        <a:t>NIIF</a:t>
                      </a:r>
                      <a:endParaRPr lang="en-GB" sz="1100" dirty="0"/>
                    </a:p>
                  </a:txBody>
                  <a:tcPr marL="7200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3">
                        <a:lumMod val="20000"/>
                        <a:lumOff val="80000"/>
                        <a:alpha val="55000"/>
                      </a:schemeClr>
                    </a:solidFill>
                  </a:tcPr>
                </a:tc>
                <a:extLst>
                  <a:ext uri="{0D108BD9-81ED-4DB2-BD59-A6C34878D82A}">
                    <a16:rowId xmlns:a16="http://schemas.microsoft.com/office/drawing/2014/main" val="2176833966"/>
                  </a:ext>
                </a:extLst>
              </a:tr>
              <a:tr h="264900">
                <a:tc>
                  <a:txBody>
                    <a:bodyPr/>
                    <a:lstStyle/>
                    <a:p>
                      <a:pPr marL="0" marR="0" lvl="0" indent="0" algn="l" defTabSz="914417" rtl="0" eaLnBrk="1" fontAlgn="auto" latinLnBrk="0" hangingPunct="1">
                        <a:lnSpc>
                          <a:spcPct val="100000"/>
                        </a:lnSpc>
                        <a:spcBef>
                          <a:spcPts val="0"/>
                        </a:spcBef>
                        <a:spcAft>
                          <a:spcPts val="0"/>
                        </a:spcAft>
                        <a:buClrTx/>
                        <a:buSzTx/>
                        <a:buFontTx/>
                        <a:buNone/>
                        <a:tabLst/>
                        <a:defRPr/>
                      </a:pPr>
                      <a:r>
                        <a:rPr lang="en-GB" sz="1100" dirty="0" smtClean="0"/>
                        <a:t>GIF</a:t>
                      </a:r>
                    </a:p>
                  </a:txBody>
                  <a:tcPr marL="7200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3">
                        <a:lumMod val="20000"/>
                        <a:lumOff val="80000"/>
                        <a:alpha val="55000"/>
                      </a:schemeClr>
                    </a:solidFill>
                  </a:tcPr>
                </a:tc>
                <a:extLst>
                  <a:ext uri="{0D108BD9-81ED-4DB2-BD59-A6C34878D82A}">
                    <a16:rowId xmlns:a16="http://schemas.microsoft.com/office/drawing/2014/main" val="827791074"/>
                  </a:ext>
                </a:extLst>
              </a:tr>
            </a:tbl>
          </a:graphicData>
        </a:graphic>
      </p:graphicFrame>
      <p:graphicFrame>
        <p:nvGraphicFramePr>
          <p:cNvPr id="34" name="Table 33"/>
          <p:cNvGraphicFramePr>
            <a:graphicFrameLocks noGrp="1"/>
          </p:cNvGraphicFramePr>
          <p:nvPr>
            <p:extLst>
              <p:ext uri="{D42A27DB-BD31-4B8C-83A1-F6EECF244321}">
                <p14:modId xmlns:p14="http://schemas.microsoft.com/office/powerpoint/2010/main" val="1107902961"/>
              </p:ext>
            </p:extLst>
          </p:nvPr>
        </p:nvGraphicFramePr>
        <p:xfrm>
          <a:off x="6303681" y="2057029"/>
          <a:ext cx="2528071" cy="1324500"/>
        </p:xfrm>
        <a:graphic>
          <a:graphicData uri="http://schemas.openxmlformats.org/drawingml/2006/table">
            <a:tbl>
              <a:tblPr firstRow="1" bandRow="1">
                <a:tableStyleId>{7DF18680-E054-41AD-8BC1-D1AEF772440D}</a:tableStyleId>
              </a:tblPr>
              <a:tblGrid>
                <a:gridCol w="2528071">
                  <a:extLst>
                    <a:ext uri="{9D8B030D-6E8A-4147-A177-3AD203B41FA5}">
                      <a16:colId xmlns:a16="http://schemas.microsoft.com/office/drawing/2014/main" val="4107216287"/>
                    </a:ext>
                  </a:extLst>
                </a:gridCol>
              </a:tblGrid>
              <a:tr h="264900">
                <a:tc>
                  <a:txBody>
                    <a:bodyPr/>
                    <a:lstStyle/>
                    <a:p>
                      <a:r>
                        <a:rPr lang="en-GB" sz="1100" dirty="0" smtClean="0">
                          <a:solidFill>
                            <a:schemeClr val="tx1"/>
                          </a:solidFill>
                        </a:rPr>
                        <a:t>Foreign Airport Operators </a:t>
                      </a:r>
                    </a:p>
                  </a:txBody>
                  <a:tcPr marL="7200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3">
                        <a:lumMod val="20000"/>
                        <a:lumOff val="80000"/>
                        <a:alpha val="55000"/>
                      </a:schemeClr>
                    </a:solidFill>
                  </a:tcPr>
                </a:tc>
                <a:extLst>
                  <a:ext uri="{0D108BD9-81ED-4DB2-BD59-A6C34878D82A}">
                    <a16:rowId xmlns:a16="http://schemas.microsoft.com/office/drawing/2014/main" val="3671892462"/>
                  </a:ext>
                </a:extLst>
              </a:tr>
              <a:tr h="264900">
                <a:tc>
                  <a:txBody>
                    <a:bodyPr/>
                    <a:lstStyle/>
                    <a:p>
                      <a:r>
                        <a:rPr lang="en-GB" sz="1100" dirty="0" smtClean="0"/>
                        <a:t>ADP Group</a:t>
                      </a:r>
                      <a:endParaRPr lang="en-GB" sz="1100" dirty="0"/>
                    </a:p>
                  </a:txBody>
                  <a:tcPr marL="7200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3">
                        <a:lumMod val="20000"/>
                        <a:lumOff val="80000"/>
                        <a:alpha val="55000"/>
                      </a:schemeClr>
                    </a:solidFill>
                  </a:tcPr>
                </a:tc>
                <a:extLst>
                  <a:ext uri="{0D108BD9-81ED-4DB2-BD59-A6C34878D82A}">
                    <a16:rowId xmlns:a16="http://schemas.microsoft.com/office/drawing/2014/main" val="3009302285"/>
                  </a:ext>
                </a:extLst>
              </a:tr>
              <a:tr h="264900">
                <a:tc>
                  <a:txBody>
                    <a:bodyPr/>
                    <a:lstStyle/>
                    <a:p>
                      <a:pPr marL="0" marR="0" lvl="0" indent="0" algn="l" defTabSz="914417" rtl="0" eaLnBrk="1" fontAlgn="auto" latinLnBrk="0" hangingPunct="1">
                        <a:lnSpc>
                          <a:spcPct val="100000"/>
                        </a:lnSpc>
                        <a:spcBef>
                          <a:spcPts val="0"/>
                        </a:spcBef>
                        <a:spcAft>
                          <a:spcPts val="0"/>
                        </a:spcAft>
                        <a:buClrTx/>
                        <a:buSzTx/>
                        <a:buFontTx/>
                        <a:buNone/>
                        <a:tabLst/>
                        <a:defRPr/>
                      </a:pPr>
                      <a:r>
                        <a:rPr lang="en-GB" sz="1100" dirty="0" smtClean="0"/>
                        <a:t>Zurich Airport</a:t>
                      </a:r>
                    </a:p>
                  </a:txBody>
                  <a:tcPr marL="7200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3">
                        <a:lumMod val="20000"/>
                        <a:lumOff val="80000"/>
                        <a:alpha val="55000"/>
                      </a:schemeClr>
                    </a:solidFill>
                  </a:tcPr>
                </a:tc>
                <a:extLst>
                  <a:ext uri="{0D108BD9-81ED-4DB2-BD59-A6C34878D82A}">
                    <a16:rowId xmlns:a16="http://schemas.microsoft.com/office/drawing/2014/main" val="2555109205"/>
                  </a:ext>
                </a:extLst>
              </a:tr>
              <a:tr h="264900">
                <a:tc>
                  <a:txBody>
                    <a:bodyPr/>
                    <a:lstStyle/>
                    <a:p>
                      <a:r>
                        <a:rPr lang="en-GB" sz="1100" dirty="0" smtClean="0"/>
                        <a:t>Changi</a:t>
                      </a:r>
                    </a:p>
                  </a:txBody>
                  <a:tcPr marL="7200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3">
                        <a:lumMod val="20000"/>
                        <a:lumOff val="80000"/>
                        <a:alpha val="55000"/>
                      </a:schemeClr>
                    </a:solidFill>
                  </a:tcPr>
                </a:tc>
                <a:extLst>
                  <a:ext uri="{0D108BD9-81ED-4DB2-BD59-A6C34878D82A}">
                    <a16:rowId xmlns:a16="http://schemas.microsoft.com/office/drawing/2014/main" val="2176833966"/>
                  </a:ext>
                </a:extLst>
              </a:tr>
              <a:tr h="264900">
                <a:tc>
                  <a:txBody>
                    <a:bodyPr/>
                    <a:lstStyle/>
                    <a:p>
                      <a:pPr marL="0" marR="0" lvl="0" indent="0" algn="l" defTabSz="914417" rtl="0" eaLnBrk="1" fontAlgn="auto" latinLnBrk="0" hangingPunct="1">
                        <a:lnSpc>
                          <a:spcPct val="100000"/>
                        </a:lnSpc>
                        <a:spcBef>
                          <a:spcPts val="0"/>
                        </a:spcBef>
                        <a:spcAft>
                          <a:spcPts val="0"/>
                        </a:spcAft>
                        <a:buClrTx/>
                        <a:buSzTx/>
                        <a:buFontTx/>
                        <a:buNone/>
                        <a:tabLst/>
                        <a:defRPr/>
                      </a:pPr>
                      <a:r>
                        <a:rPr lang="en-GB" sz="1100" dirty="0" err="1" smtClean="0"/>
                        <a:t>AviAlliance</a:t>
                      </a:r>
                      <a:endParaRPr lang="en-GB" sz="1100" dirty="0" smtClean="0"/>
                    </a:p>
                  </a:txBody>
                  <a:tcPr marL="7200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3">
                        <a:lumMod val="20000"/>
                        <a:lumOff val="80000"/>
                        <a:alpha val="55000"/>
                      </a:schemeClr>
                    </a:solidFill>
                  </a:tcPr>
                </a:tc>
                <a:extLst>
                  <a:ext uri="{0D108BD9-81ED-4DB2-BD59-A6C34878D82A}">
                    <a16:rowId xmlns:a16="http://schemas.microsoft.com/office/drawing/2014/main" val="827791074"/>
                  </a:ext>
                </a:extLst>
              </a:tr>
            </a:tbl>
          </a:graphicData>
        </a:graphic>
      </p:graphicFrame>
      <p:graphicFrame>
        <p:nvGraphicFramePr>
          <p:cNvPr id="35" name="Table 34"/>
          <p:cNvGraphicFramePr>
            <a:graphicFrameLocks noGrp="1"/>
          </p:cNvGraphicFramePr>
          <p:nvPr>
            <p:extLst>
              <p:ext uri="{D42A27DB-BD31-4B8C-83A1-F6EECF244321}">
                <p14:modId xmlns:p14="http://schemas.microsoft.com/office/powerpoint/2010/main" val="2457684415"/>
              </p:ext>
            </p:extLst>
          </p:nvPr>
        </p:nvGraphicFramePr>
        <p:xfrm>
          <a:off x="9193726" y="2021464"/>
          <a:ext cx="2528071" cy="1486320"/>
        </p:xfrm>
        <a:graphic>
          <a:graphicData uri="http://schemas.openxmlformats.org/drawingml/2006/table">
            <a:tbl>
              <a:tblPr firstRow="1" bandRow="1">
                <a:tableStyleId>{7DF18680-E054-41AD-8BC1-D1AEF772440D}</a:tableStyleId>
              </a:tblPr>
              <a:tblGrid>
                <a:gridCol w="2528071">
                  <a:extLst>
                    <a:ext uri="{9D8B030D-6E8A-4147-A177-3AD203B41FA5}">
                      <a16:colId xmlns:a16="http://schemas.microsoft.com/office/drawing/2014/main" val="4107216287"/>
                    </a:ext>
                  </a:extLst>
                </a:gridCol>
              </a:tblGrid>
              <a:tr h="264900">
                <a:tc>
                  <a:txBody>
                    <a:bodyPr/>
                    <a:lstStyle/>
                    <a:p>
                      <a:r>
                        <a:rPr lang="en-GB" sz="1100" dirty="0" smtClean="0">
                          <a:solidFill>
                            <a:schemeClr val="tx1"/>
                          </a:solidFill>
                        </a:rPr>
                        <a:t>Domestic Infrastructure Developers</a:t>
                      </a:r>
                    </a:p>
                  </a:txBody>
                  <a:tcPr marL="7200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3">
                        <a:lumMod val="20000"/>
                        <a:lumOff val="80000"/>
                        <a:alpha val="55000"/>
                      </a:schemeClr>
                    </a:solidFill>
                  </a:tcPr>
                </a:tc>
                <a:extLst>
                  <a:ext uri="{0D108BD9-81ED-4DB2-BD59-A6C34878D82A}">
                    <a16:rowId xmlns:a16="http://schemas.microsoft.com/office/drawing/2014/main" val="3671892462"/>
                  </a:ext>
                </a:extLst>
              </a:tr>
              <a:tr h="264900">
                <a:tc>
                  <a:txBody>
                    <a:bodyPr/>
                    <a:lstStyle/>
                    <a:p>
                      <a:r>
                        <a:rPr lang="en-GB" sz="1100" dirty="0" smtClean="0"/>
                        <a:t>L&amp;T</a:t>
                      </a:r>
                      <a:r>
                        <a:rPr lang="en-GB" sz="1100" baseline="0" dirty="0" smtClean="0"/>
                        <a:t> Infra</a:t>
                      </a:r>
                      <a:endParaRPr lang="en-GB" sz="1100" dirty="0"/>
                    </a:p>
                  </a:txBody>
                  <a:tcPr marL="7200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3">
                        <a:lumMod val="20000"/>
                        <a:lumOff val="80000"/>
                        <a:alpha val="55000"/>
                      </a:schemeClr>
                    </a:solidFill>
                  </a:tcPr>
                </a:tc>
                <a:extLst>
                  <a:ext uri="{0D108BD9-81ED-4DB2-BD59-A6C34878D82A}">
                    <a16:rowId xmlns:a16="http://schemas.microsoft.com/office/drawing/2014/main" val="3009302285"/>
                  </a:ext>
                </a:extLst>
              </a:tr>
              <a:tr h="264900">
                <a:tc>
                  <a:txBody>
                    <a:bodyPr/>
                    <a:lstStyle/>
                    <a:p>
                      <a:r>
                        <a:rPr lang="en-GB" sz="1100" dirty="0" smtClean="0"/>
                        <a:t>PNC Infra</a:t>
                      </a:r>
                      <a:endParaRPr lang="en-GB" sz="1100" dirty="0"/>
                    </a:p>
                  </a:txBody>
                  <a:tcPr marL="7200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3">
                        <a:lumMod val="20000"/>
                        <a:lumOff val="80000"/>
                        <a:alpha val="55000"/>
                      </a:schemeClr>
                    </a:solidFill>
                  </a:tcPr>
                </a:tc>
                <a:extLst>
                  <a:ext uri="{0D108BD9-81ED-4DB2-BD59-A6C34878D82A}">
                    <a16:rowId xmlns:a16="http://schemas.microsoft.com/office/drawing/2014/main" val="2555109205"/>
                  </a:ext>
                </a:extLst>
              </a:tr>
              <a:tr h="264900">
                <a:tc>
                  <a:txBody>
                    <a:bodyPr/>
                    <a:lstStyle/>
                    <a:p>
                      <a:r>
                        <a:rPr lang="en-GB" sz="1100" dirty="0" smtClean="0"/>
                        <a:t>Reliance Infra</a:t>
                      </a:r>
                      <a:endParaRPr lang="en-GB" sz="1100" dirty="0"/>
                    </a:p>
                  </a:txBody>
                  <a:tcPr marL="7200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3">
                        <a:lumMod val="20000"/>
                        <a:lumOff val="80000"/>
                        <a:alpha val="55000"/>
                      </a:schemeClr>
                    </a:solidFill>
                  </a:tcPr>
                </a:tc>
                <a:extLst>
                  <a:ext uri="{0D108BD9-81ED-4DB2-BD59-A6C34878D82A}">
                    <a16:rowId xmlns:a16="http://schemas.microsoft.com/office/drawing/2014/main" val="2176833966"/>
                  </a:ext>
                </a:extLst>
              </a:tr>
              <a:tr h="264900">
                <a:tc>
                  <a:txBody>
                    <a:bodyPr/>
                    <a:lstStyle/>
                    <a:p>
                      <a:r>
                        <a:rPr lang="en-GB" sz="1100" dirty="0" err="1" smtClean="0"/>
                        <a:t>Essel</a:t>
                      </a:r>
                      <a:r>
                        <a:rPr lang="en-GB" sz="1100" baseline="0" dirty="0" smtClean="0"/>
                        <a:t> Infra</a:t>
                      </a:r>
                      <a:endParaRPr lang="en-GB" sz="1100" dirty="0"/>
                    </a:p>
                  </a:txBody>
                  <a:tcPr marL="7200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3">
                        <a:lumMod val="20000"/>
                        <a:lumOff val="80000"/>
                        <a:alpha val="55000"/>
                      </a:schemeClr>
                    </a:solidFill>
                  </a:tcPr>
                </a:tc>
                <a:extLst>
                  <a:ext uri="{0D108BD9-81ED-4DB2-BD59-A6C34878D82A}">
                    <a16:rowId xmlns:a16="http://schemas.microsoft.com/office/drawing/2014/main" val="827791074"/>
                  </a:ext>
                </a:extLst>
              </a:tr>
            </a:tbl>
          </a:graphicData>
        </a:graphic>
      </p:graphicFrame>
      <p:sp>
        <p:nvSpPr>
          <p:cNvPr id="39" name="Title 1"/>
          <p:cNvSpPr txBox="1">
            <a:spLocks/>
          </p:cNvSpPr>
          <p:nvPr/>
        </p:nvSpPr>
        <p:spPr bwMode="gray">
          <a:xfrm>
            <a:off x="521799" y="3625525"/>
            <a:ext cx="10515600" cy="465502"/>
          </a:xfrm>
          <a:prstGeom prst="rect">
            <a:avLst/>
          </a:prstGeom>
        </p:spPr>
        <p:txBody>
          <a:bodyPr vert="horz" lIns="0" tIns="0" rIns="0" bIns="0" rtlCol="0" anchor="t" anchorCtr="0">
            <a:normAutofit/>
          </a:bodyPr>
          <a:lstStyle>
            <a:lvl1pPr algn="l" defTabSz="847136" rtl="0" eaLnBrk="1" latinLnBrk="0" hangingPunct="1">
              <a:spcBef>
                <a:spcPct val="0"/>
              </a:spcBef>
              <a:buNone/>
              <a:defRPr sz="1710" kern="1200">
                <a:solidFill>
                  <a:schemeClr val="tx1"/>
                </a:solidFill>
                <a:latin typeface="+mj-lt"/>
                <a:ea typeface="+mj-ea"/>
                <a:cs typeface="+mj-cs"/>
              </a:defRPr>
            </a:lvl1pPr>
          </a:lstStyle>
          <a:p>
            <a:r>
              <a:rPr lang="en-US" sz="1800" b="1" dirty="0" smtClean="0">
                <a:latin typeface="Verdana" panose="020B0604030504040204" pitchFamily="34" charset="0"/>
                <a:ea typeface="Verdana" panose="020B0604030504040204" pitchFamily="34" charset="0"/>
              </a:rPr>
              <a:t>Challenges to Public Private Partnership</a:t>
            </a:r>
            <a:endParaRPr lang="en-IN" sz="1800" b="1" dirty="0">
              <a:latin typeface="Verdana" panose="020B0604030504040204" pitchFamily="34" charset="0"/>
              <a:ea typeface="Verdana" panose="020B0604030504040204" pitchFamily="34" charset="0"/>
            </a:endParaRPr>
          </a:p>
        </p:txBody>
      </p:sp>
      <p:sp>
        <p:nvSpPr>
          <p:cNvPr id="40" name="TextBox 39"/>
          <p:cNvSpPr txBox="1"/>
          <p:nvPr/>
        </p:nvSpPr>
        <p:spPr>
          <a:xfrm>
            <a:off x="521799" y="4031120"/>
            <a:ext cx="11172396" cy="1938992"/>
          </a:xfrm>
          <a:prstGeom prst="rect">
            <a:avLst/>
          </a:prstGeom>
          <a:solidFill>
            <a:schemeClr val="accent1">
              <a:lumMod val="20000"/>
              <a:lumOff val="80000"/>
            </a:schemeClr>
          </a:solidFill>
          <a:ln w="12700">
            <a:solidFill>
              <a:schemeClr val="tx1"/>
            </a:solidFill>
            <a:prstDash val="dash"/>
          </a:ln>
        </p:spPr>
        <p:txBody>
          <a:bodyPr wrap="square" rtlCol="0">
            <a:spAutoFit/>
          </a:bodyPr>
          <a:lstStyle/>
          <a:p>
            <a:pPr marL="285750" indent="-285750">
              <a:buFont typeface="Wingdings" panose="05000000000000000000" pitchFamily="2" charset="2"/>
              <a:buChar char="ü"/>
            </a:pPr>
            <a:r>
              <a:rPr lang="en-US" sz="1200" dirty="0" smtClean="0"/>
              <a:t>Policy and regulatory gaps</a:t>
            </a:r>
          </a:p>
          <a:p>
            <a:pPr marL="285750" indent="-285750">
              <a:buFont typeface="Wingdings" panose="05000000000000000000" pitchFamily="2" charset="2"/>
              <a:buChar char="ü"/>
            </a:pPr>
            <a:r>
              <a:rPr lang="en-US" sz="1200" dirty="0" smtClean="0"/>
              <a:t>Inadequate availability of long-term finance</a:t>
            </a:r>
          </a:p>
          <a:p>
            <a:pPr marL="285750" indent="-285750">
              <a:buFont typeface="Wingdings" panose="05000000000000000000" pitchFamily="2" charset="2"/>
              <a:buChar char="ü"/>
            </a:pPr>
            <a:r>
              <a:rPr lang="en-US" sz="1200" dirty="0" smtClean="0"/>
              <a:t>Inadequate capacity in public institutions and public officials to manage PPP processes</a:t>
            </a:r>
          </a:p>
          <a:p>
            <a:pPr marL="285750" indent="-285750">
              <a:buFont typeface="Wingdings" panose="05000000000000000000" pitchFamily="2" charset="2"/>
              <a:buChar char="ü"/>
            </a:pPr>
            <a:r>
              <a:rPr lang="en-US" sz="1200" dirty="0" smtClean="0"/>
              <a:t>Inadequate capacity in the private sector – both developer/investor and technical manpower</a:t>
            </a:r>
          </a:p>
          <a:p>
            <a:pPr marL="285750" indent="-285750">
              <a:buFont typeface="Wingdings" panose="05000000000000000000" pitchFamily="2" charset="2"/>
              <a:buChar char="ü"/>
            </a:pPr>
            <a:r>
              <a:rPr lang="en-US" sz="1200" dirty="0" smtClean="0"/>
              <a:t>Inadequate shelf of bankable infrastructure projects</a:t>
            </a:r>
          </a:p>
          <a:p>
            <a:pPr marL="285750" indent="-285750">
              <a:buFont typeface="Wingdings" panose="05000000000000000000" pitchFamily="2" charset="2"/>
              <a:buChar char="ü"/>
            </a:pPr>
            <a:r>
              <a:rPr lang="en-US" sz="1200" dirty="0" smtClean="0"/>
              <a:t>Inadequate advocacy to create greater acceptance of PPPs by stakeholders</a:t>
            </a:r>
          </a:p>
          <a:p>
            <a:pPr marL="285750" indent="-285750">
              <a:buFont typeface="Wingdings" panose="05000000000000000000" pitchFamily="2" charset="2"/>
              <a:buChar char="ü"/>
            </a:pPr>
            <a:r>
              <a:rPr lang="en-US" sz="1200" dirty="0" smtClean="0"/>
              <a:t>Delay in achieving Commercial Operation Date</a:t>
            </a:r>
          </a:p>
          <a:p>
            <a:pPr marL="285750" indent="-285750">
              <a:buFont typeface="Wingdings" panose="05000000000000000000" pitchFamily="2" charset="2"/>
              <a:buChar char="ü"/>
            </a:pPr>
            <a:r>
              <a:rPr lang="en-US" sz="1200" dirty="0"/>
              <a:t>Complex procurement process with associated high transaction </a:t>
            </a:r>
            <a:r>
              <a:rPr lang="en-US" sz="1200" dirty="0" smtClean="0"/>
              <a:t>costs</a:t>
            </a:r>
          </a:p>
          <a:p>
            <a:pPr marL="285750" indent="-285750">
              <a:buFont typeface="Wingdings" panose="05000000000000000000" pitchFamily="2" charset="2"/>
              <a:buChar char="ü"/>
            </a:pPr>
            <a:r>
              <a:rPr lang="en-IN" sz="1200" dirty="0"/>
              <a:t>Contract </a:t>
            </a:r>
            <a:r>
              <a:rPr lang="en-IN" sz="1200" dirty="0" smtClean="0"/>
              <a:t>uncertainties</a:t>
            </a:r>
          </a:p>
          <a:p>
            <a:pPr marL="285750" indent="-285750">
              <a:buFont typeface="Wingdings" panose="05000000000000000000" pitchFamily="2" charset="2"/>
              <a:buChar char="ü"/>
            </a:pPr>
            <a:r>
              <a:rPr lang="en-US" sz="1200" dirty="0" smtClean="0"/>
              <a:t>Delay in land acquisition</a:t>
            </a:r>
            <a:endParaRPr lang="en-IN" sz="1200" dirty="0" smtClean="0"/>
          </a:p>
        </p:txBody>
      </p:sp>
    </p:spTree>
    <p:extLst>
      <p:ext uri="{BB962C8B-B14F-4D97-AF65-F5344CB8AC3E}">
        <p14:creationId xmlns:p14="http://schemas.microsoft.com/office/powerpoint/2010/main" val="2630024150"/>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461733056"/>
              </p:ext>
            </p:extLst>
          </p:nvPr>
        </p:nvGraphicFramePr>
        <p:xfrm>
          <a:off x="785503" y="1386672"/>
          <a:ext cx="4822289" cy="4732773"/>
        </p:xfrm>
        <a:graphic>
          <a:graphicData uri="http://schemas.openxmlformats.org/drawingml/2006/table">
            <a:tbl>
              <a:tblPr firstRow="1" bandRow="1">
                <a:tableStyleId>{21E4AEA4-8DFA-4A89-87EB-49C32662AFE0}</a:tableStyleId>
              </a:tblPr>
              <a:tblGrid>
                <a:gridCol w="4822289">
                  <a:extLst>
                    <a:ext uri="{9D8B030D-6E8A-4147-A177-3AD203B41FA5}">
                      <a16:colId xmlns:a16="http://schemas.microsoft.com/office/drawing/2014/main" val="1249621920"/>
                    </a:ext>
                  </a:extLst>
                </a:gridCol>
              </a:tblGrid>
              <a:tr h="453235">
                <a:tc>
                  <a:txBody>
                    <a:bodyPr/>
                    <a:lstStyle/>
                    <a:p>
                      <a:pPr algn="ctr"/>
                      <a:r>
                        <a:rPr lang="en-US" sz="1100" dirty="0" smtClean="0"/>
                        <a:t>Fund provider</a:t>
                      </a:r>
                      <a:r>
                        <a:rPr lang="en-US" sz="1100" baseline="0" dirty="0" smtClean="0"/>
                        <a:t> and Instruments</a:t>
                      </a:r>
                      <a:endParaRPr lang="en-IN" sz="1100" dirty="0"/>
                    </a:p>
                  </a:txBody>
                  <a:tcPr marL="72694" marR="72694" marT="36346" marB="36346" anchor="ctr"/>
                </a:tc>
                <a:extLst>
                  <a:ext uri="{0D108BD9-81ED-4DB2-BD59-A6C34878D82A}">
                    <a16:rowId xmlns:a16="http://schemas.microsoft.com/office/drawing/2014/main" val="3822046136"/>
                  </a:ext>
                </a:extLst>
              </a:tr>
              <a:tr h="2925234">
                <a:tc>
                  <a:txBody>
                    <a:bodyPr/>
                    <a:lstStyle/>
                    <a:p>
                      <a:endParaRPr lang="en-IN" sz="1500" dirty="0"/>
                    </a:p>
                  </a:txBody>
                  <a:tcPr marL="72694" marR="72694" marT="36346" marB="36346"/>
                </a:tc>
                <a:extLst>
                  <a:ext uri="{0D108BD9-81ED-4DB2-BD59-A6C34878D82A}">
                    <a16:rowId xmlns:a16="http://schemas.microsoft.com/office/drawing/2014/main" val="4134882154"/>
                  </a:ext>
                </a:extLst>
              </a:tr>
              <a:tr h="1354304">
                <a:tc>
                  <a:txBody>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100" u="none" strike="noStrike" kern="1200" cap="none" spc="0" normalizeH="0" baseline="0" noProof="0" dirty="0" smtClean="0">
                          <a:ln>
                            <a:noFill/>
                          </a:ln>
                          <a:effectLst/>
                          <a:uLnTx/>
                          <a:uFillTx/>
                        </a:rPr>
                        <a:t>Identification of various fund provider </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100" u="none" strike="noStrike" kern="1200" cap="none" spc="0" normalizeH="0" baseline="0" noProof="0" dirty="0" smtClean="0">
                          <a:ln>
                            <a:noFill/>
                          </a:ln>
                          <a:effectLst/>
                          <a:uLnTx/>
                          <a:uFillTx/>
                        </a:rPr>
                        <a:t>Study the different funding instruments available</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100" u="none" strike="noStrike" kern="1200" cap="none" spc="0" normalizeH="0" baseline="0" noProof="0" dirty="0" smtClean="0">
                          <a:ln>
                            <a:noFill/>
                          </a:ln>
                          <a:effectLst/>
                          <a:uLnTx/>
                          <a:uFillTx/>
                        </a:rPr>
                        <a:t>Analyse the key characteristics of these instruments like, interest cost, tenure, repayment profile, complexity in issuance etc.</a:t>
                      </a:r>
                      <a:endParaRPr kumimoji="0" lang="en-US" sz="1100" b="0" i="0" u="none" strike="noStrike" kern="1200" cap="none" spc="0" normalizeH="0" baseline="0" noProof="0" dirty="0" smtClean="0">
                        <a:ln>
                          <a:noFill/>
                        </a:ln>
                        <a:solidFill>
                          <a:prstClr val="black"/>
                        </a:solidFill>
                        <a:effectLst/>
                        <a:uLnTx/>
                        <a:uFillTx/>
                        <a:latin typeface="+mn-lt"/>
                        <a:ea typeface="+mn-ea"/>
                        <a:cs typeface="+mn-cs"/>
                      </a:endParaRPr>
                    </a:p>
                  </a:txBody>
                  <a:tcPr marL="72694" marR="72694" marT="36346" marB="36346"/>
                </a:tc>
                <a:extLst>
                  <a:ext uri="{0D108BD9-81ED-4DB2-BD59-A6C34878D82A}">
                    <a16:rowId xmlns:a16="http://schemas.microsoft.com/office/drawing/2014/main" val="2018215250"/>
                  </a:ext>
                </a:extLst>
              </a:tr>
            </a:tbl>
          </a:graphicData>
        </a:graphic>
      </p:graphicFrame>
      <p:sp>
        <p:nvSpPr>
          <p:cNvPr id="87" name="Rectangle 86"/>
          <p:cNvSpPr/>
          <p:nvPr/>
        </p:nvSpPr>
        <p:spPr bwMode="gray">
          <a:xfrm>
            <a:off x="2502039" y="3840736"/>
            <a:ext cx="1378252" cy="313259"/>
          </a:xfrm>
          <a:prstGeom prst="rect">
            <a:avLst/>
          </a:prstGeom>
          <a:solidFill>
            <a:schemeClr val="accent4"/>
          </a:solidFill>
          <a:ln w="19050" algn="ctr">
            <a:noFill/>
            <a:miter lim="800000"/>
            <a:headEnd/>
            <a:tailEnd/>
          </a:ln>
        </p:spPr>
        <p:txBody>
          <a:bodyPr wrap="square" lIns="70674" tIns="70674" rIns="70674" bIns="70674" rtlCol="0" anchor="ctr"/>
          <a:lstStyle/>
          <a:p>
            <a:pPr algn="ctr" defTabSz="726940">
              <a:lnSpc>
                <a:spcPct val="106000"/>
              </a:lnSpc>
              <a:defRPr/>
            </a:pPr>
            <a:r>
              <a:rPr lang="en-US" sz="1088" b="1" dirty="0">
                <a:solidFill>
                  <a:prstClr val="white"/>
                </a:solidFill>
                <a:latin typeface="Verdana"/>
              </a:rPr>
              <a:t>IDF</a:t>
            </a:r>
            <a:endParaRPr lang="en-IN" sz="1088" b="1" dirty="0">
              <a:solidFill>
                <a:prstClr val="white"/>
              </a:solidFill>
              <a:latin typeface="Verdana"/>
            </a:endParaRPr>
          </a:p>
        </p:txBody>
      </p:sp>
      <p:sp>
        <p:nvSpPr>
          <p:cNvPr id="88" name="Rectangle 87"/>
          <p:cNvSpPr/>
          <p:nvPr/>
        </p:nvSpPr>
        <p:spPr bwMode="gray">
          <a:xfrm>
            <a:off x="3971237" y="3847682"/>
            <a:ext cx="1378252" cy="313259"/>
          </a:xfrm>
          <a:prstGeom prst="rect">
            <a:avLst/>
          </a:prstGeom>
          <a:solidFill>
            <a:schemeClr val="accent4"/>
          </a:solidFill>
          <a:ln w="19050" algn="ctr">
            <a:noFill/>
            <a:miter lim="800000"/>
            <a:headEnd/>
            <a:tailEnd/>
          </a:ln>
        </p:spPr>
        <p:txBody>
          <a:bodyPr wrap="square" lIns="70674" tIns="70674" rIns="70674" bIns="70674" rtlCol="0" anchor="ctr"/>
          <a:lstStyle/>
          <a:p>
            <a:pPr algn="ctr" defTabSz="726940">
              <a:lnSpc>
                <a:spcPct val="106000"/>
              </a:lnSpc>
              <a:defRPr/>
            </a:pPr>
            <a:r>
              <a:rPr lang="en-US" sz="1088" b="1" dirty="0">
                <a:solidFill>
                  <a:prstClr val="white"/>
                </a:solidFill>
                <a:latin typeface="Verdana"/>
              </a:rPr>
              <a:t>Bond Markets</a:t>
            </a:r>
            <a:endParaRPr lang="en-IN" sz="1088" b="1" dirty="0">
              <a:solidFill>
                <a:prstClr val="white"/>
              </a:solidFill>
              <a:latin typeface="Verdana"/>
            </a:endParaRPr>
          </a:p>
        </p:txBody>
      </p:sp>
      <p:grpSp>
        <p:nvGrpSpPr>
          <p:cNvPr id="6" name="Group 5"/>
          <p:cNvGrpSpPr/>
          <p:nvPr/>
        </p:nvGrpSpPr>
        <p:grpSpPr>
          <a:xfrm>
            <a:off x="994069" y="1986546"/>
            <a:ext cx="4355421" cy="2544657"/>
            <a:chOff x="557002" y="1415377"/>
            <a:chExt cx="3553269" cy="3200883"/>
          </a:xfrm>
        </p:grpSpPr>
        <p:grpSp>
          <p:nvGrpSpPr>
            <p:cNvPr id="76" name="Group 75"/>
            <p:cNvGrpSpPr/>
            <p:nvPr/>
          </p:nvGrpSpPr>
          <p:grpSpPr>
            <a:xfrm>
              <a:off x="557002" y="1415377"/>
              <a:ext cx="3553269" cy="2732735"/>
              <a:chOff x="6213052" y="1469366"/>
              <a:chExt cx="5477298" cy="2732735"/>
            </a:xfrm>
          </p:grpSpPr>
          <p:sp>
            <p:nvSpPr>
              <p:cNvPr id="77" name="Rectangle 76"/>
              <p:cNvSpPr/>
              <p:nvPr/>
            </p:nvSpPr>
            <p:spPr bwMode="gray">
              <a:xfrm>
                <a:off x="6213052" y="1472578"/>
                <a:ext cx="1733265" cy="599282"/>
              </a:xfrm>
              <a:prstGeom prst="rect">
                <a:avLst/>
              </a:prstGeom>
              <a:solidFill>
                <a:schemeClr val="accent3"/>
              </a:solidFill>
              <a:ln w="19050" algn="ctr">
                <a:noFill/>
                <a:miter lim="800000"/>
                <a:headEnd/>
                <a:tailEnd/>
              </a:ln>
            </p:spPr>
            <p:txBody>
              <a:bodyPr wrap="square" lIns="70674" tIns="70674" rIns="70674" bIns="70674" rtlCol="0" anchor="ctr"/>
              <a:lstStyle/>
              <a:p>
                <a:pPr algn="ctr" defTabSz="726940">
                  <a:lnSpc>
                    <a:spcPct val="106000"/>
                  </a:lnSpc>
                  <a:defRPr/>
                </a:pPr>
                <a:r>
                  <a:rPr lang="en-US" sz="1088" b="1" dirty="0">
                    <a:solidFill>
                      <a:prstClr val="white"/>
                    </a:solidFill>
                    <a:latin typeface="Verdana"/>
                  </a:rPr>
                  <a:t>Project Loan</a:t>
                </a:r>
                <a:endParaRPr lang="en-IN" sz="1088" b="1" dirty="0">
                  <a:solidFill>
                    <a:prstClr val="white"/>
                  </a:solidFill>
                  <a:latin typeface="Verdana"/>
                </a:endParaRPr>
              </a:p>
            </p:txBody>
          </p:sp>
          <p:sp>
            <p:nvSpPr>
              <p:cNvPr id="78" name="Rectangle 77"/>
              <p:cNvSpPr/>
              <p:nvPr/>
            </p:nvSpPr>
            <p:spPr bwMode="gray">
              <a:xfrm>
                <a:off x="8085069" y="1472578"/>
                <a:ext cx="1733265" cy="599282"/>
              </a:xfrm>
              <a:prstGeom prst="rect">
                <a:avLst/>
              </a:prstGeom>
              <a:solidFill>
                <a:schemeClr val="accent3"/>
              </a:solidFill>
              <a:ln w="19050" algn="ctr">
                <a:noFill/>
                <a:miter lim="800000"/>
                <a:headEnd/>
                <a:tailEnd/>
              </a:ln>
            </p:spPr>
            <p:txBody>
              <a:bodyPr wrap="square" lIns="70674" tIns="70674" rIns="70674" bIns="70674" rtlCol="0" anchor="ctr"/>
              <a:lstStyle/>
              <a:p>
                <a:pPr algn="ctr" defTabSz="726940">
                  <a:lnSpc>
                    <a:spcPct val="106000"/>
                  </a:lnSpc>
                  <a:defRPr/>
                </a:pPr>
                <a:r>
                  <a:rPr lang="en-US" sz="1088" b="1" dirty="0">
                    <a:solidFill>
                      <a:prstClr val="white"/>
                    </a:solidFill>
                    <a:latin typeface="Verdana"/>
                  </a:rPr>
                  <a:t>Corporate Loan</a:t>
                </a:r>
                <a:endParaRPr lang="en-IN" sz="1088" b="1" dirty="0">
                  <a:solidFill>
                    <a:prstClr val="white"/>
                  </a:solidFill>
                  <a:latin typeface="Verdana"/>
                </a:endParaRPr>
              </a:p>
            </p:txBody>
          </p:sp>
          <p:sp>
            <p:nvSpPr>
              <p:cNvPr id="79" name="Rectangle 78"/>
              <p:cNvSpPr/>
              <p:nvPr/>
            </p:nvSpPr>
            <p:spPr bwMode="gray">
              <a:xfrm>
                <a:off x="9957085" y="1469366"/>
                <a:ext cx="1733265" cy="599282"/>
              </a:xfrm>
              <a:prstGeom prst="rect">
                <a:avLst/>
              </a:prstGeom>
              <a:solidFill>
                <a:schemeClr val="accent3"/>
              </a:solidFill>
              <a:ln w="19050" algn="ctr">
                <a:noFill/>
                <a:miter lim="800000"/>
                <a:headEnd/>
                <a:tailEnd/>
              </a:ln>
            </p:spPr>
            <p:txBody>
              <a:bodyPr wrap="square" lIns="70674" tIns="70674" rIns="70674" bIns="70674" rtlCol="0" anchor="ctr"/>
              <a:lstStyle/>
              <a:p>
                <a:pPr algn="ctr" defTabSz="726940">
                  <a:lnSpc>
                    <a:spcPct val="106000"/>
                  </a:lnSpc>
                  <a:defRPr/>
                </a:pPr>
                <a:r>
                  <a:rPr lang="en-US" sz="1088" b="1" dirty="0">
                    <a:solidFill>
                      <a:prstClr val="white"/>
                    </a:solidFill>
                    <a:latin typeface="Verdana"/>
                  </a:rPr>
                  <a:t>Working Capital</a:t>
                </a:r>
                <a:endParaRPr lang="en-IN" sz="1088" b="1" dirty="0">
                  <a:solidFill>
                    <a:prstClr val="white"/>
                  </a:solidFill>
                  <a:latin typeface="Verdana"/>
                </a:endParaRPr>
              </a:p>
            </p:txBody>
          </p:sp>
          <p:sp>
            <p:nvSpPr>
              <p:cNvPr id="80" name="Rectangle 79"/>
              <p:cNvSpPr/>
              <p:nvPr/>
            </p:nvSpPr>
            <p:spPr bwMode="gray">
              <a:xfrm>
                <a:off x="6220490" y="2148658"/>
                <a:ext cx="1733265" cy="599282"/>
              </a:xfrm>
              <a:prstGeom prst="rect">
                <a:avLst/>
              </a:prstGeom>
              <a:solidFill>
                <a:schemeClr val="accent3"/>
              </a:solidFill>
              <a:ln w="19050" algn="ctr">
                <a:noFill/>
                <a:miter lim="800000"/>
                <a:headEnd/>
                <a:tailEnd/>
              </a:ln>
            </p:spPr>
            <p:txBody>
              <a:bodyPr wrap="square" lIns="70674" tIns="70674" rIns="70674" bIns="70674" rtlCol="0" anchor="ctr"/>
              <a:lstStyle/>
              <a:p>
                <a:pPr algn="ctr" defTabSz="726940">
                  <a:lnSpc>
                    <a:spcPct val="106000"/>
                  </a:lnSpc>
                  <a:defRPr/>
                </a:pPr>
                <a:r>
                  <a:rPr lang="en-US" sz="1088" b="1" dirty="0">
                    <a:solidFill>
                      <a:prstClr val="white"/>
                    </a:solidFill>
                    <a:latin typeface="Verdana"/>
                  </a:rPr>
                  <a:t>Buyer’s Credit</a:t>
                </a:r>
                <a:endParaRPr lang="en-IN" sz="1088" b="1" dirty="0">
                  <a:solidFill>
                    <a:prstClr val="white"/>
                  </a:solidFill>
                  <a:latin typeface="Verdana"/>
                </a:endParaRPr>
              </a:p>
            </p:txBody>
          </p:sp>
          <p:sp>
            <p:nvSpPr>
              <p:cNvPr id="81" name="Rectangle 80"/>
              <p:cNvSpPr/>
              <p:nvPr/>
            </p:nvSpPr>
            <p:spPr bwMode="gray">
              <a:xfrm>
                <a:off x="8092507" y="2143639"/>
                <a:ext cx="1733265" cy="599282"/>
              </a:xfrm>
              <a:prstGeom prst="rect">
                <a:avLst/>
              </a:prstGeom>
              <a:solidFill>
                <a:schemeClr val="accent3"/>
              </a:solidFill>
              <a:ln w="19050" algn="ctr">
                <a:noFill/>
                <a:miter lim="800000"/>
                <a:headEnd/>
                <a:tailEnd/>
              </a:ln>
            </p:spPr>
            <p:txBody>
              <a:bodyPr wrap="square" lIns="70674" tIns="70674" rIns="70674" bIns="70674" rtlCol="0" anchor="ctr"/>
              <a:lstStyle/>
              <a:p>
                <a:pPr algn="ctr" defTabSz="726940">
                  <a:lnSpc>
                    <a:spcPct val="106000"/>
                  </a:lnSpc>
                  <a:defRPr/>
                </a:pPr>
                <a:r>
                  <a:rPr lang="en-US" sz="1088" b="1" dirty="0">
                    <a:solidFill>
                      <a:prstClr val="white"/>
                    </a:solidFill>
                    <a:latin typeface="Verdana"/>
                  </a:rPr>
                  <a:t>Budgetary Support</a:t>
                </a:r>
                <a:endParaRPr lang="en-IN" sz="1088" b="1" dirty="0">
                  <a:solidFill>
                    <a:prstClr val="white"/>
                  </a:solidFill>
                  <a:latin typeface="Verdana"/>
                </a:endParaRPr>
              </a:p>
            </p:txBody>
          </p:sp>
          <p:sp>
            <p:nvSpPr>
              <p:cNvPr id="82" name="Rectangle 81"/>
              <p:cNvSpPr/>
              <p:nvPr/>
            </p:nvSpPr>
            <p:spPr bwMode="gray">
              <a:xfrm>
                <a:off x="9957085" y="2148658"/>
                <a:ext cx="1733265" cy="599282"/>
              </a:xfrm>
              <a:prstGeom prst="rect">
                <a:avLst/>
              </a:prstGeom>
              <a:solidFill>
                <a:schemeClr val="accent3"/>
              </a:solidFill>
              <a:ln w="19050" algn="ctr">
                <a:noFill/>
                <a:miter lim="800000"/>
                <a:headEnd/>
                <a:tailEnd/>
              </a:ln>
            </p:spPr>
            <p:txBody>
              <a:bodyPr wrap="square" lIns="70674" tIns="70674" rIns="70674" bIns="70674" rtlCol="0" anchor="ctr"/>
              <a:lstStyle/>
              <a:p>
                <a:pPr algn="ctr" defTabSz="726940">
                  <a:lnSpc>
                    <a:spcPct val="106000"/>
                  </a:lnSpc>
                  <a:defRPr/>
                </a:pPr>
                <a:r>
                  <a:rPr lang="en-US" sz="1088" b="1" dirty="0">
                    <a:solidFill>
                      <a:prstClr val="white"/>
                    </a:solidFill>
                    <a:latin typeface="Verdana"/>
                  </a:rPr>
                  <a:t>Corporate Bonds</a:t>
                </a:r>
                <a:endParaRPr lang="en-IN" sz="1088" b="1" dirty="0">
                  <a:solidFill>
                    <a:prstClr val="white"/>
                  </a:solidFill>
                  <a:latin typeface="Verdana"/>
                </a:endParaRPr>
              </a:p>
            </p:txBody>
          </p:sp>
          <p:sp>
            <p:nvSpPr>
              <p:cNvPr id="83" name="Rectangle 82"/>
              <p:cNvSpPr/>
              <p:nvPr/>
            </p:nvSpPr>
            <p:spPr bwMode="gray">
              <a:xfrm>
                <a:off x="6213052" y="2836199"/>
                <a:ext cx="1733265" cy="691947"/>
              </a:xfrm>
              <a:prstGeom prst="rect">
                <a:avLst/>
              </a:prstGeom>
              <a:solidFill>
                <a:schemeClr val="accent3"/>
              </a:solidFill>
              <a:ln w="19050" algn="ctr">
                <a:noFill/>
                <a:miter lim="800000"/>
                <a:headEnd/>
                <a:tailEnd/>
              </a:ln>
            </p:spPr>
            <p:txBody>
              <a:bodyPr wrap="square" lIns="70674" tIns="70674" rIns="70674" bIns="70674" rtlCol="0" anchor="ctr"/>
              <a:lstStyle/>
              <a:p>
                <a:pPr algn="ctr" defTabSz="726940">
                  <a:lnSpc>
                    <a:spcPct val="106000"/>
                  </a:lnSpc>
                  <a:defRPr/>
                </a:pPr>
                <a:r>
                  <a:rPr lang="en-US" sz="1088" b="1" dirty="0">
                    <a:solidFill>
                      <a:prstClr val="white"/>
                    </a:solidFill>
                    <a:latin typeface="Verdana"/>
                  </a:rPr>
                  <a:t>External Commercial Borrowings</a:t>
                </a:r>
                <a:endParaRPr lang="en-IN" sz="1088" b="1" dirty="0">
                  <a:solidFill>
                    <a:prstClr val="white"/>
                  </a:solidFill>
                  <a:latin typeface="Verdana"/>
                </a:endParaRPr>
              </a:p>
            </p:txBody>
          </p:sp>
          <p:sp>
            <p:nvSpPr>
              <p:cNvPr id="84" name="Rectangle 83"/>
              <p:cNvSpPr/>
              <p:nvPr/>
            </p:nvSpPr>
            <p:spPr bwMode="gray">
              <a:xfrm>
                <a:off x="9957084" y="2810529"/>
                <a:ext cx="1733265" cy="711131"/>
              </a:xfrm>
              <a:prstGeom prst="rect">
                <a:avLst/>
              </a:prstGeom>
              <a:solidFill>
                <a:schemeClr val="accent3"/>
              </a:solidFill>
              <a:ln w="19050" algn="ctr">
                <a:noFill/>
                <a:miter lim="800000"/>
                <a:headEnd/>
                <a:tailEnd/>
              </a:ln>
            </p:spPr>
            <p:txBody>
              <a:bodyPr wrap="square" lIns="70674" tIns="70674" rIns="70674" bIns="70674" rtlCol="0" anchor="ctr"/>
              <a:lstStyle/>
              <a:p>
                <a:pPr algn="ctr" defTabSz="726940">
                  <a:lnSpc>
                    <a:spcPct val="106000"/>
                  </a:lnSpc>
                  <a:defRPr/>
                </a:pPr>
                <a:r>
                  <a:rPr lang="en-US" sz="1088" b="1" dirty="0">
                    <a:solidFill>
                      <a:prstClr val="white"/>
                    </a:solidFill>
                    <a:latin typeface="Verdana"/>
                  </a:rPr>
                  <a:t>Masala Bond</a:t>
                </a:r>
                <a:endParaRPr lang="en-IN" sz="1088" b="1" dirty="0">
                  <a:solidFill>
                    <a:prstClr val="white"/>
                  </a:solidFill>
                  <a:latin typeface="Verdana"/>
                </a:endParaRPr>
              </a:p>
            </p:txBody>
          </p:sp>
          <p:sp>
            <p:nvSpPr>
              <p:cNvPr id="85" name="Rectangle 84"/>
              <p:cNvSpPr/>
              <p:nvPr/>
            </p:nvSpPr>
            <p:spPr bwMode="gray">
              <a:xfrm>
                <a:off x="8096246" y="2826162"/>
                <a:ext cx="1733265" cy="693392"/>
              </a:xfrm>
              <a:prstGeom prst="rect">
                <a:avLst/>
              </a:prstGeom>
              <a:solidFill>
                <a:schemeClr val="accent3"/>
              </a:solidFill>
              <a:ln w="19050" algn="ctr">
                <a:noFill/>
                <a:miter lim="800000"/>
                <a:headEnd/>
                <a:tailEnd/>
              </a:ln>
            </p:spPr>
            <p:txBody>
              <a:bodyPr wrap="square" lIns="70674" tIns="70674" rIns="70674" bIns="70674" rtlCol="0" anchor="ctr"/>
              <a:lstStyle/>
              <a:p>
                <a:pPr algn="ctr" defTabSz="726940">
                  <a:lnSpc>
                    <a:spcPct val="106000"/>
                  </a:lnSpc>
                  <a:defRPr/>
                </a:pPr>
                <a:r>
                  <a:rPr lang="en-US" sz="1088" b="1" dirty="0">
                    <a:solidFill>
                      <a:prstClr val="white"/>
                    </a:solidFill>
                    <a:latin typeface="Verdana"/>
                  </a:rPr>
                  <a:t>Infrastructure Tax free Bond</a:t>
                </a:r>
                <a:endParaRPr lang="en-IN" sz="1088" b="1" dirty="0">
                  <a:solidFill>
                    <a:prstClr val="white"/>
                  </a:solidFill>
                  <a:latin typeface="Verdana"/>
                </a:endParaRPr>
              </a:p>
            </p:txBody>
          </p:sp>
          <p:sp>
            <p:nvSpPr>
              <p:cNvPr id="86" name="Rectangle 85"/>
              <p:cNvSpPr/>
              <p:nvPr/>
            </p:nvSpPr>
            <p:spPr bwMode="gray">
              <a:xfrm>
                <a:off x="6213052" y="3808058"/>
                <a:ext cx="1733265" cy="394043"/>
              </a:xfrm>
              <a:prstGeom prst="rect">
                <a:avLst/>
              </a:prstGeom>
              <a:solidFill>
                <a:schemeClr val="accent4"/>
              </a:solidFill>
              <a:ln w="19050" algn="ctr">
                <a:noFill/>
                <a:miter lim="800000"/>
                <a:headEnd/>
                <a:tailEnd/>
              </a:ln>
            </p:spPr>
            <p:txBody>
              <a:bodyPr wrap="square" lIns="70674" tIns="70674" rIns="70674" bIns="70674" rtlCol="0" anchor="ctr"/>
              <a:lstStyle/>
              <a:p>
                <a:pPr algn="ctr" defTabSz="726940">
                  <a:lnSpc>
                    <a:spcPct val="106000"/>
                  </a:lnSpc>
                  <a:defRPr/>
                </a:pPr>
                <a:r>
                  <a:rPr lang="en-US" sz="1088" b="1" dirty="0">
                    <a:solidFill>
                      <a:prstClr val="white"/>
                    </a:solidFill>
                    <a:latin typeface="Verdana"/>
                  </a:rPr>
                  <a:t>Banks / FI</a:t>
                </a:r>
                <a:endParaRPr lang="en-IN" sz="1088" b="1" dirty="0">
                  <a:solidFill>
                    <a:prstClr val="white"/>
                  </a:solidFill>
                  <a:latin typeface="Verdana"/>
                </a:endParaRPr>
              </a:p>
            </p:txBody>
          </p:sp>
        </p:grpSp>
        <p:sp>
          <p:nvSpPr>
            <p:cNvPr id="89" name="Rectangle 88"/>
            <p:cNvSpPr/>
            <p:nvPr/>
          </p:nvSpPr>
          <p:spPr bwMode="gray">
            <a:xfrm>
              <a:off x="557002" y="4213071"/>
              <a:ext cx="1124415" cy="394043"/>
            </a:xfrm>
            <a:prstGeom prst="rect">
              <a:avLst/>
            </a:prstGeom>
            <a:solidFill>
              <a:schemeClr val="accent4"/>
            </a:solidFill>
            <a:ln w="19050" algn="ctr">
              <a:noFill/>
              <a:miter lim="800000"/>
              <a:headEnd/>
              <a:tailEnd/>
            </a:ln>
          </p:spPr>
          <p:txBody>
            <a:bodyPr wrap="square" lIns="70674" tIns="70674" rIns="70674" bIns="70674" rtlCol="0" anchor="ctr"/>
            <a:lstStyle/>
            <a:p>
              <a:pPr algn="ctr" defTabSz="726940">
                <a:lnSpc>
                  <a:spcPct val="106000"/>
                </a:lnSpc>
                <a:defRPr/>
              </a:pPr>
              <a:r>
                <a:rPr lang="en-US" sz="1088" b="1" dirty="0">
                  <a:solidFill>
                    <a:prstClr val="white"/>
                  </a:solidFill>
                  <a:latin typeface="Verdana"/>
                </a:rPr>
                <a:t>Government</a:t>
              </a:r>
              <a:endParaRPr lang="en-IN" sz="1088" b="1" dirty="0">
                <a:solidFill>
                  <a:prstClr val="white"/>
                </a:solidFill>
                <a:latin typeface="Verdana"/>
              </a:endParaRPr>
            </a:p>
          </p:txBody>
        </p:sp>
        <p:sp>
          <p:nvSpPr>
            <p:cNvPr id="90" name="Rectangle 89"/>
            <p:cNvSpPr/>
            <p:nvPr/>
          </p:nvSpPr>
          <p:spPr bwMode="gray">
            <a:xfrm>
              <a:off x="1787244" y="4213071"/>
              <a:ext cx="1124415" cy="394043"/>
            </a:xfrm>
            <a:prstGeom prst="rect">
              <a:avLst/>
            </a:prstGeom>
            <a:solidFill>
              <a:schemeClr val="accent4"/>
            </a:solidFill>
            <a:ln w="19050" algn="ctr">
              <a:noFill/>
              <a:miter lim="800000"/>
              <a:headEnd/>
              <a:tailEnd/>
            </a:ln>
          </p:spPr>
          <p:txBody>
            <a:bodyPr wrap="square" lIns="70674" tIns="70674" rIns="70674" bIns="70674" rtlCol="0" anchor="ctr"/>
            <a:lstStyle/>
            <a:p>
              <a:pPr algn="ctr" defTabSz="726940">
                <a:lnSpc>
                  <a:spcPct val="106000"/>
                </a:lnSpc>
                <a:defRPr/>
              </a:pPr>
              <a:r>
                <a:rPr lang="en-US" sz="1088" b="1" dirty="0">
                  <a:solidFill>
                    <a:prstClr val="white"/>
                  </a:solidFill>
                  <a:latin typeface="Verdana"/>
                </a:rPr>
                <a:t>Private Developer</a:t>
              </a:r>
              <a:endParaRPr lang="en-IN" sz="1088" b="1" dirty="0">
                <a:solidFill>
                  <a:prstClr val="white"/>
                </a:solidFill>
                <a:latin typeface="Verdana"/>
              </a:endParaRPr>
            </a:p>
          </p:txBody>
        </p:sp>
        <p:sp>
          <p:nvSpPr>
            <p:cNvPr id="91" name="Rectangle 90"/>
            <p:cNvSpPr/>
            <p:nvPr/>
          </p:nvSpPr>
          <p:spPr bwMode="gray">
            <a:xfrm>
              <a:off x="2971366" y="4222217"/>
              <a:ext cx="1124415" cy="394043"/>
            </a:xfrm>
            <a:prstGeom prst="rect">
              <a:avLst/>
            </a:prstGeom>
            <a:solidFill>
              <a:schemeClr val="accent4"/>
            </a:solidFill>
            <a:ln w="19050" algn="ctr">
              <a:noFill/>
              <a:miter lim="800000"/>
              <a:headEnd/>
              <a:tailEnd/>
            </a:ln>
          </p:spPr>
          <p:txBody>
            <a:bodyPr wrap="square" lIns="70674" tIns="70674" rIns="70674" bIns="70674" rtlCol="0" anchor="ctr"/>
            <a:lstStyle/>
            <a:p>
              <a:pPr algn="ctr" defTabSz="726940">
                <a:lnSpc>
                  <a:spcPct val="106000"/>
                </a:lnSpc>
                <a:defRPr/>
              </a:pPr>
              <a:r>
                <a:rPr lang="en-US" sz="1088" b="1" dirty="0">
                  <a:solidFill>
                    <a:prstClr val="white"/>
                  </a:solidFill>
                  <a:latin typeface="Verdana"/>
                </a:rPr>
                <a:t>Pension Funds</a:t>
              </a:r>
              <a:endParaRPr lang="en-IN" sz="1088" b="1" dirty="0">
                <a:solidFill>
                  <a:prstClr val="white"/>
                </a:solidFill>
                <a:latin typeface="Verdana"/>
              </a:endParaRPr>
            </a:p>
          </p:txBody>
        </p:sp>
      </p:grpSp>
      <p:sp>
        <p:nvSpPr>
          <p:cNvPr id="8" name="Isosceles Triangle 7"/>
          <p:cNvSpPr/>
          <p:nvPr/>
        </p:nvSpPr>
        <p:spPr bwMode="gray">
          <a:xfrm>
            <a:off x="994069" y="3641471"/>
            <a:ext cx="4270750" cy="142262"/>
          </a:xfrm>
          <a:prstGeom prst="triangle">
            <a:avLst/>
          </a:prstGeom>
          <a:solidFill>
            <a:schemeClr val="accent3"/>
          </a:solidFill>
          <a:ln w="19050" algn="ctr">
            <a:noFill/>
            <a:miter lim="800000"/>
            <a:headEnd/>
            <a:tailEnd/>
          </a:ln>
        </p:spPr>
        <p:txBody>
          <a:bodyPr wrap="square" lIns="70674" tIns="70674" rIns="70674" bIns="70674" rtlCol="0" anchor="ctr"/>
          <a:lstStyle/>
          <a:p>
            <a:pPr algn="ctr" defTabSz="726940">
              <a:lnSpc>
                <a:spcPct val="106000"/>
              </a:lnSpc>
              <a:defRPr/>
            </a:pPr>
            <a:endParaRPr lang="en-IN" sz="1272" b="1" dirty="0">
              <a:solidFill>
                <a:prstClr val="white"/>
              </a:solidFill>
              <a:latin typeface="Verdana"/>
            </a:endParaRPr>
          </a:p>
        </p:txBody>
      </p:sp>
      <p:sp>
        <p:nvSpPr>
          <p:cNvPr id="30" name="Rectangle 29"/>
          <p:cNvSpPr/>
          <p:nvPr/>
        </p:nvSpPr>
        <p:spPr>
          <a:xfrm>
            <a:off x="1468518" y="468394"/>
            <a:ext cx="8991462" cy="385939"/>
          </a:xfrm>
          <a:prstGeom prst="rect">
            <a:avLst/>
          </a:prstGeom>
        </p:spPr>
        <p:txBody>
          <a:bodyPr wrap="square">
            <a:spAutoFit/>
          </a:bodyPr>
          <a:lstStyle/>
          <a:p>
            <a:pPr defTabSz="945677">
              <a:lnSpc>
                <a:spcPct val="106000"/>
              </a:lnSpc>
              <a:spcBef>
                <a:spcPct val="0"/>
              </a:spcBef>
            </a:pPr>
            <a:r>
              <a:rPr lang="en-US" b="1" dirty="0">
                <a:solidFill>
                  <a:prstClr val="black"/>
                </a:solidFill>
                <a:latin typeface="Verdana"/>
              </a:rPr>
              <a:t>K</a:t>
            </a:r>
            <a:r>
              <a:rPr lang="en-US" b="1" dirty="0" smtClean="0">
                <a:solidFill>
                  <a:prstClr val="black"/>
                </a:solidFill>
                <a:latin typeface="Verdana"/>
              </a:rPr>
              <a:t>ey </a:t>
            </a:r>
            <a:r>
              <a:rPr lang="en-US" b="1" dirty="0">
                <a:solidFill>
                  <a:prstClr val="black"/>
                </a:solidFill>
                <a:latin typeface="Verdana"/>
              </a:rPr>
              <a:t>funding </a:t>
            </a:r>
            <a:r>
              <a:rPr lang="en-US" b="1" dirty="0" smtClean="0">
                <a:solidFill>
                  <a:prstClr val="black"/>
                </a:solidFill>
                <a:latin typeface="Verdana"/>
              </a:rPr>
              <a:t>options for PPPs in India</a:t>
            </a:r>
            <a:endParaRPr lang="en-IN" b="1" dirty="0">
              <a:solidFill>
                <a:prstClr val="black"/>
              </a:solidFill>
              <a:latin typeface="Verdana"/>
            </a:endParaRPr>
          </a:p>
        </p:txBody>
      </p:sp>
      <p:sp>
        <p:nvSpPr>
          <p:cNvPr id="3" name="Rectangle 2"/>
          <p:cNvSpPr/>
          <p:nvPr/>
        </p:nvSpPr>
        <p:spPr>
          <a:xfrm>
            <a:off x="5816358" y="1685649"/>
            <a:ext cx="5724324" cy="1015663"/>
          </a:xfrm>
          <a:prstGeom prst="rect">
            <a:avLst/>
          </a:prstGeom>
        </p:spPr>
        <p:txBody>
          <a:bodyPr wrap="square">
            <a:spAutoFit/>
          </a:bodyPr>
          <a:lstStyle/>
          <a:p>
            <a:pPr marL="171450" indent="-171450">
              <a:buFont typeface="Wingdings" panose="05000000000000000000" pitchFamily="2" charset="2"/>
              <a:buChar char="Ø"/>
            </a:pPr>
            <a:r>
              <a:rPr lang="en-IN" sz="1200" dirty="0" smtClean="0"/>
              <a:t>100 </a:t>
            </a:r>
            <a:r>
              <a:rPr lang="en-IN" sz="1200" dirty="0"/>
              <a:t>percent FDI </a:t>
            </a:r>
            <a:r>
              <a:rPr lang="en-IN" sz="1200" dirty="0" smtClean="0"/>
              <a:t>permitted for </a:t>
            </a:r>
            <a:r>
              <a:rPr lang="en-IN" sz="1200" dirty="0"/>
              <a:t>existing airports </a:t>
            </a:r>
            <a:r>
              <a:rPr lang="en-IN" sz="1200" dirty="0" smtClean="0"/>
              <a:t>with automatic </a:t>
            </a:r>
            <a:r>
              <a:rPr lang="en-IN" sz="1200" dirty="0"/>
              <a:t>approval </a:t>
            </a:r>
            <a:r>
              <a:rPr lang="en-IN" sz="1200" dirty="0" err="1" smtClean="0"/>
              <a:t>upto</a:t>
            </a:r>
            <a:r>
              <a:rPr lang="en-IN" sz="1200" dirty="0" smtClean="0"/>
              <a:t> 74</a:t>
            </a:r>
            <a:r>
              <a:rPr lang="en-IN" sz="1200" dirty="0"/>
              <a:t>% and FIPB </a:t>
            </a:r>
            <a:r>
              <a:rPr lang="en-IN" sz="1200" dirty="0" smtClean="0"/>
              <a:t>approval beyond </a:t>
            </a:r>
            <a:r>
              <a:rPr lang="en-IN" sz="1200" dirty="0"/>
              <a:t>74 percent.</a:t>
            </a:r>
          </a:p>
          <a:p>
            <a:pPr marL="171450" indent="-171450">
              <a:buFont typeface="Wingdings" panose="05000000000000000000" pitchFamily="2" charset="2"/>
              <a:buChar char="Ø"/>
            </a:pPr>
            <a:r>
              <a:rPr lang="en-IN" sz="1200" dirty="0" smtClean="0"/>
              <a:t>100</a:t>
            </a:r>
            <a:r>
              <a:rPr lang="en-IN" sz="1200" dirty="0"/>
              <a:t>% FDI </a:t>
            </a:r>
            <a:r>
              <a:rPr lang="en-IN" sz="1200" dirty="0" smtClean="0"/>
              <a:t>under automatic route permissible </a:t>
            </a:r>
            <a:r>
              <a:rPr lang="en-IN" sz="1200" dirty="0"/>
              <a:t>for </a:t>
            </a:r>
            <a:r>
              <a:rPr lang="en-IN" sz="1200" dirty="0" smtClean="0"/>
              <a:t>Greenfield airports</a:t>
            </a:r>
            <a:r>
              <a:rPr lang="en-IN" sz="1200" dirty="0"/>
              <a:t>.</a:t>
            </a:r>
          </a:p>
          <a:p>
            <a:pPr marL="171450" indent="-171450">
              <a:buFont typeface="Wingdings" panose="05000000000000000000" pitchFamily="2" charset="2"/>
              <a:buChar char="Ø"/>
            </a:pPr>
            <a:r>
              <a:rPr lang="en-US" sz="1200" dirty="0" smtClean="0"/>
              <a:t>Bill </a:t>
            </a:r>
            <a:r>
              <a:rPr lang="en-US" sz="1200" dirty="0"/>
              <a:t>for creation of </a:t>
            </a:r>
            <a:r>
              <a:rPr lang="en-US" sz="1200" dirty="0" smtClean="0"/>
              <a:t>Airport </a:t>
            </a:r>
            <a:r>
              <a:rPr lang="en-IN" sz="1200" dirty="0" smtClean="0"/>
              <a:t>Economic Regulatory Authority </a:t>
            </a:r>
            <a:r>
              <a:rPr lang="en-IN" sz="1200" dirty="0"/>
              <a:t>(AERA) </a:t>
            </a:r>
            <a:r>
              <a:rPr lang="en-IN" sz="1200" dirty="0" smtClean="0"/>
              <a:t>passed.</a:t>
            </a:r>
            <a:endParaRPr lang="en-IN" sz="1200" dirty="0"/>
          </a:p>
        </p:txBody>
      </p:sp>
      <p:sp>
        <p:nvSpPr>
          <p:cNvPr id="4" name="TextBox 3"/>
          <p:cNvSpPr txBox="1"/>
          <p:nvPr/>
        </p:nvSpPr>
        <p:spPr>
          <a:xfrm>
            <a:off x="5816358" y="1386672"/>
            <a:ext cx="5724324" cy="215444"/>
          </a:xfrm>
          <a:prstGeom prst="rect">
            <a:avLst/>
          </a:prstGeom>
          <a:solidFill>
            <a:schemeClr val="accent4">
              <a:lumMod val="20000"/>
              <a:lumOff val="80000"/>
            </a:schemeClr>
          </a:solidFill>
        </p:spPr>
        <p:txBody>
          <a:bodyPr wrap="none" lIns="0" tIns="0" rIns="0" bIns="0" rtlCol="0">
            <a:spAutoFit/>
          </a:bodyPr>
          <a:lstStyle/>
          <a:p>
            <a:pPr>
              <a:spcBef>
                <a:spcPts val="600"/>
              </a:spcBef>
              <a:buSzPct val="100000"/>
            </a:pPr>
            <a:r>
              <a:rPr lang="en-US" sz="1400" b="1" dirty="0" smtClean="0">
                <a:solidFill>
                  <a:srgbClr val="313131"/>
                </a:solidFill>
              </a:rPr>
              <a:t>Government of India initiatives to boost PPPs in aviation</a:t>
            </a:r>
          </a:p>
        </p:txBody>
      </p:sp>
      <p:sp>
        <p:nvSpPr>
          <p:cNvPr id="5" name="TextBox 4"/>
          <p:cNvSpPr txBox="1"/>
          <p:nvPr/>
        </p:nvSpPr>
        <p:spPr>
          <a:xfrm>
            <a:off x="5816358" y="3076958"/>
            <a:ext cx="5724324" cy="2908489"/>
          </a:xfrm>
          <a:prstGeom prst="rect">
            <a:avLst/>
          </a:prstGeom>
          <a:noFill/>
        </p:spPr>
        <p:txBody>
          <a:bodyPr wrap="square" lIns="0" tIns="0" rIns="0" bIns="0" rtlCol="0">
            <a:spAutoFit/>
          </a:bodyPr>
          <a:lstStyle/>
          <a:p>
            <a:pPr marL="171450" indent="-171450">
              <a:spcBef>
                <a:spcPts val="600"/>
              </a:spcBef>
              <a:buSzPct val="100000"/>
              <a:buFont typeface="Arial" panose="020B0604020202020204" pitchFamily="34" charset="0"/>
              <a:buChar char="•"/>
            </a:pPr>
            <a:r>
              <a:rPr lang="en-US" sz="1200" dirty="0" smtClean="0">
                <a:solidFill>
                  <a:srgbClr val="313131"/>
                </a:solidFill>
              </a:rPr>
              <a:t>Need for a framework</a:t>
            </a:r>
          </a:p>
          <a:p>
            <a:pPr marL="171450" indent="-171450">
              <a:spcBef>
                <a:spcPts val="600"/>
              </a:spcBef>
              <a:buSzPct val="100000"/>
              <a:buFont typeface="Arial" panose="020B0604020202020204" pitchFamily="34" charset="0"/>
              <a:buChar char="•"/>
            </a:pPr>
            <a:r>
              <a:rPr lang="en-US" sz="1200" dirty="0" smtClean="0">
                <a:solidFill>
                  <a:srgbClr val="313131"/>
                </a:solidFill>
              </a:rPr>
              <a:t>Four critical elements of financial viability – concession period, traffic volumes, user fees and other revenues and capital costs</a:t>
            </a:r>
          </a:p>
          <a:p>
            <a:pPr marL="171450" indent="-171450">
              <a:spcBef>
                <a:spcPts val="600"/>
              </a:spcBef>
              <a:buSzPct val="100000"/>
              <a:buFont typeface="Arial" panose="020B0604020202020204" pitchFamily="34" charset="0"/>
              <a:buChar char="•"/>
            </a:pPr>
            <a:r>
              <a:rPr lang="en-US" sz="1200" dirty="0" smtClean="0">
                <a:solidFill>
                  <a:srgbClr val="313131"/>
                </a:solidFill>
              </a:rPr>
              <a:t>Technical parameters and performance standards</a:t>
            </a:r>
          </a:p>
          <a:p>
            <a:pPr marL="171450" indent="-171450">
              <a:spcBef>
                <a:spcPts val="600"/>
              </a:spcBef>
              <a:buSzPct val="100000"/>
              <a:buFont typeface="Arial" panose="020B0604020202020204" pitchFamily="34" charset="0"/>
              <a:buChar char="•"/>
            </a:pPr>
            <a:r>
              <a:rPr lang="en-US" sz="1200" dirty="0" smtClean="0">
                <a:solidFill>
                  <a:srgbClr val="313131"/>
                </a:solidFill>
              </a:rPr>
              <a:t>Concession period, fees and selection through competitive bidding</a:t>
            </a:r>
          </a:p>
          <a:p>
            <a:pPr marL="171450" indent="-171450">
              <a:spcBef>
                <a:spcPts val="600"/>
              </a:spcBef>
              <a:buSzPct val="100000"/>
              <a:buFont typeface="Arial" panose="020B0604020202020204" pitchFamily="34" charset="0"/>
              <a:buChar char="•"/>
            </a:pPr>
            <a:r>
              <a:rPr lang="en-US" sz="1200" dirty="0" smtClean="0">
                <a:solidFill>
                  <a:srgbClr val="313131"/>
                </a:solidFill>
              </a:rPr>
              <a:t>Risk allocation amongst participants and financial close within 180 days as per guidelines of Ministry of Civil Aviation</a:t>
            </a:r>
          </a:p>
          <a:p>
            <a:pPr marL="171450" indent="-171450">
              <a:spcBef>
                <a:spcPts val="600"/>
              </a:spcBef>
              <a:buSzPct val="100000"/>
              <a:buFont typeface="Arial" panose="020B0604020202020204" pitchFamily="34" charset="0"/>
              <a:buChar char="•"/>
            </a:pPr>
            <a:r>
              <a:rPr lang="en-US" sz="1200" dirty="0" smtClean="0">
                <a:solidFill>
                  <a:srgbClr val="313131"/>
                </a:solidFill>
              </a:rPr>
              <a:t>Determination of user fee as per rates to be notified by the Government</a:t>
            </a:r>
          </a:p>
          <a:p>
            <a:pPr marL="171450" indent="-171450">
              <a:spcBef>
                <a:spcPts val="600"/>
              </a:spcBef>
              <a:buSzPct val="100000"/>
              <a:buFont typeface="Arial" panose="020B0604020202020204" pitchFamily="34" charset="0"/>
              <a:buChar char="•"/>
            </a:pPr>
            <a:r>
              <a:rPr lang="en-US" sz="1200" dirty="0" smtClean="0">
                <a:solidFill>
                  <a:srgbClr val="313131"/>
                </a:solidFill>
              </a:rPr>
              <a:t>Construction and Operation &amp; Maintenance (O&amp;M)</a:t>
            </a:r>
          </a:p>
          <a:p>
            <a:pPr marL="171450" indent="-171450">
              <a:spcBef>
                <a:spcPts val="600"/>
              </a:spcBef>
              <a:buSzPct val="100000"/>
              <a:buFont typeface="Arial" panose="020B0604020202020204" pitchFamily="34" charset="0"/>
              <a:buChar char="•"/>
            </a:pPr>
            <a:r>
              <a:rPr lang="en-US" sz="1200" dirty="0" smtClean="0">
                <a:solidFill>
                  <a:srgbClr val="313131"/>
                </a:solidFill>
              </a:rPr>
              <a:t>Monitoring and supervision</a:t>
            </a:r>
          </a:p>
          <a:p>
            <a:pPr marL="171450" indent="-171450">
              <a:spcBef>
                <a:spcPts val="600"/>
              </a:spcBef>
              <a:buSzPct val="100000"/>
              <a:buFont typeface="Arial" panose="020B0604020202020204" pitchFamily="34" charset="0"/>
              <a:buChar char="•"/>
            </a:pPr>
            <a:r>
              <a:rPr lang="en-US" sz="1200" dirty="0" smtClean="0">
                <a:solidFill>
                  <a:srgbClr val="313131"/>
                </a:solidFill>
              </a:rPr>
              <a:t>Support by the Government</a:t>
            </a:r>
          </a:p>
          <a:p>
            <a:pPr marL="171450" indent="-171450">
              <a:spcBef>
                <a:spcPts val="600"/>
              </a:spcBef>
              <a:buSzPct val="100000"/>
              <a:buFont typeface="Arial" panose="020B0604020202020204" pitchFamily="34" charset="0"/>
              <a:buChar char="•"/>
            </a:pPr>
            <a:endParaRPr lang="en-IN" sz="1200" dirty="0" smtClean="0">
              <a:solidFill>
                <a:srgbClr val="313131"/>
              </a:solidFill>
            </a:endParaRPr>
          </a:p>
        </p:txBody>
      </p:sp>
      <p:sp>
        <p:nvSpPr>
          <p:cNvPr id="10" name="TextBox 9"/>
          <p:cNvSpPr txBox="1"/>
          <p:nvPr/>
        </p:nvSpPr>
        <p:spPr>
          <a:xfrm>
            <a:off x="5816358" y="2746780"/>
            <a:ext cx="5724324" cy="215444"/>
          </a:xfrm>
          <a:prstGeom prst="rect">
            <a:avLst/>
          </a:prstGeom>
          <a:solidFill>
            <a:schemeClr val="accent1">
              <a:lumMod val="20000"/>
              <a:lumOff val="80000"/>
            </a:schemeClr>
          </a:solidFill>
        </p:spPr>
        <p:txBody>
          <a:bodyPr wrap="square" lIns="0" tIns="0" rIns="0" bIns="0" rtlCol="0">
            <a:spAutoFit/>
          </a:bodyPr>
          <a:lstStyle/>
          <a:p>
            <a:pPr>
              <a:spcBef>
                <a:spcPts val="600"/>
              </a:spcBef>
              <a:buSzPct val="100000"/>
            </a:pPr>
            <a:r>
              <a:rPr lang="en-US" sz="1400" b="1" dirty="0" smtClean="0">
                <a:solidFill>
                  <a:srgbClr val="313131"/>
                </a:solidFill>
              </a:rPr>
              <a:t>Concession agreement for PPPs</a:t>
            </a:r>
            <a:endParaRPr lang="en-IN" sz="1400" b="1" dirty="0" smtClean="0">
              <a:solidFill>
                <a:srgbClr val="313131"/>
              </a:solidFill>
            </a:endParaRPr>
          </a:p>
        </p:txBody>
      </p:sp>
    </p:spTree>
    <p:extLst>
      <p:ext uri="{BB962C8B-B14F-4D97-AF65-F5344CB8AC3E}">
        <p14:creationId xmlns:p14="http://schemas.microsoft.com/office/powerpoint/2010/main" val="465090573"/>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501651" y="1132808"/>
            <a:ext cx="11162348" cy="861515"/>
            <a:chOff x="507101" y="1620428"/>
            <a:chExt cx="11151448" cy="1013768"/>
          </a:xfrm>
        </p:grpSpPr>
        <p:sp>
          <p:nvSpPr>
            <p:cNvPr id="6" name="Freeform 5"/>
            <p:cNvSpPr/>
            <p:nvPr/>
          </p:nvSpPr>
          <p:spPr>
            <a:xfrm>
              <a:off x="507101" y="1620428"/>
              <a:ext cx="1689613" cy="1013768"/>
            </a:xfrm>
            <a:custGeom>
              <a:avLst/>
              <a:gdLst>
                <a:gd name="connsiteX0" fmla="*/ 0 w 1689613"/>
                <a:gd name="connsiteY0" fmla="*/ 101377 h 1013768"/>
                <a:gd name="connsiteX1" fmla="*/ 101377 w 1689613"/>
                <a:gd name="connsiteY1" fmla="*/ 0 h 1013768"/>
                <a:gd name="connsiteX2" fmla="*/ 1588236 w 1689613"/>
                <a:gd name="connsiteY2" fmla="*/ 0 h 1013768"/>
                <a:gd name="connsiteX3" fmla="*/ 1689613 w 1689613"/>
                <a:gd name="connsiteY3" fmla="*/ 101377 h 1013768"/>
                <a:gd name="connsiteX4" fmla="*/ 1689613 w 1689613"/>
                <a:gd name="connsiteY4" fmla="*/ 912391 h 1013768"/>
                <a:gd name="connsiteX5" fmla="*/ 1588236 w 1689613"/>
                <a:gd name="connsiteY5" fmla="*/ 1013768 h 1013768"/>
                <a:gd name="connsiteX6" fmla="*/ 101377 w 1689613"/>
                <a:gd name="connsiteY6" fmla="*/ 1013768 h 1013768"/>
                <a:gd name="connsiteX7" fmla="*/ 0 w 1689613"/>
                <a:gd name="connsiteY7" fmla="*/ 912391 h 1013768"/>
                <a:gd name="connsiteX8" fmla="*/ 0 w 1689613"/>
                <a:gd name="connsiteY8" fmla="*/ 101377 h 1013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9613" h="1013768">
                  <a:moveTo>
                    <a:pt x="0" y="101377"/>
                  </a:moveTo>
                  <a:cubicBezTo>
                    <a:pt x="0" y="45388"/>
                    <a:pt x="45388" y="0"/>
                    <a:pt x="101377" y="0"/>
                  </a:cubicBezTo>
                  <a:lnTo>
                    <a:pt x="1588236" y="0"/>
                  </a:lnTo>
                  <a:cubicBezTo>
                    <a:pt x="1644225" y="0"/>
                    <a:pt x="1689613" y="45388"/>
                    <a:pt x="1689613" y="101377"/>
                  </a:cubicBezTo>
                  <a:lnTo>
                    <a:pt x="1689613" y="912391"/>
                  </a:lnTo>
                  <a:cubicBezTo>
                    <a:pt x="1689613" y="968380"/>
                    <a:pt x="1644225" y="1013768"/>
                    <a:pt x="1588236" y="1013768"/>
                  </a:cubicBezTo>
                  <a:lnTo>
                    <a:pt x="101377" y="1013768"/>
                  </a:lnTo>
                  <a:cubicBezTo>
                    <a:pt x="45388" y="1013768"/>
                    <a:pt x="0" y="968380"/>
                    <a:pt x="0" y="912391"/>
                  </a:cubicBezTo>
                  <a:lnTo>
                    <a:pt x="0" y="101377"/>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83032" tIns="83032" rIns="83032" bIns="83032" numCol="1" spcCol="1270" anchor="ctr" anchorCtr="0">
              <a:noAutofit/>
            </a:bodyPr>
            <a:lstStyle/>
            <a:p>
              <a:pPr lvl="0" algn="ctr" defTabSz="622300">
                <a:lnSpc>
                  <a:spcPct val="90000"/>
                </a:lnSpc>
                <a:spcBef>
                  <a:spcPct val="0"/>
                </a:spcBef>
                <a:spcAft>
                  <a:spcPct val="35000"/>
                </a:spcAft>
              </a:pPr>
              <a:r>
                <a:rPr lang="en-US" sz="1400" b="1" kern="1200" dirty="0" smtClean="0"/>
                <a:t>Public Special Purpose Vehicle</a:t>
              </a:r>
              <a:endParaRPr lang="en-US" sz="1400" b="1" kern="1200" dirty="0"/>
            </a:p>
          </p:txBody>
        </p:sp>
        <p:sp>
          <p:nvSpPr>
            <p:cNvPr id="8" name="Freeform 7"/>
            <p:cNvSpPr/>
            <p:nvPr/>
          </p:nvSpPr>
          <p:spPr>
            <a:xfrm>
              <a:off x="2872560" y="1620428"/>
              <a:ext cx="1689613" cy="1013768"/>
            </a:xfrm>
            <a:custGeom>
              <a:avLst/>
              <a:gdLst>
                <a:gd name="connsiteX0" fmla="*/ 0 w 1689613"/>
                <a:gd name="connsiteY0" fmla="*/ 101377 h 1013768"/>
                <a:gd name="connsiteX1" fmla="*/ 101377 w 1689613"/>
                <a:gd name="connsiteY1" fmla="*/ 0 h 1013768"/>
                <a:gd name="connsiteX2" fmla="*/ 1588236 w 1689613"/>
                <a:gd name="connsiteY2" fmla="*/ 0 h 1013768"/>
                <a:gd name="connsiteX3" fmla="*/ 1689613 w 1689613"/>
                <a:gd name="connsiteY3" fmla="*/ 101377 h 1013768"/>
                <a:gd name="connsiteX4" fmla="*/ 1689613 w 1689613"/>
                <a:gd name="connsiteY4" fmla="*/ 912391 h 1013768"/>
                <a:gd name="connsiteX5" fmla="*/ 1588236 w 1689613"/>
                <a:gd name="connsiteY5" fmla="*/ 1013768 h 1013768"/>
                <a:gd name="connsiteX6" fmla="*/ 101377 w 1689613"/>
                <a:gd name="connsiteY6" fmla="*/ 1013768 h 1013768"/>
                <a:gd name="connsiteX7" fmla="*/ 0 w 1689613"/>
                <a:gd name="connsiteY7" fmla="*/ 912391 h 1013768"/>
                <a:gd name="connsiteX8" fmla="*/ 0 w 1689613"/>
                <a:gd name="connsiteY8" fmla="*/ 101377 h 1013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9613" h="1013768">
                  <a:moveTo>
                    <a:pt x="0" y="101377"/>
                  </a:moveTo>
                  <a:cubicBezTo>
                    <a:pt x="0" y="45388"/>
                    <a:pt x="45388" y="0"/>
                    <a:pt x="101377" y="0"/>
                  </a:cubicBezTo>
                  <a:lnTo>
                    <a:pt x="1588236" y="0"/>
                  </a:lnTo>
                  <a:cubicBezTo>
                    <a:pt x="1644225" y="0"/>
                    <a:pt x="1689613" y="45388"/>
                    <a:pt x="1689613" y="101377"/>
                  </a:cubicBezTo>
                  <a:lnTo>
                    <a:pt x="1689613" y="912391"/>
                  </a:lnTo>
                  <a:cubicBezTo>
                    <a:pt x="1689613" y="968380"/>
                    <a:pt x="1644225" y="1013768"/>
                    <a:pt x="1588236" y="1013768"/>
                  </a:cubicBezTo>
                  <a:lnTo>
                    <a:pt x="101377" y="1013768"/>
                  </a:lnTo>
                  <a:cubicBezTo>
                    <a:pt x="45388" y="1013768"/>
                    <a:pt x="0" y="968380"/>
                    <a:pt x="0" y="912391"/>
                  </a:cubicBezTo>
                  <a:lnTo>
                    <a:pt x="0" y="101377"/>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83032" tIns="83032" rIns="83032" bIns="83032" numCol="1" spcCol="1270" anchor="ctr" anchorCtr="0">
              <a:noAutofit/>
            </a:bodyPr>
            <a:lstStyle/>
            <a:p>
              <a:pPr lvl="0" algn="ctr" defTabSz="622300">
                <a:lnSpc>
                  <a:spcPct val="90000"/>
                </a:lnSpc>
                <a:spcBef>
                  <a:spcPct val="0"/>
                </a:spcBef>
                <a:spcAft>
                  <a:spcPct val="35000"/>
                </a:spcAft>
              </a:pPr>
              <a:r>
                <a:rPr lang="en-US" sz="1400" b="1" kern="1200" dirty="0" smtClean="0"/>
                <a:t>Mixed Public-Private	</a:t>
              </a:r>
              <a:endParaRPr lang="en-US" sz="1400" b="1" kern="1200" dirty="0"/>
            </a:p>
          </p:txBody>
        </p:sp>
        <p:sp>
          <p:nvSpPr>
            <p:cNvPr id="10" name="Freeform 9"/>
            <p:cNvSpPr/>
            <p:nvPr/>
          </p:nvSpPr>
          <p:spPr>
            <a:xfrm>
              <a:off x="5238018" y="1620428"/>
              <a:ext cx="1689613" cy="1013768"/>
            </a:xfrm>
            <a:custGeom>
              <a:avLst/>
              <a:gdLst>
                <a:gd name="connsiteX0" fmla="*/ 0 w 1689613"/>
                <a:gd name="connsiteY0" fmla="*/ 101377 h 1013768"/>
                <a:gd name="connsiteX1" fmla="*/ 101377 w 1689613"/>
                <a:gd name="connsiteY1" fmla="*/ 0 h 1013768"/>
                <a:gd name="connsiteX2" fmla="*/ 1588236 w 1689613"/>
                <a:gd name="connsiteY2" fmla="*/ 0 h 1013768"/>
                <a:gd name="connsiteX3" fmla="*/ 1689613 w 1689613"/>
                <a:gd name="connsiteY3" fmla="*/ 101377 h 1013768"/>
                <a:gd name="connsiteX4" fmla="*/ 1689613 w 1689613"/>
                <a:gd name="connsiteY4" fmla="*/ 912391 h 1013768"/>
                <a:gd name="connsiteX5" fmla="*/ 1588236 w 1689613"/>
                <a:gd name="connsiteY5" fmla="*/ 1013768 h 1013768"/>
                <a:gd name="connsiteX6" fmla="*/ 101377 w 1689613"/>
                <a:gd name="connsiteY6" fmla="*/ 1013768 h 1013768"/>
                <a:gd name="connsiteX7" fmla="*/ 0 w 1689613"/>
                <a:gd name="connsiteY7" fmla="*/ 912391 h 1013768"/>
                <a:gd name="connsiteX8" fmla="*/ 0 w 1689613"/>
                <a:gd name="connsiteY8" fmla="*/ 101377 h 1013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9613" h="1013768">
                  <a:moveTo>
                    <a:pt x="0" y="101377"/>
                  </a:moveTo>
                  <a:cubicBezTo>
                    <a:pt x="0" y="45388"/>
                    <a:pt x="45388" y="0"/>
                    <a:pt x="101377" y="0"/>
                  </a:cubicBezTo>
                  <a:lnTo>
                    <a:pt x="1588236" y="0"/>
                  </a:lnTo>
                  <a:cubicBezTo>
                    <a:pt x="1644225" y="0"/>
                    <a:pt x="1689613" y="45388"/>
                    <a:pt x="1689613" y="101377"/>
                  </a:cubicBezTo>
                  <a:lnTo>
                    <a:pt x="1689613" y="912391"/>
                  </a:lnTo>
                  <a:cubicBezTo>
                    <a:pt x="1689613" y="968380"/>
                    <a:pt x="1644225" y="1013768"/>
                    <a:pt x="1588236" y="1013768"/>
                  </a:cubicBezTo>
                  <a:lnTo>
                    <a:pt x="101377" y="1013768"/>
                  </a:lnTo>
                  <a:cubicBezTo>
                    <a:pt x="45388" y="1013768"/>
                    <a:pt x="0" y="968380"/>
                    <a:pt x="0" y="912391"/>
                  </a:cubicBezTo>
                  <a:lnTo>
                    <a:pt x="0" y="101377"/>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83032" tIns="83032" rIns="83032" bIns="83032" numCol="1" spcCol="1270" anchor="ctr" anchorCtr="0">
              <a:noAutofit/>
            </a:bodyPr>
            <a:lstStyle/>
            <a:p>
              <a:pPr lvl="0" algn="ctr" defTabSz="622300">
                <a:lnSpc>
                  <a:spcPct val="90000"/>
                </a:lnSpc>
                <a:spcBef>
                  <a:spcPct val="0"/>
                </a:spcBef>
                <a:spcAft>
                  <a:spcPct val="35000"/>
                </a:spcAft>
              </a:pPr>
              <a:r>
                <a:rPr lang="en-US" sz="1400" b="1" kern="1200" dirty="0" smtClean="0"/>
                <a:t>Private Concession (O&amp;M)</a:t>
              </a:r>
              <a:endParaRPr lang="en-US" sz="1400" b="1" kern="1200" dirty="0"/>
            </a:p>
          </p:txBody>
        </p:sp>
        <p:sp>
          <p:nvSpPr>
            <p:cNvPr id="12" name="Freeform 11"/>
            <p:cNvSpPr/>
            <p:nvPr/>
          </p:nvSpPr>
          <p:spPr>
            <a:xfrm>
              <a:off x="7603477" y="1620428"/>
              <a:ext cx="1689613" cy="1013768"/>
            </a:xfrm>
            <a:custGeom>
              <a:avLst/>
              <a:gdLst>
                <a:gd name="connsiteX0" fmla="*/ 0 w 1689613"/>
                <a:gd name="connsiteY0" fmla="*/ 101377 h 1013768"/>
                <a:gd name="connsiteX1" fmla="*/ 101377 w 1689613"/>
                <a:gd name="connsiteY1" fmla="*/ 0 h 1013768"/>
                <a:gd name="connsiteX2" fmla="*/ 1588236 w 1689613"/>
                <a:gd name="connsiteY2" fmla="*/ 0 h 1013768"/>
                <a:gd name="connsiteX3" fmla="*/ 1689613 w 1689613"/>
                <a:gd name="connsiteY3" fmla="*/ 101377 h 1013768"/>
                <a:gd name="connsiteX4" fmla="*/ 1689613 w 1689613"/>
                <a:gd name="connsiteY4" fmla="*/ 912391 h 1013768"/>
                <a:gd name="connsiteX5" fmla="*/ 1588236 w 1689613"/>
                <a:gd name="connsiteY5" fmla="*/ 1013768 h 1013768"/>
                <a:gd name="connsiteX6" fmla="*/ 101377 w 1689613"/>
                <a:gd name="connsiteY6" fmla="*/ 1013768 h 1013768"/>
                <a:gd name="connsiteX7" fmla="*/ 0 w 1689613"/>
                <a:gd name="connsiteY7" fmla="*/ 912391 h 1013768"/>
                <a:gd name="connsiteX8" fmla="*/ 0 w 1689613"/>
                <a:gd name="connsiteY8" fmla="*/ 101377 h 1013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9613" h="1013768">
                  <a:moveTo>
                    <a:pt x="0" y="101377"/>
                  </a:moveTo>
                  <a:cubicBezTo>
                    <a:pt x="0" y="45388"/>
                    <a:pt x="45388" y="0"/>
                    <a:pt x="101377" y="0"/>
                  </a:cubicBezTo>
                  <a:lnTo>
                    <a:pt x="1588236" y="0"/>
                  </a:lnTo>
                  <a:cubicBezTo>
                    <a:pt x="1644225" y="0"/>
                    <a:pt x="1689613" y="45388"/>
                    <a:pt x="1689613" y="101377"/>
                  </a:cubicBezTo>
                  <a:lnTo>
                    <a:pt x="1689613" y="912391"/>
                  </a:lnTo>
                  <a:cubicBezTo>
                    <a:pt x="1689613" y="968380"/>
                    <a:pt x="1644225" y="1013768"/>
                    <a:pt x="1588236" y="1013768"/>
                  </a:cubicBezTo>
                  <a:lnTo>
                    <a:pt x="101377" y="1013768"/>
                  </a:lnTo>
                  <a:cubicBezTo>
                    <a:pt x="45388" y="1013768"/>
                    <a:pt x="0" y="968380"/>
                    <a:pt x="0" y="912391"/>
                  </a:cubicBezTo>
                  <a:lnTo>
                    <a:pt x="0" y="101377"/>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83032" tIns="83032" rIns="83032" bIns="83032" numCol="1" spcCol="1270" anchor="ctr" anchorCtr="0">
              <a:noAutofit/>
            </a:bodyPr>
            <a:lstStyle/>
            <a:p>
              <a:pPr lvl="0" algn="ctr" defTabSz="622300">
                <a:lnSpc>
                  <a:spcPct val="90000"/>
                </a:lnSpc>
                <a:spcBef>
                  <a:spcPct val="0"/>
                </a:spcBef>
                <a:spcAft>
                  <a:spcPct val="35000"/>
                </a:spcAft>
              </a:pPr>
              <a:r>
                <a:rPr lang="en-US" sz="1400" b="1" kern="1200" dirty="0" smtClean="0"/>
                <a:t>Build Operate Transfer (BOT)</a:t>
              </a:r>
              <a:endParaRPr lang="en-US" sz="1400" b="1" kern="1200" dirty="0"/>
            </a:p>
          </p:txBody>
        </p:sp>
        <p:sp>
          <p:nvSpPr>
            <p:cNvPr id="14" name="Freeform 13"/>
            <p:cNvSpPr/>
            <p:nvPr/>
          </p:nvSpPr>
          <p:spPr>
            <a:xfrm>
              <a:off x="9968936" y="1620428"/>
              <a:ext cx="1689613" cy="1013768"/>
            </a:xfrm>
            <a:custGeom>
              <a:avLst/>
              <a:gdLst>
                <a:gd name="connsiteX0" fmla="*/ 0 w 1689613"/>
                <a:gd name="connsiteY0" fmla="*/ 101377 h 1013768"/>
                <a:gd name="connsiteX1" fmla="*/ 101377 w 1689613"/>
                <a:gd name="connsiteY1" fmla="*/ 0 h 1013768"/>
                <a:gd name="connsiteX2" fmla="*/ 1588236 w 1689613"/>
                <a:gd name="connsiteY2" fmla="*/ 0 h 1013768"/>
                <a:gd name="connsiteX3" fmla="*/ 1689613 w 1689613"/>
                <a:gd name="connsiteY3" fmla="*/ 101377 h 1013768"/>
                <a:gd name="connsiteX4" fmla="*/ 1689613 w 1689613"/>
                <a:gd name="connsiteY4" fmla="*/ 912391 h 1013768"/>
                <a:gd name="connsiteX5" fmla="*/ 1588236 w 1689613"/>
                <a:gd name="connsiteY5" fmla="*/ 1013768 h 1013768"/>
                <a:gd name="connsiteX6" fmla="*/ 101377 w 1689613"/>
                <a:gd name="connsiteY6" fmla="*/ 1013768 h 1013768"/>
                <a:gd name="connsiteX7" fmla="*/ 0 w 1689613"/>
                <a:gd name="connsiteY7" fmla="*/ 912391 h 1013768"/>
                <a:gd name="connsiteX8" fmla="*/ 0 w 1689613"/>
                <a:gd name="connsiteY8" fmla="*/ 101377 h 1013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9613" h="1013768">
                  <a:moveTo>
                    <a:pt x="0" y="101377"/>
                  </a:moveTo>
                  <a:cubicBezTo>
                    <a:pt x="0" y="45388"/>
                    <a:pt x="45388" y="0"/>
                    <a:pt x="101377" y="0"/>
                  </a:cubicBezTo>
                  <a:lnTo>
                    <a:pt x="1588236" y="0"/>
                  </a:lnTo>
                  <a:cubicBezTo>
                    <a:pt x="1644225" y="0"/>
                    <a:pt x="1689613" y="45388"/>
                    <a:pt x="1689613" y="101377"/>
                  </a:cubicBezTo>
                  <a:lnTo>
                    <a:pt x="1689613" y="912391"/>
                  </a:lnTo>
                  <a:cubicBezTo>
                    <a:pt x="1689613" y="968380"/>
                    <a:pt x="1644225" y="1013768"/>
                    <a:pt x="1588236" y="1013768"/>
                  </a:cubicBezTo>
                  <a:lnTo>
                    <a:pt x="101377" y="1013768"/>
                  </a:lnTo>
                  <a:cubicBezTo>
                    <a:pt x="45388" y="1013768"/>
                    <a:pt x="0" y="968380"/>
                    <a:pt x="0" y="912391"/>
                  </a:cubicBezTo>
                  <a:lnTo>
                    <a:pt x="0" y="101377"/>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3032" tIns="83032" rIns="83032" bIns="83032" numCol="1" spcCol="1270" anchor="ctr" anchorCtr="0">
              <a:noAutofit/>
            </a:bodyPr>
            <a:lstStyle/>
            <a:p>
              <a:pPr lvl="0" algn="ctr" defTabSz="622300">
                <a:lnSpc>
                  <a:spcPct val="90000"/>
                </a:lnSpc>
                <a:spcBef>
                  <a:spcPct val="0"/>
                </a:spcBef>
                <a:spcAft>
                  <a:spcPct val="35000"/>
                </a:spcAft>
              </a:pPr>
              <a:r>
                <a:rPr lang="en-US" sz="1400" b="1" kern="1200" dirty="0" smtClean="0"/>
                <a:t>Build Own Operate (BOO)</a:t>
              </a:r>
              <a:endParaRPr lang="en-US" sz="1400" b="1" kern="1200" dirty="0"/>
            </a:p>
          </p:txBody>
        </p:sp>
      </p:grpSp>
      <p:sp>
        <p:nvSpPr>
          <p:cNvPr id="15" name="TextBox 14"/>
          <p:cNvSpPr txBox="1"/>
          <p:nvPr/>
        </p:nvSpPr>
        <p:spPr>
          <a:xfrm>
            <a:off x="501651" y="2195288"/>
            <a:ext cx="11061099" cy="3950688"/>
          </a:xfrm>
          <a:prstGeom prst="rect">
            <a:avLst/>
          </a:prstGeom>
          <a:solidFill>
            <a:srgbClr val="DDEFE8"/>
          </a:solidFill>
        </p:spPr>
        <p:txBody>
          <a:bodyPr wrap="square" lIns="36000" tIns="36000" rIns="36000" bIns="36000" rtlCol="0">
            <a:spAutoFit/>
          </a:bodyPr>
          <a:lstStyle/>
          <a:p>
            <a:pPr marL="171450" indent="-171450">
              <a:buFont typeface="Wingdings" panose="05000000000000000000" pitchFamily="2" charset="2"/>
              <a:buChar char="v"/>
            </a:pPr>
            <a:r>
              <a:rPr lang="en-IN" sz="1200" b="1" i="1" dirty="0" smtClean="0"/>
              <a:t>Public-Special </a:t>
            </a:r>
            <a:r>
              <a:rPr lang="en-IN" sz="1200" b="1" i="1" dirty="0"/>
              <a:t>Purpose </a:t>
            </a:r>
            <a:r>
              <a:rPr lang="en-IN" sz="1200" b="1" i="1" dirty="0" smtClean="0"/>
              <a:t>Vehicle</a:t>
            </a:r>
          </a:p>
          <a:p>
            <a:r>
              <a:rPr lang="en-US" sz="1200" dirty="0" smtClean="0"/>
              <a:t>Involves </a:t>
            </a:r>
            <a:r>
              <a:rPr lang="en-US" sz="1200" dirty="0"/>
              <a:t>transferring responsibility for O&amp;M services and/or capital </a:t>
            </a:r>
            <a:r>
              <a:rPr lang="en-US" sz="1200" dirty="0" smtClean="0"/>
              <a:t>procurement typically </a:t>
            </a:r>
            <a:r>
              <a:rPr lang="en-US" sz="1200" dirty="0"/>
              <a:t>performed in-house by the public sector, to a “commercialized” (</a:t>
            </a:r>
            <a:r>
              <a:rPr lang="en-US" sz="1200" dirty="0" smtClean="0"/>
              <a:t>possibly incorporated</a:t>
            </a:r>
            <a:r>
              <a:rPr lang="en-US" sz="1200" dirty="0"/>
              <a:t>) special purpose vehicle under public ownership/control. The intention is </a:t>
            </a:r>
            <a:r>
              <a:rPr lang="en-US" sz="1200" dirty="0" smtClean="0"/>
              <a:t>to achieve </a:t>
            </a:r>
            <a:r>
              <a:rPr lang="en-US" sz="1200" dirty="0"/>
              <a:t>some degree of commercial efficiencies</a:t>
            </a:r>
            <a:r>
              <a:rPr lang="en-US" sz="1200" dirty="0" smtClean="0"/>
              <a:t>.</a:t>
            </a:r>
          </a:p>
          <a:p>
            <a:endParaRPr lang="en-US" sz="1200" dirty="0"/>
          </a:p>
          <a:p>
            <a:pPr marL="171450" indent="-171450">
              <a:buFont typeface="Wingdings" panose="05000000000000000000" pitchFamily="2" charset="2"/>
              <a:buChar char="v"/>
            </a:pPr>
            <a:r>
              <a:rPr lang="en-IN" sz="1200" b="1" i="1" dirty="0"/>
              <a:t>Mixed </a:t>
            </a:r>
            <a:r>
              <a:rPr lang="en-IN" sz="1200" b="1" i="1" dirty="0" smtClean="0"/>
              <a:t>Public-Private </a:t>
            </a:r>
          </a:p>
          <a:p>
            <a:r>
              <a:rPr lang="en-US" sz="1200" dirty="0" smtClean="0"/>
              <a:t>Involves </a:t>
            </a:r>
            <a:r>
              <a:rPr lang="en-US" sz="1200" dirty="0"/>
              <a:t>transferring responsibility for O&amp;M services and/or capital </a:t>
            </a:r>
            <a:r>
              <a:rPr lang="en-US" sz="1200" dirty="0" smtClean="0"/>
              <a:t>procurement typically </a:t>
            </a:r>
            <a:r>
              <a:rPr lang="en-US" sz="1200" dirty="0"/>
              <a:t>performed in-house by the public sector, to a “commercialized” (</a:t>
            </a:r>
            <a:r>
              <a:rPr lang="en-US" sz="1200" dirty="0" smtClean="0"/>
              <a:t>possibly incorporated</a:t>
            </a:r>
            <a:r>
              <a:rPr lang="en-US" sz="1200" dirty="0"/>
              <a:t>) special purpose vehicle under mixed public-private ownership/control</a:t>
            </a:r>
            <a:r>
              <a:rPr lang="en-US" sz="1200" dirty="0" smtClean="0"/>
              <a:t>.</a:t>
            </a:r>
          </a:p>
          <a:p>
            <a:endParaRPr lang="en-US" sz="1200" dirty="0" smtClean="0"/>
          </a:p>
          <a:p>
            <a:pPr marL="171450" indent="-171450">
              <a:buFont typeface="Wingdings" panose="05000000000000000000" pitchFamily="2" charset="2"/>
              <a:buChar char="v"/>
            </a:pPr>
            <a:r>
              <a:rPr lang="en-IN" sz="1200" b="1" i="1" dirty="0"/>
              <a:t>Private Concession (</a:t>
            </a:r>
            <a:r>
              <a:rPr lang="en-IN" sz="1200" b="1" i="1" dirty="0" smtClean="0"/>
              <a:t>O&amp;M) </a:t>
            </a:r>
          </a:p>
          <a:p>
            <a:r>
              <a:rPr lang="en-US" sz="1200" dirty="0" smtClean="0"/>
              <a:t>Involves </a:t>
            </a:r>
            <a:r>
              <a:rPr lang="en-US" sz="1200" dirty="0"/>
              <a:t>transferring responsibility for O&amp;M services typically performed in-house </a:t>
            </a:r>
            <a:r>
              <a:rPr lang="en-US" sz="1200" dirty="0" smtClean="0"/>
              <a:t>by the </a:t>
            </a:r>
            <a:r>
              <a:rPr lang="en-US" sz="1200" dirty="0"/>
              <a:t>public sector under a fee-for-services </a:t>
            </a:r>
            <a:r>
              <a:rPr lang="en-US" sz="1200" dirty="0" smtClean="0"/>
              <a:t>contract, following </a:t>
            </a:r>
            <a:r>
              <a:rPr lang="en-US" sz="1200" dirty="0"/>
              <a:t>a competitive process</a:t>
            </a:r>
            <a:r>
              <a:rPr lang="en-US" sz="1200" dirty="0" smtClean="0"/>
              <a:t>.</a:t>
            </a:r>
          </a:p>
          <a:p>
            <a:endParaRPr lang="en-US" sz="1200" dirty="0"/>
          </a:p>
          <a:p>
            <a:pPr marL="171450" indent="-171450">
              <a:buFont typeface="Wingdings" panose="05000000000000000000" pitchFamily="2" charset="2"/>
              <a:buChar char="v"/>
            </a:pPr>
            <a:r>
              <a:rPr lang="en-IN" sz="1200" b="1" i="1" dirty="0"/>
              <a:t>Build-Operate-Transfer (</a:t>
            </a:r>
            <a:r>
              <a:rPr lang="en-IN" sz="1200" b="1" i="1" dirty="0" smtClean="0"/>
              <a:t>BOT)</a:t>
            </a:r>
          </a:p>
          <a:p>
            <a:r>
              <a:rPr lang="en-US" sz="1200" dirty="0" smtClean="0"/>
              <a:t>Involves </a:t>
            </a:r>
            <a:r>
              <a:rPr lang="en-US" sz="1200" dirty="0"/>
              <a:t>an integrated partnership of design and construction responsibilities with </a:t>
            </a:r>
            <a:r>
              <a:rPr lang="en-US" sz="1200" dirty="0" smtClean="0"/>
              <a:t>O&amp;M for </a:t>
            </a:r>
            <a:r>
              <a:rPr lang="en-US" sz="1200" dirty="0"/>
              <a:t>a single facility or group of assets to a private sector partner. This </a:t>
            </a:r>
            <a:r>
              <a:rPr lang="en-US" sz="1200" dirty="0" smtClean="0"/>
              <a:t>arrangement involves </a:t>
            </a:r>
            <a:r>
              <a:rPr lang="en-US" sz="1200" dirty="0"/>
              <a:t>private financing as the up-front” capital costs are paid over time as a “lease</a:t>
            </a:r>
            <a:r>
              <a:rPr lang="en-US" sz="1200" dirty="0" smtClean="0"/>
              <a:t>”, which </a:t>
            </a:r>
            <a:r>
              <a:rPr lang="en-US" sz="1200" dirty="0"/>
              <a:t>may or may not involve payment for outcomes. The asset remains public</a:t>
            </a:r>
            <a:r>
              <a:rPr lang="en-US" sz="1200" dirty="0" smtClean="0"/>
              <a:t>.</a:t>
            </a:r>
          </a:p>
          <a:p>
            <a:endParaRPr lang="en-US" sz="1200" dirty="0"/>
          </a:p>
          <a:p>
            <a:pPr marL="171450" indent="-171450">
              <a:buFont typeface="Wingdings" panose="05000000000000000000" pitchFamily="2" charset="2"/>
              <a:buChar char="v"/>
            </a:pPr>
            <a:r>
              <a:rPr lang="en-IN" sz="1200" b="1" i="1" dirty="0"/>
              <a:t>Build-Own-Operate (</a:t>
            </a:r>
            <a:r>
              <a:rPr lang="en-IN" sz="1200" b="1" i="1" dirty="0" smtClean="0"/>
              <a:t>BOO) </a:t>
            </a:r>
          </a:p>
          <a:p>
            <a:r>
              <a:rPr lang="en-US" sz="1200" dirty="0" smtClean="0"/>
              <a:t>Involves </a:t>
            </a:r>
            <a:r>
              <a:rPr lang="en-US" sz="1200" dirty="0"/>
              <a:t>the granting of ownership rights in perpetuity to develop, finance, design, </a:t>
            </a:r>
            <a:r>
              <a:rPr lang="en-US" sz="1200" dirty="0" smtClean="0"/>
              <a:t>build, own</a:t>
            </a:r>
            <a:r>
              <a:rPr lang="en-US" sz="1200" dirty="0"/>
              <a:t>, operate, and maintain a transport asset. The private sector owns the asset </a:t>
            </a:r>
            <a:r>
              <a:rPr lang="en-US" sz="1200" dirty="0" smtClean="0"/>
              <a:t>outright and </a:t>
            </a:r>
            <a:r>
              <a:rPr lang="en-US" sz="1200" dirty="0"/>
              <a:t>retains the operating revenue risk and any surplus operating revenue.</a:t>
            </a:r>
            <a:endParaRPr lang="en-IN" sz="1200" dirty="0" smtClean="0">
              <a:solidFill>
                <a:srgbClr val="313131"/>
              </a:solidFill>
            </a:endParaRPr>
          </a:p>
        </p:txBody>
      </p:sp>
      <p:sp>
        <p:nvSpPr>
          <p:cNvPr id="16" name="Title 2"/>
          <p:cNvSpPr txBox="1">
            <a:spLocks/>
          </p:cNvSpPr>
          <p:nvPr/>
        </p:nvSpPr>
        <p:spPr>
          <a:xfrm>
            <a:off x="492399" y="471373"/>
            <a:ext cx="11201796" cy="334097"/>
          </a:xfrm>
          <a:prstGeom prst="rect">
            <a:avLst/>
          </a:prstGeom>
        </p:spPr>
        <p:txBody>
          <a:bodyPr/>
          <a:lstStyle>
            <a:lvl1pPr algn="l" defTabSz="914417" rtl="0" eaLnBrk="1" latinLnBrk="0" hangingPunct="1">
              <a:spcBef>
                <a:spcPct val="0"/>
              </a:spcBef>
              <a:buNone/>
              <a:defRPr sz="1814" kern="1200">
                <a:solidFill>
                  <a:schemeClr val="tx1"/>
                </a:solidFill>
                <a:latin typeface="+mj-lt"/>
                <a:ea typeface="+mj-ea"/>
                <a:cs typeface="+mj-cs"/>
              </a:defRPr>
            </a:lvl1pPr>
          </a:lstStyle>
          <a:p>
            <a:pPr defTabSz="914400"/>
            <a:r>
              <a:rPr lang="en-GB" sz="1800" b="1" dirty="0" smtClean="0"/>
              <a:t>Types of PPP arrangements in aviation sector</a:t>
            </a:r>
            <a:endParaRPr lang="en-GB" sz="1800" b="1" dirty="0"/>
          </a:p>
        </p:txBody>
      </p:sp>
    </p:spTree>
    <p:extLst>
      <p:ext uri="{BB962C8B-B14F-4D97-AF65-F5344CB8AC3E}">
        <p14:creationId xmlns:p14="http://schemas.microsoft.com/office/powerpoint/2010/main" val="133534634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p:cNvGrpSpPr/>
          <p:nvPr/>
        </p:nvGrpSpPr>
        <p:grpSpPr>
          <a:xfrm>
            <a:off x="602901" y="1125415"/>
            <a:ext cx="11087450" cy="4953837"/>
            <a:chOff x="2576685" y="1611784"/>
            <a:chExt cx="7038631" cy="4299099"/>
          </a:xfrm>
        </p:grpSpPr>
        <p:sp>
          <p:nvSpPr>
            <p:cNvPr id="4" name="Rectangle 3"/>
            <p:cNvSpPr>
              <a:spLocks noChangeArrowheads="1"/>
            </p:cNvSpPr>
            <p:nvPr/>
          </p:nvSpPr>
          <p:spPr bwMode="auto">
            <a:xfrm>
              <a:off x="2576685" y="1611784"/>
              <a:ext cx="1406525" cy="1371600"/>
            </a:xfrm>
            <a:prstGeom prst="rect">
              <a:avLst/>
            </a:prstGeom>
            <a:solidFill>
              <a:schemeClr val="bg2">
                <a:lumMod val="40000"/>
                <a:lumOff val="60000"/>
              </a:schemeClr>
            </a:solidFill>
            <a:ln w="19050" algn="ctr">
              <a:noFill/>
              <a:miter lim="800000"/>
              <a:headEnd/>
              <a:tailEnd/>
            </a:ln>
          </p:spPr>
          <p:txBody>
            <a:bodyPr wrap="square" lIns="88900" tIns="88900" rIns="88900" bIns="88900" anchor="ctr"/>
            <a:lstStyle/>
            <a:p>
              <a:pPr algn="ctr">
                <a:defRPr/>
              </a:pPr>
              <a:r>
                <a:rPr lang="en-US" sz="1400" b="1" dirty="0" smtClean="0">
                  <a:solidFill>
                    <a:prstClr val="black"/>
                  </a:solidFill>
                  <a:latin typeface="Verdana"/>
                  <a:ea typeface="ＭＳ Ｐゴシック" pitchFamily="50" charset="-128"/>
                </a:rPr>
                <a:t>Policy Framework - </a:t>
              </a:r>
              <a:r>
                <a:rPr lang="en-US" sz="1400" dirty="0" smtClean="0">
                  <a:solidFill>
                    <a:prstClr val="black"/>
                  </a:solidFill>
                  <a:latin typeface="Verdana"/>
                  <a:ea typeface="ＭＳ Ｐゴシック" pitchFamily="50" charset="-128"/>
                </a:rPr>
                <a:t>Airport Infrastructure Policy,1997</a:t>
              </a:r>
              <a:endParaRPr lang="en-US" altLang="ja-JP" sz="1400" dirty="0">
                <a:solidFill>
                  <a:prstClr val="black"/>
                </a:solidFill>
                <a:latin typeface="Verdana"/>
                <a:ea typeface="ＭＳ Ｐゴシック" pitchFamily="50" charset="-128"/>
              </a:endParaRPr>
            </a:p>
          </p:txBody>
        </p:sp>
        <p:sp>
          <p:nvSpPr>
            <p:cNvPr id="5" name="Rectangle 4"/>
            <p:cNvSpPr>
              <a:spLocks noChangeArrowheads="1"/>
            </p:cNvSpPr>
            <p:nvPr/>
          </p:nvSpPr>
          <p:spPr bwMode="auto">
            <a:xfrm>
              <a:off x="4073526" y="1611784"/>
              <a:ext cx="1406525" cy="1371600"/>
            </a:xfrm>
            <a:prstGeom prst="rect">
              <a:avLst/>
            </a:prstGeom>
            <a:solidFill>
              <a:schemeClr val="bg2">
                <a:lumMod val="40000"/>
                <a:lumOff val="60000"/>
              </a:schemeClr>
            </a:solidFill>
            <a:ln w="19050" algn="ctr">
              <a:noFill/>
              <a:miter lim="800000"/>
              <a:headEnd/>
              <a:tailEnd/>
            </a:ln>
          </p:spPr>
          <p:txBody>
            <a:bodyPr wrap="square" lIns="88900" tIns="88900" rIns="88900" bIns="88900" anchor="ctr"/>
            <a:lstStyle/>
            <a:p>
              <a:pPr algn="ctr">
                <a:defRPr/>
              </a:pPr>
              <a:r>
                <a:rPr lang="en-US" sz="1400" b="1" dirty="0" smtClean="0">
                  <a:solidFill>
                    <a:prstClr val="black"/>
                  </a:solidFill>
                  <a:latin typeface="Verdana"/>
                  <a:ea typeface="ＭＳ Ｐゴシック" pitchFamily="50" charset="-128"/>
                </a:rPr>
                <a:t>Promoters </a:t>
              </a:r>
              <a:r>
                <a:rPr lang="en-US" sz="1400" dirty="0" smtClean="0">
                  <a:solidFill>
                    <a:prstClr val="black"/>
                  </a:solidFill>
                  <a:latin typeface="Verdana"/>
                  <a:ea typeface="ＭＳ Ｐゴシック" pitchFamily="50" charset="-128"/>
                </a:rPr>
                <a:t>- Central Government, Airport Authority of India, a private company, a consortium or a group of individuals</a:t>
              </a:r>
              <a:endParaRPr lang="en-US" altLang="ja-JP" sz="1400" dirty="0">
                <a:solidFill>
                  <a:prstClr val="black"/>
                </a:solidFill>
                <a:latin typeface="Verdana"/>
                <a:ea typeface="ＭＳ Ｐゴシック" pitchFamily="50" charset="-128"/>
              </a:endParaRPr>
            </a:p>
          </p:txBody>
        </p:sp>
        <p:sp>
          <p:nvSpPr>
            <p:cNvPr id="6" name="Rectangle 5"/>
            <p:cNvSpPr>
              <a:spLocks noChangeArrowheads="1"/>
            </p:cNvSpPr>
            <p:nvPr/>
          </p:nvSpPr>
          <p:spPr bwMode="auto">
            <a:xfrm>
              <a:off x="5570367" y="1611784"/>
              <a:ext cx="1406525" cy="1371600"/>
            </a:xfrm>
            <a:prstGeom prst="rect">
              <a:avLst/>
            </a:prstGeom>
            <a:solidFill>
              <a:schemeClr val="bg2">
                <a:lumMod val="40000"/>
                <a:lumOff val="60000"/>
              </a:schemeClr>
            </a:solidFill>
            <a:ln w="19050" algn="ctr">
              <a:noFill/>
              <a:miter lim="800000"/>
              <a:headEnd/>
              <a:tailEnd/>
            </a:ln>
          </p:spPr>
          <p:txBody>
            <a:bodyPr wrap="square" lIns="88900" tIns="88900" rIns="88900" bIns="88900" anchor="ctr"/>
            <a:lstStyle/>
            <a:p>
              <a:pPr algn="ctr">
                <a:defRPr/>
              </a:pPr>
              <a:r>
                <a:rPr lang="en-US" sz="1400" b="1" dirty="0" smtClean="0">
                  <a:solidFill>
                    <a:prstClr val="black"/>
                  </a:solidFill>
                  <a:latin typeface="Verdana"/>
                  <a:ea typeface="ＭＳ Ｐゴシック" pitchFamily="50" charset="-128"/>
                </a:rPr>
                <a:t>Study</a:t>
              </a:r>
              <a:r>
                <a:rPr lang="en-US" sz="1400" dirty="0" smtClean="0">
                  <a:solidFill>
                    <a:prstClr val="black"/>
                  </a:solidFill>
                  <a:latin typeface="Verdana"/>
                  <a:ea typeface="ＭＳ Ｐゴシック" pitchFamily="50" charset="-128"/>
                </a:rPr>
                <a:t> –</a:t>
              </a:r>
            </a:p>
            <a:p>
              <a:pPr marL="342900" indent="-342900" algn="ctr">
                <a:buAutoNum type="alphaLcParenR"/>
                <a:defRPr/>
              </a:pPr>
              <a:r>
                <a:rPr lang="en-US" sz="1400" dirty="0" smtClean="0">
                  <a:solidFill>
                    <a:prstClr val="black"/>
                  </a:solidFill>
                  <a:latin typeface="Verdana"/>
                  <a:ea typeface="ＭＳ Ｐゴシック" pitchFamily="50" charset="-128"/>
                </a:rPr>
                <a:t>Pre-feasibility study stage</a:t>
              </a:r>
            </a:p>
            <a:p>
              <a:pPr marL="342900" indent="-342900" algn="ctr">
                <a:buAutoNum type="alphaLcParenR"/>
                <a:defRPr/>
              </a:pPr>
              <a:r>
                <a:rPr lang="en-US" altLang="ja-JP" sz="1400" dirty="0" smtClean="0">
                  <a:solidFill>
                    <a:prstClr val="black"/>
                  </a:solidFill>
                  <a:latin typeface="Verdana"/>
                  <a:ea typeface="ＭＳ Ｐゴシック" pitchFamily="50" charset="-128"/>
                </a:rPr>
                <a:t>Detailed feasibility study stage</a:t>
              </a:r>
              <a:endParaRPr lang="en-US" altLang="ja-JP" sz="1400" dirty="0">
                <a:solidFill>
                  <a:prstClr val="black"/>
                </a:solidFill>
                <a:latin typeface="Verdana"/>
                <a:ea typeface="ＭＳ Ｐゴシック" pitchFamily="50" charset="-128"/>
              </a:endParaRPr>
            </a:p>
          </p:txBody>
        </p:sp>
        <p:sp>
          <p:nvSpPr>
            <p:cNvPr id="7" name="Rectangle 6"/>
            <p:cNvSpPr>
              <a:spLocks noChangeArrowheads="1"/>
            </p:cNvSpPr>
            <p:nvPr/>
          </p:nvSpPr>
          <p:spPr bwMode="auto">
            <a:xfrm>
              <a:off x="2576685" y="4539283"/>
              <a:ext cx="1406525" cy="1371600"/>
            </a:xfrm>
            <a:prstGeom prst="rect">
              <a:avLst/>
            </a:prstGeom>
            <a:solidFill>
              <a:schemeClr val="bg2">
                <a:lumMod val="40000"/>
                <a:lumOff val="60000"/>
              </a:schemeClr>
            </a:solidFill>
            <a:ln w="19050" algn="ctr">
              <a:noFill/>
              <a:miter lim="800000"/>
              <a:headEnd/>
              <a:tailEnd/>
            </a:ln>
          </p:spPr>
          <p:txBody>
            <a:bodyPr wrap="square" lIns="88900" tIns="88900" rIns="88900" bIns="88900" anchor="ctr"/>
            <a:lstStyle/>
            <a:p>
              <a:pPr algn="ctr">
                <a:defRPr/>
              </a:pPr>
              <a:r>
                <a:rPr lang="en-US" sz="1400" dirty="0" smtClean="0">
                  <a:solidFill>
                    <a:prstClr val="black"/>
                  </a:solidFill>
                  <a:latin typeface="Verdana"/>
                  <a:ea typeface="ＭＳ Ｐゴシック" pitchFamily="50" charset="-128"/>
                </a:rPr>
                <a:t>Setting up a </a:t>
              </a:r>
              <a:r>
                <a:rPr lang="en-US" sz="1400" b="1" dirty="0" smtClean="0">
                  <a:solidFill>
                    <a:prstClr val="black"/>
                  </a:solidFill>
                  <a:latin typeface="Verdana"/>
                  <a:ea typeface="ＭＳ Ｐゴシック" pitchFamily="50" charset="-128"/>
                </a:rPr>
                <a:t>Special Purpose Vehicle </a:t>
              </a:r>
              <a:r>
                <a:rPr lang="en-US" sz="1400" dirty="0" smtClean="0">
                  <a:solidFill>
                    <a:prstClr val="black"/>
                  </a:solidFill>
                  <a:latin typeface="Verdana"/>
                  <a:ea typeface="ＭＳ Ｐゴシック" pitchFamily="50" charset="-128"/>
                </a:rPr>
                <a:t>and choosing a </a:t>
              </a:r>
              <a:r>
                <a:rPr lang="en-US" sz="1400" b="1" dirty="0" smtClean="0">
                  <a:solidFill>
                    <a:prstClr val="black"/>
                  </a:solidFill>
                  <a:latin typeface="Verdana"/>
                  <a:ea typeface="ＭＳ Ｐゴシック" pitchFamily="50" charset="-128"/>
                </a:rPr>
                <a:t>PPP model</a:t>
              </a:r>
              <a:endParaRPr lang="en-US" altLang="ja-JP" sz="1400" b="1" dirty="0">
                <a:solidFill>
                  <a:prstClr val="black"/>
                </a:solidFill>
                <a:latin typeface="Verdana"/>
                <a:ea typeface="ＭＳ Ｐゴシック" pitchFamily="50" charset="-128"/>
              </a:endParaRPr>
            </a:p>
          </p:txBody>
        </p:sp>
        <p:sp>
          <p:nvSpPr>
            <p:cNvPr id="8" name="Rectangle 7"/>
            <p:cNvSpPr>
              <a:spLocks noChangeArrowheads="1"/>
            </p:cNvSpPr>
            <p:nvPr/>
          </p:nvSpPr>
          <p:spPr bwMode="auto">
            <a:xfrm>
              <a:off x="4073526" y="4539283"/>
              <a:ext cx="1406525" cy="1371600"/>
            </a:xfrm>
            <a:prstGeom prst="rect">
              <a:avLst/>
            </a:prstGeom>
            <a:solidFill>
              <a:schemeClr val="bg2">
                <a:lumMod val="40000"/>
                <a:lumOff val="60000"/>
              </a:schemeClr>
            </a:solidFill>
            <a:ln w="19050" algn="ctr">
              <a:noFill/>
              <a:miter lim="800000"/>
              <a:headEnd/>
              <a:tailEnd/>
            </a:ln>
          </p:spPr>
          <p:txBody>
            <a:bodyPr wrap="square" lIns="88900" tIns="88900" rIns="88900" bIns="88900" anchor="ctr"/>
            <a:lstStyle/>
            <a:p>
              <a:pPr algn="ctr">
                <a:defRPr/>
              </a:pPr>
              <a:r>
                <a:rPr lang="en-US" altLang="ja-JP" sz="1400" b="1" dirty="0" smtClean="0">
                  <a:solidFill>
                    <a:prstClr val="black"/>
                  </a:solidFill>
                  <a:latin typeface="Verdana"/>
                  <a:ea typeface="ＭＳ Ｐゴシック" pitchFamily="50" charset="-128"/>
                </a:rPr>
                <a:t>Bidding process</a:t>
              </a:r>
              <a:r>
                <a:rPr lang="en-US" altLang="ja-JP" sz="1400" dirty="0" smtClean="0">
                  <a:solidFill>
                    <a:prstClr val="black"/>
                  </a:solidFill>
                  <a:latin typeface="Verdana"/>
                  <a:ea typeface="ＭＳ Ｐゴシック" pitchFamily="50" charset="-128"/>
                </a:rPr>
                <a:t> and </a:t>
              </a:r>
              <a:r>
                <a:rPr lang="en-US" altLang="ja-JP" sz="1400" b="1" dirty="0" smtClean="0">
                  <a:solidFill>
                    <a:prstClr val="black"/>
                  </a:solidFill>
                  <a:latin typeface="Verdana"/>
                  <a:ea typeface="ＭＳ Ｐゴシック" pitchFamily="50" charset="-128"/>
                </a:rPr>
                <a:t>selection</a:t>
              </a:r>
              <a:r>
                <a:rPr lang="en-US" altLang="ja-JP" sz="1400" dirty="0" smtClean="0">
                  <a:solidFill>
                    <a:prstClr val="black"/>
                  </a:solidFill>
                  <a:latin typeface="Verdana"/>
                  <a:ea typeface="ＭＳ Ｐゴシック" pitchFamily="50" charset="-128"/>
                </a:rPr>
                <a:t> criteria</a:t>
              </a:r>
              <a:endParaRPr lang="en-US" altLang="ja-JP" sz="1400" dirty="0">
                <a:solidFill>
                  <a:prstClr val="black"/>
                </a:solidFill>
                <a:latin typeface="Verdana"/>
                <a:ea typeface="ＭＳ Ｐゴシック" pitchFamily="50" charset="-128"/>
              </a:endParaRPr>
            </a:p>
          </p:txBody>
        </p:sp>
        <p:sp>
          <p:nvSpPr>
            <p:cNvPr id="9" name="Rectangle 8"/>
            <p:cNvSpPr>
              <a:spLocks noChangeArrowheads="1"/>
            </p:cNvSpPr>
            <p:nvPr/>
          </p:nvSpPr>
          <p:spPr bwMode="auto">
            <a:xfrm>
              <a:off x="5570367" y="4539283"/>
              <a:ext cx="1406525" cy="1371600"/>
            </a:xfrm>
            <a:prstGeom prst="rect">
              <a:avLst/>
            </a:prstGeom>
            <a:solidFill>
              <a:schemeClr val="bg2">
                <a:lumMod val="40000"/>
                <a:lumOff val="60000"/>
              </a:schemeClr>
            </a:solidFill>
            <a:ln w="19050" algn="ctr">
              <a:noFill/>
              <a:miter lim="800000"/>
              <a:headEnd/>
              <a:tailEnd/>
            </a:ln>
          </p:spPr>
          <p:txBody>
            <a:bodyPr wrap="square" lIns="88900" tIns="88900" rIns="88900" bIns="88900" anchor="ctr"/>
            <a:lstStyle/>
            <a:p>
              <a:pPr algn="ctr">
                <a:defRPr/>
              </a:pPr>
              <a:r>
                <a:rPr lang="en-US" altLang="ja-JP" sz="1400" b="1" dirty="0" smtClean="0">
                  <a:solidFill>
                    <a:prstClr val="black"/>
                  </a:solidFill>
                  <a:latin typeface="Verdana"/>
                  <a:ea typeface="ＭＳ Ｐゴシック" pitchFamily="50" charset="-128"/>
                </a:rPr>
                <a:t>Viability enhancement</a:t>
              </a:r>
              <a:endParaRPr lang="en-US" altLang="ja-JP" sz="1400" b="1" dirty="0">
                <a:solidFill>
                  <a:prstClr val="black"/>
                </a:solidFill>
                <a:latin typeface="Verdana"/>
                <a:ea typeface="ＭＳ Ｐゴシック" pitchFamily="50" charset="-128"/>
              </a:endParaRPr>
            </a:p>
          </p:txBody>
        </p:sp>
        <p:sp>
          <p:nvSpPr>
            <p:cNvPr id="10" name="Rectangle 9"/>
            <p:cNvSpPr>
              <a:spLocks noChangeArrowheads="1"/>
            </p:cNvSpPr>
            <p:nvPr/>
          </p:nvSpPr>
          <p:spPr bwMode="auto">
            <a:xfrm>
              <a:off x="2576685" y="3075534"/>
              <a:ext cx="1406525" cy="1371600"/>
            </a:xfrm>
            <a:prstGeom prst="rect">
              <a:avLst/>
            </a:prstGeom>
            <a:solidFill>
              <a:schemeClr val="bg2">
                <a:lumMod val="40000"/>
                <a:lumOff val="60000"/>
              </a:schemeClr>
            </a:solidFill>
            <a:ln w="19050" algn="ctr">
              <a:noFill/>
              <a:miter lim="800000"/>
              <a:headEnd/>
              <a:tailEnd/>
            </a:ln>
          </p:spPr>
          <p:txBody>
            <a:bodyPr wrap="square" lIns="88900" tIns="88900" rIns="88900" bIns="88900" anchor="ctr"/>
            <a:lstStyle/>
            <a:p>
              <a:pPr algn="ctr">
                <a:defRPr/>
              </a:pPr>
              <a:r>
                <a:rPr lang="en-US" sz="1400" b="1" dirty="0" smtClean="0">
                  <a:solidFill>
                    <a:prstClr val="black"/>
                  </a:solidFill>
                  <a:latin typeface="Verdana"/>
                  <a:ea typeface="ＭＳ Ｐゴシック" pitchFamily="50" charset="-128"/>
                </a:rPr>
                <a:t>Site Selection </a:t>
              </a:r>
              <a:r>
                <a:rPr lang="en-US" sz="1400" dirty="0" smtClean="0">
                  <a:solidFill>
                    <a:prstClr val="black"/>
                  </a:solidFill>
                  <a:latin typeface="Verdana"/>
                  <a:ea typeface="ＭＳ Ｐゴシック" pitchFamily="50" charset="-128"/>
                </a:rPr>
                <a:t>for greenfield airport</a:t>
              </a:r>
              <a:endParaRPr lang="en-US" altLang="ja-JP" sz="1400" dirty="0">
                <a:solidFill>
                  <a:prstClr val="black"/>
                </a:solidFill>
                <a:latin typeface="Verdana"/>
                <a:ea typeface="ＭＳ Ｐゴシック" pitchFamily="50" charset="-128"/>
              </a:endParaRPr>
            </a:p>
          </p:txBody>
        </p:sp>
        <p:sp>
          <p:nvSpPr>
            <p:cNvPr id="11" name="Rectangle 10"/>
            <p:cNvSpPr>
              <a:spLocks noChangeArrowheads="1"/>
            </p:cNvSpPr>
            <p:nvPr/>
          </p:nvSpPr>
          <p:spPr bwMode="auto">
            <a:xfrm>
              <a:off x="4073526" y="3075534"/>
              <a:ext cx="1406525" cy="1371600"/>
            </a:xfrm>
            <a:prstGeom prst="rect">
              <a:avLst/>
            </a:prstGeom>
            <a:solidFill>
              <a:schemeClr val="bg2">
                <a:lumMod val="40000"/>
                <a:lumOff val="60000"/>
              </a:schemeClr>
            </a:solidFill>
            <a:ln w="19050" algn="ctr">
              <a:noFill/>
              <a:miter lim="800000"/>
              <a:headEnd/>
              <a:tailEnd/>
            </a:ln>
          </p:spPr>
          <p:txBody>
            <a:bodyPr wrap="square" lIns="88900" tIns="88900" rIns="88900" bIns="88900" anchor="ctr"/>
            <a:lstStyle/>
            <a:p>
              <a:pPr algn="ctr">
                <a:defRPr/>
              </a:pPr>
              <a:r>
                <a:rPr lang="en-US" altLang="ja-JP" sz="1400" b="1" dirty="0" smtClean="0">
                  <a:solidFill>
                    <a:prstClr val="black"/>
                  </a:solidFill>
                  <a:latin typeface="Verdana"/>
                  <a:ea typeface="ＭＳ Ｐゴシック" pitchFamily="50" charset="-128"/>
                </a:rPr>
                <a:t>Detailed design stage and approval</a:t>
              </a:r>
              <a:r>
                <a:rPr lang="en-US" altLang="ja-JP" sz="1400" dirty="0" smtClean="0">
                  <a:solidFill>
                    <a:prstClr val="black"/>
                  </a:solidFill>
                  <a:latin typeface="Verdana"/>
                  <a:ea typeface="ＭＳ Ｐゴシック" pitchFamily="50" charset="-128"/>
                </a:rPr>
                <a:t> by Union Cabinet as per Civil Aviation Policy</a:t>
              </a:r>
              <a:endParaRPr lang="en-US" altLang="ja-JP" sz="1400" dirty="0">
                <a:solidFill>
                  <a:prstClr val="black"/>
                </a:solidFill>
                <a:latin typeface="Verdana"/>
                <a:ea typeface="ＭＳ Ｐゴシック" pitchFamily="50" charset="-128"/>
              </a:endParaRPr>
            </a:p>
          </p:txBody>
        </p:sp>
        <p:sp>
          <p:nvSpPr>
            <p:cNvPr id="12" name="Rectangle 11"/>
            <p:cNvSpPr>
              <a:spLocks noChangeArrowheads="1"/>
            </p:cNvSpPr>
            <p:nvPr/>
          </p:nvSpPr>
          <p:spPr bwMode="auto">
            <a:xfrm>
              <a:off x="5570367" y="3075534"/>
              <a:ext cx="1406525" cy="1371600"/>
            </a:xfrm>
            <a:prstGeom prst="rect">
              <a:avLst/>
            </a:prstGeom>
            <a:solidFill>
              <a:schemeClr val="bg2">
                <a:lumMod val="40000"/>
                <a:lumOff val="60000"/>
              </a:schemeClr>
            </a:solidFill>
            <a:ln w="19050" algn="ctr">
              <a:noFill/>
              <a:miter lim="800000"/>
              <a:headEnd/>
              <a:tailEnd/>
            </a:ln>
          </p:spPr>
          <p:txBody>
            <a:bodyPr wrap="square" lIns="88900" tIns="88900" rIns="88900" bIns="88900" anchor="ctr"/>
            <a:lstStyle/>
            <a:p>
              <a:pPr algn="ctr">
                <a:defRPr/>
              </a:pPr>
              <a:r>
                <a:rPr lang="en-US" altLang="ja-JP" sz="1400" b="1" dirty="0" smtClean="0">
                  <a:solidFill>
                    <a:prstClr val="black"/>
                  </a:solidFill>
                  <a:latin typeface="Verdana"/>
                  <a:ea typeface="ＭＳ Ｐゴシック" pitchFamily="50" charset="-128"/>
                </a:rPr>
                <a:t>Project Implementation Stage </a:t>
              </a:r>
              <a:r>
                <a:rPr lang="en-US" altLang="ja-JP" sz="1400" dirty="0" smtClean="0">
                  <a:solidFill>
                    <a:prstClr val="black"/>
                  </a:solidFill>
                  <a:latin typeface="Verdana"/>
                  <a:ea typeface="ＭＳ Ｐゴシック" pitchFamily="50" charset="-128"/>
                </a:rPr>
                <a:t>guided by a steering committee set up by the Government/promoter</a:t>
              </a:r>
              <a:endParaRPr lang="en-US" altLang="ja-JP" sz="1400" dirty="0">
                <a:solidFill>
                  <a:prstClr val="black"/>
                </a:solidFill>
                <a:latin typeface="Verdana"/>
                <a:ea typeface="ＭＳ Ｐゴシック" pitchFamily="50" charset="-128"/>
              </a:endParaRPr>
            </a:p>
          </p:txBody>
        </p:sp>
        <p:sp>
          <p:nvSpPr>
            <p:cNvPr id="13" name="AutoShape 12"/>
            <p:cNvSpPr>
              <a:spLocks noChangeArrowheads="1"/>
            </p:cNvSpPr>
            <p:nvPr/>
          </p:nvSpPr>
          <p:spPr bwMode="auto">
            <a:xfrm>
              <a:off x="7178503" y="1611784"/>
              <a:ext cx="336550" cy="4297680"/>
            </a:xfrm>
            <a:prstGeom prst="homePlate">
              <a:avLst>
                <a:gd name="adj" fmla="val 100000"/>
              </a:avLst>
            </a:prstGeom>
            <a:solidFill>
              <a:schemeClr val="bg2">
                <a:lumMod val="75000"/>
              </a:schemeClr>
            </a:solidFill>
            <a:ln w="6350" algn="ctr">
              <a:noFill/>
              <a:miter lim="800000"/>
              <a:headEnd/>
              <a:tailEnd/>
            </a:ln>
          </p:spPr>
          <p:txBody>
            <a:bodyPr wrap="square" lIns="88900" tIns="88900" rIns="88900" bIns="88900" anchor="ctr"/>
            <a:lstStyle/>
            <a:p>
              <a:pPr algn="ctr"/>
              <a:endParaRPr lang="en-US" sz="1400" dirty="0">
                <a:solidFill>
                  <a:prstClr val="white"/>
                </a:solidFill>
                <a:latin typeface="Verdana"/>
              </a:endParaRPr>
            </a:p>
          </p:txBody>
        </p:sp>
        <p:sp>
          <p:nvSpPr>
            <p:cNvPr id="14" name="Rectangle 19"/>
            <p:cNvSpPr>
              <a:spLocks noChangeArrowheads="1"/>
            </p:cNvSpPr>
            <p:nvPr/>
          </p:nvSpPr>
          <p:spPr bwMode="auto">
            <a:xfrm>
              <a:off x="7716666" y="1611785"/>
              <a:ext cx="1898650" cy="4299098"/>
            </a:xfrm>
            <a:prstGeom prst="rect">
              <a:avLst/>
            </a:prstGeom>
            <a:solidFill>
              <a:schemeClr val="accent5"/>
            </a:solidFill>
            <a:ln w="19050" algn="ctr">
              <a:noFill/>
              <a:miter lim="800000"/>
              <a:headEnd/>
              <a:tailEnd/>
            </a:ln>
          </p:spPr>
          <p:txBody>
            <a:bodyPr wrap="square" lIns="88900" tIns="88900" rIns="88900" bIns="88900" anchor="ctr"/>
            <a:lstStyle/>
            <a:p>
              <a:pPr algn="ctr">
                <a:defRPr/>
              </a:pPr>
              <a:r>
                <a:rPr lang="en-US" sz="1400" dirty="0" smtClean="0">
                  <a:solidFill>
                    <a:prstClr val="white"/>
                  </a:solidFill>
                  <a:latin typeface="Verdana"/>
                  <a:ea typeface="ＭＳ Ｐゴシック" pitchFamily="50" charset="-128"/>
                </a:rPr>
                <a:t>Procedural guidelines for a PPP airport</a:t>
              </a:r>
              <a:endParaRPr lang="en-US" altLang="ja-JP" sz="1400" dirty="0">
                <a:solidFill>
                  <a:prstClr val="white"/>
                </a:solidFill>
                <a:latin typeface="Verdana"/>
                <a:ea typeface="ＭＳ Ｐゴシック" pitchFamily="50" charset="-128"/>
              </a:endParaRPr>
            </a:p>
          </p:txBody>
        </p:sp>
      </p:grpSp>
      <p:sp>
        <p:nvSpPr>
          <p:cNvPr id="17" name="Title 1"/>
          <p:cNvSpPr>
            <a:spLocks noGrp="1"/>
          </p:cNvSpPr>
          <p:nvPr>
            <p:ph type="title"/>
          </p:nvPr>
        </p:nvSpPr>
        <p:spPr>
          <a:xfrm>
            <a:off x="501651" y="317501"/>
            <a:ext cx="11188700" cy="692150"/>
          </a:xfrm>
        </p:spPr>
        <p:txBody>
          <a:bodyPr/>
          <a:lstStyle/>
          <a:p>
            <a:r>
              <a:rPr lang="en-US" sz="1800" b="1" dirty="0" smtClean="0"/>
              <a:t>Procedures for setting up of a PPP airport</a:t>
            </a:r>
            <a:endParaRPr lang="en-IN" sz="1800" b="1" dirty="0"/>
          </a:p>
        </p:txBody>
      </p:sp>
    </p:spTree>
    <p:extLst>
      <p:ext uri="{BB962C8B-B14F-4D97-AF65-F5344CB8AC3E}">
        <p14:creationId xmlns:p14="http://schemas.microsoft.com/office/powerpoint/2010/main" val="313714219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800" b="1" dirty="0" smtClean="0"/>
              <a:t>Cases of PPPs in Indian Aviation sector</a:t>
            </a:r>
            <a:endParaRPr lang="en-IN" sz="1800" b="1" dirty="0"/>
          </a:p>
        </p:txBody>
      </p:sp>
      <p:sp>
        <p:nvSpPr>
          <p:cNvPr id="3" name="Rectangle 2"/>
          <p:cNvSpPr/>
          <p:nvPr/>
        </p:nvSpPr>
        <p:spPr>
          <a:xfrm>
            <a:off x="501651" y="1009651"/>
            <a:ext cx="11188700" cy="2185214"/>
          </a:xfrm>
          <a:prstGeom prst="rect">
            <a:avLst/>
          </a:prstGeom>
          <a:solidFill>
            <a:schemeClr val="accent3">
              <a:lumMod val="20000"/>
              <a:lumOff val="80000"/>
            </a:schemeClr>
          </a:solidFill>
        </p:spPr>
        <p:txBody>
          <a:bodyPr wrap="square">
            <a:spAutoFit/>
          </a:bodyPr>
          <a:lstStyle/>
          <a:p>
            <a:r>
              <a:rPr lang="en-IN" sz="1400" b="1" dirty="0"/>
              <a:t>Cochin International </a:t>
            </a:r>
            <a:r>
              <a:rPr lang="en-IN" sz="1400" b="1" dirty="0" smtClean="0"/>
              <a:t>Airport</a:t>
            </a:r>
          </a:p>
          <a:p>
            <a:endParaRPr lang="en-IN" sz="1400" b="1" dirty="0"/>
          </a:p>
          <a:p>
            <a:pPr marL="171450" indent="-171450">
              <a:buFont typeface="Arial" panose="020B0604020202020204" pitchFamily="34" charset="0"/>
              <a:buChar char="•"/>
            </a:pPr>
            <a:r>
              <a:rPr lang="en-US" sz="1200" dirty="0"/>
              <a:t>Cochin International Airport (CIAL) also known as </a:t>
            </a:r>
            <a:r>
              <a:rPr lang="en-US" sz="1200" dirty="0" err="1"/>
              <a:t>Nedumbassery</a:t>
            </a:r>
            <a:r>
              <a:rPr lang="en-US" sz="1200" dirty="0"/>
              <a:t> Airport, is the largest </a:t>
            </a:r>
            <a:r>
              <a:rPr lang="en-US" sz="1200" dirty="0" smtClean="0"/>
              <a:t>and busiest </a:t>
            </a:r>
            <a:r>
              <a:rPr lang="en-US" sz="1200" dirty="0"/>
              <a:t>airport in Kerala. </a:t>
            </a:r>
            <a:endParaRPr lang="en-US" sz="1200" dirty="0" smtClean="0"/>
          </a:p>
          <a:p>
            <a:pPr marL="171450" indent="-171450">
              <a:buFont typeface="Arial" panose="020B0604020202020204" pitchFamily="34" charset="0"/>
              <a:buChar char="•"/>
            </a:pPr>
            <a:r>
              <a:rPr lang="en-US" sz="1200" dirty="0" smtClean="0"/>
              <a:t>The </a:t>
            </a:r>
            <a:r>
              <a:rPr lang="en-US" sz="1200" dirty="0"/>
              <a:t>airport was the first to be developed under a PPP model. </a:t>
            </a:r>
            <a:endParaRPr lang="en-US" sz="1200" dirty="0" smtClean="0"/>
          </a:p>
          <a:p>
            <a:pPr marL="171450" indent="-171450">
              <a:buFont typeface="Arial" panose="020B0604020202020204" pitchFamily="34" charset="0"/>
              <a:buChar char="•"/>
            </a:pPr>
            <a:r>
              <a:rPr lang="en-US" sz="1200" dirty="0" smtClean="0"/>
              <a:t>The project </a:t>
            </a:r>
            <a:r>
              <a:rPr lang="en-US" sz="1200" dirty="0"/>
              <a:t>commenced on 21st August 1994 and was completed on 25th May 1999. </a:t>
            </a:r>
            <a:endParaRPr lang="en-US" sz="1200" dirty="0" smtClean="0"/>
          </a:p>
          <a:p>
            <a:endParaRPr lang="en-US" sz="1200" dirty="0" smtClean="0"/>
          </a:p>
          <a:p>
            <a:r>
              <a:rPr lang="en-US" sz="1200" dirty="0" smtClean="0"/>
              <a:t>Fifteen hundred acres </a:t>
            </a:r>
            <a:r>
              <a:rPr lang="en-US" sz="1200" dirty="0"/>
              <a:t>(6,100,000 m2) of land was acquired for the construction of the airport. </a:t>
            </a:r>
            <a:r>
              <a:rPr lang="en-US" sz="1200" dirty="0" smtClean="0"/>
              <a:t>Approximately, 2,300 </a:t>
            </a:r>
            <a:r>
              <a:rPr lang="en-US" sz="1200" dirty="0"/>
              <a:t>landowners and 872 families were resettled under a rehabilitation package. Major </a:t>
            </a:r>
            <a:r>
              <a:rPr lang="en-US" sz="1200" dirty="0" smtClean="0"/>
              <a:t>electric lines </a:t>
            </a:r>
            <a:r>
              <a:rPr lang="en-US" sz="1200" dirty="0"/>
              <a:t>and an irrigation canal had to be delivered for the </a:t>
            </a:r>
            <a:r>
              <a:rPr lang="en-US" sz="1200" dirty="0" smtClean="0"/>
              <a:t>construction. Speedy </a:t>
            </a:r>
            <a:r>
              <a:rPr lang="en-US" sz="1200" dirty="0"/>
              <a:t>implementation was facilitated by the key interest of the State’s top </a:t>
            </a:r>
            <a:r>
              <a:rPr lang="en-US" sz="1200" dirty="0" smtClean="0"/>
              <a:t>political leadership</a:t>
            </a:r>
            <a:r>
              <a:rPr lang="en-US" sz="1200" dirty="0"/>
              <a:t>. The project CEO took charge of personally convincing the farmers and the </a:t>
            </a:r>
            <a:r>
              <a:rPr lang="en-US" sz="1200" dirty="0" smtClean="0"/>
              <a:t>locals during </a:t>
            </a:r>
            <a:r>
              <a:rPr lang="en-US" sz="1200" dirty="0"/>
              <a:t>the land acquisition process. Employment was provided to all those who gave up </a:t>
            </a:r>
            <a:r>
              <a:rPr lang="en-US" sz="1200" dirty="0" smtClean="0"/>
              <a:t>their land </a:t>
            </a:r>
            <a:r>
              <a:rPr lang="en-US" sz="1200" dirty="0"/>
              <a:t>during the construction of the airport and thereafter at the airport itself.</a:t>
            </a:r>
            <a:endParaRPr lang="en-IN" sz="1200" dirty="0"/>
          </a:p>
        </p:txBody>
      </p:sp>
      <p:sp>
        <p:nvSpPr>
          <p:cNvPr id="4" name="Rectangle 3"/>
          <p:cNvSpPr/>
          <p:nvPr/>
        </p:nvSpPr>
        <p:spPr>
          <a:xfrm>
            <a:off x="501651" y="3320771"/>
            <a:ext cx="11188700" cy="2308324"/>
          </a:xfrm>
          <a:prstGeom prst="rect">
            <a:avLst/>
          </a:prstGeom>
          <a:solidFill>
            <a:schemeClr val="accent1">
              <a:lumMod val="20000"/>
              <a:lumOff val="80000"/>
            </a:schemeClr>
          </a:solidFill>
        </p:spPr>
        <p:txBody>
          <a:bodyPr wrap="square">
            <a:spAutoFit/>
          </a:bodyPr>
          <a:lstStyle/>
          <a:p>
            <a:r>
              <a:rPr lang="en-US" sz="1200" dirty="0"/>
              <a:t>The Government of India has developed new airports </a:t>
            </a:r>
            <a:r>
              <a:rPr lang="en-US" sz="1200" dirty="0" smtClean="0"/>
              <a:t>or modernization </a:t>
            </a:r>
            <a:r>
              <a:rPr lang="en-US" sz="1200" dirty="0"/>
              <a:t>of existing airports in several cities on a </a:t>
            </a:r>
            <a:r>
              <a:rPr lang="en-US" sz="1200" dirty="0" smtClean="0"/>
              <a:t>PPP </a:t>
            </a:r>
            <a:r>
              <a:rPr lang="en-IN" sz="1200" dirty="0" smtClean="0"/>
              <a:t>basis</a:t>
            </a:r>
            <a:r>
              <a:rPr lang="en-IN" sz="1200" dirty="0"/>
              <a:t>:</a:t>
            </a:r>
          </a:p>
          <a:p>
            <a:pPr marL="171450" indent="-171450">
              <a:buFont typeface="Wingdings" panose="05000000000000000000" pitchFamily="2" charset="2"/>
              <a:buChar char="ü"/>
            </a:pPr>
            <a:r>
              <a:rPr lang="en-US" sz="1200" b="1" dirty="0" smtClean="0"/>
              <a:t>Delhi</a:t>
            </a:r>
            <a:r>
              <a:rPr lang="en-US" sz="1200" b="1" dirty="0"/>
              <a:t>, India</a:t>
            </a:r>
            <a:r>
              <a:rPr lang="en-US" sz="1200" dirty="0"/>
              <a:t>: Operation, Management and </a:t>
            </a:r>
            <a:r>
              <a:rPr lang="en-US" sz="1200" dirty="0" smtClean="0"/>
              <a:t>Development Agreement </a:t>
            </a:r>
            <a:r>
              <a:rPr lang="en-US" sz="1200" dirty="0"/>
              <a:t>between the Government of India and </a:t>
            </a:r>
            <a:r>
              <a:rPr lang="en-US" sz="1200" dirty="0" smtClean="0"/>
              <a:t>Delhi International </a:t>
            </a:r>
            <a:r>
              <a:rPr lang="en-US" sz="1200" dirty="0"/>
              <a:t>Airport, 2006 (brown field)</a:t>
            </a:r>
          </a:p>
          <a:p>
            <a:pPr marL="171450" indent="-171450">
              <a:buFont typeface="Wingdings" panose="05000000000000000000" pitchFamily="2" charset="2"/>
              <a:buChar char="ü"/>
            </a:pPr>
            <a:r>
              <a:rPr lang="en-US" sz="1200" b="1" dirty="0" smtClean="0"/>
              <a:t>Mumbai</a:t>
            </a:r>
            <a:r>
              <a:rPr lang="en-US" sz="1200" b="1" dirty="0"/>
              <a:t>, India: </a:t>
            </a:r>
            <a:r>
              <a:rPr lang="en-US" sz="1200" dirty="0"/>
              <a:t>Operation, Management </a:t>
            </a:r>
            <a:r>
              <a:rPr lang="en-US" sz="1200" dirty="0" smtClean="0"/>
              <a:t>and Development </a:t>
            </a:r>
            <a:r>
              <a:rPr lang="en-US" sz="1200" dirty="0"/>
              <a:t>Agreement between the Government </a:t>
            </a:r>
            <a:r>
              <a:rPr lang="en-US" sz="1200" dirty="0" smtClean="0"/>
              <a:t>of India </a:t>
            </a:r>
            <a:r>
              <a:rPr lang="en-US" sz="1200" dirty="0"/>
              <a:t>and Mumbai </a:t>
            </a:r>
            <a:r>
              <a:rPr lang="en-US" sz="1200" dirty="0" smtClean="0"/>
              <a:t>International Airport</a:t>
            </a:r>
            <a:r>
              <a:rPr lang="en-US" sz="1200" dirty="0"/>
              <a:t>, 2006 (</a:t>
            </a:r>
            <a:r>
              <a:rPr lang="en-US" sz="1200" dirty="0" smtClean="0"/>
              <a:t>brown </a:t>
            </a:r>
            <a:r>
              <a:rPr lang="en-IN" sz="1200" dirty="0" smtClean="0"/>
              <a:t>field</a:t>
            </a:r>
            <a:r>
              <a:rPr lang="en-IN" sz="1200" dirty="0"/>
              <a:t>).</a:t>
            </a:r>
          </a:p>
          <a:p>
            <a:pPr marL="171450" indent="-171450">
              <a:buFont typeface="Wingdings" panose="05000000000000000000" pitchFamily="2" charset="2"/>
              <a:buChar char="ü"/>
            </a:pPr>
            <a:r>
              <a:rPr lang="en-US" sz="1200" b="1" dirty="0" smtClean="0"/>
              <a:t>Hyderabad </a:t>
            </a:r>
            <a:r>
              <a:rPr lang="en-US" sz="1200" b="1" dirty="0"/>
              <a:t>draft concession agreement, </a:t>
            </a:r>
            <a:r>
              <a:rPr lang="en-US" sz="1200" b="1" dirty="0" smtClean="0"/>
              <a:t>India: </a:t>
            </a:r>
            <a:r>
              <a:rPr lang="en-US" sz="1200" dirty="0" smtClean="0"/>
              <a:t>Concession </a:t>
            </a:r>
            <a:r>
              <a:rPr lang="en-US" sz="1200" dirty="0"/>
              <a:t>Agreement for the </a:t>
            </a:r>
            <a:r>
              <a:rPr lang="en-US" sz="1200" dirty="0" smtClean="0"/>
              <a:t>Development, Construction</a:t>
            </a:r>
            <a:r>
              <a:rPr lang="en-US" sz="1200" dirty="0"/>
              <a:t>, Operation </a:t>
            </a:r>
            <a:r>
              <a:rPr lang="en-US" sz="1200" dirty="0" smtClean="0"/>
              <a:t>and Maintenance </a:t>
            </a:r>
            <a:r>
              <a:rPr lang="en-US" sz="1200" dirty="0"/>
              <a:t>of </a:t>
            </a:r>
            <a:r>
              <a:rPr lang="en-US" sz="1200" dirty="0" smtClean="0"/>
              <a:t>the Hyderabad </a:t>
            </a:r>
            <a:r>
              <a:rPr lang="en-US" sz="1200" dirty="0"/>
              <a:t>International Airport between the </a:t>
            </a:r>
            <a:r>
              <a:rPr lang="en-US" sz="1200" dirty="0" smtClean="0"/>
              <a:t>Government of </a:t>
            </a:r>
            <a:r>
              <a:rPr lang="en-US" sz="1200" dirty="0"/>
              <a:t>India and Hyderabad International Airport, 2004 (</a:t>
            </a:r>
            <a:r>
              <a:rPr lang="en-US" sz="1200" dirty="0" smtClean="0"/>
              <a:t>green field</a:t>
            </a:r>
            <a:r>
              <a:rPr lang="en-US" sz="1200" dirty="0"/>
              <a:t>) (World Bank Group, 2015</a:t>
            </a:r>
            <a:r>
              <a:rPr lang="en-US" sz="1200" dirty="0" smtClean="0"/>
              <a:t>)</a:t>
            </a:r>
          </a:p>
          <a:p>
            <a:endParaRPr lang="en-US" sz="1200" dirty="0"/>
          </a:p>
          <a:p>
            <a:r>
              <a:rPr lang="en-US" sz="1200" dirty="0"/>
              <a:t>Other major initiatives taken via PPP aimed at </a:t>
            </a:r>
            <a:r>
              <a:rPr lang="en-US" sz="1200" dirty="0" smtClean="0"/>
              <a:t>augmenting better </a:t>
            </a:r>
            <a:r>
              <a:rPr lang="en-US" sz="1200" dirty="0"/>
              <a:t>airport infrastructure at four airports of the AAI -</a:t>
            </a:r>
          </a:p>
          <a:p>
            <a:r>
              <a:rPr lang="en-US" sz="1200" dirty="0"/>
              <a:t>Chennai, Kolkata, Ahmedabad, and Jaipur. It is estimated </a:t>
            </a:r>
            <a:r>
              <a:rPr lang="en-US" sz="1200" dirty="0" smtClean="0"/>
              <a:t>that AAI </a:t>
            </a:r>
            <a:r>
              <a:rPr lang="en-US" sz="1200" dirty="0"/>
              <a:t>has earned USD 1.7 billion in revenue share from </a:t>
            </a:r>
            <a:r>
              <a:rPr lang="en-US" sz="1200" dirty="0" smtClean="0"/>
              <a:t>PPP airports </a:t>
            </a:r>
            <a:r>
              <a:rPr lang="en-US" sz="1200" dirty="0"/>
              <a:t>since FY2007. Without this income and its </a:t>
            </a:r>
            <a:r>
              <a:rPr lang="en-US" sz="1200" dirty="0" smtClean="0"/>
              <a:t>air navigation </a:t>
            </a:r>
            <a:r>
              <a:rPr lang="en-US" sz="1200" dirty="0"/>
              <a:t>services division the AAI’s business model </a:t>
            </a:r>
            <a:r>
              <a:rPr lang="en-US" sz="1200" dirty="0" smtClean="0"/>
              <a:t>is </a:t>
            </a:r>
            <a:r>
              <a:rPr lang="en-IN" sz="1200" dirty="0" smtClean="0"/>
              <a:t>unviable</a:t>
            </a:r>
            <a:r>
              <a:rPr lang="en-IN" sz="1200" dirty="0"/>
              <a:t>.</a:t>
            </a:r>
          </a:p>
        </p:txBody>
      </p:sp>
      <p:sp>
        <p:nvSpPr>
          <p:cNvPr id="5" name="Freeform 315"/>
          <p:cNvSpPr>
            <a:spLocks noChangeAspect="1" noEditPoints="1"/>
          </p:cNvSpPr>
          <p:nvPr/>
        </p:nvSpPr>
        <p:spPr bwMode="auto">
          <a:xfrm>
            <a:off x="10062866" y="1212420"/>
            <a:ext cx="889837" cy="889837"/>
          </a:xfrm>
          <a:custGeom>
            <a:avLst/>
            <a:gdLst>
              <a:gd name="T0" fmla="*/ 373 w 512"/>
              <a:gd name="T1" fmla="*/ 138 h 512"/>
              <a:gd name="T2" fmla="*/ 298 w 512"/>
              <a:gd name="T3" fmla="*/ 228 h 512"/>
              <a:gd name="T4" fmla="*/ 339 w 512"/>
              <a:gd name="T5" fmla="*/ 369 h 512"/>
              <a:gd name="T6" fmla="*/ 273 w 512"/>
              <a:gd name="T7" fmla="*/ 272 h 512"/>
              <a:gd name="T8" fmla="*/ 256 w 512"/>
              <a:gd name="T9" fmla="*/ 270 h 512"/>
              <a:gd name="T10" fmla="*/ 202 w 512"/>
              <a:gd name="T11" fmla="*/ 333 h 512"/>
              <a:gd name="T12" fmla="*/ 214 w 512"/>
              <a:gd name="T13" fmla="*/ 388 h 512"/>
              <a:gd name="T14" fmla="*/ 176 w 512"/>
              <a:gd name="T15" fmla="*/ 332 h 512"/>
              <a:gd name="T16" fmla="*/ 131 w 512"/>
              <a:gd name="T17" fmla="*/ 290 h 512"/>
              <a:gd name="T18" fmla="*/ 189 w 512"/>
              <a:gd name="T19" fmla="*/ 307 h 512"/>
              <a:gd name="T20" fmla="*/ 244 w 512"/>
              <a:gd name="T21" fmla="*/ 246 h 512"/>
              <a:gd name="T22" fmla="*/ 135 w 512"/>
              <a:gd name="T23" fmla="*/ 181 h 512"/>
              <a:gd name="T24" fmla="*/ 272 w 512"/>
              <a:gd name="T25" fmla="*/ 216 h 512"/>
              <a:gd name="T26" fmla="*/ 343 w 512"/>
              <a:gd name="T27" fmla="*/ 154 h 512"/>
              <a:gd name="T28" fmla="*/ 256 w 512"/>
              <a:gd name="T29" fmla="*/ 512 h 512"/>
              <a:gd name="T30" fmla="*/ 256 w 512"/>
              <a:gd name="T31" fmla="*/ 0 h 512"/>
              <a:gd name="T32" fmla="*/ 389 w 512"/>
              <a:gd name="T33" fmla="*/ 123 h 512"/>
              <a:gd name="T34" fmla="*/ 328 w 512"/>
              <a:gd name="T35" fmla="*/ 138 h 512"/>
              <a:gd name="T36" fmla="*/ 143 w 512"/>
              <a:gd name="T37" fmla="*/ 150 h 512"/>
              <a:gd name="T38" fmla="*/ 109 w 512"/>
              <a:gd name="T39" fmla="*/ 176 h 512"/>
              <a:gd name="T40" fmla="*/ 112 w 512"/>
              <a:gd name="T41" fmla="*/ 193 h 512"/>
              <a:gd name="T42" fmla="*/ 179 w 512"/>
              <a:gd name="T43" fmla="*/ 287 h 512"/>
              <a:gd name="T44" fmla="*/ 121 w 512"/>
              <a:gd name="T45" fmla="*/ 270 h 512"/>
              <a:gd name="T46" fmla="*/ 96 w 512"/>
              <a:gd name="T47" fmla="*/ 301 h 512"/>
              <a:gd name="T48" fmla="*/ 163 w 512"/>
              <a:gd name="T49" fmla="*/ 349 h 512"/>
              <a:gd name="T50" fmla="*/ 211 w 512"/>
              <a:gd name="T51" fmla="*/ 416 h 512"/>
              <a:gd name="T52" fmla="*/ 219 w 512"/>
              <a:gd name="T53" fmla="*/ 413 h 512"/>
              <a:gd name="T54" fmla="*/ 244 w 512"/>
              <a:gd name="T55" fmla="*/ 379 h 512"/>
              <a:gd name="T56" fmla="*/ 262 w 512"/>
              <a:gd name="T57" fmla="*/ 295 h 512"/>
              <a:gd name="T58" fmla="*/ 327 w 512"/>
              <a:gd name="T59" fmla="*/ 405 h 512"/>
              <a:gd name="T60" fmla="*/ 358 w 512"/>
              <a:gd name="T61" fmla="*/ 379 h 512"/>
              <a:gd name="T62" fmla="*/ 318 w 512"/>
              <a:gd name="T63" fmla="*/ 239 h 512"/>
              <a:gd name="T64" fmla="*/ 374 w 512"/>
              <a:gd name="T65" fmla="*/ 18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12" h="512">
                <a:moveTo>
                  <a:pt x="343" y="154"/>
                </a:moveTo>
                <a:cubicBezTo>
                  <a:pt x="354" y="145"/>
                  <a:pt x="368" y="138"/>
                  <a:pt x="373" y="138"/>
                </a:cubicBezTo>
                <a:cubicBezTo>
                  <a:pt x="373" y="144"/>
                  <a:pt x="366" y="157"/>
                  <a:pt x="358" y="169"/>
                </a:cubicBezTo>
                <a:cubicBezTo>
                  <a:pt x="298" y="228"/>
                  <a:pt x="298" y="228"/>
                  <a:pt x="298" y="228"/>
                </a:cubicBezTo>
                <a:cubicBezTo>
                  <a:pt x="295" y="231"/>
                  <a:pt x="294" y="236"/>
                  <a:pt x="295" y="239"/>
                </a:cubicBezTo>
                <a:cubicBezTo>
                  <a:pt x="339" y="369"/>
                  <a:pt x="339" y="369"/>
                  <a:pt x="339" y="369"/>
                </a:cubicBezTo>
                <a:cubicBezTo>
                  <a:pt x="331" y="377"/>
                  <a:pt x="331" y="377"/>
                  <a:pt x="331" y="377"/>
                </a:cubicBezTo>
                <a:cubicBezTo>
                  <a:pt x="273" y="272"/>
                  <a:pt x="273" y="272"/>
                  <a:pt x="273" y="272"/>
                </a:cubicBezTo>
                <a:cubicBezTo>
                  <a:pt x="272" y="269"/>
                  <a:pt x="269" y="267"/>
                  <a:pt x="266" y="267"/>
                </a:cubicBezTo>
                <a:cubicBezTo>
                  <a:pt x="262" y="266"/>
                  <a:pt x="259" y="268"/>
                  <a:pt x="256" y="270"/>
                </a:cubicBezTo>
                <a:cubicBezTo>
                  <a:pt x="205" y="322"/>
                  <a:pt x="205" y="322"/>
                  <a:pt x="205" y="322"/>
                </a:cubicBezTo>
                <a:cubicBezTo>
                  <a:pt x="202" y="325"/>
                  <a:pt x="201" y="329"/>
                  <a:pt x="202" y="333"/>
                </a:cubicBezTo>
                <a:cubicBezTo>
                  <a:pt x="221" y="381"/>
                  <a:pt x="221" y="381"/>
                  <a:pt x="221" y="381"/>
                </a:cubicBezTo>
                <a:cubicBezTo>
                  <a:pt x="214" y="388"/>
                  <a:pt x="214" y="388"/>
                  <a:pt x="214" y="388"/>
                </a:cubicBezTo>
                <a:cubicBezTo>
                  <a:pt x="179" y="335"/>
                  <a:pt x="179" y="335"/>
                  <a:pt x="179" y="335"/>
                </a:cubicBezTo>
                <a:cubicBezTo>
                  <a:pt x="179" y="334"/>
                  <a:pt x="177" y="333"/>
                  <a:pt x="176" y="332"/>
                </a:cubicBezTo>
                <a:cubicBezTo>
                  <a:pt x="123" y="298"/>
                  <a:pt x="123" y="298"/>
                  <a:pt x="123" y="298"/>
                </a:cubicBezTo>
                <a:cubicBezTo>
                  <a:pt x="131" y="290"/>
                  <a:pt x="131" y="290"/>
                  <a:pt x="131" y="290"/>
                </a:cubicBezTo>
                <a:cubicBezTo>
                  <a:pt x="178" y="309"/>
                  <a:pt x="178" y="309"/>
                  <a:pt x="178" y="309"/>
                </a:cubicBezTo>
                <a:cubicBezTo>
                  <a:pt x="182" y="311"/>
                  <a:pt x="186" y="310"/>
                  <a:pt x="189" y="307"/>
                </a:cubicBezTo>
                <a:cubicBezTo>
                  <a:pt x="241" y="255"/>
                  <a:pt x="241" y="255"/>
                  <a:pt x="241" y="255"/>
                </a:cubicBezTo>
                <a:cubicBezTo>
                  <a:pt x="244" y="252"/>
                  <a:pt x="245" y="249"/>
                  <a:pt x="244" y="246"/>
                </a:cubicBezTo>
                <a:cubicBezTo>
                  <a:pt x="244" y="242"/>
                  <a:pt x="242" y="240"/>
                  <a:pt x="239" y="238"/>
                </a:cubicBezTo>
                <a:cubicBezTo>
                  <a:pt x="135" y="181"/>
                  <a:pt x="135" y="181"/>
                  <a:pt x="135" y="181"/>
                </a:cubicBezTo>
                <a:cubicBezTo>
                  <a:pt x="142" y="173"/>
                  <a:pt x="142" y="173"/>
                  <a:pt x="142" y="173"/>
                </a:cubicBezTo>
                <a:cubicBezTo>
                  <a:pt x="272" y="216"/>
                  <a:pt x="272" y="216"/>
                  <a:pt x="272" y="216"/>
                </a:cubicBezTo>
                <a:cubicBezTo>
                  <a:pt x="276" y="217"/>
                  <a:pt x="280" y="216"/>
                  <a:pt x="283" y="213"/>
                </a:cubicBezTo>
                <a:lnTo>
                  <a:pt x="343" y="154"/>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89" y="123"/>
                </a:moveTo>
                <a:cubicBezTo>
                  <a:pt x="373" y="107"/>
                  <a:pt x="342" y="127"/>
                  <a:pt x="329" y="137"/>
                </a:cubicBezTo>
                <a:cubicBezTo>
                  <a:pt x="329" y="137"/>
                  <a:pt x="328" y="138"/>
                  <a:pt x="328" y="138"/>
                </a:cubicBezTo>
                <a:cubicBezTo>
                  <a:pt x="272" y="194"/>
                  <a:pt x="272" y="194"/>
                  <a:pt x="272" y="194"/>
                </a:cubicBezTo>
                <a:cubicBezTo>
                  <a:pt x="143" y="150"/>
                  <a:pt x="143" y="150"/>
                  <a:pt x="143" y="150"/>
                </a:cubicBezTo>
                <a:cubicBezTo>
                  <a:pt x="139" y="149"/>
                  <a:pt x="135" y="150"/>
                  <a:pt x="132" y="153"/>
                </a:cubicBezTo>
                <a:cubicBezTo>
                  <a:pt x="109" y="176"/>
                  <a:pt x="109" y="176"/>
                  <a:pt x="109" y="176"/>
                </a:cubicBezTo>
                <a:cubicBezTo>
                  <a:pt x="107" y="178"/>
                  <a:pt x="106" y="181"/>
                  <a:pt x="106" y="185"/>
                </a:cubicBezTo>
                <a:cubicBezTo>
                  <a:pt x="107" y="188"/>
                  <a:pt x="109" y="191"/>
                  <a:pt x="112" y="193"/>
                </a:cubicBezTo>
                <a:cubicBezTo>
                  <a:pt x="216" y="250"/>
                  <a:pt x="216" y="250"/>
                  <a:pt x="216" y="250"/>
                </a:cubicBezTo>
                <a:cubicBezTo>
                  <a:pt x="179" y="287"/>
                  <a:pt x="179" y="287"/>
                  <a:pt x="179" y="287"/>
                </a:cubicBezTo>
                <a:cubicBezTo>
                  <a:pt x="132" y="268"/>
                  <a:pt x="132" y="268"/>
                  <a:pt x="132" y="268"/>
                </a:cubicBezTo>
                <a:cubicBezTo>
                  <a:pt x="128" y="266"/>
                  <a:pt x="124" y="267"/>
                  <a:pt x="121" y="270"/>
                </a:cubicBezTo>
                <a:cubicBezTo>
                  <a:pt x="99" y="292"/>
                  <a:pt x="99" y="292"/>
                  <a:pt x="99" y="292"/>
                </a:cubicBezTo>
                <a:cubicBezTo>
                  <a:pt x="96" y="294"/>
                  <a:pt x="95" y="297"/>
                  <a:pt x="96" y="301"/>
                </a:cubicBezTo>
                <a:cubicBezTo>
                  <a:pt x="96" y="304"/>
                  <a:pt x="98" y="307"/>
                  <a:pt x="100" y="308"/>
                </a:cubicBezTo>
                <a:cubicBezTo>
                  <a:pt x="163" y="349"/>
                  <a:pt x="163" y="349"/>
                  <a:pt x="163" y="349"/>
                </a:cubicBezTo>
                <a:cubicBezTo>
                  <a:pt x="203" y="411"/>
                  <a:pt x="203" y="411"/>
                  <a:pt x="203" y="411"/>
                </a:cubicBezTo>
                <a:cubicBezTo>
                  <a:pt x="205" y="414"/>
                  <a:pt x="208" y="415"/>
                  <a:pt x="211" y="416"/>
                </a:cubicBezTo>
                <a:cubicBezTo>
                  <a:pt x="211" y="416"/>
                  <a:pt x="212" y="416"/>
                  <a:pt x="212" y="416"/>
                </a:cubicBezTo>
                <a:cubicBezTo>
                  <a:pt x="215" y="416"/>
                  <a:pt x="217" y="415"/>
                  <a:pt x="219" y="413"/>
                </a:cubicBezTo>
                <a:cubicBezTo>
                  <a:pt x="241" y="391"/>
                  <a:pt x="241" y="391"/>
                  <a:pt x="241" y="391"/>
                </a:cubicBezTo>
                <a:cubicBezTo>
                  <a:pt x="244" y="388"/>
                  <a:pt x="245" y="383"/>
                  <a:pt x="244" y="379"/>
                </a:cubicBezTo>
                <a:cubicBezTo>
                  <a:pt x="225" y="332"/>
                  <a:pt x="225" y="332"/>
                  <a:pt x="225" y="332"/>
                </a:cubicBezTo>
                <a:cubicBezTo>
                  <a:pt x="262" y="295"/>
                  <a:pt x="262" y="295"/>
                  <a:pt x="262" y="295"/>
                </a:cubicBezTo>
                <a:cubicBezTo>
                  <a:pt x="319" y="399"/>
                  <a:pt x="319" y="399"/>
                  <a:pt x="319" y="399"/>
                </a:cubicBezTo>
                <a:cubicBezTo>
                  <a:pt x="320" y="402"/>
                  <a:pt x="323" y="404"/>
                  <a:pt x="327" y="405"/>
                </a:cubicBezTo>
                <a:cubicBezTo>
                  <a:pt x="330" y="405"/>
                  <a:pt x="333" y="404"/>
                  <a:pt x="336" y="402"/>
                </a:cubicBezTo>
                <a:cubicBezTo>
                  <a:pt x="358" y="379"/>
                  <a:pt x="358" y="379"/>
                  <a:pt x="358" y="379"/>
                </a:cubicBezTo>
                <a:cubicBezTo>
                  <a:pt x="361" y="376"/>
                  <a:pt x="362" y="372"/>
                  <a:pt x="361" y="368"/>
                </a:cubicBezTo>
                <a:cubicBezTo>
                  <a:pt x="318" y="239"/>
                  <a:pt x="318" y="239"/>
                  <a:pt x="318" y="239"/>
                </a:cubicBezTo>
                <a:cubicBezTo>
                  <a:pt x="373" y="183"/>
                  <a:pt x="373" y="183"/>
                  <a:pt x="373" y="183"/>
                </a:cubicBezTo>
                <a:cubicBezTo>
                  <a:pt x="374" y="183"/>
                  <a:pt x="374" y="182"/>
                  <a:pt x="374" y="182"/>
                </a:cubicBezTo>
                <a:cubicBezTo>
                  <a:pt x="384" y="170"/>
                  <a:pt x="404" y="139"/>
                  <a:pt x="389" y="123"/>
                </a:cubicBezTo>
                <a:close/>
              </a:path>
            </a:pathLst>
          </a:cu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798316832"/>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8NynUPpbrEirvGwcUTj5o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uhigFtp14061mPLBXdCZS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uhigFtp14061mPLBXdCZS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3.xml><?xml version="1.0" encoding="utf-8"?>
<a:theme xmlns:a="http://schemas.openxmlformats.org/drawingml/2006/main" name="Deloitte_US_Letter_Print Theme">
  <a:themeElements>
    <a:clrScheme name="Deloitte colour theme">
      <a:dk1>
        <a:sysClr val="windowText" lastClr="000000"/>
      </a:dk1>
      <a:lt1>
        <a:sysClr val="window" lastClr="FFFFFF"/>
      </a:lt1>
      <a:dk2>
        <a:srgbClr val="44546A"/>
      </a:dk2>
      <a:lt2>
        <a:srgbClr val="E7E6E6"/>
      </a:lt2>
      <a:accent1>
        <a:srgbClr val="86BC25"/>
      </a:accent1>
      <a:accent2>
        <a:srgbClr val="2C5234"/>
      </a:accent2>
      <a:accent3>
        <a:srgbClr val="00A3E0"/>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US_Letter_Print Theme" id="{5B1C474F-3B6E-4C4C-B8B8-04058258F10F}" vid="{EE8175AA-1F22-47D3-9D7F-F1884DC9EC3E}"/>
    </a:ext>
  </a:extLst>
</a:theme>
</file>

<file path=ppt/theme/theme4.xml><?xml version="1.0" encoding="utf-8"?>
<a:theme xmlns:a="http://schemas.openxmlformats.org/drawingml/2006/main" name="Blank">
  <a:themeElements>
    <a:clrScheme name="Deloitte">
      <a:dk1>
        <a:srgbClr val="000000"/>
      </a:dk1>
      <a:lt1>
        <a:srgbClr val="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oposal (print).potx" id="{E45B778A-39F9-462A-8DB8-EE5148C425B8}" vid="{9FD99013-1F1C-4317-AAD3-7B13D2FB964F}"/>
    </a:ext>
  </a:extLst>
</a:theme>
</file>

<file path=ppt/theme/theme5.xml><?xml version="1.0" encoding="utf-8"?>
<a:theme xmlns:a="http://schemas.openxmlformats.org/drawingml/2006/main" name="Deloitte_US_Onscreen">
  <a:themeElements>
    <a:clrScheme name="Deloitte colour theme">
      <a:dk1>
        <a:sysClr val="windowText" lastClr="000000"/>
      </a:dk1>
      <a:lt1>
        <a:sysClr val="window" lastClr="FFFFFF"/>
      </a:lt1>
      <a:dk2>
        <a:srgbClr val="44546A"/>
      </a:dk2>
      <a:lt2>
        <a:srgbClr val="E7E6E6"/>
      </a:lt2>
      <a:accent1>
        <a:srgbClr val="86BC25"/>
      </a:accent1>
      <a:accent2>
        <a:srgbClr val="2C5234"/>
      </a:accent2>
      <a:accent3>
        <a:srgbClr val="00A3E0"/>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Timesaver (002).potx [Read-Only]" id="{2177C670-C261-4F56-93D8-46A744C68AF6}" vid="{F8D9186C-28CA-408B-B08B-345079E04B59}"/>
    </a:ext>
  </a:extLst>
</a:theme>
</file>

<file path=ppt/theme/theme6.xml><?xml version="1.0" encoding="utf-8"?>
<a:theme xmlns:a="http://schemas.openxmlformats.org/drawingml/2006/main" name="1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7.xml><?xml version="1.0" encoding="utf-8"?>
<a:theme xmlns:a="http://schemas.openxmlformats.org/drawingml/2006/main" name="1_Deloitte_US_Onscreen">
  <a:themeElements>
    <a:clrScheme name="Deloitte colour theme">
      <a:dk1>
        <a:sysClr val="windowText" lastClr="000000"/>
      </a:dk1>
      <a:lt1>
        <a:sysClr val="window" lastClr="FFFFFF"/>
      </a:lt1>
      <a:dk2>
        <a:srgbClr val="44546A"/>
      </a:dk2>
      <a:lt2>
        <a:srgbClr val="E7E6E6"/>
      </a:lt2>
      <a:accent1>
        <a:srgbClr val="86BC25"/>
      </a:accent1>
      <a:accent2>
        <a:srgbClr val="2C5234"/>
      </a:accent2>
      <a:accent3>
        <a:srgbClr val="00A3E0"/>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Timesaver (002).potx [Read-Only]" id="{2177C670-C261-4F56-93D8-46A744C68AF6}" vid="{F8D9186C-28CA-408B-B08B-345079E04B59}"/>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6D3A53E7-D984-4AFE-8E2B-A939AC962B48}"/>
</file>

<file path=customXml/itemProps2.xml><?xml version="1.0" encoding="utf-8"?>
<ds:datastoreItem xmlns:ds="http://schemas.openxmlformats.org/officeDocument/2006/customXml" ds:itemID="{FD5FDD9E-8094-46EE-8C7B-B4C2C572D3F4}"/>
</file>

<file path=customXml/itemProps3.xml><?xml version="1.0" encoding="utf-8"?>
<ds:datastoreItem xmlns:ds="http://schemas.openxmlformats.org/officeDocument/2006/customXml" ds:itemID="{3D9C0537-9C4E-499D-823B-73136FA6E21E}"/>
</file>

<file path=docProps/app.xml><?xml version="1.0" encoding="utf-8"?>
<Properties xmlns="http://schemas.openxmlformats.org/officeDocument/2006/extended-properties" xmlns:vt="http://schemas.openxmlformats.org/officeDocument/2006/docPropsVTypes">
  <TotalTime>2953</TotalTime>
  <Words>3279</Words>
  <Application>Microsoft Office PowerPoint</Application>
  <PresentationFormat>Widescreen</PresentationFormat>
  <Paragraphs>334</Paragraphs>
  <Slides>13</Slides>
  <Notes>9</Notes>
  <HiddenSlides>0</HiddenSlides>
  <MMClips>0</MMClips>
  <ScaleCrop>false</ScaleCrop>
  <HeadingPairs>
    <vt:vector size="8" baseType="variant">
      <vt:variant>
        <vt:lpstr>Fonts Used</vt:lpstr>
      </vt:variant>
      <vt:variant>
        <vt:i4>11</vt:i4>
      </vt:variant>
      <vt:variant>
        <vt:lpstr>Theme</vt:lpstr>
      </vt:variant>
      <vt:variant>
        <vt:i4>7</vt:i4>
      </vt:variant>
      <vt:variant>
        <vt:lpstr>Embedded OLE Servers</vt:lpstr>
      </vt:variant>
      <vt:variant>
        <vt:i4>1</vt:i4>
      </vt:variant>
      <vt:variant>
        <vt:lpstr>Slide Titles</vt:lpstr>
      </vt:variant>
      <vt:variant>
        <vt:i4>13</vt:i4>
      </vt:variant>
    </vt:vector>
  </HeadingPairs>
  <TitlesOfParts>
    <vt:vector size="32" baseType="lpstr">
      <vt:lpstr>ＭＳ Ｐゴシック</vt:lpstr>
      <vt:lpstr>Arial</vt:lpstr>
      <vt:lpstr>Calibri</vt:lpstr>
      <vt:lpstr>Calibri Light</vt:lpstr>
      <vt:lpstr>Cambria</vt:lpstr>
      <vt:lpstr>Open Sans</vt:lpstr>
      <vt:lpstr>Segoe UI</vt:lpstr>
      <vt:lpstr>Times New Roman</vt:lpstr>
      <vt:lpstr>Verdana</vt:lpstr>
      <vt:lpstr>Wingdings</vt:lpstr>
      <vt:lpstr>Wingdings 2</vt:lpstr>
      <vt:lpstr>Office Theme</vt:lpstr>
      <vt:lpstr>Deloitte 16_9 onscreen</vt:lpstr>
      <vt:lpstr>Deloitte_US_Letter_Print Theme</vt:lpstr>
      <vt:lpstr>Blank</vt:lpstr>
      <vt:lpstr>Deloitte_US_Onscreen</vt:lpstr>
      <vt:lpstr>1_Deloitte 16_9 onscreen</vt:lpstr>
      <vt:lpstr>1_Deloitte_US_Onscreen</vt:lpstr>
      <vt:lpstr>think-cell Slide</vt:lpstr>
      <vt:lpstr>Public-private partnership in transport sector</vt:lpstr>
      <vt:lpstr>Strategic objectives for change in Airport Ownership Model</vt:lpstr>
      <vt:lpstr>Need and benefits of PPPs</vt:lpstr>
      <vt:lpstr>Models of PPPs and government initiatives</vt:lpstr>
      <vt:lpstr>Public-private partnership structure and processes</vt:lpstr>
      <vt:lpstr>Legal framework of airport PPPs</vt:lpstr>
      <vt:lpstr>Airport Development and Operations</vt:lpstr>
      <vt:lpstr>PowerPoint Presentation</vt:lpstr>
      <vt:lpstr>Market participants for Airport PPP Projects in India</vt:lpstr>
      <vt:lpstr>PowerPoint Presentation</vt:lpstr>
      <vt:lpstr>PowerPoint Presentation</vt:lpstr>
      <vt:lpstr>Procedures for setting up of a PPP airport</vt:lpstr>
      <vt:lpstr>Cases of PPPs in Indian Aviation sector</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Mukherjee, Shouvik</dc:creator>
  <cp:lastModifiedBy>Mukherjee, Shouvik</cp:lastModifiedBy>
  <cp:revision>152</cp:revision>
  <dcterms:created xsi:type="dcterms:W3CDTF">2020-01-27T09:48:13Z</dcterms:created>
  <dcterms:modified xsi:type="dcterms:W3CDTF">2020-01-30T03:34:23Z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ies>
</file>