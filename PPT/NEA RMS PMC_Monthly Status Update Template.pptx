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2.xml" ContentType="application/vnd.openxmlformats-officedocument.presentationml.tags+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4059" r:id="rId4"/>
    <p:sldMasterId id="2147484114" r:id="rId5"/>
  </p:sldMasterIdLst>
  <p:notesMasterIdLst>
    <p:notesMasterId r:id="rId12"/>
  </p:notesMasterIdLst>
  <p:handoutMasterIdLst>
    <p:handoutMasterId r:id="rId13"/>
  </p:handoutMasterIdLst>
  <p:sldIdLst>
    <p:sldId id="671" r:id="rId6"/>
    <p:sldId id="2557" r:id="rId7"/>
    <p:sldId id="12448" r:id="rId8"/>
    <p:sldId id="12446" r:id="rId9"/>
    <p:sldId id="12449" r:id="rId10"/>
    <p:sldId id="258" r:id="rId11"/>
  </p:sldIdLst>
  <p:sldSz cx="12192000" cy="6858000"/>
  <p:notesSz cx="7315200" cy="9601200"/>
  <p:custDataLst>
    <p:tags r:id="rId1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4B9F51E4-EF31-46E8-85F5-297F0CCC6673}">
          <p14:sldIdLst>
            <p14:sldId id="671"/>
            <p14:sldId id="2557"/>
          </p14:sldIdLst>
        </p14:section>
        <p14:section name="Detailed Project Status" id="{E73D9D61-32C0-48A1-8A7B-09C786460A44}">
          <p14:sldIdLst>
            <p14:sldId id="12448"/>
          </p14:sldIdLst>
        </p14:section>
        <p14:section name="Detailed Risk &amp; Action items" id="{FA03F476-2C25-48E3-A574-4DD6753A994E}">
          <p14:sldIdLst>
            <p14:sldId id="12446"/>
            <p14:sldId id="12449"/>
            <p14:sldId id="258"/>
          </p14:sldIdLst>
        </p14:section>
      </p14:sectionLst>
    </p:ext>
    <p:ext uri="{EFAFB233-063F-42B5-8137-9DF3F51BA10A}">
      <p15:sldGuideLst xmlns:p15="http://schemas.microsoft.com/office/powerpoint/2012/main">
        <p15:guide id="10" userDrawn="1">
          <p15:clr>
            <a:srgbClr val="A4A3A4"/>
          </p15:clr>
        </p15:guide>
        <p15:guide id="11" orient="horz" pos="2160"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E64"/>
    <a:srgbClr val="FFCD00"/>
    <a:srgbClr val="EAEAEA"/>
    <a:srgbClr val="6A6A65"/>
    <a:srgbClr val="E6E6E6"/>
    <a:srgbClr val="FF9900"/>
    <a:srgbClr val="0097A9"/>
    <a:srgbClr val="18F689"/>
    <a:srgbClr val="BDE7FF"/>
    <a:srgbClr val="FF7C80"/>
  </p:clrMru>
  <p:extLst>
    <p:ext uri="{E76CE94A-603C-4142-B9EB-6D1370010A27}">
      <p14:discardImageEditData xmlns:p14="http://schemas.microsoft.com/office/powerpoint/2010/main" val="1"/>
    </p:ext>
    <p:ext uri="{D31A062A-798A-4329-ABDD-BBA856620510}">
      <p14:defaultImageDpi xmlns:p14="http://schemas.microsoft.com/office/powerpoint/2010/main" val="96"/>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3715B9-1C9C-4973-B03E-8D436020CD18}" v="7" dt="2023-07-26T11:27:03.3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02" autoAdjust="0"/>
    <p:restoredTop sz="93503" autoAdjust="0"/>
  </p:normalViewPr>
  <p:slideViewPr>
    <p:cSldViewPr snapToGrid="0" showGuides="1">
      <p:cViewPr varScale="1">
        <p:scale>
          <a:sx n="67" d="100"/>
          <a:sy n="67" d="100"/>
        </p:scale>
        <p:origin x="612" y="60"/>
      </p:cViewPr>
      <p:guideLst>
        <p:guide/>
        <p:guide orient="horz" pos="2160"/>
      </p:guideLst>
    </p:cSldViewPr>
  </p:slideViewPr>
  <p:outlineViewPr>
    <p:cViewPr>
      <p:scale>
        <a:sx n="33" d="100"/>
        <a:sy n="33" d="100"/>
      </p:scale>
      <p:origin x="0" y="-59190"/>
    </p:cViewPr>
  </p:outlineViewPr>
  <p:notesTextViewPr>
    <p:cViewPr>
      <p:scale>
        <a:sx n="100" d="100"/>
        <a:sy n="100" d="100"/>
      </p:scale>
      <p:origin x="0" y="0"/>
    </p:cViewPr>
  </p:notesTextViewPr>
  <p:sorterViewPr>
    <p:cViewPr varScale="1">
      <p:scale>
        <a:sx n="1" d="1"/>
        <a:sy n="1" d="1"/>
      </p:scale>
      <p:origin x="0" y="0"/>
    </p:cViewPr>
  </p:sorterViewPr>
  <p:notesViewPr>
    <p:cSldViewPr snapToGrid="0" showGuides="1">
      <p:cViewPr varScale="1">
        <p:scale>
          <a:sx n="27" d="100"/>
          <a:sy n="27" d="100"/>
        </p:scale>
        <p:origin x="2148" y="6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handoutMaster" Target="handoutMasters/handoutMaster1.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2.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commentAuthors" Target="commentAuthors.xml"/><Relationship Id="rId10" Type="http://schemas.openxmlformats.org/officeDocument/2006/relationships/slide" Target="slides/slide5.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170138" cy="479539"/>
          </a:xfrm>
          <a:prstGeom prst="rect">
            <a:avLst/>
          </a:prstGeom>
        </p:spPr>
        <p:txBody>
          <a:bodyPr vert="horz" lIns="90913" tIns="45457" rIns="90913" bIns="45457" rtlCol="0"/>
          <a:lstStyle>
            <a:lvl1pPr algn="l">
              <a:defRPr sz="1100"/>
            </a:lvl1pPr>
          </a:lstStyle>
          <a:p>
            <a:endParaRPr lang="en-US" dirty="0">
              <a:latin typeface="Arial" panose="020B0604020202020204" pitchFamily="34" charset="0"/>
            </a:endParaRPr>
          </a:p>
        </p:txBody>
      </p:sp>
      <p:sp>
        <p:nvSpPr>
          <p:cNvPr id="3" name="Date Placeholder 2"/>
          <p:cNvSpPr>
            <a:spLocks noGrp="1"/>
          </p:cNvSpPr>
          <p:nvPr>
            <p:ph type="dt" sz="quarter" idx="1"/>
          </p:nvPr>
        </p:nvSpPr>
        <p:spPr>
          <a:xfrm>
            <a:off x="4143427" y="1"/>
            <a:ext cx="3170138" cy="479539"/>
          </a:xfrm>
          <a:prstGeom prst="rect">
            <a:avLst/>
          </a:prstGeom>
        </p:spPr>
        <p:txBody>
          <a:bodyPr vert="horz" lIns="90913" tIns="45457" rIns="90913" bIns="45457" rtlCol="0"/>
          <a:lstStyle>
            <a:lvl1pPr algn="r">
              <a:defRPr sz="1100"/>
            </a:lvl1pPr>
          </a:lstStyle>
          <a:p>
            <a:fld id="{B4AD245C-091B-44E2-BFB0-BD94217887F7}" type="datetimeFigureOut">
              <a:rPr lang="en-US" smtClean="0">
                <a:latin typeface="Arial" panose="020B0604020202020204" pitchFamily="34" charset="0"/>
              </a:rPr>
              <a:t>7/26/2023</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4" y="9120173"/>
            <a:ext cx="3170138" cy="479539"/>
          </a:xfrm>
          <a:prstGeom prst="rect">
            <a:avLst/>
          </a:prstGeom>
        </p:spPr>
        <p:txBody>
          <a:bodyPr vert="horz" lIns="90913" tIns="45457" rIns="90913" bIns="45457" rtlCol="0" anchor="b"/>
          <a:lstStyle>
            <a:lvl1pPr algn="l">
              <a:defRPr sz="1100"/>
            </a:lvl1pPr>
          </a:lstStyle>
          <a:p>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4143427" y="9120173"/>
            <a:ext cx="3170138" cy="479539"/>
          </a:xfrm>
          <a:prstGeom prst="rect">
            <a:avLst/>
          </a:prstGeom>
        </p:spPr>
        <p:txBody>
          <a:bodyPr vert="horz" lIns="90913" tIns="45457" rIns="90913" bIns="45457" rtlCol="0" anchor="b"/>
          <a:lstStyle>
            <a:lvl1pPr algn="r">
              <a:defRPr sz="1100"/>
            </a:lvl1pPr>
          </a:lstStyle>
          <a:p>
            <a:fld id="{9A913F39-CFF6-40F1-84D1-700840B41EAB}" type="slidenum">
              <a:rPr lang="en-US" smtClean="0">
                <a:latin typeface="Arial" panose="020B0604020202020204" pitchFamily="34" charset="0"/>
              </a:rPr>
              <a:t>‹#›</a:t>
            </a:fld>
            <a:endParaRPr lang="en-US" dirty="0">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8478" tIns="49238" rIns="98478" bIns="49238"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4143589" y="1"/>
            <a:ext cx="3169920" cy="480060"/>
          </a:xfrm>
          <a:prstGeom prst="rect">
            <a:avLst/>
          </a:prstGeom>
        </p:spPr>
        <p:txBody>
          <a:bodyPr vert="horz" lIns="98478" tIns="49238" rIns="98478" bIns="49238" rtlCol="0"/>
          <a:lstStyle>
            <a:lvl1pPr algn="r">
              <a:defRPr sz="1200">
                <a:latin typeface="Arial" panose="020B0604020202020204" pitchFamily="34" charset="0"/>
              </a:defRPr>
            </a:lvl1pPr>
          </a:lstStyle>
          <a:p>
            <a:fld id="{0BA5BBE4-AEA3-489A-A28E-0C2FAF2506E3}" type="datetimeFigureOut">
              <a:rPr lang="en-US" smtClean="0"/>
              <a:pPr/>
              <a:t>7/26/2023</a:t>
            </a:fld>
            <a:endParaRPr lang="en-US" dirty="0"/>
          </a:p>
        </p:txBody>
      </p:sp>
      <p:sp>
        <p:nvSpPr>
          <p:cNvPr id="4" name="Slide Image Placeholder 3"/>
          <p:cNvSpPr>
            <a:spLocks noGrp="1" noRot="1" noChangeAspect="1"/>
          </p:cNvSpPr>
          <p:nvPr>
            <p:ph type="sldImg" idx="2"/>
          </p:nvPr>
        </p:nvSpPr>
        <p:spPr>
          <a:xfrm>
            <a:off x="458788" y="720725"/>
            <a:ext cx="6397625" cy="3598863"/>
          </a:xfrm>
          <a:prstGeom prst="rect">
            <a:avLst/>
          </a:prstGeom>
          <a:noFill/>
          <a:ln w="12700">
            <a:solidFill>
              <a:prstClr val="black"/>
            </a:solidFill>
          </a:ln>
        </p:spPr>
        <p:txBody>
          <a:bodyPr vert="horz" lIns="98478" tIns="49238" rIns="98478" bIns="49238" rtlCol="0" anchor="ctr"/>
          <a:lstStyle/>
          <a:p>
            <a:endParaRPr lang="en-GB" dirty="0"/>
          </a:p>
        </p:txBody>
      </p:sp>
      <p:sp>
        <p:nvSpPr>
          <p:cNvPr id="5" name="Notes Placeholder 4"/>
          <p:cNvSpPr>
            <a:spLocks noGrp="1"/>
          </p:cNvSpPr>
          <p:nvPr>
            <p:ph type="body" sz="quarter" idx="3"/>
          </p:nvPr>
        </p:nvSpPr>
        <p:spPr>
          <a:xfrm>
            <a:off x="731520" y="4560571"/>
            <a:ext cx="5852160" cy="4320540"/>
          </a:xfrm>
          <a:prstGeom prst="rect">
            <a:avLst/>
          </a:prstGeom>
        </p:spPr>
        <p:txBody>
          <a:bodyPr vert="horz" lIns="98478" tIns="49238" rIns="98478" bIns="4923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8478" tIns="49238" rIns="98478" bIns="49238"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4143589" y="9119475"/>
            <a:ext cx="3169920" cy="480060"/>
          </a:xfrm>
          <a:prstGeom prst="rect">
            <a:avLst/>
          </a:prstGeom>
        </p:spPr>
        <p:txBody>
          <a:bodyPr vert="horz" lIns="98478" tIns="49238" rIns="98478" bIns="49238" rtlCol="0" anchor="b"/>
          <a:lstStyle>
            <a:lvl1pPr algn="r">
              <a:defRPr sz="1200">
                <a:latin typeface="Arial" panose="020B0604020202020204" pitchFamily="34" charset="0"/>
              </a:defRPr>
            </a:lvl1pPr>
          </a:lstStyle>
          <a:p>
            <a:fld id="{C0F4A2C8-6C88-4E71-83EE-698B9D4FE22F}" type="slidenum">
              <a:rPr lang="en-US" smtClean="0"/>
              <a:pPr/>
              <a:t>‹#›</a:t>
            </a:fld>
            <a:endParaRPr lang="en-US" dirty="0"/>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466297-95BF-42EA-ADEB-5452621787CE}"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33798750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466297-95BF-42EA-ADEB-5452621787CE}"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19131854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466297-95BF-42EA-ADEB-5452621787CE}"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42947907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466297-95BF-42EA-ADEB-5452621787CE}" type="slidenum">
              <a:rPr kumimoji="0" lang="en-US" sz="1200" b="0" i="0" u="none" strike="noStrike" kern="1200" cap="none" spc="0" normalizeH="0" baseline="0" noProof="0" smtClean="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42503230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8645726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cSld name="Title Slide - White">
    <p:bg bwMode="gray">
      <p:bgRef idx="1001">
        <a:schemeClr val="bg1"/>
      </p:bgRef>
    </p:bg>
    <p:spTree>
      <p:nvGrpSpPr>
        <p:cNvPr id="1" name=""/>
        <p:cNvGrpSpPr/>
        <p:nvPr/>
      </p:nvGrpSpPr>
      <p:grpSpPr>
        <a:xfrm>
          <a:off x="0" y="0"/>
          <a:ext cx="0" cy="0"/>
          <a:chOff x="0" y="0"/>
          <a:chExt cx="0" cy="0"/>
        </a:xfrm>
      </p:grpSpPr>
      <p:sp>
        <p:nvSpPr>
          <p:cNvPr id="41" name="Picture Placeholder 8">
            <a:extLst>
              <a:ext uri="{FF2B5EF4-FFF2-40B4-BE49-F238E27FC236}">
                <a16:creationId xmlns:a16="http://schemas.microsoft.com/office/drawing/2014/main" id="{AC175F74-77C8-4969-BBF5-920619ED7628}"/>
              </a:ext>
            </a:extLst>
          </p:cNvPr>
          <p:cNvSpPr>
            <a:spLocks noGrp="1"/>
          </p:cNvSpPr>
          <p:nvPr>
            <p:ph type="pic" sz="quarter" idx="11"/>
          </p:nvPr>
        </p:nvSpPr>
        <p:spPr>
          <a:xfrm>
            <a:off x="3393716" y="727595"/>
            <a:ext cx="5400000" cy="5400000"/>
          </a:xfrm>
          <a:prstGeom prst="rect">
            <a:avLst/>
          </a:prstGeom>
        </p:spPr>
        <p:txBody>
          <a:bodyPr/>
          <a:lstStyle/>
          <a:p>
            <a:r>
              <a:rPr lang="en-US" noProof="0"/>
              <a:t>Click icon to add picture</a:t>
            </a:r>
            <a:endParaRPr lang="en-US" noProof="0" dirty="0"/>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501651" y="5186207"/>
            <a:ext cx="4446269" cy="895983"/>
          </a:xfrm>
          <a:prstGeom prst="rect">
            <a:avLst/>
          </a:prstGeom>
        </p:spPr>
        <p:txBody>
          <a:bodyPr anchor="b" anchorCtr="0">
            <a:noAutofit/>
          </a:bodyPr>
          <a:lstStyle>
            <a:lvl1pPr algn="l">
              <a:lnSpc>
                <a:spcPts val="3200"/>
              </a:lnSpc>
              <a:defRPr sz="2800" b="0">
                <a:solidFill>
                  <a:schemeClr val="accent1"/>
                </a:solidFill>
                <a:latin typeface="+mj-lt"/>
                <a:ea typeface="Open Sans" panose="020B0606030504020204" pitchFamily="34" charset="0"/>
                <a:cs typeface="Calibri Light" panose="020F0302020204030204" pitchFamily="34" charset="0"/>
              </a:defRPr>
            </a:lvl1pPr>
          </a:lstStyle>
          <a:p>
            <a:r>
              <a:rPr lang="en-US" noProof="0" dirty="0"/>
              <a:t>Click to edit 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tx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edit Master text styles</a:t>
            </a:r>
          </a:p>
        </p:txBody>
      </p:sp>
      <p:grpSp>
        <p:nvGrpSpPr>
          <p:cNvPr id="24" name="Group 23">
            <a:extLst>
              <a:ext uri="{FF2B5EF4-FFF2-40B4-BE49-F238E27FC236}">
                <a16:creationId xmlns:a16="http://schemas.microsoft.com/office/drawing/2014/main" id="{299E491B-9E20-2FFF-893A-142E64C899D6}"/>
              </a:ext>
            </a:extLst>
          </p:cNvPr>
          <p:cNvGrpSpPr>
            <a:grpSpLocks noChangeAspect="1"/>
          </p:cNvGrpSpPr>
          <p:nvPr userDrawn="1"/>
        </p:nvGrpSpPr>
        <p:grpSpPr>
          <a:xfrm>
            <a:off x="475325" y="457200"/>
            <a:ext cx="1998000" cy="374400"/>
            <a:chOff x="398463" y="404813"/>
            <a:chExt cx="1627187" cy="307976"/>
          </a:xfrm>
          <a:solidFill>
            <a:schemeClr val="tx1"/>
          </a:solidFill>
        </p:grpSpPr>
        <p:sp>
          <p:nvSpPr>
            <p:cNvPr id="25" name="Oval 5">
              <a:extLst>
                <a:ext uri="{FF2B5EF4-FFF2-40B4-BE49-F238E27FC236}">
                  <a16:creationId xmlns:a16="http://schemas.microsoft.com/office/drawing/2014/main" id="{87D8228B-A10D-39F5-24B3-F2D30AEF9195}"/>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accent1"/>
                </a:solidFill>
              </a:endParaRPr>
            </a:p>
          </p:txBody>
        </p:sp>
        <p:sp>
          <p:nvSpPr>
            <p:cNvPr id="26" name="Freeform 6">
              <a:extLst>
                <a:ext uri="{FF2B5EF4-FFF2-40B4-BE49-F238E27FC236}">
                  <a16:creationId xmlns:a16="http://schemas.microsoft.com/office/drawing/2014/main" id="{5D033F8A-07A0-F58D-14FF-A3F2C4354BBC}"/>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Rectangle 7">
              <a:extLst>
                <a:ext uri="{FF2B5EF4-FFF2-40B4-BE49-F238E27FC236}">
                  <a16:creationId xmlns:a16="http://schemas.microsoft.com/office/drawing/2014/main" id="{B27D4694-F602-333F-7F67-537BA46F89ED}"/>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Freeform 8">
              <a:extLst>
                <a:ext uri="{FF2B5EF4-FFF2-40B4-BE49-F238E27FC236}">
                  <a16:creationId xmlns:a16="http://schemas.microsoft.com/office/drawing/2014/main" id="{C1C4B28D-96C4-91B1-253B-6644A0687E04}"/>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Rectangle 9">
              <a:extLst>
                <a:ext uri="{FF2B5EF4-FFF2-40B4-BE49-F238E27FC236}">
                  <a16:creationId xmlns:a16="http://schemas.microsoft.com/office/drawing/2014/main" id="{59B1E358-6F31-4D95-3BBC-6EFE21DFC57A}"/>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4" name="Rectangle 10">
              <a:extLst>
                <a:ext uri="{FF2B5EF4-FFF2-40B4-BE49-F238E27FC236}">
                  <a16:creationId xmlns:a16="http://schemas.microsoft.com/office/drawing/2014/main" id="{60587587-A7D9-A6D1-B73C-B76F705FF863}"/>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5" name="Freeform 11">
              <a:extLst>
                <a:ext uri="{FF2B5EF4-FFF2-40B4-BE49-F238E27FC236}">
                  <a16:creationId xmlns:a16="http://schemas.microsoft.com/office/drawing/2014/main" id="{D1D2236A-A91E-30EF-0429-D6097C8D8134}"/>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6" name="Freeform 12">
              <a:extLst>
                <a:ext uri="{FF2B5EF4-FFF2-40B4-BE49-F238E27FC236}">
                  <a16:creationId xmlns:a16="http://schemas.microsoft.com/office/drawing/2014/main" id="{EB0F696F-E62B-2EB3-13E4-7598F0990CB9}"/>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7" name="Freeform 13">
              <a:extLst>
                <a:ext uri="{FF2B5EF4-FFF2-40B4-BE49-F238E27FC236}">
                  <a16:creationId xmlns:a16="http://schemas.microsoft.com/office/drawing/2014/main" id="{F1F03C1C-866B-0DB5-8974-6B22348DFACD}"/>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8" name="Freeform 14">
              <a:extLst>
                <a:ext uri="{FF2B5EF4-FFF2-40B4-BE49-F238E27FC236}">
                  <a16:creationId xmlns:a16="http://schemas.microsoft.com/office/drawing/2014/main" id="{F97FD0B9-D5AF-B537-F429-BD7AFE80FA8D}"/>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266340000"/>
      </p:ext>
    </p:extLst>
  </p:cSld>
  <p:clrMapOvr>
    <a:overrideClrMapping bg1="dk1" tx1="lt1" bg2="dk2" tx2="lt2" accent1="accent1" accent2="accent2" accent3="accent3" accent4="accent4" accent5="accent5" accent6="accent6" hlink="hlink" folHlink="folHlink"/>
  </p:clrMapOvr>
  <p:transition>
    <p:fade/>
  </p:transition>
  <p:hf hdr="0" dt="0"/>
  <p:extLst>
    <p:ext uri="{DCECCB84-F9BA-43D5-87BE-67443E8EF086}">
      <p15:sldGuideLst xmlns:p15="http://schemas.microsoft.com/office/powerpoint/2012/main">
        <p15:guide id="1" orient="horz" pos="408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 Black">
    <p:bg bwMode="gray">
      <p:bgPr>
        <a:solidFill>
          <a:schemeClr val="tx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E9ED29CA-6A60-490D-9D54-EA7CC7AF832C}"/>
              </a:ext>
            </a:extLst>
          </p:cNvPr>
          <p:cNvGrpSpPr>
            <a:grpSpLocks noChangeAspect="1"/>
          </p:cNvGrpSpPr>
          <p:nvPr/>
        </p:nvGrpSpPr>
        <p:grpSpPr>
          <a:xfrm>
            <a:off x="475325" y="457200"/>
            <a:ext cx="1998000" cy="374400"/>
            <a:chOff x="398463" y="404813"/>
            <a:chExt cx="1627187" cy="307976"/>
          </a:xfrm>
          <a:solidFill>
            <a:schemeClr val="bg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accent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41" name="Picture Placeholder 8">
            <a:extLst>
              <a:ext uri="{FF2B5EF4-FFF2-40B4-BE49-F238E27FC236}">
                <a16:creationId xmlns:a16="http://schemas.microsoft.com/office/drawing/2014/main" id="{AC175F74-77C8-4969-BBF5-920619ED7628}"/>
              </a:ext>
            </a:extLst>
          </p:cNvPr>
          <p:cNvSpPr>
            <a:spLocks noGrp="1"/>
          </p:cNvSpPr>
          <p:nvPr>
            <p:ph type="pic" sz="quarter" idx="11"/>
          </p:nvPr>
        </p:nvSpPr>
        <p:spPr>
          <a:xfrm>
            <a:off x="3393716" y="727595"/>
            <a:ext cx="5400000" cy="5400000"/>
          </a:xfrm>
          <a:prstGeom prst="rect">
            <a:avLst/>
          </a:prstGeom>
        </p:spPr>
        <p:txBody>
          <a:bodyPr/>
          <a:lstStyle/>
          <a:p>
            <a:r>
              <a:rPr lang="en-US" noProof="0"/>
              <a:t>Click icon to add picture</a:t>
            </a:r>
            <a:endParaRPr lang="en-US" noProof="0" dirty="0"/>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501651" y="5186207"/>
            <a:ext cx="4446269"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endParaRPr lang="en-US" noProof="0" dirty="0"/>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Tree>
    <p:extLst>
      <p:ext uri="{BB962C8B-B14F-4D97-AF65-F5344CB8AC3E}">
        <p14:creationId xmlns:p14="http://schemas.microsoft.com/office/powerpoint/2010/main" val="1487035599"/>
      </p:ext>
    </p:extLst>
  </p:cSld>
  <p:clrMapOvr>
    <a:masterClrMapping/>
  </p:clrMapOvr>
  <p:transition>
    <p:fade/>
  </p:transition>
  <p:hf hdr="0" dt="0"/>
  <p:extLst>
    <p:ext uri="{DCECCB84-F9BA-43D5-87BE-67443E8EF086}">
      <p15:sldGuideLst xmlns:p15="http://schemas.microsoft.com/office/powerpoint/2012/main">
        <p15:guide id="1" orient="horz" pos="408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 Black Page Image">
    <p:bg bwMode="gray">
      <p:bgPr>
        <a:solidFill>
          <a:schemeClr val="tx1"/>
        </a:solidFill>
        <a:effectLst/>
      </p:bgPr>
    </p:bg>
    <p:spTree>
      <p:nvGrpSpPr>
        <p:cNvPr id="1" name=""/>
        <p:cNvGrpSpPr/>
        <p:nvPr/>
      </p:nvGrpSpPr>
      <p:grpSpPr>
        <a:xfrm>
          <a:off x="0" y="0"/>
          <a:ext cx="0" cy="0"/>
          <a:chOff x="0" y="0"/>
          <a:chExt cx="0" cy="0"/>
        </a:xfrm>
      </p:grpSpPr>
      <p:sp>
        <p:nvSpPr>
          <p:cNvPr id="17" name="Picture Placeholder 8">
            <a:extLst>
              <a:ext uri="{FF2B5EF4-FFF2-40B4-BE49-F238E27FC236}">
                <a16:creationId xmlns:a16="http://schemas.microsoft.com/office/drawing/2014/main" id="{DEF77F0F-DE6A-48C9-92BD-013174DD643C}"/>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endParaRPr lang="en-US" noProof="0" dirty="0"/>
          </a:p>
        </p:txBody>
      </p:sp>
      <p:sp>
        <p:nvSpPr>
          <p:cNvPr id="41" name="Text Placeholder 4">
            <a:extLst>
              <a:ext uri="{FF2B5EF4-FFF2-40B4-BE49-F238E27FC236}">
                <a16:creationId xmlns:a16="http://schemas.microsoft.com/office/drawing/2014/main" id="{EE5D7BA0-7E63-4F55-8707-FB998AF96C8C}"/>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5" name="Title 1">
            <a:extLst>
              <a:ext uri="{FF2B5EF4-FFF2-40B4-BE49-F238E27FC236}">
                <a16:creationId xmlns:a16="http://schemas.microsoft.com/office/drawing/2014/main" id="{37C1D43B-9933-4650-9DD5-73494BECAE5A}"/>
              </a:ext>
            </a:extLst>
          </p:cNvPr>
          <p:cNvSpPr>
            <a:spLocks noGrp="1"/>
          </p:cNvSpPr>
          <p:nvPr>
            <p:ph type="ctrTitle"/>
          </p:nvPr>
        </p:nvSpPr>
        <p:spPr bwMode="gray">
          <a:xfrm>
            <a:off x="501651" y="5186207"/>
            <a:ext cx="4446269"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endParaRPr lang="en-US" noProof="0" dirty="0"/>
          </a:p>
        </p:txBody>
      </p:sp>
      <p:grpSp>
        <p:nvGrpSpPr>
          <p:cNvPr id="30" name="Group 29">
            <a:extLst>
              <a:ext uri="{FF2B5EF4-FFF2-40B4-BE49-F238E27FC236}">
                <a16:creationId xmlns:a16="http://schemas.microsoft.com/office/drawing/2014/main" id="{55EEA3F2-C909-4275-956A-5518D341D424}"/>
              </a:ext>
            </a:extLst>
          </p:cNvPr>
          <p:cNvGrpSpPr>
            <a:grpSpLocks noChangeAspect="1"/>
          </p:cNvGrpSpPr>
          <p:nvPr/>
        </p:nvGrpSpPr>
        <p:grpSpPr>
          <a:xfrm>
            <a:off x="475325" y="457200"/>
            <a:ext cx="1998000" cy="374400"/>
            <a:chOff x="398463" y="404813"/>
            <a:chExt cx="1627187" cy="307976"/>
          </a:xfrm>
          <a:solidFill>
            <a:schemeClr val="tx1"/>
          </a:solidFill>
        </p:grpSpPr>
        <p:sp>
          <p:nvSpPr>
            <p:cNvPr id="31" name="Oval 5">
              <a:extLst>
                <a:ext uri="{FF2B5EF4-FFF2-40B4-BE49-F238E27FC236}">
                  <a16:creationId xmlns:a16="http://schemas.microsoft.com/office/drawing/2014/main" id="{619F8D2D-E0FF-4267-BB4C-23E0F19AA0F4}"/>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6">
              <a:extLst>
                <a:ext uri="{FF2B5EF4-FFF2-40B4-BE49-F238E27FC236}">
                  <a16:creationId xmlns:a16="http://schemas.microsoft.com/office/drawing/2014/main" id="{40BDA8F6-D1EC-4590-8515-7F2E0D9EE114}"/>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7">
              <a:extLst>
                <a:ext uri="{FF2B5EF4-FFF2-40B4-BE49-F238E27FC236}">
                  <a16:creationId xmlns:a16="http://schemas.microsoft.com/office/drawing/2014/main" id="{8E570DBD-3EC7-4EE8-886A-A6498BEC37F4}"/>
                </a:ext>
              </a:extLst>
            </p:cNvPr>
            <p:cNvSpPr>
              <a:spLocks noChangeArrowheads="1"/>
            </p:cNvSpPr>
            <p:nvPr/>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8">
              <a:extLst>
                <a:ext uri="{FF2B5EF4-FFF2-40B4-BE49-F238E27FC236}">
                  <a16:creationId xmlns:a16="http://schemas.microsoft.com/office/drawing/2014/main" id="{B1656288-29CD-4B95-A46B-7B8DA786095F}"/>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Rectangle 9">
              <a:extLst>
                <a:ext uri="{FF2B5EF4-FFF2-40B4-BE49-F238E27FC236}">
                  <a16:creationId xmlns:a16="http://schemas.microsoft.com/office/drawing/2014/main" id="{C3894AF9-2B03-4231-9AEA-EC49F5E194E0}"/>
                </a:ext>
              </a:extLst>
            </p:cNvPr>
            <p:cNvSpPr>
              <a:spLocks noChangeArrowheads="1"/>
            </p:cNvSpPr>
            <p:nvPr/>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Rectangle 10">
              <a:extLst>
                <a:ext uri="{FF2B5EF4-FFF2-40B4-BE49-F238E27FC236}">
                  <a16:creationId xmlns:a16="http://schemas.microsoft.com/office/drawing/2014/main" id="{F1C43784-6F73-4D9F-8497-B40FDBB854E4}"/>
                </a:ext>
              </a:extLst>
            </p:cNvPr>
            <p:cNvSpPr>
              <a:spLocks noChangeArrowheads="1"/>
            </p:cNvSpPr>
            <p:nvPr/>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1">
              <a:extLst>
                <a:ext uri="{FF2B5EF4-FFF2-40B4-BE49-F238E27FC236}">
                  <a16:creationId xmlns:a16="http://schemas.microsoft.com/office/drawing/2014/main" id="{E031C0BD-B701-4255-B53D-1A0FB806633C}"/>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8" name="Freeform 12">
              <a:extLst>
                <a:ext uri="{FF2B5EF4-FFF2-40B4-BE49-F238E27FC236}">
                  <a16:creationId xmlns:a16="http://schemas.microsoft.com/office/drawing/2014/main" id="{1F07466D-8C2C-4286-9984-9193301353E7}"/>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9" name="Freeform 13">
              <a:extLst>
                <a:ext uri="{FF2B5EF4-FFF2-40B4-BE49-F238E27FC236}">
                  <a16:creationId xmlns:a16="http://schemas.microsoft.com/office/drawing/2014/main" id="{F2700776-9B5A-4A2C-BA8E-E8C5B03A090F}"/>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2" name="Freeform 14">
              <a:extLst>
                <a:ext uri="{FF2B5EF4-FFF2-40B4-BE49-F238E27FC236}">
                  <a16:creationId xmlns:a16="http://schemas.microsoft.com/office/drawing/2014/main" id="{1D768AB6-AEBA-4689-BCE3-70447F634D06}"/>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2103948341"/>
      </p:ext>
    </p:extLst>
  </p:cSld>
  <p:clrMapOvr>
    <a:masterClrMapping/>
  </p:clrMapOvr>
  <p:transition>
    <p:fade/>
  </p:transition>
  <p:hf hdr="0" dt="0"/>
  <p:extLst>
    <p:ext uri="{DCECCB84-F9BA-43D5-87BE-67443E8EF086}">
      <p15:sldGuideLst xmlns:p15="http://schemas.microsoft.com/office/powerpoint/2012/main">
        <p15:guide id="1" orient="horz" pos="408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24934" y="1705670"/>
            <a:ext cx="10517717" cy="1592403"/>
          </a:xfr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dirty="0"/>
              <a:t>Click to edit Master title style</a:t>
            </a:r>
          </a:p>
        </p:txBody>
      </p:sp>
      <p:sp>
        <p:nvSpPr>
          <p:cNvPr id="3" name="Text Placeholder 2"/>
          <p:cNvSpPr>
            <a:spLocks noGrp="1"/>
          </p:cNvSpPr>
          <p:nvPr>
            <p:ph type="body" idx="1"/>
          </p:nvPr>
        </p:nvSpPr>
        <p:spPr bwMode="gray">
          <a:xfrm>
            <a:off x="524934" y="3429000"/>
            <a:ext cx="10517717" cy="1566532"/>
          </a:xfrm>
        </p:spPr>
        <p:txBody>
          <a:bodyPr lIns="0" tIns="0" rIns="0" bIns="0">
            <a:noAutofit/>
          </a:bodyPr>
          <a:lstStyle>
            <a:lvl1pPr marL="0" indent="0">
              <a:lnSpc>
                <a:spcPct val="95000"/>
              </a:lnSpc>
              <a:spcAft>
                <a:spcPts val="0"/>
              </a:spcAft>
              <a:buNone/>
              <a:defRPr sz="3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2316496327"/>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4">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28000" y="1705670"/>
            <a:ext cx="10514651" cy="1592403"/>
          </a:xfr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dirty="0"/>
              <a:t>Click to edit Master title style</a:t>
            </a:r>
          </a:p>
        </p:txBody>
      </p:sp>
      <p:sp>
        <p:nvSpPr>
          <p:cNvPr id="3" name="Text Placeholder 2"/>
          <p:cNvSpPr>
            <a:spLocks noGrp="1"/>
          </p:cNvSpPr>
          <p:nvPr>
            <p:ph type="body" idx="1"/>
          </p:nvPr>
        </p:nvSpPr>
        <p:spPr bwMode="gray">
          <a:xfrm>
            <a:off x="528000" y="3429000"/>
            <a:ext cx="10517717" cy="1566532"/>
          </a:xfrm>
        </p:spPr>
        <p:txBody>
          <a:bodyPr lIns="0" tIns="0" rIns="0" bIns="0">
            <a:noAutofit/>
          </a:bodyPr>
          <a:lstStyle>
            <a:lvl1pPr marL="0" indent="0">
              <a:lnSpc>
                <a:spcPct val="95000"/>
              </a:lnSpc>
              <a:spcAft>
                <a:spcPts val="0"/>
              </a:spcAft>
              <a:buNone/>
              <a:defRPr sz="3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454462837"/>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noAutofit/>
          </a:bodyPr>
          <a:lstStyle/>
          <a:p>
            <a:r>
              <a:rPr lang="en-US"/>
              <a:t>Click icon to add chart</a:t>
            </a:r>
            <a:endParaRPr lang="en-GB" dirty="0"/>
          </a:p>
        </p:txBody>
      </p:sp>
      <p:sp>
        <p:nvSpPr>
          <p:cNvPr id="18" name="Text Placeholder 8"/>
          <p:cNvSpPr>
            <a:spLocks noGrp="1"/>
          </p:cNvSpPr>
          <p:nvPr>
            <p:ph type="body" sz="quarter" idx="18"/>
          </p:nvPr>
        </p:nvSpPr>
        <p:spPr>
          <a:xfrm>
            <a:off x="501652" y="1674087"/>
            <a:ext cx="11188699" cy="357187"/>
          </a:xfrm>
        </p:spPr>
        <p:txBody>
          <a:bodyPr>
            <a:noAutofit/>
          </a:bodyPr>
          <a:lstStyle/>
          <a:p>
            <a:pPr lvl="0"/>
            <a:r>
              <a:rPr lang="en-US" noProof="0"/>
              <a:t>Click to edit Master text styles</a:t>
            </a:r>
          </a:p>
        </p:txBody>
      </p:sp>
      <p:sp>
        <p:nvSpPr>
          <p:cNvPr id="19" name="Text Placeholder 7"/>
          <p:cNvSpPr>
            <a:spLocks noGrp="1"/>
          </p:cNvSpPr>
          <p:nvPr>
            <p:ph type="body" sz="quarter" idx="23"/>
          </p:nvPr>
        </p:nvSpPr>
        <p:spPr>
          <a:xfrm>
            <a:off x="501651" y="6121014"/>
            <a:ext cx="11188700" cy="260737"/>
          </a:xfrm>
        </p:spPr>
        <p:txBody>
          <a:bodyPr>
            <a:noAutofit/>
          </a:bodyPr>
          <a:lstStyle>
            <a:lvl1pPr>
              <a:spcAft>
                <a:spcPts val="0"/>
              </a:spcAft>
              <a:defRPr sz="900"/>
            </a:lvl1pPr>
          </a:lstStyle>
          <a:p>
            <a:pPr lvl="0"/>
            <a:r>
              <a:rPr lang="en-US"/>
              <a:t>Click to 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655300795"/>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501651" y="1665289"/>
            <a:ext cx="5305579" cy="4716461"/>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6381539" y="1665289"/>
            <a:ext cx="5322781" cy="4716461"/>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7" name="Title Placeholder 1">
            <a:extLst>
              <a:ext uri="{FF2B5EF4-FFF2-40B4-BE49-F238E27FC236}">
                <a16:creationId xmlns:a16="http://schemas.microsoft.com/office/drawing/2014/main" id="{6559CC6F-6478-4902-A4D5-F8FB6538D28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26008983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2" y="1665289"/>
            <a:ext cx="5355165" cy="4455725"/>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6341223" y="2125013"/>
            <a:ext cx="5349128" cy="3996000"/>
          </a:xfrm>
        </p:spPr>
        <p:txBody>
          <a:bodyPr>
            <a:noAutofit/>
          </a:bodyPr>
          <a:lstStyle/>
          <a:p>
            <a:r>
              <a:rPr lang="en-US" noProof="0"/>
              <a:t>Click icon to add chart</a:t>
            </a:r>
            <a:endParaRPr lang="en-US" noProof="0" dirty="0"/>
          </a:p>
        </p:txBody>
      </p:sp>
      <p:sp>
        <p:nvSpPr>
          <p:cNvPr id="6" name="Text Placeholder 5"/>
          <p:cNvSpPr>
            <a:spLocks noGrp="1"/>
          </p:cNvSpPr>
          <p:nvPr>
            <p:ph type="body" sz="quarter" idx="22"/>
          </p:nvPr>
        </p:nvSpPr>
        <p:spPr>
          <a:xfrm>
            <a:off x="6341223" y="1665288"/>
            <a:ext cx="5349128" cy="420687"/>
          </a:xfrm>
        </p:spPr>
        <p:txBody>
          <a:bodyPr>
            <a:noAutofit/>
          </a:bodyPr>
          <a:lstStyle/>
          <a:p>
            <a:pPr lvl="0"/>
            <a:r>
              <a:rPr lang="en-US" noProof="0"/>
              <a:t>Click to edit Master text styles</a:t>
            </a:r>
          </a:p>
        </p:txBody>
      </p:sp>
      <p:sp>
        <p:nvSpPr>
          <p:cNvPr id="15" name="Text Placeholder 7"/>
          <p:cNvSpPr>
            <a:spLocks noGrp="1"/>
          </p:cNvSpPr>
          <p:nvPr>
            <p:ph type="body" sz="quarter" idx="23"/>
          </p:nvPr>
        </p:nvSpPr>
        <p:spPr>
          <a:xfrm>
            <a:off x="501650" y="6121014"/>
            <a:ext cx="11188700" cy="260737"/>
          </a:xfrm>
        </p:spPr>
        <p:txBody>
          <a:bodyPr>
            <a:noAutofit/>
          </a:bodyPr>
          <a:lstStyle>
            <a:lvl1pPr>
              <a:spcAft>
                <a:spcPts val="0"/>
              </a:spcAft>
              <a:defRPr sz="900"/>
            </a:lvl1pPr>
          </a:lstStyle>
          <a:p>
            <a:pPr lvl="0"/>
            <a:r>
              <a:rPr lang="en-US"/>
              <a:t>Click to edit Master text styles</a:t>
            </a:r>
          </a:p>
        </p:txBody>
      </p:sp>
      <p:sp>
        <p:nvSpPr>
          <p:cNvPr id="8" name="Text Placeholder 8">
            <a:extLst>
              <a:ext uri="{FF2B5EF4-FFF2-40B4-BE49-F238E27FC236}">
                <a16:creationId xmlns:a16="http://schemas.microsoft.com/office/drawing/2014/main" id="{E911C489-B226-49BC-B069-119CF8BC96EF}"/>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9" name="Title Placeholder 1">
            <a:extLst>
              <a:ext uri="{FF2B5EF4-FFF2-40B4-BE49-F238E27FC236}">
                <a16:creationId xmlns:a16="http://schemas.microsoft.com/office/drawing/2014/main" id="{F47218A4-44FE-4E96-A903-7AD44AF4E8DB}"/>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933016167"/>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1" y="2125013"/>
            <a:ext cx="5349129" cy="3996000"/>
          </a:xfrm>
        </p:spPr>
        <p:txBody>
          <a:bodyPr>
            <a:noAutofit/>
          </a:bodyPr>
          <a:lstStyle/>
          <a:p>
            <a:r>
              <a:rPr lang="en-US"/>
              <a:t>Click icon to add chart</a:t>
            </a:r>
            <a:endParaRPr lang="en-GB" dirty="0"/>
          </a:p>
        </p:txBody>
      </p:sp>
      <p:sp>
        <p:nvSpPr>
          <p:cNvPr id="6" name="Text Placeholder 5"/>
          <p:cNvSpPr>
            <a:spLocks noGrp="1"/>
          </p:cNvSpPr>
          <p:nvPr>
            <p:ph type="body" sz="quarter" idx="22"/>
          </p:nvPr>
        </p:nvSpPr>
        <p:spPr>
          <a:xfrm>
            <a:off x="6341222" y="1665288"/>
            <a:ext cx="5349129" cy="420687"/>
          </a:xfrm>
        </p:spPr>
        <p:txBody>
          <a:bodyPr>
            <a:noAutofit/>
          </a:bodyPr>
          <a:lstStyle/>
          <a:p>
            <a:pPr lvl="0"/>
            <a:r>
              <a:rPr lang="en-US" noProof="0"/>
              <a:t>Click to edit Master text styles</a:t>
            </a:r>
          </a:p>
        </p:txBody>
      </p:sp>
      <p:sp>
        <p:nvSpPr>
          <p:cNvPr id="15" name="Text Placeholder 7"/>
          <p:cNvSpPr>
            <a:spLocks noGrp="1"/>
          </p:cNvSpPr>
          <p:nvPr>
            <p:ph type="body" sz="quarter" idx="23"/>
          </p:nvPr>
        </p:nvSpPr>
        <p:spPr>
          <a:xfrm>
            <a:off x="501649" y="6121014"/>
            <a:ext cx="11165419" cy="260737"/>
          </a:xfrm>
        </p:spPr>
        <p:txBody>
          <a:bodyPr>
            <a:noAutofit/>
          </a:bodyPr>
          <a:lstStyle>
            <a:lvl1pPr>
              <a:spcAft>
                <a:spcPts val="0"/>
              </a:spcAft>
              <a:defRPr sz="900"/>
            </a:lvl1pPr>
          </a:lstStyle>
          <a:p>
            <a:pPr lvl="0"/>
            <a:r>
              <a:rPr lang="en-US"/>
              <a:t>Click to edit Master text styles</a:t>
            </a:r>
          </a:p>
        </p:txBody>
      </p:sp>
      <p:sp>
        <p:nvSpPr>
          <p:cNvPr id="9" name="Chart Placeholder 2"/>
          <p:cNvSpPr>
            <a:spLocks noGrp="1"/>
          </p:cNvSpPr>
          <p:nvPr>
            <p:ph type="chart" sz="quarter" idx="24"/>
          </p:nvPr>
        </p:nvSpPr>
        <p:spPr>
          <a:xfrm>
            <a:off x="501650" y="2125013"/>
            <a:ext cx="5349240" cy="3996000"/>
          </a:xfrm>
        </p:spPr>
        <p:txBody>
          <a:bodyPr>
            <a:noAutofit/>
          </a:bodyPr>
          <a:lstStyle/>
          <a:p>
            <a:r>
              <a:rPr lang="en-US"/>
              <a:t>Click icon to add chart</a:t>
            </a:r>
            <a:endParaRPr lang="en-GB" dirty="0"/>
          </a:p>
        </p:txBody>
      </p:sp>
      <p:sp>
        <p:nvSpPr>
          <p:cNvPr id="12" name="Text Placeholder 5"/>
          <p:cNvSpPr>
            <a:spLocks noGrp="1"/>
          </p:cNvSpPr>
          <p:nvPr>
            <p:ph type="body" sz="quarter" idx="25"/>
          </p:nvPr>
        </p:nvSpPr>
        <p:spPr>
          <a:xfrm>
            <a:off x="501649" y="1665288"/>
            <a:ext cx="5349240" cy="420687"/>
          </a:xfrm>
        </p:spPr>
        <p:txBody>
          <a:bodyPr>
            <a:noAutofit/>
          </a:bodyPr>
          <a:lstStyle/>
          <a:p>
            <a:pPr lvl="0"/>
            <a:r>
              <a:rPr lang="en-US" noProof="0"/>
              <a:t>Click to edit Master text styles</a:t>
            </a:r>
          </a:p>
        </p:txBody>
      </p:sp>
      <p:sp>
        <p:nvSpPr>
          <p:cNvPr id="10" name="Text Placeholder 8">
            <a:extLst>
              <a:ext uri="{FF2B5EF4-FFF2-40B4-BE49-F238E27FC236}">
                <a16:creationId xmlns:a16="http://schemas.microsoft.com/office/drawing/2014/main" id="{5D528E1B-5BDF-48B1-B9CD-A31A99631297}"/>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4" name="Title Placeholder 1">
            <a:extLst>
              <a:ext uri="{FF2B5EF4-FFF2-40B4-BE49-F238E27FC236}">
                <a16:creationId xmlns:a16="http://schemas.microsoft.com/office/drawing/2014/main" id="{56A696DA-71F5-44D5-B231-17F470D2F6A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490455098"/>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504000" y="2051999"/>
            <a:ext cx="3549549" cy="4069014"/>
          </a:xfrm>
          <a:prstGeom prst="rect">
            <a:avLst/>
          </a:prstGeom>
        </p:spPr>
        <p:txBody>
          <a:bodyPr>
            <a:noAutofit/>
          </a:bodyPr>
          <a:lstStyle/>
          <a:p>
            <a:r>
              <a:rPr lang="en-US" noProof="0"/>
              <a:t>Click icon to add chart</a:t>
            </a:r>
            <a:endParaRPr lang="en-US" noProof="0" dirty="0"/>
          </a:p>
        </p:txBody>
      </p:sp>
      <p:sp>
        <p:nvSpPr>
          <p:cNvPr id="18" name="Text Placeholder 8"/>
          <p:cNvSpPr>
            <a:spLocks noGrp="1"/>
          </p:cNvSpPr>
          <p:nvPr>
            <p:ph type="body" sz="quarter" idx="18"/>
          </p:nvPr>
        </p:nvSpPr>
        <p:spPr>
          <a:xfrm>
            <a:off x="501650" y="1659145"/>
            <a:ext cx="3549549" cy="392112"/>
          </a:xfrm>
        </p:spPr>
        <p:txBody>
          <a:bodyPr>
            <a:noAutofit/>
          </a:bodyPr>
          <a:lstStyle/>
          <a:p>
            <a:pPr lvl="0"/>
            <a:r>
              <a:rPr lang="en-US" noProof="0"/>
              <a:t>Click to edit Master text styles</a:t>
            </a:r>
          </a:p>
        </p:txBody>
      </p:sp>
      <p:sp>
        <p:nvSpPr>
          <p:cNvPr id="7" name="Chart Placeholder 3"/>
          <p:cNvSpPr>
            <a:spLocks noGrp="1"/>
          </p:cNvSpPr>
          <p:nvPr>
            <p:ph type="chart" sz="quarter" idx="19"/>
          </p:nvPr>
        </p:nvSpPr>
        <p:spPr>
          <a:xfrm>
            <a:off x="4322401" y="2051999"/>
            <a:ext cx="3549549" cy="4069014"/>
          </a:xfrm>
          <a:prstGeom prst="rect">
            <a:avLst/>
          </a:prstGeom>
        </p:spPr>
        <p:txBody>
          <a:bodyPr>
            <a:noAutofit/>
          </a:bodyPr>
          <a:lstStyle/>
          <a:p>
            <a:r>
              <a:rPr lang="en-US" noProof="0"/>
              <a:t>Click icon to add chart</a:t>
            </a:r>
            <a:endParaRPr lang="en-US" noProof="0" dirty="0"/>
          </a:p>
        </p:txBody>
      </p:sp>
      <p:sp>
        <p:nvSpPr>
          <p:cNvPr id="8" name="Text Placeholder 8"/>
          <p:cNvSpPr>
            <a:spLocks noGrp="1"/>
          </p:cNvSpPr>
          <p:nvPr>
            <p:ph type="body" sz="quarter" idx="20"/>
          </p:nvPr>
        </p:nvSpPr>
        <p:spPr>
          <a:xfrm>
            <a:off x="4321226" y="1659145"/>
            <a:ext cx="3549549" cy="392112"/>
          </a:xfrm>
        </p:spPr>
        <p:txBody>
          <a:bodyPr>
            <a:noAutofit/>
          </a:bodyPr>
          <a:lstStyle/>
          <a:p>
            <a:pPr lvl="0"/>
            <a:r>
              <a:rPr lang="en-US" noProof="0"/>
              <a:t>Click to edit Master text styles</a:t>
            </a:r>
          </a:p>
        </p:txBody>
      </p:sp>
      <p:sp>
        <p:nvSpPr>
          <p:cNvPr id="9" name="Chart Placeholder 3"/>
          <p:cNvSpPr>
            <a:spLocks noGrp="1"/>
          </p:cNvSpPr>
          <p:nvPr>
            <p:ph type="chart" sz="quarter" idx="21"/>
          </p:nvPr>
        </p:nvSpPr>
        <p:spPr>
          <a:xfrm>
            <a:off x="8140801" y="2051999"/>
            <a:ext cx="3549549" cy="4069014"/>
          </a:xfrm>
          <a:prstGeom prst="rect">
            <a:avLst/>
          </a:prstGeom>
        </p:spPr>
        <p:txBody>
          <a:bodyPr>
            <a:noAutofit/>
          </a:bodyPr>
          <a:lstStyle/>
          <a:p>
            <a:r>
              <a:rPr lang="en-US" noProof="0"/>
              <a:t>Click icon to add chart</a:t>
            </a:r>
            <a:endParaRPr lang="en-US" noProof="0" dirty="0"/>
          </a:p>
        </p:txBody>
      </p:sp>
      <p:sp>
        <p:nvSpPr>
          <p:cNvPr id="10" name="Text Placeholder 8"/>
          <p:cNvSpPr>
            <a:spLocks noGrp="1"/>
          </p:cNvSpPr>
          <p:nvPr>
            <p:ph type="body" sz="quarter" idx="22"/>
          </p:nvPr>
        </p:nvSpPr>
        <p:spPr>
          <a:xfrm>
            <a:off x="8140801" y="1659145"/>
            <a:ext cx="3549549" cy="398256"/>
          </a:xfrm>
        </p:spPr>
        <p:txBody>
          <a:bodyPr>
            <a:noAutofit/>
          </a:bodyPr>
          <a:lstStyle/>
          <a:p>
            <a:pPr lvl="0"/>
            <a:r>
              <a:rPr lang="en-US" noProof="0"/>
              <a:t>Click to edit Master text styles</a:t>
            </a:r>
          </a:p>
        </p:txBody>
      </p:sp>
      <p:sp>
        <p:nvSpPr>
          <p:cNvPr id="12" name="Text Placeholder 7"/>
          <p:cNvSpPr>
            <a:spLocks noGrp="1"/>
          </p:cNvSpPr>
          <p:nvPr>
            <p:ph type="body" sz="quarter" idx="23"/>
          </p:nvPr>
        </p:nvSpPr>
        <p:spPr>
          <a:xfrm>
            <a:off x="501649" y="6121014"/>
            <a:ext cx="11165419" cy="260737"/>
          </a:xfrm>
        </p:spPr>
        <p:txBody>
          <a:bodyPr>
            <a:noAutofit/>
          </a:bodyPr>
          <a:lstStyle>
            <a:lvl1pPr>
              <a:spcAft>
                <a:spcPts val="0"/>
              </a:spcAft>
              <a:defRPr sz="900"/>
            </a:lvl1pPr>
          </a:lstStyle>
          <a:p>
            <a:pPr lvl="0"/>
            <a:r>
              <a:rPr lang="en-US" noProof="0"/>
              <a:t>Click to edit Master text styles</a:t>
            </a:r>
          </a:p>
        </p:txBody>
      </p:sp>
      <p:sp>
        <p:nvSpPr>
          <p:cNvPr id="11" name="Text Placeholder 8">
            <a:extLst>
              <a:ext uri="{FF2B5EF4-FFF2-40B4-BE49-F238E27FC236}">
                <a16:creationId xmlns:a16="http://schemas.microsoft.com/office/drawing/2014/main" id="{F3BAE7D4-2DCE-493F-8804-6735FFDC6D71}"/>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3" name="Title Placeholder 1">
            <a:extLst>
              <a:ext uri="{FF2B5EF4-FFF2-40B4-BE49-F238E27FC236}">
                <a16:creationId xmlns:a16="http://schemas.microsoft.com/office/drawing/2014/main" id="{0AA8666D-884E-4CE4-A16C-E06A6E0BAE3D}"/>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256598526"/>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501650" y="1665289"/>
            <a:ext cx="5594351" cy="471646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a:extLst>
              <a:ext uri="{FF2B5EF4-FFF2-40B4-BE49-F238E27FC236}">
                <a16:creationId xmlns:a16="http://schemas.microsoft.com/office/drawing/2014/main" id="{9939BF43-6ABE-4327-81AC-7892A0477322}"/>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6" name="Title Placeholder 1">
            <a:extLst>
              <a:ext uri="{FF2B5EF4-FFF2-40B4-BE49-F238E27FC236}">
                <a16:creationId xmlns:a16="http://schemas.microsoft.com/office/drawing/2014/main" id="{E4133C46-CE37-4404-B4D0-9DFA124106B1}"/>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851148697"/>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mp; subtitle">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D1AFA9E9-5EB8-42BF-B15A-3D95DDA547A4}"/>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5" name="Title Placeholder 1">
            <a:extLst>
              <a:ext uri="{FF2B5EF4-FFF2-40B4-BE49-F238E27FC236}">
                <a16:creationId xmlns:a16="http://schemas.microsoft.com/office/drawing/2014/main" id="{C3F5B0ED-A4CB-4D19-B6B8-CA9E1139E70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434143868"/>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F79D3799-9A6C-45EE-B3ED-0F77AAB658E9}"/>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678955281"/>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 Black">
    <p:bg>
      <p:bgPr>
        <a:solidFill>
          <a:schemeClr val="tx1"/>
        </a:solidFill>
        <a:effectLst/>
      </p:bgPr>
    </p:bg>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F79D3799-9A6C-45EE-B3ED-0F77AAB658E9}"/>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solidFill>
                  <a:schemeClr val="bg1"/>
                </a:solidFill>
                <a:latin typeface="+mj-lt"/>
              </a:defRPr>
            </a:lvl1pPr>
          </a:lstStyle>
          <a:p>
            <a:r>
              <a:rPr lang="en-US" dirty="0"/>
              <a:t>Click to add title</a:t>
            </a:r>
          </a:p>
        </p:txBody>
      </p:sp>
      <p:sp>
        <p:nvSpPr>
          <p:cNvPr id="3" name="CaseCode">
            <a:extLst>
              <a:ext uri="{FF2B5EF4-FFF2-40B4-BE49-F238E27FC236}">
                <a16:creationId xmlns:a16="http://schemas.microsoft.com/office/drawing/2014/main" id="{4D067F15-7090-4FD4-8B55-76CB78DD9BD0}"/>
              </a:ext>
            </a:extLst>
          </p:cNvPr>
          <p:cNvSpPr txBox="1"/>
          <p:nvPr userDrawn="1"/>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bg1"/>
                </a:solidFill>
                <a:latin typeface="Calibri" panose="020F0502020204030204" pitchFamily="34" charset="0"/>
                <a:cs typeface="Calibri" panose="020F0502020204030204" pitchFamily="34" charset="0"/>
              </a:rPr>
              <a:t>Presentation title</a:t>
            </a:r>
            <a:br>
              <a:rPr lang="en-US" sz="900" noProof="0" dirty="0">
                <a:solidFill>
                  <a:schemeClr val="bg1"/>
                </a:solidFill>
                <a:latin typeface="Calibri" panose="020F0502020204030204" pitchFamily="34" charset="0"/>
                <a:cs typeface="Calibri" panose="020F0502020204030204" pitchFamily="34" charset="0"/>
              </a:rPr>
            </a:br>
            <a:r>
              <a:rPr lang="en-US" sz="9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5" name="Copyright">
            <a:extLst>
              <a:ext uri="{FF2B5EF4-FFF2-40B4-BE49-F238E27FC236}">
                <a16:creationId xmlns:a16="http://schemas.microsoft.com/office/drawing/2014/main" id="{A13EFA35-A937-47F7-93E5-9465F8876AC6}"/>
              </a:ext>
            </a:extLst>
          </p:cNvPr>
          <p:cNvSpPr txBox="1"/>
          <p:nvPr userDrawn="1"/>
        </p:nvSpPr>
        <p:spPr>
          <a:xfrm>
            <a:off x="501649" y="6477001"/>
            <a:ext cx="5355168" cy="276999"/>
          </a:xfrm>
          <a:prstGeom prst="rect">
            <a:avLst/>
          </a:prstGeom>
          <a:noFill/>
        </p:spPr>
        <p:txBody>
          <a:bodyPr wrap="square" lIns="0" tIns="0" rIns="0" bIns="0" rtlCol="0">
            <a:spAutoFit/>
          </a:bodyPr>
          <a:lstStyle/>
          <a:p>
            <a:pPr marL="0" indent="0">
              <a:spcBef>
                <a:spcPts val="600"/>
              </a:spcBef>
              <a:buSzPct val="100000"/>
              <a:buFont typeface="Arial"/>
              <a:buNone/>
            </a:pPr>
            <a:r>
              <a:rPr lang="en-US" sz="900" noProof="0" dirty="0">
                <a:solidFill>
                  <a:schemeClr val="bg1"/>
                </a:solidFill>
                <a:latin typeface="Calibri" panose="020F0502020204030204" pitchFamily="34" charset="0"/>
                <a:cs typeface="Calibri" panose="020F0502020204030204" pitchFamily="34" charset="0"/>
              </a:rPr>
              <a:t>Member firms and DTTL: Insert appropriate copyright</a:t>
            </a:r>
            <a:br>
              <a:rPr lang="en-US" sz="900" noProof="0" dirty="0">
                <a:solidFill>
                  <a:schemeClr val="bg1"/>
                </a:solidFill>
                <a:latin typeface="Calibri" panose="020F0502020204030204" pitchFamily="34" charset="0"/>
                <a:cs typeface="Calibri" panose="020F0502020204030204" pitchFamily="34" charset="0"/>
              </a:rPr>
            </a:br>
            <a:r>
              <a:rPr lang="en-US" sz="9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6" name="TextBox 5">
            <a:extLst>
              <a:ext uri="{FF2B5EF4-FFF2-40B4-BE49-F238E27FC236}">
                <a16:creationId xmlns:a16="http://schemas.microsoft.com/office/drawing/2014/main" id="{D39B4359-4F20-4FAE-B7A0-C54983A639ED}"/>
              </a:ext>
            </a:extLst>
          </p:cNvPr>
          <p:cNvSpPr txBox="1"/>
          <p:nvPr userDrawn="1"/>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25118846"/>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End slide Black">
    <p:bg>
      <p:bgPr>
        <a:solidFill>
          <a:schemeClr val="tx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01652" y="4211955"/>
            <a:ext cx="8528936" cy="2169796"/>
          </a:xfrm>
        </p:spPr>
        <p:txBody>
          <a:bodyPr anchor="b" anchorCtr="0">
            <a:noAutofit/>
          </a:bodyPr>
          <a:lstStyle>
            <a:lvl1pPr>
              <a:lnSpc>
                <a:spcPct val="100000"/>
              </a:lnSpc>
              <a:spcAft>
                <a:spcPts val="600"/>
              </a:spcAft>
              <a:defRPr sz="900">
                <a:solidFill>
                  <a:schemeClr val="bg1"/>
                </a:solidFill>
              </a:defRPr>
            </a:lvl1pPr>
          </a:lstStyle>
          <a:p>
            <a:pPr lvl="0"/>
            <a:r>
              <a:rPr lang="en-US"/>
              <a:t>Click to edit Master text styles</a:t>
            </a:r>
          </a:p>
        </p:txBody>
      </p:sp>
      <p:sp>
        <p:nvSpPr>
          <p:cNvPr id="3" name="Picture Placeholder 2"/>
          <p:cNvSpPr>
            <a:spLocks noGrp="1"/>
          </p:cNvSpPr>
          <p:nvPr>
            <p:ph type="pic" sz="quarter" idx="14" hasCustomPrompt="1"/>
          </p:nvPr>
        </p:nvSpPr>
        <p:spPr>
          <a:xfrm>
            <a:off x="9370847" y="4211955"/>
            <a:ext cx="2319503" cy="1725448"/>
          </a:xfrm>
        </p:spPr>
        <p:txBody>
          <a:bodyPr anchor="ctr" anchorCtr="0"/>
          <a:lstStyle>
            <a:lvl1pPr algn="ctr">
              <a:defRPr sz="900">
                <a:solidFill>
                  <a:schemeClr val="bg1"/>
                </a:solidFill>
              </a:defRPr>
            </a:lvl1pPr>
          </a:lstStyle>
          <a:p>
            <a:r>
              <a:rPr lang="en-GB" sz="900" dirty="0"/>
              <a:t>Insert sponsorship mark here</a:t>
            </a:r>
            <a:endParaRPr lang="en-GB" dirty="0"/>
          </a:p>
        </p:txBody>
      </p:sp>
      <p:sp>
        <p:nvSpPr>
          <p:cNvPr id="8" name="Text Placeholder 7"/>
          <p:cNvSpPr>
            <a:spLocks noGrp="1"/>
          </p:cNvSpPr>
          <p:nvPr>
            <p:ph type="body" sz="quarter" idx="15"/>
          </p:nvPr>
        </p:nvSpPr>
        <p:spPr>
          <a:xfrm>
            <a:off x="9370850" y="6018028"/>
            <a:ext cx="2319501" cy="363722"/>
          </a:xfrm>
        </p:spPr>
        <p:txBody>
          <a:bodyPr anchor="b" anchorCtr="0">
            <a:noAutofit/>
          </a:bodyPr>
          <a:lstStyle>
            <a:lvl1pPr>
              <a:lnSpc>
                <a:spcPct val="100000"/>
              </a:lnSpc>
              <a:defRPr sz="950">
                <a:solidFill>
                  <a:schemeClr val="bg1"/>
                </a:solidFill>
              </a:defRPr>
            </a:lvl1pPr>
          </a:lstStyle>
          <a:p>
            <a:pPr lvl="0"/>
            <a:r>
              <a:rPr lang="en-US"/>
              <a:t>Click to edit Master text styles</a:t>
            </a:r>
          </a:p>
        </p:txBody>
      </p:sp>
      <p:grpSp>
        <p:nvGrpSpPr>
          <p:cNvPr id="20" name="Group 19">
            <a:extLst>
              <a:ext uri="{FF2B5EF4-FFF2-40B4-BE49-F238E27FC236}">
                <a16:creationId xmlns:a16="http://schemas.microsoft.com/office/drawing/2014/main" id="{8DBE0613-D0C6-405A-ACD6-58EF0477427B}"/>
              </a:ext>
            </a:extLst>
          </p:cNvPr>
          <p:cNvGrpSpPr>
            <a:grpSpLocks noChangeAspect="1"/>
          </p:cNvGrpSpPr>
          <p:nvPr/>
        </p:nvGrpSpPr>
        <p:grpSpPr>
          <a:xfrm>
            <a:off x="469900" y="457761"/>
            <a:ext cx="1998000" cy="374400"/>
            <a:chOff x="398463" y="404813"/>
            <a:chExt cx="1627187" cy="307976"/>
          </a:xfrm>
          <a:solidFill>
            <a:schemeClr val="tx1"/>
          </a:solidFill>
        </p:grpSpPr>
        <p:sp>
          <p:nvSpPr>
            <p:cNvPr id="21" name="Oval 5">
              <a:extLst>
                <a:ext uri="{FF2B5EF4-FFF2-40B4-BE49-F238E27FC236}">
                  <a16:creationId xmlns:a16="http://schemas.microsoft.com/office/drawing/2014/main" id="{FD362D39-3352-4BA0-AC51-553983A71CD1}"/>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Freeform 6">
              <a:extLst>
                <a:ext uri="{FF2B5EF4-FFF2-40B4-BE49-F238E27FC236}">
                  <a16:creationId xmlns:a16="http://schemas.microsoft.com/office/drawing/2014/main" id="{1156DAFF-F101-4061-AA75-F8EEDC00FC74}"/>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Rectangle 7">
              <a:extLst>
                <a:ext uri="{FF2B5EF4-FFF2-40B4-BE49-F238E27FC236}">
                  <a16:creationId xmlns:a16="http://schemas.microsoft.com/office/drawing/2014/main" id="{5667AB23-84F3-44E4-B904-5D4D3A9B3109}"/>
                </a:ext>
              </a:extLst>
            </p:cNvPr>
            <p:cNvSpPr>
              <a:spLocks noChangeArrowheads="1"/>
            </p:cNvSpPr>
            <p:nvPr/>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8">
              <a:extLst>
                <a:ext uri="{FF2B5EF4-FFF2-40B4-BE49-F238E27FC236}">
                  <a16:creationId xmlns:a16="http://schemas.microsoft.com/office/drawing/2014/main" id="{12CE4E7F-CB40-4545-80AF-423201F72F2E}"/>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9">
              <a:extLst>
                <a:ext uri="{FF2B5EF4-FFF2-40B4-BE49-F238E27FC236}">
                  <a16:creationId xmlns:a16="http://schemas.microsoft.com/office/drawing/2014/main" id="{A7B265B2-4EA1-416A-A272-49E48905C3E6}"/>
                </a:ext>
              </a:extLst>
            </p:cNvPr>
            <p:cNvSpPr>
              <a:spLocks noChangeArrowheads="1"/>
            </p:cNvSpPr>
            <p:nvPr/>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Rectangle 10">
              <a:extLst>
                <a:ext uri="{FF2B5EF4-FFF2-40B4-BE49-F238E27FC236}">
                  <a16:creationId xmlns:a16="http://schemas.microsoft.com/office/drawing/2014/main" id="{3744CD22-C3A3-4D80-AB50-3E6D3483304C}"/>
                </a:ext>
              </a:extLst>
            </p:cNvPr>
            <p:cNvSpPr>
              <a:spLocks noChangeArrowheads="1"/>
            </p:cNvSpPr>
            <p:nvPr/>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1">
              <a:extLst>
                <a:ext uri="{FF2B5EF4-FFF2-40B4-BE49-F238E27FC236}">
                  <a16:creationId xmlns:a16="http://schemas.microsoft.com/office/drawing/2014/main" id="{3046CB4E-F174-491D-9CAB-2A9115985705}"/>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Freeform 12">
              <a:extLst>
                <a:ext uri="{FF2B5EF4-FFF2-40B4-BE49-F238E27FC236}">
                  <a16:creationId xmlns:a16="http://schemas.microsoft.com/office/drawing/2014/main" id="{8B2D79F2-05A8-4E1C-A4D8-725E52963024}"/>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3">
              <a:extLst>
                <a:ext uri="{FF2B5EF4-FFF2-40B4-BE49-F238E27FC236}">
                  <a16:creationId xmlns:a16="http://schemas.microsoft.com/office/drawing/2014/main" id="{9EA13742-485A-4EC3-BF90-9FD12F905B1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Freeform 14">
              <a:extLst>
                <a:ext uri="{FF2B5EF4-FFF2-40B4-BE49-F238E27FC236}">
                  <a16:creationId xmlns:a16="http://schemas.microsoft.com/office/drawing/2014/main" id="{5D44DAC1-76F0-42F6-93C9-61B9C3054D66}"/>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40225954"/>
      </p:ext>
    </p:extLst>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Bullete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lvl1pPr>
              <a:defRPr>
                <a:solidFill>
                  <a:schemeClr val="tx1"/>
                </a:solidFill>
              </a:defRPr>
            </a:lvl1pPr>
          </a:lstStyle>
          <a:p>
            <a:r>
              <a:rPr lang="en-US"/>
              <a:t>Click to edit Master title style</a:t>
            </a:r>
          </a:p>
        </p:txBody>
      </p:sp>
      <p:sp>
        <p:nvSpPr>
          <p:cNvPr id="3" name="Content Placeholder 2"/>
          <p:cNvSpPr>
            <a:spLocks noGrp="1"/>
          </p:cNvSpPr>
          <p:nvPr>
            <p:ph idx="1"/>
          </p:nvPr>
        </p:nvSpPr>
        <p:spPr>
          <a:xfrm>
            <a:off x="480001" y="1368000"/>
            <a:ext cx="11222567" cy="4536000"/>
          </a:xfrm>
        </p:spPr>
        <p:txBody>
          <a:bodyPr/>
          <a:lstStyle>
            <a:lvl1pPr>
              <a:defRPr>
                <a:solidFill>
                  <a:schemeClr val="accent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solidFill>
                  <a:schemeClr val="tx1"/>
                </a:solidFill>
              </a:defRPr>
            </a:lvl1pPr>
          </a:lstStyle>
          <a:p>
            <a:r>
              <a:rPr lang="en-US">
                <a:solidFill>
                  <a:srgbClr val="476475"/>
                </a:solidFill>
              </a:rPr>
              <a:t>Day Month Year</a:t>
            </a:r>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a:solidFill>
                  <a:srgbClr val="476475"/>
                </a:solidFill>
              </a:rPr>
              <a:t>Presentation Title</a:t>
            </a:r>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90E75981-53F8-4174-8F05-C8A5CE0FBBE0}" type="slidenum">
              <a:rPr lang="en-US" smtClean="0">
                <a:solidFill>
                  <a:srgbClr val="476475"/>
                </a:solidFill>
              </a:rPr>
              <a:pPr/>
              <a:t>‹#›</a:t>
            </a:fld>
            <a:endParaRPr lang="en-US">
              <a:solidFill>
                <a:srgbClr val="476475"/>
              </a:solidFill>
            </a:endParaRPr>
          </a:p>
        </p:txBody>
      </p:sp>
    </p:spTree>
    <p:extLst>
      <p:ext uri="{BB962C8B-B14F-4D97-AF65-F5344CB8AC3E}">
        <p14:creationId xmlns:p14="http://schemas.microsoft.com/office/powerpoint/2010/main" val="36290253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cSld name="Title Slide - White">
    <p:bg bwMode="gray">
      <p:bgPr>
        <a:solidFill>
          <a:schemeClr val="bg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E9ED29CA-6A60-490D-9D54-EA7CC7AF832C}"/>
              </a:ext>
            </a:extLst>
          </p:cNvPr>
          <p:cNvGrpSpPr>
            <a:grpSpLocks noChangeAspect="1"/>
          </p:cNvGrpSpPr>
          <p:nvPr/>
        </p:nvGrpSpPr>
        <p:grpSpPr>
          <a:xfrm>
            <a:off x="475325" y="457200"/>
            <a:ext cx="1998000" cy="374400"/>
            <a:chOff x="398463" y="404813"/>
            <a:chExt cx="1627187" cy="307976"/>
          </a:xfrm>
          <a:solidFill>
            <a:schemeClr val="tx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41" name="Picture Placeholder 8">
            <a:extLst>
              <a:ext uri="{FF2B5EF4-FFF2-40B4-BE49-F238E27FC236}">
                <a16:creationId xmlns:a16="http://schemas.microsoft.com/office/drawing/2014/main" id="{AC175F74-77C8-4969-BBF5-920619ED7628}"/>
              </a:ext>
            </a:extLst>
          </p:cNvPr>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501651" y="5186207"/>
            <a:ext cx="4446269"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tx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a:extLst>
              <a:ext uri="{FF2B5EF4-FFF2-40B4-BE49-F238E27FC236}">
                <a16:creationId xmlns:a16="http://schemas.microsoft.com/office/drawing/2014/main" id="{BE53F9A5-D017-41A9-87FD-42B8B6C64282}"/>
              </a:ext>
            </a:extLst>
          </p:cNvPr>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a:extLst>
                <a:ext uri="{FF2B5EF4-FFF2-40B4-BE49-F238E27FC236}">
                  <a16:creationId xmlns:a16="http://schemas.microsoft.com/office/drawing/2014/main" id="{70412374-88D8-4076-97A4-28B9D453A9F4}"/>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a:extLst>
                <a:ext uri="{FF2B5EF4-FFF2-40B4-BE49-F238E27FC236}">
                  <a16:creationId xmlns:a16="http://schemas.microsoft.com/office/drawing/2014/main" id="{059052DC-E283-45E3-A11B-EFC0EF64057E}"/>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7">
              <a:extLst>
                <a:ext uri="{FF2B5EF4-FFF2-40B4-BE49-F238E27FC236}">
                  <a16:creationId xmlns:a16="http://schemas.microsoft.com/office/drawing/2014/main" id="{C8E40EE6-74FE-4B63-ADD7-D8251359CC54}"/>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0" name="Freeform 8">
              <a:extLst>
                <a:ext uri="{FF2B5EF4-FFF2-40B4-BE49-F238E27FC236}">
                  <a16:creationId xmlns:a16="http://schemas.microsoft.com/office/drawing/2014/main" id="{6D34B50B-2467-467F-BE0D-CA832EE3A76E}"/>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Rectangle 9">
              <a:extLst>
                <a:ext uri="{FF2B5EF4-FFF2-40B4-BE49-F238E27FC236}">
                  <a16:creationId xmlns:a16="http://schemas.microsoft.com/office/drawing/2014/main" id="{1004DF0B-038C-4CB4-89B3-42D949ED0B9D}"/>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Rectangle 10">
              <a:extLst>
                <a:ext uri="{FF2B5EF4-FFF2-40B4-BE49-F238E27FC236}">
                  <a16:creationId xmlns:a16="http://schemas.microsoft.com/office/drawing/2014/main" id="{2FB8C6E0-92EE-49AA-95D9-7BE219F64FE7}"/>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Freeform 11">
              <a:extLst>
                <a:ext uri="{FF2B5EF4-FFF2-40B4-BE49-F238E27FC236}">
                  <a16:creationId xmlns:a16="http://schemas.microsoft.com/office/drawing/2014/main" id="{CEE92EC5-3F38-4286-A2DA-7B5E941BC2B9}"/>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12">
              <a:extLst>
                <a:ext uri="{FF2B5EF4-FFF2-40B4-BE49-F238E27FC236}">
                  <a16:creationId xmlns:a16="http://schemas.microsoft.com/office/drawing/2014/main" id="{3C2CE8EA-279F-441C-99BC-330C664B3281}"/>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Freeform 13">
              <a:extLst>
                <a:ext uri="{FF2B5EF4-FFF2-40B4-BE49-F238E27FC236}">
                  <a16:creationId xmlns:a16="http://schemas.microsoft.com/office/drawing/2014/main" id="{328EA017-C8BA-490A-9F7A-F880FE999A8D}"/>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14">
              <a:extLst>
                <a:ext uri="{FF2B5EF4-FFF2-40B4-BE49-F238E27FC236}">
                  <a16:creationId xmlns:a16="http://schemas.microsoft.com/office/drawing/2014/main" id="{BAE89DBE-19C8-422A-B7E6-D6726124DF54}"/>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679119745"/>
      </p:ext>
    </p:extLst>
  </p:cSld>
  <p:clrMapOvr>
    <a:masterClrMapping/>
  </p:clrMapOvr>
  <p:transition>
    <p:fade/>
  </p:transition>
  <p:hf hdr="0" dt="0"/>
  <p:extLst>
    <p:ext uri="{DCECCB84-F9BA-43D5-87BE-67443E8EF086}">
      <p15:sldGuideLst xmlns:p15="http://schemas.microsoft.com/office/powerpoint/2012/main">
        <p15:guide id="1" orient="horz" pos="4088">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Title Slide - Black">
    <p:bg bwMode="gray">
      <p:bgPr>
        <a:solidFill>
          <a:schemeClr val="tx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E9ED29CA-6A60-490D-9D54-EA7CC7AF832C}"/>
              </a:ext>
            </a:extLst>
          </p:cNvPr>
          <p:cNvGrpSpPr>
            <a:grpSpLocks noChangeAspect="1"/>
          </p:cNvGrpSpPr>
          <p:nvPr/>
        </p:nvGrpSpPr>
        <p:grpSpPr>
          <a:xfrm>
            <a:off x="475325" y="457200"/>
            <a:ext cx="1998000" cy="374400"/>
            <a:chOff x="398463" y="404813"/>
            <a:chExt cx="1627187" cy="307976"/>
          </a:xfrm>
          <a:solidFill>
            <a:schemeClr val="bg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accent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41" name="Picture Placeholder 8">
            <a:extLst>
              <a:ext uri="{FF2B5EF4-FFF2-40B4-BE49-F238E27FC236}">
                <a16:creationId xmlns:a16="http://schemas.microsoft.com/office/drawing/2014/main" id="{AC175F74-77C8-4969-BBF5-920619ED7628}"/>
              </a:ext>
            </a:extLst>
          </p:cNvPr>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501651" y="5186207"/>
            <a:ext cx="4446269"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a:extLst>
              <a:ext uri="{FF2B5EF4-FFF2-40B4-BE49-F238E27FC236}">
                <a16:creationId xmlns:a16="http://schemas.microsoft.com/office/drawing/2014/main" id="{BBB00153-52E8-495A-BA32-E581AC7A8A67}"/>
              </a:ext>
            </a:extLst>
          </p:cNvPr>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a:extLst>
                <a:ext uri="{FF2B5EF4-FFF2-40B4-BE49-F238E27FC236}">
                  <a16:creationId xmlns:a16="http://schemas.microsoft.com/office/drawing/2014/main" id="{EE44E009-869C-4AA1-972F-BFAD35A46F07}"/>
                </a:ext>
              </a:extLst>
            </p:cNvPr>
            <p:cNvSpPr>
              <a:spLocks noChangeArrowheads="1"/>
            </p:cNvSpPr>
            <p:nvPr userDrawn="1"/>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a:extLst>
                <a:ext uri="{FF2B5EF4-FFF2-40B4-BE49-F238E27FC236}">
                  <a16:creationId xmlns:a16="http://schemas.microsoft.com/office/drawing/2014/main" id="{DC9A9EB1-2077-4DFD-B533-87E250FD463C}"/>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7">
              <a:extLst>
                <a:ext uri="{FF2B5EF4-FFF2-40B4-BE49-F238E27FC236}">
                  <a16:creationId xmlns:a16="http://schemas.microsoft.com/office/drawing/2014/main" id="{33ACF17B-FD5C-45C9-B731-4D7315B1D9C2}"/>
                </a:ext>
              </a:extLst>
            </p:cNvPr>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0" name="Freeform 8">
              <a:extLst>
                <a:ext uri="{FF2B5EF4-FFF2-40B4-BE49-F238E27FC236}">
                  <a16:creationId xmlns:a16="http://schemas.microsoft.com/office/drawing/2014/main" id="{3D32D184-C4ED-4776-9DCC-E3F18CF55C2F}"/>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Rectangle 9">
              <a:extLst>
                <a:ext uri="{FF2B5EF4-FFF2-40B4-BE49-F238E27FC236}">
                  <a16:creationId xmlns:a16="http://schemas.microsoft.com/office/drawing/2014/main" id="{090BAC98-B3D7-4E96-B78D-0FE4BD1884B7}"/>
                </a:ext>
              </a:extLst>
            </p:cNvPr>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Rectangle 10">
              <a:extLst>
                <a:ext uri="{FF2B5EF4-FFF2-40B4-BE49-F238E27FC236}">
                  <a16:creationId xmlns:a16="http://schemas.microsoft.com/office/drawing/2014/main" id="{D81C0B16-CEDA-4DD7-AA0E-D7E98149B002}"/>
                </a:ext>
              </a:extLst>
            </p:cNvPr>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Freeform 11">
              <a:extLst>
                <a:ext uri="{FF2B5EF4-FFF2-40B4-BE49-F238E27FC236}">
                  <a16:creationId xmlns:a16="http://schemas.microsoft.com/office/drawing/2014/main" id="{C71424E0-1449-47B0-BF76-7A226D3160CC}"/>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12">
              <a:extLst>
                <a:ext uri="{FF2B5EF4-FFF2-40B4-BE49-F238E27FC236}">
                  <a16:creationId xmlns:a16="http://schemas.microsoft.com/office/drawing/2014/main" id="{39CF108A-51E0-49A1-80F5-6286DB6FEBCA}"/>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Freeform 13">
              <a:extLst>
                <a:ext uri="{FF2B5EF4-FFF2-40B4-BE49-F238E27FC236}">
                  <a16:creationId xmlns:a16="http://schemas.microsoft.com/office/drawing/2014/main" id="{28BEACF0-05E8-46F1-8AE5-8FF2ADC543E9}"/>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14">
              <a:extLst>
                <a:ext uri="{FF2B5EF4-FFF2-40B4-BE49-F238E27FC236}">
                  <a16:creationId xmlns:a16="http://schemas.microsoft.com/office/drawing/2014/main" id="{B661CA16-D87B-4315-804A-3E82AE3F0CF4}"/>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89252155"/>
      </p:ext>
    </p:extLst>
  </p:cSld>
  <p:clrMapOvr>
    <a:masterClrMapping/>
  </p:clrMapOvr>
  <p:transition>
    <p:fade/>
  </p:transition>
  <p:hf hdr="0" dt="0"/>
  <p:extLst>
    <p:ext uri="{DCECCB84-F9BA-43D5-87BE-67443E8EF086}">
      <p15:sldGuideLst xmlns:p15="http://schemas.microsoft.com/office/powerpoint/2012/main">
        <p15:guide id="1" orient="horz" pos="4088">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Title Slide - Black Page Image">
    <p:bg bwMode="gray">
      <p:bgPr>
        <a:solidFill>
          <a:schemeClr val="tx1"/>
        </a:solidFill>
        <a:effectLst/>
      </p:bgPr>
    </p:bg>
    <p:spTree>
      <p:nvGrpSpPr>
        <p:cNvPr id="1" name=""/>
        <p:cNvGrpSpPr/>
        <p:nvPr/>
      </p:nvGrpSpPr>
      <p:grpSpPr>
        <a:xfrm>
          <a:off x="0" y="0"/>
          <a:ext cx="0" cy="0"/>
          <a:chOff x="0" y="0"/>
          <a:chExt cx="0" cy="0"/>
        </a:xfrm>
      </p:grpSpPr>
      <p:sp>
        <p:nvSpPr>
          <p:cNvPr id="17" name="Picture Placeholder 8">
            <a:extLst>
              <a:ext uri="{FF2B5EF4-FFF2-40B4-BE49-F238E27FC236}">
                <a16:creationId xmlns:a16="http://schemas.microsoft.com/office/drawing/2014/main" id="{DEF77F0F-DE6A-48C9-92BD-013174DD643C}"/>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p>
        </p:txBody>
      </p:sp>
      <p:sp>
        <p:nvSpPr>
          <p:cNvPr id="41" name="Text Placeholder 4">
            <a:extLst>
              <a:ext uri="{FF2B5EF4-FFF2-40B4-BE49-F238E27FC236}">
                <a16:creationId xmlns:a16="http://schemas.microsoft.com/office/drawing/2014/main" id="{EE5D7BA0-7E63-4F55-8707-FB998AF96C8C}"/>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5" name="Title 1">
            <a:extLst>
              <a:ext uri="{FF2B5EF4-FFF2-40B4-BE49-F238E27FC236}">
                <a16:creationId xmlns:a16="http://schemas.microsoft.com/office/drawing/2014/main" id="{37C1D43B-9933-4650-9DD5-73494BECAE5A}"/>
              </a:ext>
            </a:extLst>
          </p:cNvPr>
          <p:cNvSpPr>
            <a:spLocks noGrp="1"/>
          </p:cNvSpPr>
          <p:nvPr>
            <p:ph type="ctrTitle"/>
          </p:nvPr>
        </p:nvSpPr>
        <p:spPr bwMode="gray">
          <a:xfrm>
            <a:off x="501651" y="5186207"/>
            <a:ext cx="4446269"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spTree>
    <p:extLst>
      <p:ext uri="{BB962C8B-B14F-4D97-AF65-F5344CB8AC3E}">
        <p14:creationId xmlns:p14="http://schemas.microsoft.com/office/powerpoint/2010/main" val="1837710020"/>
      </p:ext>
    </p:extLst>
  </p:cSld>
  <p:clrMapOvr>
    <a:masterClrMapping/>
  </p:clrMapOvr>
  <p:transition>
    <p:fade/>
  </p:transition>
  <p:hf hdr="0" dt="0"/>
  <p:extLst>
    <p:ext uri="{DCECCB84-F9BA-43D5-87BE-67443E8EF086}">
      <p15:sldGuideLst xmlns:p15="http://schemas.microsoft.com/office/powerpoint/2012/main">
        <p15:guide id="1" orient="horz" pos="4088">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ith text">
    <p:bg bwMode="gray">
      <p:bgPr>
        <a:solidFill>
          <a:schemeClr val="bg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E9ED29CA-6A60-490D-9D54-EA7CC7AF832C}"/>
              </a:ext>
            </a:extLst>
          </p:cNvPr>
          <p:cNvGrpSpPr>
            <a:grpSpLocks noChangeAspect="1"/>
          </p:cNvGrpSpPr>
          <p:nvPr/>
        </p:nvGrpSpPr>
        <p:grpSpPr>
          <a:xfrm>
            <a:off x="475325" y="457200"/>
            <a:ext cx="1998000" cy="374400"/>
            <a:chOff x="398463" y="404813"/>
            <a:chExt cx="1627187" cy="307976"/>
          </a:xfrm>
          <a:solidFill>
            <a:schemeClr val="tx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501651" y="5186207"/>
            <a:ext cx="4446269" cy="895983"/>
          </a:xfrm>
          <a:prstGeom prst="rect">
            <a:avLst/>
          </a:prstGeom>
        </p:spPr>
        <p:txBody>
          <a:bodyPr anchor="b" anchorCtr="0">
            <a:noAutofit/>
          </a:bodyPr>
          <a:lstStyle>
            <a:lvl1pPr algn="l">
              <a:lnSpc>
                <a:spcPts val="3200"/>
              </a:lnSpc>
              <a:defRPr sz="3200" b="0">
                <a:solidFill>
                  <a:schemeClr val="tx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a:t>
            </a:r>
            <a:br>
              <a:rPr lang="en-US" noProof="0"/>
            </a:br>
            <a:r>
              <a:rPr lang="en-US" noProof="0"/>
              <a:t>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tx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a:extLst>
              <a:ext uri="{FF2B5EF4-FFF2-40B4-BE49-F238E27FC236}">
                <a16:creationId xmlns:a16="http://schemas.microsoft.com/office/drawing/2014/main" id="{BE53F9A5-D017-41A9-87FD-42B8B6C64282}"/>
              </a:ext>
            </a:extLst>
          </p:cNvPr>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a:extLst>
                <a:ext uri="{FF2B5EF4-FFF2-40B4-BE49-F238E27FC236}">
                  <a16:creationId xmlns:a16="http://schemas.microsoft.com/office/drawing/2014/main" id="{70412374-88D8-4076-97A4-28B9D453A9F4}"/>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a:extLst>
                <a:ext uri="{FF2B5EF4-FFF2-40B4-BE49-F238E27FC236}">
                  <a16:creationId xmlns:a16="http://schemas.microsoft.com/office/drawing/2014/main" id="{059052DC-E283-45E3-A11B-EFC0EF64057E}"/>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7">
              <a:extLst>
                <a:ext uri="{FF2B5EF4-FFF2-40B4-BE49-F238E27FC236}">
                  <a16:creationId xmlns:a16="http://schemas.microsoft.com/office/drawing/2014/main" id="{C8E40EE6-74FE-4B63-ADD7-D8251359CC54}"/>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0" name="Freeform 8">
              <a:extLst>
                <a:ext uri="{FF2B5EF4-FFF2-40B4-BE49-F238E27FC236}">
                  <a16:creationId xmlns:a16="http://schemas.microsoft.com/office/drawing/2014/main" id="{6D34B50B-2467-467F-BE0D-CA832EE3A76E}"/>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Rectangle 9">
              <a:extLst>
                <a:ext uri="{FF2B5EF4-FFF2-40B4-BE49-F238E27FC236}">
                  <a16:creationId xmlns:a16="http://schemas.microsoft.com/office/drawing/2014/main" id="{1004DF0B-038C-4CB4-89B3-42D949ED0B9D}"/>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Rectangle 10">
              <a:extLst>
                <a:ext uri="{FF2B5EF4-FFF2-40B4-BE49-F238E27FC236}">
                  <a16:creationId xmlns:a16="http://schemas.microsoft.com/office/drawing/2014/main" id="{2FB8C6E0-92EE-49AA-95D9-7BE219F64FE7}"/>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Freeform 11">
              <a:extLst>
                <a:ext uri="{FF2B5EF4-FFF2-40B4-BE49-F238E27FC236}">
                  <a16:creationId xmlns:a16="http://schemas.microsoft.com/office/drawing/2014/main" id="{CEE92EC5-3F38-4286-A2DA-7B5E941BC2B9}"/>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12">
              <a:extLst>
                <a:ext uri="{FF2B5EF4-FFF2-40B4-BE49-F238E27FC236}">
                  <a16:creationId xmlns:a16="http://schemas.microsoft.com/office/drawing/2014/main" id="{3C2CE8EA-279F-441C-99BC-330C664B3281}"/>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Freeform 13">
              <a:extLst>
                <a:ext uri="{FF2B5EF4-FFF2-40B4-BE49-F238E27FC236}">
                  <a16:creationId xmlns:a16="http://schemas.microsoft.com/office/drawing/2014/main" id="{328EA017-C8BA-490A-9F7A-F880FE999A8D}"/>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14">
              <a:extLst>
                <a:ext uri="{FF2B5EF4-FFF2-40B4-BE49-F238E27FC236}">
                  <a16:creationId xmlns:a16="http://schemas.microsoft.com/office/drawing/2014/main" id="{BAE89DBE-19C8-422A-B7E6-D6726124DF54}"/>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28" name="Title 1">
            <a:extLst>
              <a:ext uri="{FF2B5EF4-FFF2-40B4-BE49-F238E27FC236}">
                <a16:creationId xmlns:a16="http://schemas.microsoft.com/office/drawing/2014/main" id="{BF939DF8-C67D-4ED5-9DBC-98F2B43BDAEA}"/>
              </a:ext>
            </a:extLst>
          </p:cNvPr>
          <p:cNvSpPr txBox="1">
            <a:spLocks/>
          </p:cNvSpPr>
          <p:nvPr userDrawn="1"/>
        </p:nvSpPr>
        <p:spPr bwMode="gray">
          <a:xfrm>
            <a:off x="3417931" y="725455"/>
            <a:ext cx="5356735" cy="5356735"/>
          </a:xfrm>
          <a:prstGeom prst="ellipse">
            <a:avLst/>
          </a:prstGeom>
          <a:ln w="25400">
            <a:solidFill>
              <a:schemeClr val="accent1"/>
            </a:solidFill>
          </a:ln>
        </p:spPr>
        <p:txBody>
          <a:bodyPr vert="horz" lIns="108000" tIns="108000" rIns="108000" bIns="108000" rtlCol="0" anchor="ctr" anchorCtr="0">
            <a:normAutofit/>
          </a:bodyPr>
          <a:lstStyle>
            <a:lvl1pPr algn="ctr" defTabSz="914400" rtl="0" eaLnBrk="1" latinLnBrk="0" hangingPunct="1">
              <a:lnSpc>
                <a:spcPts val="4200"/>
              </a:lnSpc>
              <a:spcBef>
                <a:spcPct val="0"/>
              </a:spcBef>
              <a:buNone/>
              <a:defRPr sz="3600" b="0" kern="1200">
                <a:solidFill>
                  <a:schemeClr val="tx1"/>
                </a:solidFill>
                <a:latin typeface="+mj-lt"/>
                <a:ea typeface="Open Sans" panose="020B0606030504020204" pitchFamily="34" charset="0"/>
                <a:cs typeface="Open Sans" panose="020B0606030504020204" pitchFamily="34" charset="0"/>
              </a:defRPr>
            </a:lvl1pPr>
          </a:lstStyle>
          <a:p>
            <a:r>
              <a:rPr lang="en-US"/>
              <a:t>Click to edit Master title style</a:t>
            </a:r>
          </a:p>
        </p:txBody>
      </p:sp>
    </p:spTree>
    <p:extLst>
      <p:ext uri="{BB962C8B-B14F-4D97-AF65-F5344CB8AC3E}">
        <p14:creationId xmlns:p14="http://schemas.microsoft.com/office/powerpoint/2010/main" val="1896113273"/>
      </p:ext>
    </p:extLst>
  </p:cSld>
  <p:clrMapOvr>
    <a:masterClrMapping/>
  </p:clrMapOvr>
  <p:transition>
    <p:fade/>
  </p:transition>
  <p:hf hdr="0" dt="0"/>
  <p:extLst>
    <p:ext uri="{DCECCB84-F9BA-43D5-87BE-67443E8EF086}">
      <p15:sldGuideLst xmlns:p15="http://schemas.microsoft.com/office/powerpoint/2012/main">
        <p15:guide id="1" orient="horz" pos="4088">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670834"/>
            <a:ext cx="10541000" cy="1592403"/>
          </a:xfrm>
          <a:prstGeom prst="rect">
            <a:avLst/>
          </a:prstGeom>
        </p:spPr>
        <p:txBody>
          <a:bodyPr anchor="b"/>
          <a:lstStyle>
            <a:lvl1pPr>
              <a:lnSpc>
                <a:spcPct val="95000"/>
              </a:lnSpc>
              <a:defRPr sz="3600" b="1">
                <a:solidFill>
                  <a:schemeClr val="tx1"/>
                </a:solidFill>
                <a:latin typeface="+mj-lt"/>
                <a:ea typeface="Open Sans" panose="020B0606030504020204" pitchFamily="34" charset="0"/>
                <a:cs typeface="Calibri" panose="020F050202020403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0"/>
            <a:ext cx="10541000" cy="1566532"/>
          </a:xfrm>
        </p:spPr>
        <p:txBody>
          <a:bodyPr lIns="0" tIns="0" rIns="0" bIns="0">
            <a:noAutofit/>
          </a:bodyPr>
          <a:lstStyle>
            <a:lvl1pPr marL="0" indent="0">
              <a:lnSpc>
                <a:spcPct val="95000"/>
              </a:lnSpc>
              <a:spcAft>
                <a:spcPts val="0"/>
              </a:spcAft>
              <a:buNone/>
              <a:defRPr sz="3600">
                <a:solidFill>
                  <a:schemeClr val="tx1"/>
                </a:solidFill>
                <a:latin typeface="+mn-lt"/>
                <a:cs typeface="Calibri" panose="020F050202020403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1761067703"/>
      </p:ext>
    </p:extLst>
  </p:cSld>
  <p:clrMapOvr>
    <a:masterClrMapping/>
  </p:clrMapOvr>
  <p:transition>
    <p:fade/>
  </p:transition>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Divider - Deloitte green accent 4">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7" name="CaseCode">
            <a:extLst>
              <a:ext uri="{FF2B5EF4-FFF2-40B4-BE49-F238E27FC236}">
                <a16:creationId xmlns:a16="http://schemas.microsoft.com/office/drawing/2014/main" id="{452A60FA-C95E-401E-9AF3-D27C8C88BCCB}"/>
              </a:ext>
            </a:extLst>
          </p:cNvPr>
          <p:cNvSpPr txBox="1"/>
          <p:nvPr/>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a:solidFill>
                  <a:schemeClr val="bg1"/>
                </a:solidFill>
                <a:latin typeface="Calibri" panose="020F0502020204030204" pitchFamily="34" charset="0"/>
                <a:cs typeface="Calibri" panose="020F0502020204030204" pitchFamily="34" charset="0"/>
              </a:rPr>
              <a:t>Presentation title</a:t>
            </a:r>
            <a:br>
              <a:rPr lang="en-US" sz="900" noProof="0">
                <a:solidFill>
                  <a:schemeClr val="bg1"/>
                </a:solidFill>
                <a:latin typeface="Calibri" panose="020F0502020204030204" pitchFamily="34" charset="0"/>
                <a:cs typeface="Calibri" panose="020F0502020204030204" pitchFamily="34" charset="0"/>
              </a:rPr>
            </a:br>
            <a:r>
              <a:rPr lang="en-US" sz="900"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8" name="Copyright">
            <a:extLst>
              <a:ext uri="{FF2B5EF4-FFF2-40B4-BE49-F238E27FC236}">
                <a16:creationId xmlns:a16="http://schemas.microsoft.com/office/drawing/2014/main" id="{CA24B28E-5B13-4779-8D72-C52A20B99FE7}"/>
              </a:ext>
            </a:extLst>
          </p:cNvPr>
          <p:cNvSpPr txBox="1"/>
          <p:nvPr/>
        </p:nvSpPr>
        <p:spPr>
          <a:xfrm>
            <a:off x="469900"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a:solidFill>
                  <a:schemeClr val="bg1"/>
                </a:solidFill>
                <a:latin typeface="Calibri" panose="020F0502020204030204" pitchFamily="34" charset="0"/>
                <a:cs typeface="Calibri" panose="020F0502020204030204" pitchFamily="34" charset="0"/>
              </a:rPr>
              <a:t>© 2022 Deloitte Touche </a:t>
            </a:r>
            <a:r>
              <a:rPr lang="fr-FR" sz="900" noProof="0" err="1">
                <a:solidFill>
                  <a:schemeClr val="bg1"/>
                </a:solidFill>
                <a:latin typeface="Calibri" panose="020F0502020204030204" pitchFamily="34" charset="0"/>
                <a:cs typeface="Calibri" panose="020F0502020204030204" pitchFamily="34" charset="0"/>
              </a:rPr>
              <a:t>Tohmatsu</a:t>
            </a:r>
            <a:r>
              <a:rPr lang="fr-FR" sz="900" noProof="0">
                <a:solidFill>
                  <a:schemeClr val="bg1"/>
                </a:solidFill>
                <a:latin typeface="Calibri" panose="020F0502020204030204" pitchFamily="34" charset="0"/>
                <a:cs typeface="Calibri" panose="020F0502020204030204" pitchFamily="34" charset="0"/>
              </a:rPr>
              <a:t> </a:t>
            </a:r>
            <a:r>
              <a:rPr lang="fr-FR" sz="900" noProof="0" err="1">
                <a:solidFill>
                  <a:schemeClr val="bg1"/>
                </a:solidFill>
                <a:latin typeface="Calibri" panose="020F0502020204030204" pitchFamily="34" charset="0"/>
                <a:cs typeface="Calibri" panose="020F0502020204030204" pitchFamily="34" charset="0"/>
              </a:rPr>
              <a:t>India</a:t>
            </a:r>
            <a:r>
              <a:rPr lang="fr-FR" sz="900" noProof="0">
                <a:solidFill>
                  <a:schemeClr val="bg1"/>
                </a:solidFill>
                <a:latin typeface="Calibri" panose="020F0502020204030204" pitchFamily="34" charset="0"/>
                <a:cs typeface="Calibri" panose="020F0502020204030204" pitchFamily="34" charset="0"/>
              </a:rPr>
              <a:t> LLP. </a:t>
            </a:r>
          </a:p>
        </p:txBody>
      </p:sp>
      <p:sp>
        <p:nvSpPr>
          <p:cNvPr id="9" name="TextBox 8">
            <a:extLst>
              <a:ext uri="{FF2B5EF4-FFF2-40B4-BE49-F238E27FC236}">
                <a16:creationId xmlns:a16="http://schemas.microsoft.com/office/drawing/2014/main" id="{6C32543E-E807-47A4-A234-D5C7012187B4}"/>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
        <p:nvSpPr>
          <p:cNvPr id="10" name="CaseCode">
            <a:extLst>
              <a:ext uri="{FF2B5EF4-FFF2-40B4-BE49-F238E27FC236}">
                <a16:creationId xmlns:a16="http://schemas.microsoft.com/office/drawing/2014/main" id="{BFFD92C3-7ED3-4D3C-8518-BD2C1CF3A89D}"/>
              </a:ext>
            </a:extLst>
          </p:cNvPr>
          <p:cNvSpPr txBox="1"/>
          <p:nvPr userDrawn="1"/>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a:solidFill>
                  <a:schemeClr val="bg1"/>
                </a:solidFill>
                <a:latin typeface="Calibri" panose="020F0502020204030204" pitchFamily="34" charset="0"/>
                <a:cs typeface="Calibri" panose="020F0502020204030204" pitchFamily="34" charset="0"/>
              </a:rPr>
              <a:t>Presentation title</a:t>
            </a:r>
            <a:br>
              <a:rPr lang="en-US" sz="900" noProof="0">
                <a:solidFill>
                  <a:schemeClr val="bg1"/>
                </a:solidFill>
                <a:latin typeface="Calibri" panose="020F0502020204030204" pitchFamily="34" charset="0"/>
                <a:cs typeface="Calibri" panose="020F0502020204030204" pitchFamily="34" charset="0"/>
              </a:rPr>
            </a:br>
            <a:r>
              <a:rPr lang="en-US" sz="900"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2" name="TextBox 11">
            <a:extLst>
              <a:ext uri="{FF2B5EF4-FFF2-40B4-BE49-F238E27FC236}">
                <a16:creationId xmlns:a16="http://schemas.microsoft.com/office/drawing/2014/main" id="{94F2D29F-D256-48DF-93EB-3649C0F15C84}"/>
              </a:ext>
            </a:extLst>
          </p:cNvPr>
          <p:cNvSpPr txBox="1"/>
          <p:nvPr userDrawn="1"/>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66649453"/>
      </p:ext>
    </p:extLst>
  </p:cSld>
  <p:clrMapOvr>
    <a:masterClrMapping/>
  </p:clrMapOvr>
  <p:transition>
    <p:fade/>
  </p:transition>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7" name="CaseCode">
            <a:extLst>
              <a:ext uri="{FF2B5EF4-FFF2-40B4-BE49-F238E27FC236}">
                <a16:creationId xmlns:a16="http://schemas.microsoft.com/office/drawing/2014/main" id="{E8E60749-A3E0-4E09-BF50-6D6B361BEF91}"/>
              </a:ext>
            </a:extLst>
          </p:cNvPr>
          <p:cNvSpPr txBox="1"/>
          <p:nvPr/>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a:solidFill>
                  <a:schemeClr val="bg1"/>
                </a:solidFill>
                <a:latin typeface="Calibri" panose="020F0502020204030204" pitchFamily="34" charset="0"/>
                <a:cs typeface="Calibri" panose="020F0502020204030204" pitchFamily="34" charset="0"/>
              </a:rPr>
              <a:t>Presentation title</a:t>
            </a:r>
            <a:br>
              <a:rPr lang="en-US" sz="900" noProof="0">
                <a:solidFill>
                  <a:schemeClr val="bg1"/>
                </a:solidFill>
                <a:latin typeface="Calibri" panose="020F0502020204030204" pitchFamily="34" charset="0"/>
                <a:cs typeface="Calibri" panose="020F0502020204030204" pitchFamily="34" charset="0"/>
              </a:rPr>
            </a:br>
            <a:r>
              <a:rPr lang="en-US" sz="900"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9" name="TextBox 8">
            <a:extLst>
              <a:ext uri="{FF2B5EF4-FFF2-40B4-BE49-F238E27FC236}">
                <a16:creationId xmlns:a16="http://schemas.microsoft.com/office/drawing/2014/main" id="{8194F347-CBED-4284-9EC5-49E7D0DE163A}"/>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
        <p:nvSpPr>
          <p:cNvPr id="10" name="CaseCode">
            <a:extLst>
              <a:ext uri="{FF2B5EF4-FFF2-40B4-BE49-F238E27FC236}">
                <a16:creationId xmlns:a16="http://schemas.microsoft.com/office/drawing/2014/main" id="{C15CF50B-B21A-4219-A2F3-42CE64720300}"/>
              </a:ext>
            </a:extLst>
          </p:cNvPr>
          <p:cNvSpPr txBox="1"/>
          <p:nvPr userDrawn="1"/>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a:solidFill>
                  <a:schemeClr val="bg1"/>
                </a:solidFill>
                <a:latin typeface="Calibri" panose="020F0502020204030204" pitchFamily="34" charset="0"/>
                <a:cs typeface="Calibri" panose="020F0502020204030204" pitchFamily="34" charset="0"/>
              </a:rPr>
              <a:t>Presentation title</a:t>
            </a:r>
            <a:br>
              <a:rPr lang="en-US" sz="900" noProof="0">
                <a:solidFill>
                  <a:schemeClr val="bg1"/>
                </a:solidFill>
                <a:latin typeface="Calibri" panose="020F0502020204030204" pitchFamily="34" charset="0"/>
                <a:cs typeface="Calibri" panose="020F0502020204030204" pitchFamily="34" charset="0"/>
              </a:rPr>
            </a:br>
            <a:r>
              <a:rPr lang="en-US" sz="900"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2" name="TextBox 11">
            <a:extLst>
              <a:ext uri="{FF2B5EF4-FFF2-40B4-BE49-F238E27FC236}">
                <a16:creationId xmlns:a16="http://schemas.microsoft.com/office/drawing/2014/main" id="{D56403AF-FAB8-425F-B7B3-1CED91E5B09F}"/>
              </a:ext>
            </a:extLst>
          </p:cNvPr>
          <p:cNvSpPr txBox="1"/>
          <p:nvPr userDrawn="1"/>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
        <p:nvSpPr>
          <p:cNvPr id="14" name="Copyright">
            <a:extLst>
              <a:ext uri="{FF2B5EF4-FFF2-40B4-BE49-F238E27FC236}">
                <a16:creationId xmlns:a16="http://schemas.microsoft.com/office/drawing/2014/main" id="{CA24B28E-5B13-4779-8D72-C52A20B99FE7}"/>
              </a:ext>
            </a:extLst>
          </p:cNvPr>
          <p:cNvSpPr txBox="1"/>
          <p:nvPr userDrawn="1"/>
        </p:nvSpPr>
        <p:spPr>
          <a:xfrm>
            <a:off x="469900"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a:solidFill>
                  <a:schemeClr val="bg1"/>
                </a:solidFill>
                <a:latin typeface="Calibri" panose="020F0502020204030204" pitchFamily="34" charset="0"/>
                <a:cs typeface="Calibri" panose="020F0502020204030204" pitchFamily="34" charset="0"/>
              </a:rPr>
              <a:t>© 2022 Deloitte Touche </a:t>
            </a:r>
            <a:r>
              <a:rPr lang="fr-FR" sz="900" noProof="0" err="1">
                <a:solidFill>
                  <a:schemeClr val="bg1"/>
                </a:solidFill>
                <a:latin typeface="Calibri" panose="020F0502020204030204" pitchFamily="34" charset="0"/>
                <a:cs typeface="Calibri" panose="020F0502020204030204" pitchFamily="34" charset="0"/>
              </a:rPr>
              <a:t>Tohmatsu</a:t>
            </a:r>
            <a:r>
              <a:rPr lang="fr-FR" sz="900" noProof="0">
                <a:solidFill>
                  <a:schemeClr val="bg1"/>
                </a:solidFill>
                <a:latin typeface="Calibri" panose="020F0502020204030204" pitchFamily="34" charset="0"/>
                <a:cs typeface="Calibri" panose="020F0502020204030204" pitchFamily="34" charset="0"/>
              </a:rPr>
              <a:t> </a:t>
            </a:r>
            <a:r>
              <a:rPr lang="fr-FR" sz="900" noProof="0" err="1">
                <a:solidFill>
                  <a:schemeClr val="bg1"/>
                </a:solidFill>
                <a:latin typeface="Calibri" panose="020F0502020204030204" pitchFamily="34" charset="0"/>
                <a:cs typeface="Calibri" panose="020F0502020204030204" pitchFamily="34" charset="0"/>
              </a:rPr>
              <a:t>India</a:t>
            </a:r>
            <a:r>
              <a:rPr lang="fr-FR" sz="900" noProof="0">
                <a:solidFill>
                  <a:schemeClr val="bg1"/>
                </a:solidFill>
                <a:latin typeface="Calibri" panose="020F0502020204030204" pitchFamily="34" charset="0"/>
                <a:cs typeface="Calibri" panose="020F0502020204030204" pitchFamily="34" charset="0"/>
              </a:rPr>
              <a:t> LLP. </a:t>
            </a:r>
          </a:p>
        </p:txBody>
      </p:sp>
    </p:spTree>
    <p:extLst>
      <p:ext uri="{BB962C8B-B14F-4D97-AF65-F5344CB8AC3E}">
        <p14:creationId xmlns:p14="http://schemas.microsoft.com/office/powerpoint/2010/main" val="3270468946"/>
      </p:ext>
    </p:extLst>
  </p:cSld>
  <p:clrMapOvr>
    <a:masterClrMapping/>
  </p:clrMapOvr>
  <p:transition>
    <p:fade/>
  </p:transition>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green accent 4">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7" name="CaseCode">
            <a:extLst>
              <a:ext uri="{FF2B5EF4-FFF2-40B4-BE49-F238E27FC236}">
                <a16:creationId xmlns:a16="http://schemas.microsoft.com/office/drawing/2014/main" id="{452A60FA-C95E-401E-9AF3-D27C8C88BCCB}"/>
              </a:ext>
            </a:extLst>
          </p:cNvPr>
          <p:cNvSpPr txBox="1"/>
          <p:nvPr userDrawn="1"/>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a:solidFill>
                  <a:schemeClr val="bg1"/>
                </a:solidFill>
                <a:latin typeface="Calibri" panose="020F0502020204030204" pitchFamily="34" charset="0"/>
                <a:cs typeface="Calibri" panose="020F0502020204030204" pitchFamily="34" charset="0"/>
              </a:rPr>
              <a:t>Presentation title</a:t>
            </a:r>
            <a:br>
              <a:rPr lang="en-US" sz="900" noProof="0">
                <a:solidFill>
                  <a:schemeClr val="bg1"/>
                </a:solidFill>
                <a:latin typeface="Calibri" panose="020F0502020204030204" pitchFamily="34" charset="0"/>
                <a:cs typeface="Calibri" panose="020F0502020204030204" pitchFamily="34" charset="0"/>
              </a:rPr>
            </a:br>
            <a:r>
              <a:rPr lang="en-US" sz="900"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9" name="TextBox 8">
            <a:extLst>
              <a:ext uri="{FF2B5EF4-FFF2-40B4-BE49-F238E27FC236}">
                <a16:creationId xmlns:a16="http://schemas.microsoft.com/office/drawing/2014/main" id="{6C32543E-E807-47A4-A234-D5C7012187B4}"/>
              </a:ext>
            </a:extLst>
          </p:cNvPr>
          <p:cNvSpPr txBox="1"/>
          <p:nvPr userDrawn="1"/>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
        <p:nvSpPr>
          <p:cNvPr id="11" name="Copyright">
            <a:extLst>
              <a:ext uri="{FF2B5EF4-FFF2-40B4-BE49-F238E27FC236}">
                <a16:creationId xmlns:a16="http://schemas.microsoft.com/office/drawing/2014/main" id="{CA24B28E-5B13-4779-8D72-C52A20B99FE7}"/>
              </a:ext>
            </a:extLst>
          </p:cNvPr>
          <p:cNvSpPr txBox="1"/>
          <p:nvPr userDrawn="1"/>
        </p:nvSpPr>
        <p:spPr>
          <a:xfrm>
            <a:off x="46989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a:solidFill>
                  <a:schemeClr val="bg1"/>
                </a:solidFill>
                <a:latin typeface="Calibri" panose="020F0502020204030204" pitchFamily="34" charset="0"/>
                <a:cs typeface="Calibri" panose="020F0502020204030204" pitchFamily="34" charset="0"/>
              </a:rPr>
              <a:t>© 2022 Deloitte Touche </a:t>
            </a:r>
            <a:r>
              <a:rPr lang="fr-FR" sz="900" noProof="0" err="1">
                <a:solidFill>
                  <a:schemeClr val="bg1"/>
                </a:solidFill>
                <a:latin typeface="Calibri" panose="020F0502020204030204" pitchFamily="34" charset="0"/>
                <a:cs typeface="Calibri" panose="020F0502020204030204" pitchFamily="34" charset="0"/>
              </a:rPr>
              <a:t>Tohmatsu</a:t>
            </a:r>
            <a:r>
              <a:rPr lang="fr-FR" sz="900" noProof="0">
                <a:solidFill>
                  <a:schemeClr val="bg1"/>
                </a:solidFill>
                <a:latin typeface="Calibri" panose="020F0502020204030204" pitchFamily="34" charset="0"/>
                <a:cs typeface="Calibri" panose="020F0502020204030204" pitchFamily="34" charset="0"/>
              </a:rPr>
              <a:t> </a:t>
            </a:r>
            <a:r>
              <a:rPr lang="fr-FR" sz="900" noProof="0" err="1">
                <a:solidFill>
                  <a:schemeClr val="bg1"/>
                </a:solidFill>
                <a:latin typeface="Calibri" panose="020F0502020204030204" pitchFamily="34" charset="0"/>
                <a:cs typeface="Calibri" panose="020F0502020204030204" pitchFamily="34" charset="0"/>
              </a:rPr>
              <a:t>India</a:t>
            </a:r>
            <a:r>
              <a:rPr lang="fr-FR" sz="900" noProof="0">
                <a:solidFill>
                  <a:schemeClr val="bg1"/>
                </a:solidFill>
                <a:latin typeface="Calibri" panose="020F0502020204030204" pitchFamily="34" charset="0"/>
                <a:cs typeface="Calibri" panose="020F0502020204030204" pitchFamily="34" charset="0"/>
              </a:rPr>
              <a:t> LLP. </a:t>
            </a:r>
          </a:p>
        </p:txBody>
      </p:sp>
    </p:spTree>
    <p:extLst>
      <p:ext uri="{BB962C8B-B14F-4D97-AF65-F5344CB8AC3E}">
        <p14:creationId xmlns:p14="http://schemas.microsoft.com/office/powerpoint/2010/main" val="45893469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7" name="CaseCode">
            <a:extLst>
              <a:ext uri="{FF2B5EF4-FFF2-40B4-BE49-F238E27FC236}">
                <a16:creationId xmlns:a16="http://schemas.microsoft.com/office/drawing/2014/main" id="{E8E60749-A3E0-4E09-BF50-6D6B361BEF91}"/>
              </a:ext>
            </a:extLst>
          </p:cNvPr>
          <p:cNvSpPr txBox="1"/>
          <p:nvPr userDrawn="1"/>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a:solidFill>
                  <a:schemeClr val="bg1"/>
                </a:solidFill>
                <a:latin typeface="Calibri" panose="020F0502020204030204" pitchFamily="34" charset="0"/>
                <a:cs typeface="Calibri" panose="020F0502020204030204" pitchFamily="34" charset="0"/>
              </a:rPr>
              <a:t>Presentation title</a:t>
            </a:r>
            <a:br>
              <a:rPr lang="en-US" sz="900" noProof="0">
                <a:solidFill>
                  <a:schemeClr val="bg1"/>
                </a:solidFill>
                <a:latin typeface="Calibri" panose="020F0502020204030204" pitchFamily="34" charset="0"/>
                <a:cs typeface="Calibri" panose="020F0502020204030204" pitchFamily="34" charset="0"/>
              </a:rPr>
            </a:br>
            <a:r>
              <a:rPr lang="en-US" sz="900" noProof="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9" name="TextBox 8">
            <a:extLst>
              <a:ext uri="{FF2B5EF4-FFF2-40B4-BE49-F238E27FC236}">
                <a16:creationId xmlns:a16="http://schemas.microsoft.com/office/drawing/2014/main" id="{8194F347-CBED-4284-9EC5-49E7D0DE163A}"/>
              </a:ext>
            </a:extLst>
          </p:cNvPr>
          <p:cNvSpPr txBox="1"/>
          <p:nvPr userDrawn="1"/>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a:solidFill>
                <a:schemeClr val="bg1"/>
              </a:solidFill>
              <a:latin typeface="Calibri" panose="020F0502020204030204" pitchFamily="34" charset="0"/>
              <a:cs typeface="Calibri" panose="020F0502020204030204" pitchFamily="34" charset="0"/>
            </a:endParaRPr>
          </a:p>
        </p:txBody>
      </p:sp>
      <p:sp>
        <p:nvSpPr>
          <p:cNvPr id="11" name="Copyright">
            <a:extLst>
              <a:ext uri="{FF2B5EF4-FFF2-40B4-BE49-F238E27FC236}">
                <a16:creationId xmlns:a16="http://schemas.microsoft.com/office/drawing/2014/main" id="{CA24B28E-5B13-4779-8D72-C52A20B99FE7}"/>
              </a:ext>
            </a:extLst>
          </p:cNvPr>
          <p:cNvSpPr txBox="1"/>
          <p:nvPr userDrawn="1"/>
        </p:nvSpPr>
        <p:spPr>
          <a:xfrm>
            <a:off x="46989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a:solidFill>
                  <a:schemeClr val="bg1"/>
                </a:solidFill>
                <a:latin typeface="Calibri" panose="020F0502020204030204" pitchFamily="34" charset="0"/>
                <a:cs typeface="Calibri" panose="020F0502020204030204" pitchFamily="34" charset="0"/>
              </a:rPr>
              <a:t>© 2022 Deloitte Touche </a:t>
            </a:r>
            <a:r>
              <a:rPr lang="fr-FR" sz="900" noProof="0" err="1">
                <a:solidFill>
                  <a:schemeClr val="bg1"/>
                </a:solidFill>
                <a:latin typeface="Calibri" panose="020F0502020204030204" pitchFamily="34" charset="0"/>
                <a:cs typeface="Calibri" panose="020F0502020204030204" pitchFamily="34" charset="0"/>
              </a:rPr>
              <a:t>Tohmatsu</a:t>
            </a:r>
            <a:r>
              <a:rPr lang="fr-FR" sz="900" noProof="0">
                <a:solidFill>
                  <a:schemeClr val="bg1"/>
                </a:solidFill>
                <a:latin typeface="Calibri" panose="020F0502020204030204" pitchFamily="34" charset="0"/>
                <a:cs typeface="Calibri" panose="020F0502020204030204" pitchFamily="34" charset="0"/>
              </a:rPr>
              <a:t> </a:t>
            </a:r>
            <a:r>
              <a:rPr lang="fr-FR" sz="900" noProof="0" err="1">
                <a:solidFill>
                  <a:schemeClr val="bg1"/>
                </a:solidFill>
                <a:latin typeface="Calibri" panose="020F0502020204030204" pitchFamily="34" charset="0"/>
                <a:cs typeface="Calibri" panose="020F0502020204030204" pitchFamily="34" charset="0"/>
              </a:rPr>
              <a:t>India</a:t>
            </a:r>
            <a:r>
              <a:rPr lang="fr-FR" sz="900" noProof="0">
                <a:solidFill>
                  <a:schemeClr val="bg1"/>
                </a:solidFill>
                <a:latin typeface="Calibri" panose="020F0502020204030204" pitchFamily="34" charset="0"/>
                <a:cs typeface="Calibri" panose="020F0502020204030204" pitchFamily="34" charset="0"/>
              </a:rPr>
              <a:t> LLP. </a:t>
            </a:r>
          </a:p>
        </p:txBody>
      </p:sp>
    </p:spTree>
    <p:extLst>
      <p:ext uri="{BB962C8B-B14F-4D97-AF65-F5344CB8AC3E}">
        <p14:creationId xmlns:p14="http://schemas.microsoft.com/office/powerpoint/2010/main" val="178433399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65288"/>
            <a:ext cx="9277349" cy="4716462"/>
          </a:xfrm>
          <a:prstGeom prst="rect">
            <a:avLst/>
          </a:prstGeom>
        </p:spPr>
        <p:txBody>
          <a:bodyPr>
            <a:noAutofit/>
          </a:bodyPr>
          <a:lstStyle>
            <a:lvl1pPr marL="0" indent="0" algn="l">
              <a:spcBef>
                <a:spcPts val="3600"/>
              </a:spcBef>
              <a:buFontTx/>
              <a:buNone/>
              <a:defRPr sz="3600">
                <a:solidFill>
                  <a:schemeClr val="tx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Tree>
    <p:extLst>
      <p:ext uri="{BB962C8B-B14F-4D97-AF65-F5344CB8AC3E}">
        <p14:creationId xmlns:p14="http://schemas.microsoft.com/office/powerpoint/2010/main" val="4252899724"/>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noAutofit/>
          </a:bodyPr>
          <a:lstStyle/>
          <a:p>
            <a:r>
              <a:rPr lang="en-US"/>
              <a:t>Click icon to add chart</a:t>
            </a:r>
            <a:endParaRPr lang="en-GB"/>
          </a:p>
        </p:txBody>
      </p:sp>
      <p:sp>
        <p:nvSpPr>
          <p:cNvPr id="18" name="Text Placeholder 8"/>
          <p:cNvSpPr>
            <a:spLocks noGrp="1"/>
          </p:cNvSpPr>
          <p:nvPr>
            <p:ph type="body" sz="quarter" idx="18"/>
          </p:nvPr>
        </p:nvSpPr>
        <p:spPr>
          <a:xfrm>
            <a:off x="501652" y="1674087"/>
            <a:ext cx="11188699" cy="357187"/>
          </a:xfrm>
        </p:spPr>
        <p:txBody>
          <a:bodyPr>
            <a:noAutofit/>
          </a:bodyPr>
          <a:lstStyle/>
          <a:p>
            <a:pPr lvl="0"/>
            <a:r>
              <a:rPr lang="en-US" noProof="0"/>
              <a:t>Click to edit Master text styles</a:t>
            </a:r>
          </a:p>
        </p:txBody>
      </p:sp>
      <p:sp>
        <p:nvSpPr>
          <p:cNvPr id="19" name="Text Placeholder 7"/>
          <p:cNvSpPr>
            <a:spLocks noGrp="1"/>
          </p:cNvSpPr>
          <p:nvPr>
            <p:ph type="body" sz="quarter" idx="23"/>
          </p:nvPr>
        </p:nvSpPr>
        <p:spPr>
          <a:xfrm>
            <a:off x="501651" y="6121014"/>
            <a:ext cx="11188700" cy="260737"/>
          </a:xfrm>
        </p:spPr>
        <p:txBody>
          <a:bodyPr>
            <a:noAutofit/>
          </a:bodyPr>
          <a:lstStyle>
            <a:lvl1pPr>
              <a:spcAft>
                <a:spcPts val="0"/>
              </a:spcAft>
              <a:defRPr sz="900"/>
            </a:lvl1pPr>
          </a:lstStyle>
          <a:p>
            <a:pPr lvl="0"/>
            <a:r>
              <a:rPr lang="en-US"/>
              <a:t>Click to 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3697141030"/>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501651" y="1665289"/>
            <a:ext cx="11165416" cy="4716463"/>
          </a:xfrm>
          <a:prstGeom prst="rect">
            <a:avLst/>
          </a:prstGeom>
        </p:spPr>
        <p:txBody>
          <a:bodyPr vert="horz" lIns="0" tIns="0" rIns="0" bIns="0" rtlCol="0">
            <a:noAutofit/>
          </a:bodyPr>
          <a:lstStyle>
            <a:lvl1pPr marL="0" indent="0" algn="l">
              <a:buFontTx/>
              <a:buNone/>
              <a:defRPr>
                <a:latin typeface="+mn-lt"/>
              </a:defRPr>
            </a:lvl1pPr>
            <a:lvl2pPr marL="139700" indent="-139700" algn="l">
              <a:buClrTx/>
              <a:buSzPct val="100000"/>
              <a:buFont typeface="Arial" panose="020B0604020202020204" pitchFamily="34" charset="0"/>
              <a:buChar char="•"/>
              <a:defRPr>
                <a:latin typeface="+mj-lt"/>
              </a:defRPr>
            </a:lvl2pPr>
            <a:lvl3pPr marL="304800" indent="-139700" algn="l">
              <a:buClrTx/>
              <a:buSzPct val="100000"/>
              <a:buFont typeface="Arial" panose="020B0604020202020204" pitchFamily="34" charset="0"/>
              <a:buChar char="−"/>
              <a:defRPr>
                <a:latin typeface="+mn-lt"/>
              </a:defRPr>
            </a:lvl3pPr>
            <a:lvl4pPr marL="469900" indent="-139700" algn="l">
              <a:buClrTx/>
              <a:buSzPct val="100000"/>
              <a:buFont typeface="Arial" panose="020B0604020202020204" pitchFamily="34" charset="0"/>
              <a:buChar char="◦"/>
              <a:defRPr>
                <a:latin typeface="+mn-lt"/>
              </a:defRPr>
            </a:lvl4pPr>
            <a:lvl5pPr marL="635000" indent="-139700" algn="l">
              <a:buClrTx/>
              <a:buSzPct val="100000"/>
              <a:buFont typeface="Arial" panose="020B0604020202020204" pitchFamily="34" charset="0"/>
              <a:buChar cha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noProof="0"/>
          </a:p>
        </p:txBody>
      </p:sp>
      <p:sp>
        <p:nvSpPr>
          <p:cNvPr id="4" name="Title Placeholder 1">
            <a:extLst>
              <a:ext uri="{FF2B5EF4-FFF2-40B4-BE49-F238E27FC236}">
                <a16:creationId xmlns:a16="http://schemas.microsoft.com/office/drawing/2014/main" id="{A1AF4B88-9BDB-4994-AE11-3A74CC55FE51}"/>
              </a:ext>
            </a:extLst>
          </p:cNvPr>
          <p:cNvSpPr>
            <a:spLocks noGrp="1"/>
          </p:cNvSpPr>
          <p:nvPr>
            <p:ph type="title" hasCustomPrompt="1"/>
          </p:nvPr>
        </p:nvSpPr>
        <p:spPr>
          <a:xfrm>
            <a:off x="501652" y="317500"/>
            <a:ext cx="11180232" cy="698501"/>
          </a:xfrm>
          <a:prstGeom prst="rect">
            <a:avLst/>
          </a:prstGeom>
        </p:spPr>
        <p:txBody>
          <a:bodyPr vert="horz" lIns="0" tIns="0" rIns="0" bIns="0" rtlCol="0" anchor="t" anchorCtr="0">
            <a:noAutofit/>
          </a:bodyPr>
          <a:lstStyle>
            <a:lvl1pPr>
              <a:defRPr/>
            </a:lvl1pPr>
          </a:lstStyle>
          <a:p>
            <a:r>
              <a:rPr lang="en-US"/>
              <a:t>Click to add title</a:t>
            </a:r>
          </a:p>
        </p:txBody>
      </p:sp>
    </p:spTree>
    <p:extLst>
      <p:ext uri="{BB962C8B-B14F-4D97-AF65-F5344CB8AC3E}">
        <p14:creationId xmlns:p14="http://schemas.microsoft.com/office/powerpoint/2010/main" val="4180563738"/>
      </p:ext>
    </p:extLst>
  </p:cSld>
  <p:clrMapOvr>
    <a:masterClrMapping/>
  </p:clrMapOvr>
  <p:transition>
    <p:fade/>
  </p:transition>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1" y="1665289"/>
            <a:ext cx="9277349" cy="4716463"/>
          </a:xfrm>
          <a:prstGeom prst="rect">
            <a:avLst/>
          </a:prstGeom>
        </p:spPr>
        <p:txBody>
          <a:bodyPr>
            <a:noAutofit/>
          </a:bodyPr>
          <a:lstStyle>
            <a:lvl1pPr marL="0" indent="0" algn="l">
              <a:buFontTx/>
              <a:buNone/>
              <a:tabLst>
                <a:tab pos="6729413" algn="r"/>
              </a:tabLst>
              <a:defRPr>
                <a:latin typeface="+mn-lt"/>
              </a:defRPr>
            </a:lvl1pPr>
            <a:lvl2pPr marL="139700" indent="-139700" algn="l">
              <a:buClrTx/>
              <a:buSzPct val="100000"/>
              <a:buFont typeface="Arial" panose="020B0604020202020204" pitchFamily="34" charset="0"/>
              <a:buChar char="•"/>
              <a:tabLst>
                <a:tab pos="6729413" algn="r"/>
              </a:tabLst>
              <a:defRPr>
                <a:latin typeface="+mj-lt"/>
              </a:defRPr>
            </a:lvl2pPr>
            <a:lvl3pPr marL="304800" indent="-139700" algn="l">
              <a:buClrTx/>
              <a:buSzPct val="100000"/>
              <a:buFont typeface="Arial" panose="020B0604020202020204" pitchFamily="34" charset="0"/>
              <a:buChar char="−"/>
              <a:tabLst>
                <a:tab pos="6729413" algn="r"/>
              </a:tabLst>
              <a:defRPr>
                <a:latin typeface="+mn-lt"/>
              </a:defRPr>
            </a:lvl3pPr>
            <a:lvl4pPr marL="469900" indent="-139700" algn="l">
              <a:buClrTx/>
              <a:buSzPct val="100000"/>
              <a:buFont typeface="Arial" panose="020B0604020202020204" pitchFamily="34" charset="0"/>
              <a:buChar char="◦"/>
              <a:tabLst>
                <a:tab pos="6729413" algn="r"/>
              </a:tabLst>
              <a:defRPr>
                <a:latin typeface="+mn-lt"/>
              </a:defRPr>
            </a:lvl4pPr>
            <a:lvl5pPr marL="635000" indent="-139700" algn="l">
              <a:buClrTx/>
              <a:buSzPct val="100000"/>
              <a:buFont typeface="Arial" panose="020B0604020202020204" pitchFamily="34" charset="0"/>
              <a:buChar char="−"/>
              <a:tabLst>
                <a:tab pos="5029200" algn="r"/>
              </a:tabLst>
              <a:defRPr baseline="0">
                <a:latin typeface="+mn-lt"/>
              </a:defRPr>
            </a:lvl5pPr>
            <a:lvl6pPr>
              <a:tabLst>
                <a:tab pos="6729413" algn="r"/>
              </a:tabLst>
              <a:defRPr/>
            </a:lvl6pPr>
            <a:lvl7pPr>
              <a:tabLst>
                <a:tab pos="6729413" algn="r"/>
              </a:tabLst>
              <a:defRPr/>
            </a:lvl7pPr>
            <a:lvl8pPr>
              <a:tabLst>
                <a:tab pos="6729413" algn="r"/>
              </a:tabLst>
              <a:defRPr/>
            </a:lvl8pPr>
            <a:lvl9pPr>
              <a:tabLst>
                <a:tab pos="6729413"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p:cNvSpPr>
            <a:spLocks noGrp="1"/>
          </p:cNvSpPr>
          <p:nvPr>
            <p:ph type="title" hasCustomPrompt="1"/>
          </p:nvPr>
        </p:nvSpPr>
        <p:spPr>
          <a:xfrm>
            <a:off x="501652" y="317500"/>
            <a:ext cx="11180232" cy="698501"/>
          </a:xfrm>
          <a:prstGeom prst="rect">
            <a:avLst/>
          </a:prstGeom>
        </p:spPr>
        <p:txBody>
          <a:bodyPr vert="horz" lIns="0" tIns="0" rIns="0" bIns="0" rtlCol="0" anchor="t" anchorCtr="0">
            <a:noAutofit/>
          </a:bodyPr>
          <a:lstStyle>
            <a:lvl1pPr>
              <a:defRPr/>
            </a:lvl1pPr>
          </a:lstStyle>
          <a:p>
            <a:r>
              <a:rPr lang="en-US"/>
              <a:t>Click to add title</a:t>
            </a:r>
          </a:p>
        </p:txBody>
      </p:sp>
    </p:spTree>
    <p:extLst>
      <p:ext uri="{BB962C8B-B14F-4D97-AF65-F5344CB8AC3E}">
        <p14:creationId xmlns:p14="http://schemas.microsoft.com/office/powerpoint/2010/main" val="1389032952"/>
      </p:ext>
    </p:extLst>
  </p:cSld>
  <p:clrMapOvr>
    <a:masterClrMapping/>
  </p:clrMapOvr>
  <p:transition>
    <p:fade/>
  </p:transition>
  <p:hf hdr="0" dt="0"/>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Letter Layout">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8862256" y="405929"/>
            <a:ext cx="2804160" cy="1027760"/>
          </a:xfrm>
        </p:spPr>
        <p:txBody>
          <a:bodyPr>
            <a:noAutofit/>
          </a:bodyPr>
          <a:lstStyle>
            <a:lvl1pPr>
              <a:spcBef>
                <a:spcPts val="185"/>
              </a:spcBef>
              <a:defRPr sz="923">
                <a:solidFill>
                  <a:schemeClr val="tx1"/>
                </a:solidFill>
              </a:defRPr>
            </a:lvl1pPr>
            <a:lvl2pPr>
              <a:defRPr sz="969">
                <a:solidFill>
                  <a:schemeClr val="tx2"/>
                </a:solidFill>
              </a:defRPr>
            </a:lvl2pPr>
            <a:lvl3pPr>
              <a:defRPr sz="969">
                <a:solidFill>
                  <a:schemeClr val="tx2"/>
                </a:solidFill>
              </a:defRPr>
            </a:lvl3pPr>
            <a:lvl4pPr>
              <a:defRPr sz="923">
                <a:solidFill>
                  <a:schemeClr val="tx2"/>
                </a:solidFill>
              </a:defRPr>
            </a:lvl4pPr>
            <a:lvl5pPr>
              <a:defRPr sz="923">
                <a:solidFill>
                  <a:schemeClr val="tx2"/>
                </a:solidFill>
              </a:defRPr>
            </a:lvl5pPr>
          </a:lstStyle>
          <a:p>
            <a:pPr lvl="0"/>
            <a:r>
              <a:rPr lang="en-US"/>
              <a:t>Click to edit Master text styles</a:t>
            </a:r>
          </a:p>
        </p:txBody>
      </p:sp>
      <p:sp>
        <p:nvSpPr>
          <p:cNvPr id="7" name="Text Placeholder 6"/>
          <p:cNvSpPr>
            <a:spLocks noGrp="1"/>
          </p:cNvSpPr>
          <p:nvPr>
            <p:ph type="body" sz="quarter" idx="11"/>
          </p:nvPr>
        </p:nvSpPr>
        <p:spPr>
          <a:xfrm>
            <a:off x="495300" y="1665288"/>
            <a:ext cx="2796541" cy="4716462"/>
          </a:xfrm>
        </p:spPr>
        <p:txBody>
          <a:bodyPr>
            <a:noAutofit/>
          </a:bodyPr>
          <a:lstStyle>
            <a:lvl1pPr>
              <a:spcBef>
                <a:spcPts val="0"/>
              </a:spcBef>
              <a:spcAft>
                <a:spcPts val="554"/>
              </a:spcAft>
              <a:defRPr sz="969"/>
            </a:lvl1pPr>
            <a:lvl2pPr>
              <a:spcBef>
                <a:spcPts val="277"/>
              </a:spcBef>
              <a:defRPr/>
            </a:lvl2pPr>
            <a:lvl3pPr>
              <a:spcBef>
                <a:spcPts val="277"/>
              </a:spcBef>
              <a:defRPr/>
            </a:lvl3pPr>
            <a:lvl4pPr>
              <a:spcBef>
                <a:spcPts val="277"/>
              </a:spcBef>
              <a:defRPr/>
            </a:lvl4pPr>
            <a:lvl5pPr>
              <a:spcBef>
                <a:spcPts val="277"/>
              </a:spcBef>
              <a:defRPr/>
            </a:lvl5pPr>
          </a:lstStyle>
          <a:p>
            <a:pPr lvl="0"/>
            <a:r>
              <a:rPr lang="en-US"/>
              <a:t>Click to edit Master text styles</a:t>
            </a:r>
          </a:p>
        </p:txBody>
      </p:sp>
      <p:sp>
        <p:nvSpPr>
          <p:cNvPr id="9" name="Text Placeholder 8"/>
          <p:cNvSpPr>
            <a:spLocks noGrp="1"/>
          </p:cNvSpPr>
          <p:nvPr>
            <p:ph type="body" sz="quarter" idx="12"/>
          </p:nvPr>
        </p:nvSpPr>
        <p:spPr>
          <a:xfrm>
            <a:off x="3780369" y="1665287"/>
            <a:ext cx="7916331" cy="4716461"/>
          </a:xfrm>
        </p:spPr>
        <p:txBody>
          <a:bodyPr>
            <a:noAutofit/>
          </a:bodyPr>
          <a:lstStyle>
            <a:lvl1pPr marL="0" indent="0" algn="l">
              <a:spcBef>
                <a:spcPts val="1662"/>
              </a:spcBef>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noProof="0"/>
          </a:p>
        </p:txBody>
      </p:sp>
      <p:grpSp>
        <p:nvGrpSpPr>
          <p:cNvPr id="16" name="Group 15">
            <a:extLst>
              <a:ext uri="{FF2B5EF4-FFF2-40B4-BE49-F238E27FC236}">
                <a16:creationId xmlns:a16="http://schemas.microsoft.com/office/drawing/2014/main" id="{E7C54E12-F787-4B6D-B957-5BFB290BB220}"/>
              </a:ext>
            </a:extLst>
          </p:cNvPr>
          <p:cNvGrpSpPr>
            <a:grpSpLocks noChangeAspect="1"/>
          </p:cNvGrpSpPr>
          <p:nvPr/>
        </p:nvGrpSpPr>
        <p:grpSpPr>
          <a:xfrm>
            <a:off x="475325" y="457200"/>
            <a:ext cx="1998000" cy="374400"/>
            <a:chOff x="398463" y="404813"/>
            <a:chExt cx="1627187" cy="307976"/>
          </a:xfrm>
          <a:solidFill>
            <a:schemeClr val="tx1"/>
          </a:solidFill>
        </p:grpSpPr>
        <p:sp>
          <p:nvSpPr>
            <p:cNvPr id="17" name="Oval 5">
              <a:extLst>
                <a:ext uri="{FF2B5EF4-FFF2-40B4-BE49-F238E27FC236}">
                  <a16:creationId xmlns:a16="http://schemas.microsoft.com/office/drawing/2014/main" id="{ED842BC5-6476-461F-92C1-0BBC55269B55}"/>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a:extLst>
                <a:ext uri="{FF2B5EF4-FFF2-40B4-BE49-F238E27FC236}">
                  <a16:creationId xmlns:a16="http://schemas.microsoft.com/office/drawing/2014/main" id="{3D5047E5-5216-4426-B515-7CA53314816D}"/>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7">
              <a:extLst>
                <a:ext uri="{FF2B5EF4-FFF2-40B4-BE49-F238E27FC236}">
                  <a16:creationId xmlns:a16="http://schemas.microsoft.com/office/drawing/2014/main" id="{D0A93C1C-3209-487D-B5A2-563BA5D67CD3}"/>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Freeform 8">
              <a:extLst>
                <a:ext uri="{FF2B5EF4-FFF2-40B4-BE49-F238E27FC236}">
                  <a16:creationId xmlns:a16="http://schemas.microsoft.com/office/drawing/2014/main" id="{8C70728D-0A6F-4BF8-A124-23D8A2DF3046}"/>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Rectangle 9">
              <a:extLst>
                <a:ext uri="{FF2B5EF4-FFF2-40B4-BE49-F238E27FC236}">
                  <a16:creationId xmlns:a16="http://schemas.microsoft.com/office/drawing/2014/main" id="{B2CEECF2-0C1E-4BBC-BE4A-BC449A26DC25}"/>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10">
              <a:extLst>
                <a:ext uri="{FF2B5EF4-FFF2-40B4-BE49-F238E27FC236}">
                  <a16:creationId xmlns:a16="http://schemas.microsoft.com/office/drawing/2014/main" id="{3B9E0F32-14A5-493D-83F2-F42588B9249B}"/>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1">
              <a:extLst>
                <a:ext uri="{FF2B5EF4-FFF2-40B4-BE49-F238E27FC236}">
                  <a16:creationId xmlns:a16="http://schemas.microsoft.com/office/drawing/2014/main" id="{692FD902-0E73-43D0-B1B8-FA25CD54FE44}"/>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2">
              <a:extLst>
                <a:ext uri="{FF2B5EF4-FFF2-40B4-BE49-F238E27FC236}">
                  <a16:creationId xmlns:a16="http://schemas.microsoft.com/office/drawing/2014/main" id="{BCD3C252-8F19-4706-8A09-E473846334F3}"/>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Freeform 13">
              <a:extLst>
                <a:ext uri="{FF2B5EF4-FFF2-40B4-BE49-F238E27FC236}">
                  <a16:creationId xmlns:a16="http://schemas.microsoft.com/office/drawing/2014/main" id="{32BC4765-ECD3-44BD-AD71-FC51A8134EE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4">
              <a:extLst>
                <a:ext uri="{FF2B5EF4-FFF2-40B4-BE49-F238E27FC236}">
                  <a16:creationId xmlns:a16="http://schemas.microsoft.com/office/drawing/2014/main" id="{E37FCFBA-6C21-49F1-BD1E-969002567CA9}"/>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grpSp>
        <p:nvGrpSpPr>
          <p:cNvPr id="20" name="Group 19">
            <a:extLst>
              <a:ext uri="{FF2B5EF4-FFF2-40B4-BE49-F238E27FC236}">
                <a16:creationId xmlns:a16="http://schemas.microsoft.com/office/drawing/2014/main" id="{A475D951-68C7-4A6F-ADC6-AB9C10E42F07}"/>
              </a:ext>
            </a:extLst>
          </p:cNvPr>
          <p:cNvGrpSpPr>
            <a:grpSpLocks noChangeAspect="1"/>
          </p:cNvGrpSpPr>
          <p:nvPr userDrawn="1"/>
        </p:nvGrpSpPr>
        <p:grpSpPr>
          <a:xfrm>
            <a:off x="475325" y="457200"/>
            <a:ext cx="1998000" cy="374400"/>
            <a:chOff x="398463" y="404813"/>
            <a:chExt cx="1627187" cy="307976"/>
          </a:xfrm>
          <a:solidFill>
            <a:schemeClr val="tx1"/>
          </a:solidFill>
        </p:grpSpPr>
        <p:sp>
          <p:nvSpPr>
            <p:cNvPr id="21" name="Oval 5">
              <a:extLst>
                <a:ext uri="{FF2B5EF4-FFF2-40B4-BE49-F238E27FC236}">
                  <a16:creationId xmlns:a16="http://schemas.microsoft.com/office/drawing/2014/main" id="{F0549B55-8335-4CC4-9417-E768B8E137DA}"/>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Freeform 6">
              <a:extLst>
                <a:ext uri="{FF2B5EF4-FFF2-40B4-BE49-F238E27FC236}">
                  <a16:creationId xmlns:a16="http://schemas.microsoft.com/office/drawing/2014/main" id="{0C08EAE3-1065-497F-B8AA-86005E1B7A68}"/>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Rectangle 7">
              <a:extLst>
                <a:ext uri="{FF2B5EF4-FFF2-40B4-BE49-F238E27FC236}">
                  <a16:creationId xmlns:a16="http://schemas.microsoft.com/office/drawing/2014/main" id="{5966AA8D-FE19-49A0-B249-C78D2E85CC91}"/>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8">
              <a:extLst>
                <a:ext uri="{FF2B5EF4-FFF2-40B4-BE49-F238E27FC236}">
                  <a16:creationId xmlns:a16="http://schemas.microsoft.com/office/drawing/2014/main" id="{2289C80D-1FA5-42CC-A523-8259B7FD08FE}"/>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9">
              <a:extLst>
                <a:ext uri="{FF2B5EF4-FFF2-40B4-BE49-F238E27FC236}">
                  <a16:creationId xmlns:a16="http://schemas.microsoft.com/office/drawing/2014/main" id="{6261A9E2-F698-4343-96EA-AA0015AC51BC}"/>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Rectangle 10">
              <a:extLst>
                <a:ext uri="{FF2B5EF4-FFF2-40B4-BE49-F238E27FC236}">
                  <a16:creationId xmlns:a16="http://schemas.microsoft.com/office/drawing/2014/main" id="{1D1108B0-A2B5-43FD-8CC1-CC36168B9031}"/>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Freeform 11">
              <a:extLst>
                <a:ext uri="{FF2B5EF4-FFF2-40B4-BE49-F238E27FC236}">
                  <a16:creationId xmlns:a16="http://schemas.microsoft.com/office/drawing/2014/main" id="{AFA473B9-98DD-4132-83C3-26DCC5D0CC8F}"/>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Freeform 12">
              <a:extLst>
                <a:ext uri="{FF2B5EF4-FFF2-40B4-BE49-F238E27FC236}">
                  <a16:creationId xmlns:a16="http://schemas.microsoft.com/office/drawing/2014/main" id="{E1286E94-0A74-4D64-8FE5-E2FC7038DCB5}"/>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3">
              <a:extLst>
                <a:ext uri="{FF2B5EF4-FFF2-40B4-BE49-F238E27FC236}">
                  <a16:creationId xmlns:a16="http://schemas.microsoft.com/office/drawing/2014/main" id="{9DB23453-5417-4773-B5E0-516CE48D9692}"/>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Freeform 14">
              <a:extLst>
                <a:ext uri="{FF2B5EF4-FFF2-40B4-BE49-F238E27FC236}">
                  <a16:creationId xmlns:a16="http://schemas.microsoft.com/office/drawing/2014/main" id="{2DF2930F-8858-4645-96D1-C22246695787}"/>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2467231608"/>
      </p:ext>
    </p:extLst>
  </p:cSld>
  <p:clrMapOvr>
    <a:masterClrMapping/>
  </p:clrMapOvr>
  <p:transition>
    <p:fade/>
  </p:transition>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700" cy="6985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5" name="Picture Placeholder 9"/>
          <p:cNvSpPr>
            <a:spLocks noGrp="1"/>
          </p:cNvSpPr>
          <p:nvPr>
            <p:ph type="pic" sz="quarter" idx="15"/>
          </p:nvPr>
        </p:nvSpPr>
        <p:spPr>
          <a:xfrm>
            <a:off x="5450351" y="1665288"/>
            <a:ext cx="6240000" cy="4716463"/>
          </a:xfrm>
        </p:spPr>
        <p:txBody>
          <a:bodyPr>
            <a:noAutofit/>
          </a:bodyPr>
          <a:lstStyle/>
          <a:p>
            <a:r>
              <a:rPr lang="en-US" noProof="0"/>
              <a:t>Click icon to add picture</a:t>
            </a:r>
          </a:p>
        </p:txBody>
      </p:sp>
      <p:sp>
        <p:nvSpPr>
          <p:cNvPr id="6" name="Content Placeholder 3"/>
          <p:cNvSpPr>
            <a:spLocks noGrp="1"/>
          </p:cNvSpPr>
          <p:nvPr>
            <p:ph sz="quarter" idx="10"/>
          </p:nvPr>
        </p:nvSpPr>
        <p:spPr>
          <a:xfrm>
            <a:off x="501651" y="1665289"/>
            <a:ext cx="4456429" cy="4716463"/>
          </a:xfrm>
          <a:prstGeom prst="rect">
            <a:avLst/>
          </a:prstGeom>
        </p:spPr>
        <p:txBody>
          <a:bodyPr>
            <a:noAutofit/>
          </a:bodyPr>
          <a:lstStyle>
            <a:lvl1pPr marL="0" indent="0" algn="l">
              <a:buFontTx/>
              <a:buNone/>
              <a:tabLst>
                <a:tab pos="5029200" algn="r"/>
              </a:tabLst>
              <a:defRPr>
                <a:latin typeface="+mn-lt"/>
              </a:defRPr>
            </a:lvl1pPr>
            <a:lvl2pPr marL="139700" indent="-139700" algn="l">
              <a:buClrTx/>
              <a:buSzPct val="100000"/>
              <a:buFont typeface="Arial" panose="020B0604020202020204" pitchFamily="34" charset="0"/>
              <a:buChar char="•"/>
              <a:tabLst>
                <a:tab pos="5029200" algn="r"/>
              </a:tabLst>
              <a:defRPr>
                <a:latin typeface="+mj-lt"/>
              </a:defRPr>
            </a:lvl2pPr>
            <a:lvl3pPr marL="304800" indent="-139700" algn="l">
              <a:buClrTx/>
              <a:buSzPct val="100000"/>
              <a:buFont typeface="Arial" panose="020B0604020202020204" pitchFamily="34" charset="0"/>
              <a:buChar char="−"/>
              <a:tabLst>
                <a:tab pos="5029200" algn="r"/>
              </a:tabLst>
              <a:defRPr>
                <a:latin typeface="+mn-lt"/>
              </a:defRPr>
            </a:lvl3pPr>
            <a:lvl4pPr marL="469900" indent="-139700" algn="l">
              <a:buClrTx/>
              <a:buSzPct val="100000"/>
              <a:buFont typeface="Arial" panose="020B0604020202020204" pitchFamily="34" charset="0"/>
              <a:buChar char="◦"/>
              <a:tabLst>
                <a:tab pos="5029200" algn="r"/>
              </a:tabLst>
              <a:defRPr>
                <a:latin typeface="+mn-lt"/>
              </a:defRPr>
            </a:lvl4pPr>
            <a:lvl5pPr marL="635000" indent="-139700" algn="l">
              <a:buClrTx/>
              <a:buSzPct val="100000"/>
              <a:buFont typeface="Arial" panose="020B0604020202020204" pitchFamily="34" charset="0"/>
              <a:buChar char="−"/>
              <a:tabLst>
                <a:tab pos="5029200" algn="r"/>
              </a:tabLst>
              <a:defRPr baseline="0">
                <a:latin typeface="+mn-l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832834298"/>
      </p:ext>
    </p:extLst>
  </p:cSld>
  <p:clrMapOvr>
    <a:masterClrMapping/>
  </p:clrMapOvr>
  <p:transition>
    <p:fade/>
  </p:transition>
  <p:hf hd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501651" y="1665289"/>
            <a:ext cx="5305579" cy="4716461"/>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9" y="1665289"/>
            <a:ext cx="5322781" cy="4716461"/>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7" name="Title Placeholder 1">
            <a:extLst>
              <a:ext uri="{FF2B5EF4-FFF2-40B4-BE49-F238E27FC236}">
                <a16:creationId xmlns:a16="http://schemas.microsoft.com/office/drawing/2014/main" id="{6559CC6F-6478-4902-A4D5-F8FB6538D28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1938134745"/>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501650" y="1665289"/>
            <a:ext cx="5305580" cy="4716461"/>
          </a:xfrm>
          <a:prstGeom prst="rect">
            <a:avLst/>
          </a:prstGeom>
        </p:spPr>
        <p:txBody>
          <a:bodyPr>
            <a:noAutofit/>
          </a:bodyPr>
          <a:lstStyle>
            <a:lvl1pPr marL="0" indent="0" algn="l">
              <a:buFontTx/>
              <a:buNone/>
              <a:tabLst>
                <a:tab pos="5029200" algn="r"/>
              </a:tabLst>
              <a:defRPr sz="1600"/>
            </a:lvl1pPr>
            <a:lvl2pPr marL="177800" indent="-177800" algn="l">
              <a:buClrTx/>
              <a:buSzPct val="100000"/>
              <a:buFont typeface="Arial" panose="020B0604020202020204" pitchFamily="34" charset="0"/>
              <a:buChar char="•"/>
              <a:tabLst>
                <a:tab pos="5029200" algn="r"/>
              </a:tabLst>
              <a:defRPr sz="1600"/>
            </a:lvl2pPr>
            <a:lvl3pPr marL="381000" indent="-177800" algn="l">
              <a:buClrTx/>
              <a:buSzPct val="100000"/>
              <a:buFont typeface="Arial" panose="020B0604020202020204" pitchFamily="34" charset="0"/>
              <a:buChar char="−"/>
              <a:tabLst>
                <a:tab pos="5029200" algn="r"/>
              </a:tabLst>
              <a:defRPr sz="1600"/>
            </a:lvl3pPr>
            <a:lvl4pPr marL="584200" indent="-177800" algn="l">
              <a:buClrTx/>
              <a:buSzPct val="100000"/>
              <a:buFont typeface="Arial" panose="020B0604020202020204" pitchFamily="34" charset="0"/>
              <a:buChar char="◦"/>
              <a:tabLst>
                <a:tab pos="5029200" algn="r"/>
              </a:tabLst>
              <a:defRPr sz="1600"/>
            </a:lvl4pPr>
            <a:lvl5pPr marL="787400" indent="-177800" algn="l">
              <a:buClrTx/>
              <a:buSzPct val="100000"/>
              <a:buFont typeface="Arial" panose="020B0604020202020204" pitchFamily="34" charset="0"/>
              <a:buChar char="−"/>
              <a:tabLst>
                <a:tab pos="5029200"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83999" y="1665289"/>
            <a:ext cx="5306351" cy="4716461"/>
          </a:xfrm>
          <a:prstGeom prst="rect">
            <a:avLst/>
          </a:prstGeom>
        </p:spPr>
        <p:txBody>
          <a:bodyPr>
            <a:noAutofit/>
          </a:bodyPr>
          <a:lstStyle>
            <a:lvl1pPr marL="0" indent="0" algn="l">
              <a:buFontTx/>
              <a:buNone/>
              <a:tabLst>
                <a:tab pos="5029200" algn="r"/>
              </a:tabLst>
              <a:defRPr sz="1600"/>
            </a:lvl1pPr>
            <a:lvl2pPr marL="177800" indent="-177800" algn="l">
              <a:buClrTx/>
              <a:buSzPct val="100000"/>
              <a:buFont typeface="Arial" panose="020B0604020202020204" pitchFamily="34" charset="0"/>
              <a:buChar char="•"/>
              <a:tabLst>
                <a:tab pos="5029200" algn="r"/>
              </a:tabLst>
              <a:defRPr sz="1600"/>
            </a:lvl2pPr>
            <a:lvl3pPr marL="381000" indent="-177800" algn="l">
              <a:buClrTx/>
              <a:buSzPct val="100000"/>
              <a:buFont typeface="Arial" panose="020B0604020202020204" pitchFamily="34" charset="0"/>
              <a:buChar char="−"/>
              <a:tabLst>
                <a:tab pos="5029200" algn="r"/>
              </a:tabLst>
              <a:defRPr sz="1600"/>
            </a:lvl3pPr>
            <a:lvl4pPr marL="584200" indent="-177800" algn="l">
              <a:buClrTx/>
              <a:buSzPct val="100000"/>
              <a:buFont typeface="Arial" panose="020B0604020202020204" pitchFamily="34" charset="0"/>
              <a:buChar char="◦"/>
              <a:tabLst>
                <a:tab pos="5029200" algn="r"/>
              </a:tabLst>
              <a:defRPr sz="1600"/>
            </a:lvl4pPr>
            <a:lvl5pPr marL="787400" indent="-177800" algn="l">
              <a:buClrTx/>
              <a:buSzPct val="100000"/>
              <a:buFont typeface="Arial" panose="020B0604020202020204" pitchFamily="34" charset="0"/>
              <a:buChar char="−"/>
              <a:tabLst>
                <a:tab pos="5029200"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a:extLst>
              <a:ext uri="{FF2B5EF4-FFF2-40B4-BE49-F238E27FC236}">
                <a16:creationId xmlns:a16="http://schemas.microsoft.com/office/drawing/2014/main" id="{E5225F53-1C15-499B-9179-65E3B2184C7C}"/>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9" name="Title Placeholder 1">
            <a:extLst>
              <a:ext uri="{FF2B5EF4-FFF2-40B4-BE49-F238E27FC236}">
                <a16:creationId xmlns:a16="http://schemas.microsoft.com/office/drawing/2014/main" id="{914EA394-D3CD-41FC-B7FF-082F08C15AA4}"/>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393926099"/>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2" y="1665289"/>
            <a:ext cx="5355165" cy="4455725"/>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hart Placeholder 2"/>
          <p:cNvSpPr>
            <a:spLocks noGrp="1"/>
          </p:cNvSpPr>
          <p:nvPr>
            <p:ph type="chart" sz="quarter" idx="21"/>
          </p:nvPr>
        </p:nvSpPr>
        <p:spPr>
          <a:xfrm>
            <a:off x="6341223" y="2125013"/>
            <a:ext cx="5349128" cy="3996000"/>
          </a:xfrm>
        </p:spPr>
        <p:txBody>
          <a:bodyPr>
            <a:noAutofit/>
          </a:bodyPr>
          <a:lstStyle/>
          <a:p>
            <a:r>
              <a:rPr lang="en-US" noProof="0"/>
              <a:t>Click icon to add chart</a:t>
            </a:r>
          </a:p>
        </p:txBody>
      </p:sp>
      <p:sp>
        <p:nvSpPr>
          <p:cNvPr id="6" name="Text Placeholder 5"/>
          <p:cNvSpPr>
            <a:spLocks noGrp="1"/>
          </p:cNvSpPr>
          <p:nvPr>
            <p:ph type="body" sz="quarter" idx="22"/>
          </p:nvPr>
        </p:nvSpPr>
        <p:spPr>
          <a:xfrm>
            <a:off x="6341223" y="1665288"/>
            <a:ext cx="5349128" cy="420687"/>
          </a:xfrm>
        </p:spPr>
        <p:txBody>
          <a:bodyPr>
            <a:noAutofit/>
          </a:bodyPr>
          <a:lstStyle/>
          <a:p>
            <a:pPr lvl="0"/>
            <a:r>
              <a:rPr lang="en-US" noProof="0"/>
              <a:t>Click to edit Master text styles</a:t>
            </a:r>
          </a:p>
        </p:txBody>
      </p:sp>
      <p:sp>
        <p:nvSpPr>
          <p:cNvPr id="15" name="Text Placeholder 7"/>
          <p:cNvSpPr>
            <a:spLocks noGrp="1"/>
          </p:cNvSpPr>
          <p:nvPr>
            <p:ph type="body" sz="quarter" idx="23"/>
          </p:nvPr>
        </p:nvSpPr>
        <p:spPr>
          <a:xfrm>
            <a:off x="501650" y="6121014"/>
            <a:ext cx="11188700" cy="260737"/>
          </a:xfrm>
        </p:spPr>
        <p:txBody>
          <a:bodyPr>
            <a:noAutofit/>
          </a:bodyPr>
          <a:lstStyle>
            <a:lvl1pPr>
              <a:spcAft>
                <a:spcPts val="0"/>
              </a:spcAft>
              <a:defRPr sz="900"/>
            </a:lvl1pPr>
          </a:lstStyle>
          <a:p>
            <a:pPr lvl="0"/>
            <a:r>
              <a:rPr lang="en-US"/>
              <a:t>Click to edit Master text styles</a:t>
            </a:r>
          </a:p>
        </p:txBody>
      </p:sp>
      <p:sp>
        <p:nvSpPr>
          <p:cNvPr id="8" name="Text Placeholder 8">
            <a:extLst>
              <a:ext uri="{FF2B5EF4-FFF2-40B4-BE49-F238E27FC236}">
                <a16:creationId xmlns:a16="http://schemas.microsoft.com/office/drawing/2014/main" id="{E911C489-B226-49BC-B069-119CF8BC96EF}"/>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9" name="Title Placeholder 1">
            <a:extLst>
              <a:ext uri="{FF2B5EF4-FFF2-40B4-BE49-F238E27FC236}">
                <a16:creationId xmlns:a16="http://schemas.microsoft.com/office/drawing/2014/main" id="{F47218A4-44FE-4E96-A903-7AD44AF4E8DB}"/>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3197508656"/>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1" y="2125013"/>
            <a:ext cx="5349129" cy="3996000"/>
          </a:xfrm>
        </p:spPr>
        <p:txBody>
          <a:bodyPr>
            <a:noAutofit/>
          </a:bodyPr>
          <a:lstStyle/>
          <a:p>
            <a:r>
              <a:rPr lang="en-US"/>
              <a:t>Click icon to add chart</a:t>
            </a:r>
            <a:endParaRPr lang="en-GB"/>
          </a:p>
        </p:txBody>
      </p:sp>
      <p:sp>
        <p:nvSpPr>
          <p:cNvPr id="6" name="Text Placeholder 5"/>
          <p:cNvSpPr>
            <a:spLocks noGrp="1"/>
          </p:cNvSpPr>
          <p:nvPr>
            <p:ph type="body" sz="quarter" idx="22"/>
          </p:nvPr>
        </p:nvSpPr>
        <p:spPr>
          <a:xfrm>
            <a:off x="6341222" y="1665288"/>
            <a:ext cx="5349129" cy="420687"/>
          </a:xfrm>
        </p:spPr>
        <p:txBody>
          <a:bodyPr>
            <a:noAutofit/>
          </a:bodyPr>
          <a:lstStyle/>
          <a:p>
            <a:pPr lvl="0"/>
            <a:r>
              <a:rPr lang="en-US" noProof="0"/>
              <a:t>Click to edit Master text styles</a:t>
            </a:r>
          </a:p>
        </p:txBody>
      </p:sp>
      <p:sp>
        <p:nvSpPr>
          <p:cNvPr id="15" name="Text Placeholder 7"/>
          <p:cNvSpPr>
            <a:spLocks noGrp="1"/>
          </p:cNvSpPr>
          <p:nvPr>
            <p:ph type="body" sz="quarter" idx="23"/>
          </p:nvPr>
        </p:nvSpPr>
        <p:spPr>
          <a:xfrm>
            <a:off x="501649" y="6121014"/>
            <a:ext cx="11165419" cy="260737"/>
          </a:xfrm>
        </p:spPr>
        <p:txBody>
          <a:bodyPr>
            <a:noAutofit/>
          </a:bodyPr>
          <a:lstStyle>
            <a:lvl1pPr>
              <a:spcAft>
                <a:spcPts val="0"/>
              </a:spcAft>
              <a:defRPr sz="900"/>
            </a:lvl1pPr>
          </a:lstStyle>
          <a:p>
            <a:pPr lvl="0"/>
            <a:r>
              <a:rPr lang="en-US"/>
              <a:t>Click to edit Master text styles</a:t>
            </a:r>
          </a:p>
        </p:txBody>
      </p:sp>
      <p:sp>
        <p:nvSpPr>
          <p:cNvPr id="9" name="Chart Placeholder 2"/>
          <p:cNvSpPr>
            <a:spLocks noGrp="1"/>
          </p:cNvSpPr>
          <p:nvPr>
            <p:ph type="chart" sz="quarter" idx="24"/>
          </p:nvPr>
        </p:nvSpPr>
        <p:spPr>
          <a:xfrm>
            <a:off x="501650" y="2125013"/>
            <a:ext cx="5349240" cy="3996000"/>
          </a:xfrm>
        </p:spPr>
        <p:txBody>
          <a:bodyPr>
            <a:noAutofit/>
          </a:bodyPr>
          <a:lstStyle/>
          <a:p>
            <a:r>
              <a:rPr lang="en-US"/>
              <a:t>Click icon to add chart</a:t>
            </a:r>
            <a:endParaRPr lang="en-GB"/>
          </a:p>
        </p:txBody>
      </p:sp>
      <p:sp>
        <p:nvSpPr>
          <p:cNvPr id="12" name="Text Placeholder 5"/>
          <p:cNvSpPr>
            <a:spLocks noGrp="1"/>
          </p:cNvSpPr>
          <p:nvPr>
            <p:ph type="body" sz="quarter" idx="25"/>
          </p:nvPr>
        </p:nvSpPr>
        <p:spPr>
          <a:xfrm>
            <a:off x="501649" y="1665288"/>
            <a:ext cx="5349240" cy="420687"/>
          </a:xfrm>
        </p:spPr>
        <p:txBody>
          <a:bodyPr>
            <a:noAutofit/>
          </a:bodyPr>
          <a:lstStyle/>
          <a:p>
            <a:pPr lvl="0"/>
            <a:r>
              <a:rPr lang="en-US" noProof="0"/>
              <a:t>Click to edit Master text styles</a:t>
            </a:r>
          </a:p>
        </p:txBody>
      </p:sp>
      <p:sp>
        <p:nvSpPr>
          <p:cNvPr id="10" name="Text Placeholder 8">
            <a:extLst>
              <a:ext uri="{FF2B5EF4-FFF2-40B4-BE49-F238E27FC236}">
                <a16:creationId xmlns:a16="http://schemas.microsoft.com/office/drawing/2014/main" id="{5D528E1B-5BDF-48B1-B9CD-A31A99631297}"/>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4" name="Title Placeholder 1">
            <a:extLst>
              <a:ext uri="{FF2B5EF4-FFF2-40B4-BE49-F238E27FC236}">
                <a16:creationId xmlns:a16="http://schemas.microsoft.com/office/drawing/2014/main" id="{56A696DA-71F5-44D5-B231-17F470D2F6A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510074244"/>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501650" y="1665289"/>
            <a:ext cx="4431857" cy="4716463"/>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50349" y="1665289"/>
            <a:ext cx="6240000" cy="4716463"/>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a:extLst>
              <a:ext uri="{FF2B5EF4-FFF2-40B4-BE49-F238E27FC236}">
                <a16:creationId xmlns:a16="http://schemas.microsoft.com/office/drawing/2014/main" id="{5DCFBECF-F261-4066-B77C-A1FCF54AA07F}"/>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1" name="Title Placeholder 1">
            <a:extLst>
              <a:ext uri="{FF2B5EF4-FFF2-40B4-BE49-F238E27FC236}">
                <a16:creationId xmlns:a16="http://schemas.microsoft.com/office/drawing/2014/main" id="{6E9BEEDA-6F6F-4BD9-B1D8-9731D1B037A6}"/>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3730932054"/>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577882" y="1658680"/>
            <a:ext cx="4112468" cy="4723072"/>
          </a:xfrm>
          <a:prstGeom prst="rect">
            <a:avLst/>
          </a:prstGeom>
        </p:spPr>
        <p:txBody>
          <a:bodyPr>
            <a:noAutofit/>
          </a:bodyPr>
          <a:lstStyle>
            <a:lvl1pPr>
              <a:tabLst>
                <a:tab pos="5029200" algn="r"/>
              </a:tabLst>
              <a:defRPr sz="2100">
                <a:solidFill>
                  <a:schemeClr val="accent3"/>
                </a:solidFill>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501651" y="1665288"/>
            <a:ext cx="6506348" cy="4716462"/>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a:extLst>
              <a:ext uri="{FF2B5EF4-FFF2-40B4-BE49-F238E27FC236}">
                <a16:creationId xmlns:a16="http://schemas.microsoft.com/office/drawing/2014/main" id="{68009483-F3D1-4AD9-8031-CEB4620DB873}"/>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1" name="Title Placeholder 1">
            <a:extLst>
              <a:ext uri="{FF2B5EF4-FFF2-40B4-BE49-F238E27FC236}">
                <a16:creationId xmlns:a16="http://schemas.microsoft.com/office/drawing/2014/main" id="{51FE75E2-F986-4CD3-8A43-338DEE272CB9}"/>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3373015304"/>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504000" y="2051999"/>
            <a:ext cx="3549549" cy="4069014"/>
          </a:xfrm>
          <a:prstGeom prst="rect">
            <a:avLst/>
          </a:prstGeom>
        </p:spPr>
        <p:txBody>
          <a:bodyPr>
            <a:noAutofit/>
          </a:bodyPr>
          <a:lstStyle/>
          <a:p>
            <a:r>
              <a:rPr lang="en-US" noProof="0"/>
              <a:t>Click icon to add chart</a:t>
            </a:r>
          </a:p>
        </p:txBody>
      </p:sp>
      <p:sp>
        <p:nvSpPr>
          <p:cNvPr id="18" name="Text Placeholder 8"/>
          <p:cNvSpPr>
            <a:spLocks noGrp="1"/>
          </p:cNvSpPr>
          <p:nvPr>
            <p:ph type="body" sz="quarter" idx="18"/>
          </p:nvPr>
        </p:nvSpPr>
        <p:spPr>
          <a:xfrm>
            <a:off x="501650" y="1659145"/>
            <a:ext cx="3549549" cy="392112"/>
          </a:xfrm>
        </p:spPr>
        <p:txBody>
          <a:bodyPr>
            <a:noAutofit/>
          </a:bodyPr>
          <a:lstStyle/>
          <a:p>
            <a:pPr lvl="0"/>
            <a:r>
              <a:rPr lang="en-US" noProof="0"/>
              <a:t>Click to edit Master text styles</a:t>
            </a:r>
          </a:p>
        </p:txBody>
      </p:sp>
      <p:sp>
        <p:nvSpPr>
          <p:cNvPr id="7" name="Chart Placeholder 3"/>
          <p:cNvSpPr>
            <a:spLocks noGrp="1"/>
          </p:cNvSpPr>
          <p:nvPr>
            <p:ph type="chart" sz="quarter" idx="19"/>
          </p:nvPr>
        </p:nvSpPr>
        <p:spPr>
          <a:xfrm>
            <a:off x="4322401" y="2051999"/>
            <a:ext cx="3549549" cy="4069014"/>
          </a:xfrm>
          <a:prstGeom prst="rect">
            <a:avLst/>
          </a:prstGeom>
        </p:spPr>
        <p:txBody>
          <a:bodyPr>
            <a:noAutofit/>
          </a:bodyPr>
          <a:lstStyle/>
          <a:p>
            <a:r>
              <a:rPr lang="en-US" noProof="0"/>
              <a:t>Click icon to add chart</a:t>
            </a:r>
          </a:p>
        </p:txBody>
      </p:sp>
      <p:sp>
        <p:nvSpPr>
          <p:cNvPr id="8" name="Text Placeholder 8"/>
          <p:cNvSpPr>
            <a:spLocks noGrp="1"/>
          </p:cNvSpPr>
          <p:nvPr>
            <p:ph type="body" sz="quarter" idx="20"/>
          </p:nvPr>
        </p:nvSpPr>
        <p:spPr>
          <a:xfrm>
            <a:off x="4321226" y="1659145"/>
            <a:ext cx="3549549" cy="392112"/>
          </a:xfrm>
        </p:spPr>
        <p:txBody>
          <a:bodyPr>
            <a:noAutofit/>
          </a:bodyPr>
          <a:lstStyle/>
          <a:p>
            <a:pPr lvl="0"/>
            <a:r>
              <a:rPr lang="en-US" noProof="0"/>
              <a:t>Click to edit Master text styles</a:t>
            </a:r>
          </a:p>
        </p:txBody>
      </p:sp>
      <p:sp>
        <p:nvSpPr>
          <p:cNvPr id="9" name="Chart Placeholder 3"/>
          <p:cNvSpPr>
            <a:spLocks noGrp="1"/>
          </p:cNvSpPr>
          <p:nvPr>
            <p:ph type="chart" sz="quarter" idx="21"/>
          </p:nvPr>
        </p:nvSpPr>
        <p:spPr>
          <a:xfrm>
            <a:off x="8140801" y="2051999"/>
            <a:ext cx="3549549" cy="4069014"/>
          </a:xfrm>
          <a:prstGeom prst="rect">
            <a:avLst/>
          </a:prstGeom>
        </p:spPr>
        <p:txBody>
          <a:bodyPr>
            <a:noAutofit/>
          </a:bodyPr>
          <a:lstStyle/>
          <a:p>
            <a:r>
              <a:rPr lang="en-US" noProof="0"/>
              <a:t>Click icon to add chart</a:t>
            </a:r>
          </a:p>
        </p:txBody>
      </p:sp>
      <p:sp>
        <p:nvSpPr>
          <p:cNvPr id="10" name="Text Placeholder 8"/>
          <p:cNvSpPr>
            <a:spLocks noGrp="1"/>
          </p:cNvSpPr>
          <p:nvPr>
            <p:ph type="body" sz="quarter" idx="22"/>
          </p:nvPr>
        </p:nvSpPr>
        <p:spPr>
          <a:xfrm>
            <a:off x="8140801" y="1659145"/>
            <a:ext cx="3549549" cy="398256"/>
          </a:xfrm>
        </p:spPr>
        <p:txBody>
          <a:bodyPr>
            <a:noAutofit/>
          </a:bodyPr>
          <a:lstStyle/>
          <a:p>
            <a:pPr lvl="0"/>
            <a:r>
              <a:rPr lang="en-US" noProof="0"/>
              <a:t>Click to edit Master text styles</a:t>
            </a:r>
          </a:p>
        </p:txBody>
      </p:sp>
      <p:sp>
        <p:nvSpPr>
          <p:cNvPr id="12" name="Text Placeholder 7"/>
          <p:cNvSpPr>
            <a:spLocks noGrp="1"/>
          </p:cNvSpPr>
          <p:nvPr>
            <p:ph type="body" sz="quarter" idx="23"/>
          </p:nvPr>
        </p:nvSpPr>
        <p:spPr>
          <a:xfrm>
            <a:off x="501649" y="6121014"/>
            <a:ext cx="11165419" cy="260737"/>
          </a:xfrm>
        </p:spPr>
        <p:txBody>
          <a:bodyPr>
            <a:noAutofit/>
          </a:bodyPr>
          <a:lstStyle>
            <a:lvl1pPr>
              <a:spcAft>
                <a:spcPts val="0"/>
              </a:spcAft>
              <a:defRPr sz="900"/>
            </a:lvl1pPr>
          </a:lstStyle>
          <a:p>
            <a:pPr lvl="0"/>
            <a:r>
              <a:rPr lang="en-US" noProof="0"/>
              <a:t>Click to edit Master text styles</a:t>
            </a:r>
          </a:p>
        </p:txBody>
      </p:sp>
      <p:sp>
        <p:nvSpPr>
          <p:cNvPr id="11" name="Text Placeholder 8">
            <a:extLst>
              <a:ext uri="{FF2B5EF4-FFF2-40B4-BE49-F238E27FC236}">
                <a16:creationId xmlns:a16="http://schemas.microsoft.com/office/drawing/2014/main" id="{F3BAE7D4-2DCE-493F-8804-6735FFDC6D71}"/>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3" name="Title Placeholder 1">
            <a:extLst>
              <a:ext uri="{FF2B5EF4-FFF2-40B4-BE49-F238E27FC236}">
                <a16:creationId xmlns:a16="http://schemas.microsoft.com/office/drawing/2014/main" id="{0AA8666D-884E-4CE4-A16C-E06A6E0BAE3D}"/>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3823142893"/>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501649" y="1674086"/>
            <a:ext cx="2712000" cy="1260000"/>
          </a:xfrm>
        </p:spPr>
        <p:txBody>
          <a:bodyPr lIns="0" tIns="0" rIns="0" bIns="0">
            <a:noAutofit/>
          </a:bodyPr>
          <a:lstStyle/>
          <a:p>
            <a:r>
              <a:rPr lang="en-US" noProof="0"/>
              <a:t>Click icon to add picture</a:t>
            </a:r>
          </a:p>
        </p:txBody>
      </p:sp>
      <p:sp>
        <p:nvSpPr>
          <p:cNvPr id="5" name="Picture Placeholder 6"/>
          <p:cNvSpPr>
            <a:spLocks noGrp="1"/>
          </p:cNvSpPr>
          <p:nvPr>
            <p:ph type="pic" sz="quarter" idx="14"/>
          </p:nvPr>
        </p:nvSpPr>
        <p:spPr>
          <a:xfrm>
            <a:off x="3327216" y="1674086"/>
            <a:ext cx="2712000" cy="1260000"/>
          </a:xfrm>
        </p:spPr>
        <p:txBody>
          <a:bodyPr lIns="0" tIns="0" rIns="0" bIns="0">
            <a:noAutofit/>
          </a:bodyPr>
          <a:lstStyle/>
          <a:p>
            <a:r>
              <a:rPr lang="en-US" noProof="0"/>
              <a:t>Click icon to add picture</a:t>
            </a:r>
          </a:p>
        </p:txBody>
      </p:sp>
      <p:sp>
        <p:nvSpPr>
          <p:cNvPr id="6" name="Picture Placeholder 6"/>
          <p:cNvSpPr>
            <a:spLocks noGrp="1"/>
          </p:cNvSpPr>
          <p:nvPr>
            <p:ph type="pic" sz="quarter" idx="15"/>
          </p:nvPr>
        </p:nvSpPr>
        <p:spPr>
          <a:xfrm>
            <a:off x="6152783" y="1674086"/>
            <a:ext cx="2712000" cy="1260000"/>
          </a:xfrm>
        </p:spPr>
        <p:txBody>
          <a:bodyPr lIns="0" tIns="0" rIns="0" bIns="0">
            <a:noAutofit/>
          </a:bodyPr>
          <a:lstStyle/>
          <a:p>
            <a:r>
              <a:rPr lang="en-US" noProof="0"/>
              <a:t>Click icon to add picture</a:t>
            </a:r>
          </a:p>
        </p:txBody>
      </p:sp>
      <p:sp>
        <p:nvSpPr>
          <p:cNvPr id="7" name="Picture Placeholder 6"/>
          <p:cNvSpPr>
            <a:spLocks noGrp="1"/>
          </p:cNvSpPr>
          <p:nvPr>
            <p:ph type="pic" sz="quarter" idx="16"/>
          </p:nvPr>
        </p:nvSpPr>
        <p:spPr>
          <a:xfrm>
            <a:off x="8978351" y="1674086"/>
            <a:ext cx="2712000" cy="1260000"/>
          </a:xfrm>
        </p:spPr>
        <p:txBody>
          <a:bodyPr lIns="0" tIns="0" rIns="0" bIns="0">
            <a:noAutofit/>
          </a:bodyPr>
          <a:lstStyle/>
          <a:p>
            <a:r>
              <a:rPr lang="en-US" noProof="0"/>
              <a:t>Click icon to add picture</a:t>
            </a:r>
          </a:p>
        </p:txBody>
      </p:sp>
      <p:sp>
        <p:nvSpPr>
          <p:cNvPr id="9" name="Text Placeholder 8"/>
          <p:cNvSpPr>
            <a:spLocks noGrp="1"/>
          </p:cNvSpPr>
          <p:nvPr>
            <p:ph type="body" sz="quarter" idx="17"/>
          </p:nvPr>
        </p:nvSpPr>
        <p:spPr>
          <a:xfrm>
            <a:off x="501650" y="3124200"/>
            <a:ext cx="2720468" cy="3257548"/>
          </a:xfrm>
        </p:spPr>
        <p:txBody>
          <a:bodyPr>
            <a:noAutofit/>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149963" y="3120551"/>
            <a:ext cx="2712000" cy="3261199"/>
          </a:xfrm>
        </p:spPr>
        <p:txBody>
          <a:bodyPr>
            <a:noAutofit/>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30040" y="3124200"/>
            <a:ext cx="2712000" cy="3257549"/>
          </a:xfrm>
        </p:spPr>
        <p:txBody>
          <a:bodyPr>
            <a:noAutofit/>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8993169" y="3108508"/>
            <a:ext cx="2697183" cy="3273240"/>
          </a:xfrm>
        </p:spPr>
        <p:txBody>
          <a:bodyPr>
            <a:noAutofit/>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Text Placeholder 8">
            <a:extLst>
              <a:ext uri="{FF2B5EF4-FFF2-40B4-BE49-F238E27FC236}">
                <a16:creationId xmlns:a16="http://schemas.microsoft.com/office/drawing/2014/main" id="{CB36819A-C0CE-4CC8-96BE-D57C8135F44C}"/>
              </a:ext>
            </a:extLst>
          </p:cNvPr>
          <p:cNvSpPr>
            <a:spLocks noGrp="1"/>
          </p:cNvSpPr>
          <p:nvPr>
            <p:ph type="body" sz="quarter" idx="21"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7" name="Title Placeholder 1">
            <a:extLst>
              <a:ext uri="{FF2B5EF4-FFF2-40B4-BE49-F238E27FC236}">
                <a16:creationId xmlns:a16="http://schemas.microsoft.com/office/drawing/2014/main" id="{A14F8B0D-4D62-4988-B307-1BB6BBEEC11C}"/>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3577480383"/>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eam profile 2">
    <p:spTree>
      <p:nvGrpSpPr>
        <p:cNvPr id="1" name=""/>
        <p:cNvGrpSpPr/>
        <p:nvPr/>
      </p:nvGrpSpPr>
      <p:grpSpPr>
        <a:xfrm>
          <a:off x="0" y="0"/>
          <a:ext cx="0" cy="0"/>
          <a:chOff x="0" y="0"/>
          <a:chExt cx="0" cy="0"/>
        </a:xfrm>
      </p:grpSpPr>
      <p:sp>
        <p:nvSpPr>
          <p:cNvPr id="4" name="Rectangle 3"/>
          <p:cNvSpPr/>
          <p:nvPr/>
        </p:nvSpPr>
        <p:spPr>
          <a:xfrm>
            <a:off x="504000" y="1672337"/>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a:solidFill>
                <a:schemeClr val="bg1"/>
              </a:solidFill>
            </a:endParaRPr>
          </a:p>
        </p:txBody>
      </p:sp>
      <p:sp>
        <p:nvSpPr>
          <p:cNvPr id="5" name="Rectangle 4"/>
          <p:cNvSpPr/>
          <p:nvPr/>
        </p:nvSpPr>
        <p:spPr>
          <a:xfrm>
            <a:off x="6224085" y="1665377"/>
            <a:ext cx="5475067"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a:solidFill>
                <a:schemeClr val="bg1"/>
              </a:solidFill>
            </a:endParaRPr>
          </a:p>
        </p:txBody>
      </p:sp>
      <p:sp>
        <p:nvSpPr>
          <p:cNvPr id="6" name="Rectangle 5"/>
          <p:cNvSpPr/>
          <p:nvPr/>
        </p:nvSpPr>
        <p:spPr>
          <a:xfrm>
            <a:off x="504000"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a:solidFill>
                <a:schemeClr val="bg1"/>
              </a:solidFill>
            </a:endParaRPr>
          </a:p>
        </p:txBody>
      </p:sp>
      <p:sp>
        <p:nvSpPr>
          <p:cNvPr id="7" name="Rectangle 6"/>
          <p:cNvSpPr/>
          <p:nvPr/>
        </p:nvSpPr>
        <p:spPr>
          <a:xfrm>
            <a:off x="6224085" y="4065173"/>
            <a:ext cx="547506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a:solidFill>
                <a:schemeClr val="bg1"/>
              </a:solidFill>
            </a:endParaRPr>
          </a:p>
        </p:txBody>
      </p:sp>
      <p:sp>
        <p:nvSpPr>
          <p:cNvPr id="8" name="Picture Placeholder 11"/>
          <p:cNvSpPr>
            <a:spLocks noGrp="1"/>
          </p:cNvSpPr>
          <p:nvPr>
            <p:ph type="pic" sz="quarter" idx="25"/>
          </p:nvPr>
        </p:nvSpPr>
        <p:spPr>
          <a:xfrm>
            <a:off x="504000" y="1845377"/>
            <a:ext cx="1968000" cy="1476000"/>
          </a:xfrm>
        </p:spPr>
        <p:txBody>
          <a:bodyPr/>
          <a:lstStyle>
            <a:lvl1pPr algn="ctr">
              <a:defRPr/>
            </a:lvl1pPr>
          </a:lstStyle>
          <a:p>
            <a:r>
              <a:rPr lang="en-US"/>
              <a:t>Click icon to add picture</a:t>
            </a:r>
            <a:endParaRPr lang="en-GB"/>
          </a:p>
        </p:txBody>
      </p:sp>
      <p:sp>
        <p:nvSpPr>
          <p:cNvPr id="9" name="Picture Placeholder 11"/>
          <p:cNvSpPr>
            <a:spLocks noGrp="1"/>
          </p:cNvSpPr>
          <p:nvPr>
            <p:ph type="pic" sz="quarter" idx="27"/>
          </p:nvPr>
        </p:nvSpPr>
        <p:spPr>
          <a:xfrm>
            <a:off x="6224085" y="1845377"/>
            <a:ext cx="1968000" cy="1476000"/>
          </a:xfrm>
        </p:spPr>
        <p:txBody>
          <a:bodyPr/>
          <a:lstStyle>
            <a:lvl1pPr algn="ctr">
              <a:defRPr/>
            </a:lvl1pPr>
          </a:lstStyle>
          <a:p>
            <a:r>
              <a:rPr lang="en-US"/>
              <a:t>Click icon to add picture</a:t>
            </a:r>
            <a:endParaRPr lang="en-GB"/>
          </a:p>
        </p:txBody>
      </p:sp>
      <p:sp>
        <p:nvSpPr>
          <p:cNvPr id="10" name="Picture Placeholder 11"/>
          <p:cNvSpPr>
            <a:spLocks noGrp="1"/>
          </p:cNvSpPr>
          <p:nvPr>
            <p:ph type="pic" sz="quarter" idx="29"/>
          </p:nvPr>
        </p:nvSpPr>
        <p:spPr>
          <a:xfrm>
            <a:off x="504000" y="4256213"/>
            <a:ext cx="1968000" cy="1476000"/>
          </a:xfrm>
        </p:spPr>
        <p:txBody>
          <a:bodyPr/>
          <a:lstStyle>
            <a:lvl1pPr algn="ctr">
              <a:defRPr/>
            </a:lvl1pPr>
          </a:lstStyle>
          <a:p>
            <a:r>
              <a:rPr lang="en-US"/>
              <a:t>Click icon to add picture</a:t>
            </a:r>
            <a:endParaRPr lang="en-GB"/>
          </a:p>
        </p:txBody>
      </p:sp>
      <p:sp>
        <p:nvSpPr>
          <p:cNvPr id="11" name="Picture Placeholder 11"/>
          <p:cNvSpPr>
            <a:spLocks noGrp="1"/>
          </p:cNvSpPr>
          <p:nvPr>
            <p:ph type="pic" sz="quarter" idx="31"/>
          </p:nvPr>
        </p:nvSpPr>
        <p:spPr>
          <a:xfrm>
            <a:off x="6224085" y="4256213"/>
            <a:ext cx="1968000" cy="1476000"/>
          </a:xfrm>
        </p:spPr>
        <p:txBody>
          <a:bodyPr/>
          <a:lstStyle>
            <a:lvl1pPr algn="ctr">
              <a:defRPr/>
            </a:lvl1pPr>
          </a:lstStyle>
          <a:p>
            <a:r>
              <a:rPr lang="en-US"/>
              <a:t>Click icon to add picture</a:t>
            </a:r>
            <a:endParaRPr lang="en-GB"/>
          </a:p>
        </p:txBody>
      </p:sp>
      <p:sp>
        <p:nvSpPr>
          <p:cNvPr id="13" name="Text Placeholder 12"/>
          <p:cNvSpPr>
            <a:spLocks noGrp="1"/>
          </p:cNvSpPr>
          <p:nvPr>
            <p:ph type="body" sz="quarter" idx="32"/>
          </p:nvPr>
        </p:nvSpPr>
        <p:spPr>
          <a:xfrm>
            <a:off x="2683483" y="1845377"/>
            <a:ext cx="3288000" cy="1944000"/>
          </a:xfrm>
        </p:spPr>
        <p:txBody>
          <a:bodyPr>
            <a:noAutofit/>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4" name="Text Placeholder 12"/>
          <p:cNvSpPr>
            <a:spLocks noGrp="1"/>
          </p:cNvSpPr>
          <p:nvPr>
            <p:ph type="body" sz="quarter" idx="33"/>
          </p:nvPr>
        </p:nvSpPr>
        <p:spPr>
          <a:xfrm>
            <a:off x="8396560" y="1845377"/>
            <a:ext cx="3302592" cy="1944000"/>
          </a:xfrm>
        </p:spPr>
        <p:txBody>
          <a:bodyPr>
            <a:noAutofit/>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5" name="Text Placeholder 12"/>
          <p:cNvSpPr>
            <a:spLocks noGrp="1"/>
          </p:cNvSpPr>
          <p:nvPr>
            <p:ph type="body" sz="quarter" idx="34"/>
          </p:nvPr>
        </p:nvSpPr>
        <p:spPr>
          <a:xfrm>
            <a:off x="2683483" y="4256213"/>
            <a:ext cx="3288000" cy="1944000"/>
          </a:xfrm>
        </p:spPr>
        <p:txBody>
          <a:bodyPr>
            <a:noAutofit/>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6" name="Text Placeholder 12"/>
          <p:cNvSpPr>
            <a:spLocks noGrp="1"/>
          </p:cNvSpPr>
          <p:nvPr>
            <p:ph type="body" sz="quarter" idx="35"/>
          </p:nvPr>
        </p:nvSpPr>
        <p:spPr>
          <a:xfrm>
            <a:off x="8396560" y="4256213"/>
            <a:ext cx="3302592" cy="1944000"/>
          </a:xfrm>
        </p:spPr>
        <p:txBody>
          <a:bodyPr>
            <a:noAutofit/>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8" name="Rectangle 17">
            <a:extLst>
              <a:ext uri="{FF2B5EF4-FFF2-40B4-BE49-F238E27FC236}">
                <a16:creationId xmlns:a16="http://schemas.microsoft.com/office/drawing/2014/main" id="{12753468-486C-4E44-B97B-3442F4990D23}"/>
              </a:ext>
            </a:extLst>
          </p:cNvPr>
          <p:cNvSpPr/>
          <p:nvPr/>
        </p:nvSpPr>
        <p:spPr>
          <a:xfrm>
            <a:off x="47678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19" name="Rectangle 18">
            <a:extLst>
              <a:ext uri="{FF2B5EF4-FFF2-40B4-BE49-F238E27FC236}">
                <a16:creationId xmlns:a16="http://schemas.microsoft.com/office/drawing/2014/main" id="{B44C2095-0900-4569-A109-645CF4777A8D}"/>
              </a:ext>
            </a:extLst>
          </p:cNvPr>
          <p:cNvSpPr/>
          <p:nvPr/>
        </p:nvSpPr>
        <p:spPr>
          <a:xfrm>
            <a:off x="618490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20" name="Rectangle 19">
            <a:extLst>
              <a:ext uri="{FF2B5EF4-FFF2-40B4-BE49-F238E27FC236}">
                <a16:creationId xmlns:a16="http://schemas.microsoft.com/office/drawing/2014/main" id="{448A3CDF-F5A1-44AC-9648-5A3D0461AB03}"/>
              </a:ext>
            </a:extLst>
          </p:cNvPr>
          <p:cNvSpPr/>
          <p:nvPr/>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21" name="Rectangle 20">
            <a:extLst>
              <a:ext uri="{FF2B5EF4-FFF2-40B4-BE49-F238E27FC236}">
                <a16:creationId xmlns:a16="http://schemas.microsoft.com/office/drawing/2014/main" id="{D8A9EEEA-4AE4-43FE-9262-BC961D83A4C2}"/>
              </a:ext>
            </a:extLst>
          </p:cNvPr>
          <p:cNvSpPr/>
          <p:nvPr/>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22" name="Text Placeholder 8">
            <a:extLst>
              <a:ext uri="{FF2B5EF4-FFF2-40B4-BE49-F238E27FC236}">
                <a16:creationId xmlns:a16="http://schemas.microsoft.com/office/drawing/2014/main" id="{E14920E0-BAB9-44E6-A33A-5F4B6E751C0E}"/>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23" name="Title Placeholder 1">
            <a:extLst>
              <a:ext uri="{FF2B5EF4-FFF2-40B4-BE49-F238E27FC236}">
                <a16:creationId xmlns:a16="http://schemas.microsoft.com/office/drawing/2014/main" id="{B186F496-8F3D-4D1B-850D-31517B35E6F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
        <p:nvSpPr>
          <p:cNvPr id="24" name="Rectangle 23">
            <a:extLst>
              <a:ext uri="{FF2B5EF4-FFF2-40B4-BE49-F238E27FC236}">
                <a16:creationId xmlns:a16="http://schemas.microsoft.com/office/drawing/2014/main" id="{56C776D0-A1AC-41AD-A930-68E62E311F28}"/>
              </a:ext>
            </a:extLst>
          </p:cNvPr>
          <p:cNvSpPr/>
          <p:nvPr userDrawn="1"/>
        </p:nvSpPr>
        <p:spPr>
          <a:xfrm>
            <a:off x="47678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25" name="Rectangle 24">
            <a:extLst>
              <a:ext uri="{FF2B5EF4-FFF2-40B4-BE49-F238E27FC236}">
                <a16:creationId xmlns:a16="http://schemas.microsoft.com/office/drawing/2014/main" id="{8676016B-595B-4B09-8A9C-981F4092254D}"/>
              </a:ext>
            </a:extLst>
          </p:cNvPr>
          <p:cNvSpPr/>
          <p:nvPr userDrawn="1"/>
        </p:nvSpPr>
        <p:spPr>
          <a:xfrm>
            <a:off x="618490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26" name="Rectangle 25">
            <a:extLst>
              <a:ext uri="{FF2B5EF4-FFF2-40B4-BE49-F238E27FC236}">
                <a16:creationId xmlns:a16="http://schemas.microsoft.com/office/drawing/2014/main" id="{E8772A29-A091-45EF-9E05-7D38B8B671A6}"/>
              </a:ext>
            </a:extLst>
          </p:cNvPr>
          <p:cNvSpPr/>
          <p:nvPr userDrawn="1"/>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27" name="Rectangle 26">
            <a:extLst>
              <a:ext uri="{FF2B5EF4-FFF2-40B4-BE49-F238E27FC236}">
                <a16:creationId xmlns:a16="http://schemas.microsoft.com/office/drawing/2014/main" id="{331A621E-F4F0-40C4-8952-5BF179427ED7}"/>
              </a:ext>
            </a:extLst>
          </p:cNvPr>
          <p:cNvSpPr/>
          <p:nvPr userDrawn="1"/>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Tree>
    <p:extLst>
      <p:ext uri="{BB962C8B-B14F-4D97-AF65-F5344CB8AC3E}">
        <p14:creationId xmlns:p14="http://schemas.microsoft.com/office/powerpoint/2010/main" val="4129428665"/>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12874" y="1857892"/>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2"/>
            <a:ext cx="5444156"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a:solidFill>
                <a:schemeClr val="bg1"/>
              </a:solidFill>
            </a:endParaRPr>
          </a:p>
        </p:txBody>
      </p:sp>
      <p:sp>
        <p:nvSpPr>
          <p:cNvPr id="6" name="Picture Placeholder 29"/>
          <p:cNvSpPr>
            <a:spLocks noGrp="1"/>
          </p:cNvSpPr>
          <p:nvPr>
            <p:ph type="pic" sz="quarter" idx="19" hasCustomPrompt="1"/>
          </p:nvPr>
        </p:nvSpPr>
        <p:spPr>
          <a:xfrm>
            <a:off x="4769491" y="1857892"/>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a:solidFill>
                  <a:schemeClr val="bg1"/>
                </a:solidFill>
              </a:rPr>
              <a:t>Co-brand</a:t>
            </a:r>
            <a:br>
              <a:rPr lang="en-US" sz="1200" noProof="0">
                <a:solidFill>
                  <a:schemeClr val="bg1"/>
                </a:solidFill>
              </a:rPr>
            </a:br>
            <a:r>
              <a:rPr lang="en-US" sz="1200"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46190" y="1857892"/>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a:solidFill>
                  <a:schemeClr val="bg1"/>
                </a:solidFill>
              </a:rPr>
              <a:t>Co-brand</a:t>
            </a:r>
            <a:br>
              <a:rPr lang="en-US" sz="1200" noProof="0">
                <a:solidFill>
                  <a:schemeClr val="bg1"/>
                </a:solidFill>
              </a:rPr>
            </a:br>
            <a:r>
              <a:rPr lang="en-US" sz="1200" noProof="0">
                <a:solidFill>
                  <a:schemeClr val="bg1"/>
                </a:solidFill>
              </a:rPr>
              <a:t>Logo</a:t>
            </a:r>
          </a:p>
          <a:p>
            <a:endParaRPr lang="en-US" noProof="0"/>
          </a:p>
        </p:txBody>
      </p:sp>
      <p:sp>
        <p:nvSpPr>
          <p:cNvPr id="10" name="Rectangle 9">
            <a:extLst>
              <a:ext uri="{FF2B5EF4-FFF2-40B4-BE49-F238E27FC236}">
                <a16:creationId xmlns:a16="http://schemas.microsoft.com/office/drawing/2014/main" id="{283703CC-2625-4A3C-9057-35BB359C858C}"/>
              </a:ext>
            </a:extLst>
          </p:cNvPr>
          <p:cNvSpPr/>
          <p:nvPr/>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a:solidFill>
                <a:schemeClr val="bg1"/>
              </a:solidFill>
            </a:endParaRPr>
          </a:p>
        </p:txBody>
      </p:sp>
      <p:sp>
        <p:nvSpPr>
          <p:cNvPr id="11" name="Rectangle 10">
            <a:extLst>
              <a:ext uri="{FF2B5EF4-FFF2-40B4-BE49-F238E27FC236}">
                <a16:creationId xmlns:a16="http://schemas.microsoft.com/office/drawing/2014/main" id="{6497003E-0D5A-4199-A9D0-BFB3CBF4A0D4}"/>
              </a:ext>
            </a:extLst>
          </p:cNvPr>
          <p:cNvSpPr/>
          <p:nvPr/>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a:solidFill>
                <a:schemeClr val="bg1"/>
              </a:solidFill>
            </a:endParaRPr>
          </a:p>
        </p:txBody>
      </p:sp>
      <p:sp>
        <p:nvSpPr>
          <p:cNvPr id="12" name="Text Placeholder 8">
            <a:extLst>
              <a:ext uri="{FF2B5EF4-FFF2-40B4-BE49-F238E27FC236}">
                <a16:creationId xmlns:a16="http://schemas.microsoft.com/office/drawing/2014/main" id="{4074C3BE-314B-470C-927B-DBC4A457D923}"/>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3" name="Title Placeholder 1">
            <a:extLst>
              <a:ext uri="{FF2B5EF4-FFF2-40B4-BE49-F238E27FC236}">
                <a16:creationId xmlns:a16="http://schemas.microsoft.com/office/drawing/2014/main" id="{E8EE9A28-CEAF-410C-B504-E930E2347F5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
        <p:nvSpPr>
          <p:cNvPr id="14" name="Rectangle 13">
            <a:extLst>
              <a:ext uri="{FF2B5EF4-FFF2-40B4-BE49-F238E27FC236}">
                <a16:creationId xmlns:a16="http://schemas.microsoft.com/office/drawing/2014/main" id="{D360E003-ECB4-492B-8A94-28433C076FF8}"/>
              </a:ext>
            </a:extLst>
          </p:cNvPr>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a:solidFill>
                <a:schemeClr val="bg1"/>
              </a:solidFill>
            </a:endParaRPr>
          </a:p>
        </p:txBody>
      </p:sp>
      <p:sp>
        <p:nvSpPr>
          <p:cNvPr id="15" name="Rectangle 14">
            <a:extLst>
              <a:ext uri="{FF2B5EF4-FFF2-40B4-BE49-F238E27FC236}">
                <a16:creationId xmlns:a16="http://schemas.microsoft.com/office/drawing/2014/main" id="{2D54539A-8172-4D14-BE07-3622A53C73DF}"/>
              </a:ext>
            </a:extLst>
          </p:cNvPr>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a:solidFill>
                <a:schemeClr val="bg1"/>
              </a:solidFill>
            </a:endParaRPr>
          </a:p>
        </p:txBody>
      </p:sp>
    </p:spTree>
    <p:extLst>
      <p:ext uri="{BB962C8B-B14F-4D97-AF65-F5344CB8AC3E}">
        <p14:creationId xmlns:p14="http://schemas.microsoft.com/office/powerpoint/2010/main" val="687017153"/>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alifications 2 x 2">
    <p:spTree>
      <p:nvGrpSpPr>
        <p:cNvPr id="1" name=""/>
        <p:cNvGrpSpPr/>
        <p:nvPr/>
      </p:nvGrpSpPr>
      <p:grpSpPr>
        <a:xfrm>
          <a:off x="0" y="0"/>
          <a:ext cx="0" cy="0"/>
          <a:chOff x="0" y="0"/>
          <a:chExt cx="0" cy="0"/>
        </a:xfrm>
      </p:grpSpPr>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a:solidFill>
                <a:schemeClr val="bg1"/>
              </a:solidFill>
            </a:endParaRPr>
          </a:p>
        </p:txBody>
      </p:sp>
      <p:sp>
        <p:nvSpPr>
          <p:cNvPr id="7" name="Picture Placeholder 29"/>
          <p:cNvSpPr>
            <a:spLocks noGrp="1"/>
          </p:cNvSpPr>
          <p:nvPr>
            <p:ph type="pic" sz="quarter" idx="20" hasCustomPrompt="1"/>
          </p:nvPr>
        </p:nvSpPr>
        <p:spPr>
          <a:xfrm>
            <a:off x="10456702" y="1857892"/>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a:solidFill>
                  <a:schemeClr val="bg1"/>
                </a:solidFill>
              </a:rPr>
              <a:t>Co-brand</a:t>
            </a:r>
            <a:br>
              <a:rPr lang="en-US" sz="1200">
                <a:solidFill>
                  <a:schemeClr val="bg1"/>
                </a:solidFill>
              </a:rPr>
            </a:br>
            <a:r>
              <a:rPr lang="en-US" sz="1200">
                <a:solidFill>
                  <a:schemeClr val="bg1"/>
                </a:solidFill>
              </a:rPr>
              <a:t>Logo</a:t>
            </a:r>
          </a:p>
          <a:p>
            <a:endParaRPr lang="en-GB"/>
          </a:p>
        </p:txBody>
      </p:sp>
      <p:sp>
        <p:nvSpPr>
          <p:cNvPr id="12" name="Rectangle 11"/>
          <p:cNvSpPr/>
          <p:nvPr/>
        </p:nvSpPr>
        <p:spPr>
          <a:xfrm>
            <a:off x="504001" y="4103518"/>
            <a:ext cx="546894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a:solidFill>
                <a:schemeClr val="bg1"/>
              </a:solidFill>
            </a:endParaRPr>
          </a:p>
        </p:txBody>
      </p:sp>
      <p:sp>
        <p:nvSpPr>
          <p:cNvPr id="13" name="Rectangle 12"/>
          <p:cNvSpPr/>
          <p:nvPr/>
        </p:nvSpPr>
        <p:spPr>
          <a:xfrm>
            <a:off x="6246194"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a:solidFill>
                <a:schemeClr val="bg1"/>
              </a:solidFill>
            </a:endParaRPr>
          </a:p>
        </p:txBody>
      </p:sp>
      <p:sp>
        <p:nvSpPr>
          <p:cNvPr id="14" name="Picture Placeholder 29"/>
          <p:cNvSpPr>
            <a:spLocks noGrp="1"/>
          </p:cNvSpPr>
          <p:nvPr>
            <p:ph type="pic" sz="quarter" idx="24" hasCustomPrompt="1"/>
          </p:nvPr>
        </p:nvSpPr>
        <p:spPr>
          <a:xfrm>
            <a:off x="4754494" y="4249682"/>
            <a:ext cx="123938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a:solidFill>
                  <a:schemeClr val="bg1"/>
                </a:solidFill>
              </a:rPr>
              <a:t>Co-brand</a:t>
            </a:r>
            <a:br>
              <a:rPr lang="en-US" sz="1200">
                <a:solidFill>
                  <a:schemeClr val="bg1"/>
                </a:solidFill>
              </a:rPr>
            </a:br>
            <a:r>
              <a:rPr lang="en-US" sz="1200">
                <a:solidFill>
                  <a:schemeClr val="bg1"/>
                </a:solidFill>
              </a:rPr>
              <a:t>Logo</a:t>
            </a:r>
          </a:p>
          <a:p>
            <a:endParaRPr lang="en-GB"/>
          </a:p>
        </p:txBody>
      </p:sp>
      <p:sp>
        <p:nvSpPr>
          <p:cNvPr id="15" name="Picture Placeholder 29"/>
          <p:cNvSpPr>
            <a:spLocks noGrp="1"/>
          </p:cNvSpPr>
          <p:nvPr>
            <p:ph type="pic" sz="quarter" idx="25" hasCustomPrompt="1"/>
          </p:nvPr>
        </p:nvSpPr>
        <p:spPr>
          <a:xfrm>
            <a:off x="10454993" y="4249682"/>
            <a:ext cx="1244160"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a:solidFill>
                  <a:schemeClr val="bg1"/>
                </a:solidFill>
              </a:rPr>
              <a:t>Co-brand</a:t>
            </a:r>
            <a:br>
              <a:rPr lang="en-US" sz="1200">
                <a:solidFill>
                  <a:schemeClr val="bg1"/>
                </a:solidFill>
              </a:rPr>
            </a:br>
            <a:r>
              <a:rPr lang="en-US" sz="1200">
                <a:solidFill>
                  <a:schemeClr val="bg1"/>
                </a:solidFill>
              </a:rPr>
              <a:t>Logo</a:t>
            </a:r>
          </a:p>
          <a:p>
            <a:endParaRPr lang="en-GB"/>
          </a:p>
        </p:txBody>
      </p:sp>
      <p:sp>
        <p:nvSpPr>
          <p:cNvPr id="17" name="Picture Placeholder 29"/>
          <p:cNvSpPr>
            <a:spLocks noGrp="1"/>
          </p:cNvSpPr>
          <p:nvPr>
            <p:ph type="pic" sz="quarter" idx="19" hasCustomPrompt="1"/>
          </p:nvPr>
        </p:nvSpPr>
        <p:spPr>
          <a:xfrm>
            <a:off x="4769491" y="1857892"/>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a:solidFill>
                  <a:schemeClr val="bg1"/>
                </a:solidFill>
              </a:rPr>
              <a:t>Co-brand</a:t>
            </a:r>
            <a:br>
              <a:rPr lang="en-US" sz="1200">
                <a:solidFill>
                  <a:schemeClr val="bg1"/>
                </a:solidFill>
              </a:rPr>
            </a:br>
            <a:r>
              <a:rPr lang="en-US" sz="1200">
                <a:solidFill>
                  <a:schemeClr val="bg1"/>
                </a:solidFill>
              </a:rPr>
              <a:t>Logo</a:t>
            </a:r>
          </a:p>
          <a:p>
            <a:endParaRPr lang="en-GB"/>
          </a:p>
        </p:txBody>
      </p:sp>
      <p:sp>
        <p:nvSpPr>
          <p:cNvPr id="18" name="Rectangle 17">
            <a:extLst>
              <a:ext uri="{FF2B5EF4-FFF2-40B4-BE49-F238E27FC236}">
                <a16:creationId xmlns:a16="http://schemas.microsoft.com/office/drawing/2014/main" id="{A32462FA-7D20-4E6B-9335-5F0CC56925D0}"/>
              </a:ext>
            </a:extLst>
          </p:cNvPr>
          <p:cNvSpPr/>
          <p:nvPr/>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19" name="Rectangle 18">
            <a:extLst>
              <a:ext uri="{FF2B5EF4-FFF2-40B4-BE49-F238E27FC236}">
                <a16:creationId xmlns:a16="http://schemas.microsoft.com/office/drawing/2014/main" id="{E5AF616D-3F67-4FD6-BC16-ABC13A0ACA22}"/>
              </a:ext>
            </a:extLst>
          </p:cNvPr>
          <p:cNvSpPr/>
          <p:nvPr/>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20" name="Rectangle 19">
            <a:extLst>
              <a:ext uri="{FF2B5EF4-FFF2-40B4-BE49-F238E27FC236}">
                <a16:creationId xmlns:a16="http://schemas.microsoft.com/office/drawing/2014/main" id="{01986DCA-1B97-4EC9-A852-97E5340E26DC}"/>
              </a:ext>
            </a:extLst>
          </p:cNvPr>
          <p:cNvSpPr/>
          <p:nvPr/>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21" name="Rectangle 20">
            <a:extLst>
              <a:ext uri="{FF2B5EF4-FFF2-40B4-BE49-F238E27FC236}">
                <a16:creationId xmlns:a16="http://schemas.microsoft.com/office/drawing/2014/main" id="{421E9D44-54F1-4CE7-8FDF-78DC08D29E3F}"/>
              </a:ext>
            </a:extLst>
          </p:cNvPr>
          <p:cNvSpPr/>
          <p:nvPr/>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22" name="Text Placeholder 8">
            <a:extLst>
              <a:ext uri="{FF2B5EF4-FFF2-40B4-BE49-F238E27FC236}">
                <a16:creationId xmlns:a16="http://schemas.microsoft.com/office/drawing/2014/main" id="{3CAAD7DA-8C87-4BD9-82C1-81D09B5A7A7B}"/>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23" name="Title Placeholder 1">
            <a:extLst>
              <a:ext uri="{FF2B5EF4-FFF2-40B4-BE49-F238E27FC236}">
                <a16:creationId xmlns:a16="http://schemas.microsoft.com/office/drawing/2014/main" id="{9957D34C-FCB8-47FD-97FA-BF6A4F7FEC37}"/>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
        <p:nvSpPr>
          <p:cNvPr id="24" name="Text Placeholder 8">
            <a:extLst>
              <a:ext uri="{FF2B5EF4-FFF2-40B4-BE49-F238E27FC236}">
                <a16:creationId xmlns:a16="http://schemas.microsoft.com/office/drawing/2014/main" id="{DE12908D-2FA0-48AB-B2FF-08FF43357198}"/>
              </a:ext>
            </a:extLst>
          </p:cNvPr>
          <p:cNvSpPr>
            <a:spLocks noGrp="1"/>
          </p:cNvSpPr>
          <p:nvPr>
            <p:ph type="body" sz="quarter" idx="17"/>
          </p:nvPr>
        </p:nvSpPr>
        <p:spPr>
          <a:xfrm>
            <a:off x="512874" y="1857892"/>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5" name="Text Placeholder 8">
            <a:extLst>
              <a:ext uri="{FF2B5EF4-FFF2-40B4-BE49-F238E27FC236}">
                <a16:creationId xmlns:a16="http://schemas.microsoft.com/office/drawing/2014/main" id="{8DB1A9EF-276C-4FE9-B33D-E2267D9DB46B}"/>
              </a:ext>
            </a:extLst>
          </p:cNvPr>
          <p:cNvSpPr>
            <a:spLocks noGrp="1"/>
          </p:cNvSpPr>
          <p:nvPr>
            <p:ph type="body" sz="quarter" idx="26"/>
          </p:nvPr>
        </p:nvSpPr>
        <p:spPr>
          <a:xfrm>
            <a:off x="6246194" y="1857892"/>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6" name="Text Placeholder 8">
            <a:extLst>
              <a:ext uri="{FF2B5EF4-FFF2-40B4-BE49-F238E27FC236}">
                <a16:creationId xmlns:a16="http://schemas.microsoft.com/office/drawing/2014/main" id="{C2A7C1E0-8314-4B78-902A-0828B984B279}"/>
              </a:ext>
            </a:extLst>
          </p:cNvPr>
          <p:cNvSpPr>
            <a:spLocks noGrp="1"/>
          </p:cNvSpPr>
          <p:nvPr>
            <p:ph type="body" sz="quarter" idx="27"/>
          </p:nvPr>
        </p:nvSpPr>
        <p:spPr>
          <a:xfrm>
            <a:off x="537297" y="4249681"/>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7" name="Text Placeholder 8">
            <a:extLst>
              <a:ext uri="{FF2B5EF4-FFF2-40B4-BE49-F238E27FC236}">
                <a16:creationId xmlns:a16="http://schemas.microsoft.com/office/drawing/2014/main" id="{9057B8DE-1E5B-4E78-8FC1-456B14A880F7}"/>
              </a:ext>
            </a:extLst>
          </p:cNvPr>
          <p:cNvSpPr>
            <a:spLocks noGrp="1"/>
          </p:cNvSpPr>
          <p:nvPr>
            <p:ph type="body" sz="quarter" idx="28"/>
          </p:nvPr>
        </p:nvSpPr>
        <p:spPr>
          <a:xfrm>
            <a:off x="6246194" y="4249681"/>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169945704"/>
      </p:ext>
    </p:extLst>
  </p:cSld>
  <p:clrMapOvr>
    <a:masterClrMapping/>
  </p:clrMapOvr>
  <p:transition>
    <p:fade/>
  </p:transition>
  <p:hf hd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3 column green line">
    <p:spTree>
      <p:nvGrpSpPr>
        <p:cNvPr id="1" name=""/>
        <p:cNvGrpSpPr/>
        <p:nvPr/>
      </p:nvGrpSpPr>
      <p:grpSpPr>
        <a:xfrm>
          <a:off x="0" y="0"/>
          <a:ext cx="0" cy="0"/>
          <a:chOff x="0" y="0"/>
          <a:chExt cx="0" cy="0"/>
        </a:xfrm>
      </p:grpSpPr>
      <p:sp>
        <p:nvSpPr>
          <p:cNvPr id="4" name="Rectangle 3"/>
          <p:cNvSpPr/>
          <p:nvPr/>
        </p:nvSpPr>
        <p:spPr>
          <a:xfrm>
            <a:off x="4320000"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5" name="Rectangle 4"/>
          <p:cNvSpPr/>
          <p:nvPr/>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6" name="Rectangle 5"/>
          <p:cNvSpPr/>
          <p:nvPr/>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1" name="Rectangle 10">
            <a:extLst>
              <a:ext uri="{FF2B5EF4-FFF2-40B4-BE49-F238E27FC236}">
                <a16:creationId xmlns:a16="http://schemas.microsoft.com/office/drawing/2014/main" id="{BCD5B122-EABE-4ECA-819A-54D0AA2130F9}"/>
              </a:ext>
            </a:extLst>
          </p:cNvPr>
          <p:cNvSpPr/>
          <p:nvPr/>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12" name="Rectangle 11">
            <a:extLst>
              <a:ext uri="{FF2B5EF4-FFF2-40B4-BE49-F238E27FC236}">
                <a16:creationId xmlns:a16="http://schemas.microsoft.com/office/drawing/2014/main" id="{3FF78E2E-2B9E-4E32-8A54-BC55293CD3C9}"/>
              </a:ext>
            </a:extLst>
          </p:cNvPr>
          <p:cNvSpPr/>
          <p:nvPr/>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13" name="Rectangle 12">
            <a:extLst>
              <a:ext uri="{FF2B5EF4-FFF2-40B4-BE49-F238E27FC236}">
                <a16:creationId xmlns:a16="http://schemas.microsoft.com/office/drawing/2014/main" id="{6B0F314D-E019-4AD3-B954-818463FF0B9D}"/>
              </a:ext>
            </a:extLst>
          </p:cNvPr>
          <p:cNvSpPr/>
          <p:nvPr/>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16" name="Text Placeholder 8">
            <a:extLst>
              <a:ext uri="{FF2B5EF4-FFF2-40B4-BE49-F238E27FC236}">
                <a16:creationId xmlns:a16="http://schemas.microsoft.com/office/drawing/2014/main" id="{E69DF469-1C05-4DC1-B6C9-2712D9E1B834}"/>
              </a:ext>
            </a:extLst>
          </p:cNvPr>
          <p:cNvSpPr>
            <a:spLocks noGrp="1"/>
          </p:cNvSpPr>
          <p:nvPr>
            <p:ph type="body" sz="quarter" idx="21"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7" name="Title Placeholder 1">
            <a:extLst>
              <a:ext uri="{FF2B5EF4-FFF2-40B4-BE49-F238E27FC236}">
                <a16:creationId xmlns:a16="http://schemas.microsoft.com/office/drawing/2014/main" id="{77DBFC5B-8E23-48FC-97C3-38FCFE62536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
        <p:nvSpPr>
          <p:cNvPr id="14" name="Text Placeholder 8">
            <a:extLst>
              <a:ext uri="{FF2B5EF4-FFF2-40B4-BE49-F238E27FC236}">
                <a16:creationId xmlns:a16="http://schemas.microsoft.com/office/drawing/2014/main" id="{F739EC70-7463-4AC3-840B-4FCA6DF39734}"/>
              </a:ext>
            </a:extLst>
          </p:cNvPr>
          <p:cNvSpPr>
            <a:spLocks noGrp="1"/>
          </p:cNvSpPr>
          <p:nvPr>
            <p:ph type="body" sz="quarter" idx="22"/>
          </p:nvPr>
        </p:nvSpPr>
        <p:spPr>
          <a:xfrm>
            <a:off x="512874" y="1857891"/>
            <a:ext cx="3584464" cy="3839303"/>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8">
            <a:extLst>
              <a:ext uri="{FF2B5EF4-FFF2-40B4-BE49-F238E27FC236}">
                <a16:creationId xmlns:a16="http://schemas.microsoft.com/office/drawing/2014/main" id="{A85F1297-532C-478B-8C8C-A7A406ADF2C4}"/>
              </a:ext>
            </a:extLst>
          </p:cNvPr>
          <p:cNvSpPr>
            <a:spLocks noGrp="1"/>
          </p:cNvSpPr>
          <p:nvPr>
            <p:ph type="body" sz="quarter" idx="23"/>
          </p:nvPr>
        </p:nvSpPr>
        <p:spPr>
          <a:xfrm>
            <a:off x="4325938" y="1861481"/>
            <a:ext cx="3584464" cy="3839303"/>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8" name="Text Placeholder 8">
            <a:extLst>
              <a:ext uri="{FF2B5EF4-FFF2-40B4-BE49-F238E27FC236}">
                <a16:creationId xmlns:a16="http://schemas.microsoft.com/office/drawing/2014/main" id="{72E6BFE1-0779-4417-985A-E1020673A1FF}"/>
              </a:ext>
            </a:extLst>
          </p:cNvPr>
          <p:cNvSpPr>
            <a:spLocks noGrp="1"/>
          </p:cNvSpPr>
          <p:nvPr>
            <p:ph type="body" sz="quarter" idx="24"/>
          </p:nvPr>
        </p:nvSpPr>
        <p:spPr>
          <a:xfrm>
            <a:off x="8148737" y="1857890"/>
            <a:ext cx="3584464" cy="3839303"/>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204316498"/>
      </p:ext>
    </p:extLst>
  </p:cSld>
  <p:clrMapOvr>
    <a:masterClrMapping/>
  </p:clrMapOvr>
  <p:transition>
    <p:fade/>
  </p:transition>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3 picture and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501651" y="1674087"/>
            <a:ext cx="3695700" cy="1971675"/>
          </a:xfrm>
        </p:spPr>
        <p:txBody>
          <a:bodyPr/>
          <a:lstStyle/>
          <a:p>
            <a:r>
              <a:rPr lang="en-US" noProof="0"/>
              <a:t>Click icon to add picture</a:t>
            </a:r>
          </a:p>
        </p:txBody>
      </p:sp>
      <p:sp>
        <p:nvSpPr>
          <p:cNvPr id="5" name="Picture Placeholder 7"/>
          <p:cNvSpPr>
            <a:spLocks noGrp="1"/>
          </p:cNvSpPr>
          <p:nvPr>
            <p:ph type="pic" sz="quarter" idx="14"/>
          </p:nvPr>
        </p:nvSpPr>
        <p:spPr>
          <a:xfrm>
            <a:off x="8006398" y="1674087"/>
            <a:ext cx="3683953" cy="1971675"/>
          </a:xfrm>
        </p:spPr>
        <p:txBody>
          <a:bodyPr/>
          <a:lstStyle/>
          <a:p>
            <a:r>
              <a:rPr lang="en-US" noProof="0"/>
              <a:t>Click icon to add picture</a:t>
            </a:r>
          </a:p>
        </p:txBody>
      </p:sp>
      <p:sp>
        <p:nvSpPr>
          <p:cNvPr id="6" name="Picture Placeholder 7"/>
          <p:cNvSpPr>
            <a:spLocks noGrp="1"/>
          </p:cNvSpPr>
          <p:nvPr>
            <p:ph type="pic" sz="quarter" idx="15"/>
          </p:nvPr>
        </p:nvSpPr>
        <p:spPr>
          <a:xfrm>
            <a:off x="4273075" y="1674087"/>
            <a:ext cx="3657600" cy="1971675"/>
          </a:xfrm>
        </p:spPr>
        <p:txBody>
          <a:bodyPr/>
          <a:lstStyle/>
          <a:p>
            <a:r>
              <a:rPr lang="en-US" noProof="0"/>
              <a:t>Click icon to add picture</a:t>
            </a:r>
          </a:p>
        </p:txBody>
      </p:sp>
      <p:sp>
        <p:nvSpPr>
          <p:cNvPr id="9" name="Text Placeholder 18"/>
          <p:cNvSpPr>
            <a:spLocks noGrp="1"/>
          </p:cNvSpPr>
          <p:nvPr>
            <p:ph idx="1"/>
          </p:nvPr>
        </p:nvSpPr>
        <p:spPr>
          <a:xfrm>
            <a:off x="501651" y="3832225"/>
            <a:ext cx="3683949" cy="2095200"/>
          </a:xfrm>
          <a:prstGeom prst="rect">
            <a:avLst/>
          </a:prstGeom>
        </p:spPr>
        <p:txBody>
          <a:bodyPr vert="horz" lIns="0" tIns="0" rIns="0" bIns="0" rtlCol="0">
            <a:no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8"/>
          <p:cNvSpPr>
            <a:spLocks noGrp="1"/>
          </p:cNvSpPr>
          <p:nvPr>
            <p:ph idx="16"/>
          </p:nvPr>
        </p:nvSpPr>
        <p:spPr>
          <a:xfrm>
            <a:off x="4267200" y="3832225"/>
            <a:ext cx="3657600" cy="2095200"/>
          </a:xfrm>
          <a:prstGeom prst="rect">
            <a:avLst/>
          </a:prstGeom>
        </p:spPr>
        <p:txBody>
          <a:bodyPr vert="horz" lIns="0" tIns="0" rIns="0" bIns="0" rtlCol="0">
            <a:no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8"/>
          <p:cNvSpPr>
            <a:spLocks noGrp="1"/>
          </p:cNvSpPr>
          <p:nvPr>
            <p:ph idx="17"/>
          </p:nvPr>
        </p:nvSpPr>
        <p:spPr>
          <a:xfrm>
            <a:off x="8006398" y="3832225"/>
            <a:ext cx="3683953" cy="2095200"/>
          </a:xfrm>
          <a:prstGeom prst="rect">
            <a:avLst/>
          </a:prstGeom>
        </p:spPr>
        <p:txBody>
          <a:bodyPr vert="horz" lIns="0" tIns="0" rIns="0" bIns="0" rtlCol="0">
            <a:no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a:extLst>
              <a:ext uri="{FF2B5EF4-FFF2-40B4-BE49-F238E27FC236}">
                <a16:creationId xmlns:a16="http://schemas.microsoft.com/office/drawing/2014/main" id="{9F15AF63-D425-4D3F-B484-4B7A0F329F9A}"/>
              </a:ext>
            </a:extLst>
          </p:cNvPr>
          <p:cNvSpPr>
            <a:spLocks noGrp="1"/>
          </p:cNvSpPr>
          <p:nvPr>
            <p:ph type="body" sz="quarter" idx="18"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2" name="Title Placeholder 1">
            <a:extLst>
              <a:ext uri="{FF2B5EF4-FFF2-40B4-BE49-F238E27FC236}">
                <a16:creationId xmlns:a16="http://schemas.microsoft.com/office/drawing/2014/main" id="{F7002A92-1CF7-42F5-B761-7DB3C2CF11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881998489"/>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504000" y="2556000"/>
            <a:ext cx="2592000" cy="339480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096836" y="2556000"/>
            <a:ext cx="2592000" cy="339480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8279" y="2556000"/>
            <a:ext cx="2592000" cy="339480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2557" y="2556000"/>
            <a:ext cx="2592000" cy="339480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a:extLst>
              <a:ext uri="{FF2B5EF4-FFF2-40B4-BE49-F238E27FC236}">
                <a16:creationId xmlns:a16="http://schemas.microsoft.com/office/drawing/2014/main" id="{43B6715C-C932-49B3-880D-8C5710C8F99B}"/>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0" name="Title Placeholder 1">
            <a:extLst>
              <a:ext uri="{FF2B5EF4-FFF2-40B4-BE49-F238E27FC236}">
                <a16:creationId xmlns:a16="http://schemas.microsoft.com/office/drawing/2014/main" id="{6EA7B5E5-1F8D-43CD-9AD2-8B87181DC53D}"/>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3588801802"/>
      </p:ext>
    </p:extLst>
  </p:cSld>
  <p:clrMapOvr>
    <a:masterClrMapping/>
  </p:clrMapOvr>
  <p:transition>
    <p:fade/>
  </p:transition>
  <p:hf hd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501650" y="1665289"/>
            <a:ext cx="5594351" cy="471646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a:extLst>
              <a:ext uri="{FF2B5EF4-FFF2-40B4-BE49-F238E27FC236}">
                <a16:creationId xmlns:a16="http://schemas.microsoft.com/office/drawing/2014/main" id="{9939BF43-6ABE-4327-81AC-7892A0477322}"/>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6" name="Title Placeholder 1">
            <a:extLst>
              <a:ext uri="{FF2B5EF4-FFF2-40B4-BE49-F238E27FC236}">
                <a16:creationId xmlns:a16="http://schemas.microsoft.com/office/drawing/2014/main" id="{E4133C46-CE37-4404-B4D0-9DFA124106B1}"/>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310559146"/>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amp; subtitle">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D1AFA9E9-5EB8-42BF-B15A-3D95DDA547A4}"/>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5" name="Title Placeholder 1">
            <a:extLst>
              <a:ext uri="{FF2B5EF4-FFF2-40B4-BE49-F238E27FC236}">
                <a16:creationId xmlns:a16="http://schemas.microsoft.com/office/drawing/2014/main" id="{C3F5B0ED-A4CB-4D19-B6B8-CA9E1139E70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3618437501"/>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F79D3799-9A6C-45EE-B3ED-0F77AAB658E9}"/>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869311345"/>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0346279"/>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a:p>
        </p:txBody>
      </p:sp>
      <p:sp>
        <p:nvSpPr>
          <p:cNvPr id="18" name="Text Placeholder 8"/>
          <p:cNvSpPr>
            <a:spLocks noGrp="1"/>
          </p:cNvSpPr>
          <p:nvPr>
            <p:ph type="body" sz="quarter" idx="18"/>
          </p:nvPr>
        </p:nvSpPr>
        <p:spPr>
          <a:xfrm>
            <a:off x="501652" y="1674087"/>
            <a:ext cx="11188699" cy="357187"/>
          </a:xfrm>
        </p:spPr>
        <p:txBody>
          <a:bodyPr/>
          <a:lstStyle/>
          <a:p>
            <a:pPr lvl="0"/>
            <a:r>
              <a:rPr lang="en-US" noProof="0"/>
              <a:t>Click to edit Master text styles</a:t>
            </a:r>
          </a:p>
        </p:txBody>
      </p:sp>
      <p:sp>
        <p:nvSpPr>
          <p:cNvPr id="19" name="Text Placeholder 7"/>
          <p:cNvSpPr>
            <a:spLocks noGrp="1"/>
          </p:cNvSpPr>
          <p:nvPr>
            <p:ph type="body" sz="quarter" idx="23"/>
          </p:nvPr>
        </p:nvSpPr>
        <p:spPr>
          <a:xfrm>
            <a:off x="501650" y="6121013"/>
            <a:ext cx="11188700" cy="260737"/>
          </a:xfrm>
        </p:spPr>
        <p:txBody>
          <a:bodyPr>
            <a:normAutofit/>
          </a:bodyPr>
          <a:lstStyle>
            <a:lvl1pPr>
              <a:spcAft>
                <a:spcPts val="0"/>
              </a:spcAft>
              <a:defRPr sz="900"/>
            </a:lvl1pPr>
          </a:lstStyle>
          <a:p>
            <a:pPr lvl="0"/>
            <a:r>
              <a:rPr lang="en-US"/>
              <a:t>Click to 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1883519327"/>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501652" y="1665289"/>
            <a:ext cx="11165416" cy="4716463"/>
          </a:xfrm>
          <a:prstGeom prst="rect">
            <a:avLst/>
          </a:prstGeom>
        </p:spPr>
        <p:txBody>
          <a:bodyPr vert="horz" lIns="0" tIns="0" rIns="0" bIns="0" rtlCol="0">
            <a:normAutofit/>
          </a:bodyPr>
          <a:lstStyle>
            <a:lvl1pPr marL="0" indent="0" algn="l">
              <a:buFontTx/>
              <a:buNone/>
              <a:defRPr>
                <a:latin typeface="+mn-lt"/>
              </a:defRPr>
            </a:lvl1pPr>
            <a:lvl2pPr marL="139700" indent="-139700" algn="l">
              <a:buClrTx/>
              <a:buSzPct val="100000"/>
              <a:buFont typeface="Arial" panose="020B0604020202020204" pitchFamily="34" charset="0"/>
              <a:buChar char="•"/>
              <a:defRPr>
                <a:latin typeface="+mj-lt"/>
              </a:defRPr>
            </a:lvl2pPr>
            <a:lvl3pPr marL="304800" indent="-139700" algn="l">
              <a:buClrTx/>
              <a:buSzPct val="100000"/>
              <a:buFont typeface="Arial" panose="020B0604020202020204" pitchFamily="34" charset="0"/>
              <a:buChar char="−"/>
              <a:defRPr>
                <a:latin typeface="+mn-lt"/>
              </a:defRPr>
            </a:lvl3pPr>
            <a:lvl4pPr marL="469900" indent="-139700" algn="l">
              <a:buClrTx/>
              <a:buSzPct val="100000"/>
              <a:buFont typeface="Arial" panose="020B0604020202020204" pitchFamily="34" charset="0"/>
              <a:buChar char="◦"/>
              <a:defRPr>
                <a:latin typeface="+mn-lt"/>
              </a:defRPr>
            </a:lvl4pPr>
            <a:lvl5pPr marL="635000" indent="-139700" algn="l">
              <a:buClrTx/>
              <a:buSzPct val="100000"/>
              <a:buFont typeface="Arial" panose="020B0604020202020204" pitchFamily="34" charset="0"/>
              <a:buChar cha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itle Placeholder 1">
            <a:extLst>
              <a:ext uri="{FF2B5EF4-FFF2-40B4-BE49-F238E27FC236}">
                <a16:creationId xmlns:a16="http://schemas.microsoft.com/office/drawing/2014/main" id="{A1AF4B88-9BDB-4994-AE11-3A74CC55FE51}"/>
              </a:ext>
            </a:extLst>
          </p:cNvPr>
          <p:cNvSpPr>
            <a:spLocks noGrp="1"/>
          </p:cNvSpPr>
          <p:nvPr>
            <p:ph type="title" hasCustomPrompt="1"/>
          </p:nvPr>
        </p:nvSpPr>
        <p:spPr>
          <a:xfrm>
            <a:off x="501652" y="317500"/>
            <a:ext cx="11180232" cy="698501"/>
          </a:xfrm>
          <a:prstGeom prst="rect">
            <a:avLst/>
          </a:prstGeom>
        </p:spPr>
        <p:txBody>
          <a:bodyPr vert="horz" lIns="0" tIns="0" rIns="0" bIns="0" rtlCol="0" anchor="t" anchorCtr="0">
            <a:noAutofit/>
          </a:bodyPr>
          <a:lstStyle>
            <a:lvl1pPr>
              <a:defRPr/>
            </a:lvl1pPr>
          </a:lstStyle>
          <a:p>
            <a:r>
              <a:rPr lang="en-US"/>
              <a:t>Click to add title</a:t>
            </a:r>
          </a:p>
        </p:txBody>
      </p:sp>
    </p:spTree>
    <p:extLst>
      <p:ext uri="{BB962C8B-B14F-4D97-AF65-F5344CB8AC3E}">
        <p14:creationId xmlns:p14="http://schemas.microsoft.com/office/powerpoint/2010/main" val="1061842864"/>
      </p:ext>
    </p:extLst>
  </p:cSld>
  <p:clrMapOvr>
    <a:masterClrMapping/>
  </p:clrMapOvr>
  <p:transition>
    <p:fade/>
  </p:transition>
  <p:hf hd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501651" y="1665289"/>
            <a:ext cx="5305579" cy="4716461"/>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9" y="1665289"/>
            <a:ext cx="5322781" cy="4716461"/>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7" name="Title Placeholder 1">
            <a:extLst>
              <a:ext uri="{FF2B5EF4-FFF2-40B4-BE49-F238E27FC236}">
                <a16:creationId xmlns:a16="http://schemas.microsoft.com/office/drawing/2014/main" id="{6559CC6F-6478-4902-A4D5-F8FB6538D28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1548908366"/>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501650" y="1665289"/>
            <a:ext cx="5305580" cy="4716461"/>
          </a:xfrm>
          <a:prstGeom prst="rect">
            <a:avLst/>
          </a:prstGeom>
        </p:spPr>
        <p:txBody>
          <a:bodyPr>
            <a:normAutofit/>
          </a:bodyPr>
          <a:lstStyle>
            <a:lvl1pPr marL="0" indent="0" algn="l">
              <a:buFontTx/>
              <a:buNone/>
              <a:tabLst>
                <a:tab pos="5029200" algn="r"/>
              </a:tabLst>
              <a:defRPr sz="1600"/>
            </a:lvl1pPr>
            <a:lvl2pPr marL="177800" indent="-177800" algn="l">
              <a:buClrTx/>
              <a:buSzPct val="100000"/>
              <a:buFont typeface="Arial" panose="020B0604020202020204" pitchFamily="34" charset="0"/>
              <a:buChar char="•"/>
              <a:tabLst>
                <a:tab pos="5029200" algn="r"/>
              </a:tabLst>
              <a:defRPr sz="1600"/>
            </a:lvl2pPr>
            <a:lvl3pPr marL="381000" indent="-177800" algn="l">
              <a:buClrTx/>
              <a:buSzPct val="100000"/>
              <a:buFont typeface="Arial" panose="020B0604020202020204" pitchFamily="34" charset="0"/>
              <a:buChar char="−"/>
              <a:tabLst>
                <a:tab pos="5029200" algn="r"/>
              </a:tabLst>
              <a:defRPr sz="1600"/>
            </a:lvl3pPr>
            <a:lvl4pPr marL="584200" indent="-177800" algn="l">
              <a:buClrTx/>
              <a:buSzPct val="100000"/>
              <a:buFont typeface="Arial" panose="020B0604020202020204" pitchFamily="34" charset="0"/>
              <a:buChar char="◦"/>
              <a:tabLst>
                <a:tab pos="5029200" algn="r"/>
              </a:tabLst>
              <a:defRPr sz="1600"/>
            </a:lvl4pPr>
            <a:lvl5pPr marL="787400" indent="-177800" algn="l">
              <a:buClrTx/>
              <a:buSzPct val="100000"/>
              <a:buFont typeface="Arial" panose="020B0604020202020204" pitchFamily="34" charset="0"/>
              <a:buChar char="−"/>
              <a:tabLst>
                <a:tab pos="5029200"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83999" y="1665289"/>
            <a:ext cx="5306351" cy="4716461"/>
          </a:xfrm>
          <a:prstGeom prst="rect">
            <a:avLst/>
          </a:prstGeom>
        </p:spPr>
        <p:txBody>
          <a:bodyPr>
            <a:normAutofit/>
          </a:bodyPr>
          <a:lstStyle>
            <a:lvl1pPr marL="0" indent="0" algn="l">
              <a:buFontTx/>
              <a:buNone/>
              <a:tabLst>
                <a:tab pos="5029200" algn="r"/>
              </a:tabLst>
              <a:defRPr sz="1600"/>
            </a:lvl1pPr>
            <a:lvl2pPr marL="177800" indent="-177800" algn="l">
              <a:buClrTx/>
              <a:buSzPct val="100000"/>
              <a:buFont typeface="Arial" panose="020B0604020202020204" pitchFamily="34" charset="0"/>
              <a:buChar char="•"/>
              <a:tabLst>
                <a:tab pos="5029200" algn="r"/>
              </a:tabLst>
              <a:defRPr sz="1600"/>
            </a:lvl2pPr>
            <a:lvl3pPr marL="381000" indent="-177800" algn="l">
              <a:buClrTx/>
              <a:buSzPct val="100000"/>
              <a:buFont typeface="Arial" panose="020B0604020202020204" pitchFamily="34" charset="0"/>
              <a:buChar char="−"/>
              <a:tabLst>
                <a:tab pos="5029200" algn="r"/>
              </a:tabLst>
              <a:defRPr sz="1600"/>
            </a:lvl3pPr>
            <a:lvl4pPr marL="584200" indent="-177800" algn="l">
              <a:buClrTx/>
              <a:buSzPct val="100000"/>
              <a:buFont typeface="Arial" panose="020B0604020202020204" pitchFamily="34" charset="0"/>
              <a:buChar char="◦"/>
              <a:tabLst>
                <a:tab pos="5029200" algn="r"/>
              </a:tabLst>
              <a:defRPr sz="1600"/>
            </a:lvl4pPr>
            <a:lvl5pPr marL="787400" indent="-177800" algn="l">
              <a:buClrTx/>
              <a:buSzPct val="100000"/>
              <a:buFont typeface="Arial" panose="020B0604020202020204" pitchFamily="34" charset="0"/>
              <a:buChar char="−"/>
              <a:tabLst>
                <a:tab pos="5029200"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a:extLst>
              <a:ext uri="{FF2B5EF4-FFF2-40B4-BE49-F238E27FC236}">
                <a16:creationId xmlns:a16="http://schemas.microsoft.com/office/drawing/2014/main" id="{E5225F53-1C15-499B-9179-65E3B2184C7C}"/>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9" name="Title Placeholder 1">
            <a:extLst>
              <a:ext uri="{FF2B5EF4-FFF2-40B4-BE49-F238E27FC236}">
                <a16:creationId xmlns:a16="http://schemas.microsoft.com/office/drawing/2014/main" id="{914EA394-D3CD-41FC-B7FF-082F08C15AA4}"/>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3132541141"/>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2" y="1665289"/>
            <a:ext cx="5355165" cy="4455725"/>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hart Placeholder 2"/>
          <p:cNvSpPr>
            <a:spLocks noGrp="1"/>
          </p:cNvSpPr>
          <p:nvPr>
            <p:ph type="chart" sz="quarter" idx="21"/>
          </p:nvPr>
        </p:nvSpPr>
        <p:spPr>
          <a:xfrm>
            <a:off x="6341223" y="2125013"/>
            <a:ext cx="5349128" cy="3996000"/>
          </a:xfrm>
        </p:spPr>
        <p:txBody>
          <a:bodyPr/>
          <a:lstStyle/>
          <a:p>
            <a:r>
              <a:rPr lang="en-US" noProof="0"/>
              <a:t>Click icon to add chart</a:t>
            </a:r>
          </a:p>
        </p:txBody>
      </p:sp>
      <p:sp>
        <p:nvSpPr>
          <p:cNvPr id="6" name="Text Placeholder 5"/>
          <p:cNvSpPr>
            <a:spLocks noGrp="1"/>
          </p:cNvSpPr>
          <p:nvPr>
            <p:ph type="body" sz="quarter" idx="22"/>
          </p:nvPr>
        </p:nvSpPr>
        <p:spPr>
          <a:xfrm>
            <a:off x="6341223" y="1665288"/>
            <a:ext cx="5349128" cy="420687"/>
          </a:xfrm>
        </p:spPr>
        <p:txBody>
          <a:bodyPr/>
          <a:lstStyle/>
          <a:p>
            <a:pPr lvl="0"/>
            <a:r>
              <a:rPr lang="en-US" noProof="0"/>
              <a:t>Click to edit Master text styles</a:t>
            </a:r>
          </a:p>
        </p:txBody>
      </p:sp>
      <p:sp>
        <p:nvSpPr>
          <p:cNvPr id="15" name="Text Placeholder 7"/>
          <p:cNvSpPr>
            <a:spLocks noGrp="1"/>
          </p:cNvSpPr>
          <p:nvPr>
            <p:ph type="body" sz="quarter" idx="23"/>
          </p:nvPr>
        </p:nvSpPr>
        <p:spPr>
          <a:xfrm>
            <a:off x="501650" y="6121014"/>
            <a:ext cx="11188700" cy="260737"/>
          </a:xfrm>
        </p:spPr>
        <p:txBody>
          <a:bodyPr>
            <a:normAutofit/>
          </a:bodyPr>
          <a:lstStyle>
            <a:lvl1pPr>
              <a:spcAft>
                <a:spcPts val="0"/>
              </a:spcAft>
              <a:defRPr sz="1100"/>
            </a:lvl1pPr>
          </a:lstStyle>
          <a:p>
            <a:pPr lvl="0"/>
            <a:r>
              <a:rPr lang="en-US"/>
              <a:t>Click to edit Master text styles</a:t>
            </a:r>
          </a:p>
        </p:txBody>
      </p:sp>
      <p:sp>
        <p:nvSpPr>
          <p:cNvPr id="8" name="Text Placeholder 8">
            <a:extLst>
              <a:ext uri="{FF2B5EF4-FFF2-40B4-BE49-F238E27FC236}">
                <a16:creationId xmlns:a16="http://schemas.microsoft.com/office/drawing/2014/main" id="{E911C489-B226-49BC-B069-119CF8BC96EF}"/>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9" name="Title Placeholder 1">
            <a:extLst>
              <a:ext uri="{FF2B5EF4-FFF2-40B4-BE49-F238E27FC236}">
                <a16:creationId xmlns:a16="http://schemas.microsoft.com/office/drawing/2014/main" id="{F47218A4-44FE-4E96-A903-7AD44AF4E8DB}"/>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1340952237"/>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1" y="2125013"/>
            <a:ext cx="5349129" cy="3996000"/>
          </a:xfrm>
        </p:spPr>
        <p:txBody>
          <a:bodyPr/>
          <a:lstStyle/>
          <a:p>
            <a:r>
              <a:rPr lang="en-US"/>
              <a:t>Click icon to add chart</a:t>
            </a:r>
            <a:endParaRPr lang="en-GB"/>
          </a:p>
        </p:txBody>
      </p:sp>
      <p:sp>
        <p:nvSpPr>
          <p:cNvPr id="6" name="Text Placeholder 5"/>
          <p:cNvSpPr>
            <a:spLocks noGrp="1"/>
          </p:cNvSpPr>
          <p:nvPr>
            <p:ph type="body" sz="quarter" idx="22"/>
          </p:nvPr>
        </p:nvSpPr>
        <p:spPr>
          <a:xfrm>
            <a:off x="6341222" y="1665288"/>
            <a:ext cx="5349129" cy="420687"/>
          </a:xfrm>
        </p:spPr>
        <p:txBody>
          <a:bodyPr/>
          <a:lstStyle/>
          <a:p>
            <a:pPr lvl="0"/>
            <a:r>
              <a:rPr lang="en-US" noProof="0"/>
              <a:t>Click to edit Master text styles</a:t>
            </a:r>
          </a:p>
        </p:txBody>
      </p:sp>
      <p:sp>
        <p:nvSpPr>
          <p:cNvPr id="15" name="Text Placeholder 7"/>
          <p:cNvSpPr>
            <a:spLocks noGrp="1"/>
          </p:cNvSpPr>
          <p:nvPr>
            <p:ph type="body" sz="quarter" idx="23"/>
          </p:nvPr>
        </p:nvSpPr>
        <p:spPr>
          <a:xfrm>
            <a:off x="501649" y="6121014"/>
            <a:ext cx="11165419" cy="260737"/>
          </a:xfrm>
        </p:spPr>
        <p:txBody>
          <a:bodyPr>
            <a:normAutofit/>
          </a:bodyPr>
          <a:lstStyle>
            <a:lvl1pPr>
              <a:spcAft>
                <a:spcPts val="0"/>
              </a:spcAft>
              <a:defRPr sz="1100"/>
            </a:lvl1pPr>
          </a:lstStyle>
          <a:p>
            <a:pPr lvl="0"/>
            <a:r>
              <a:rPr lang="en-US"/>
              <a:t>Click to edit Master text styles</a:t>
            </a:r>
          </a:p>
        </p:txBody>
      </p:sp>
      <p:sp>
        <p:nvSpPr>
          <p:cNvPr id="9" name="Chart Placeholder 2"/>
          <p:cNvSpPr>
            <a:spLocks noGrp="1"/>
          </p:cNvSpPr>
          <p:nvPr>
            <p:ph type="chart" sz="quarter" idx="24"/>
          </p:nvPr>
        </p:nvSpPr>
        <p:spPr>
          <a:xfrm>
            <a:off x="501650" y="2125013"/>
            <a:ext cx="5349240" cy="3996000"/>
          </a:xfrm>
        </p:spPr>
        <p:txBody>
          <a:bodyPr/>
          <a:lstStyle/>
          <a:p>
            <a:r>
              <a:rPr lang="en-US"/>
              <a:t>Click icon to add chart</a:t>
            </a:r>
            <a:endParaRPr lang="en-GB"/>
          </a:p>
        </p:txBody>
      </p:sp>
      <p:sp>
        <p:nvSpPr>
          <p:cNvPr id="12" name="Text Placeholder 5"/>
          <p:cNvSpPr>
            <a:spLocks noGrp="1"/>
          </p:cNvSpPr>
          <p:nvPr>
            <p:ph type="body" sz="quarter" idx="25"/>
          </p:nvPr>
        </p:nvSpPr>
        <p:spPr>
          <a:xfrm>
            <a:off x="501649" y="1665288"/>
            <a:ext cx="5349240" cy="420687"/>
          </a:xfrm>
        </p:spPr>
        <p:txBody>
          <a:bodyPr/>
          <a:lstStyle/>
          <a:p>
            <a:pPr lvl="0"/>
            <a:r>
              <a:rPr lang="en-US" noProof="0"/>
              <a:t>Click to edit Master text styles</a:t>
            </a:r>
          </a:p>
        </p:txBody>
      </p:sp>
      <p:sp>
        <p:nvSpPr>
          <p:cNvPr id="10" name="Text Placeholder 8">
            <a:extLst>
              <a:ext uri="{FF2B5EF4-FFF2-40B4-BE49-F238E27FC236}">
                <a16:creationId xmlns:a16="http://schemas.microsoft.com/office/drawing/2014/main" id="{5D528E1B-5BDF-48B1-B9CD-A31A99631297}"/>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4" name="Title Placeholder 1">
            <a:extLst>
              <a:ext uri="{FF2B5EF4-FFF2-40B4-BE49-F238E27FC236}">
                <a16:creationId xmlns:a16="http://schemas.microsoft.com/office/drawing/2014/main" id="{56A696DA-71F5-44D5-B231-17F470D2F6A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3476190362"/>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501650" y="1665289"/>
            <a:ext cx="4431857" cy="4716463"/>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50349" y="1665289"/>
            <a:ext cx="6240000" cy="4716463"/>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a:extLst>
              <a:ext uri="{FF2B5EF4-FFF2-40B4-BE49-F238E27FC236}">
                <a16:creationId xmlns:a16="http://schemas.microsoft.com/office/drawing/2014/main" id="{5DCFBECF-F261-4066-B77C-A1FCF54AA07F}"/>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1" name="Title Placeholder 1">
            <a:extLst>
              <a:ext uri="{FF2B5EF4-FFF2-40B4-BE49-F238E27FC236}">
                <a16:creationId xmlns:a16="http://schemas.microsoft.com/office/drawing/2014/main" id="{6E9BEEDA-6F6F-4BD9-B1D8-9731D1B037A6}"/>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3806416467"/>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577882" y="1658680"/>
            <a:ext cx="4112468" cy="4723072"/>
          </a:xfrm>
          <a:prstGeom prst="rect">
            <a:avLst/>
          </a:prstGeom>
        </p:spPr>
        <p:txBody>
          <a:bodyPr>
            <a:normAutofit/>
          </a:bodyPr>
          <a:lstStyle>
            <a:lvl1pPr>
              <a:tabLst>
                <a:tab pos="5029200" algn="r"/>
              </a:tabLst>
              <a:defRPr sz="2100">
                <a:solidFill>
                  <a:schemeClr val="accent3"/>
                </a:solidFill>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501651" y="1665288"/>
            <a:ext cx="6506348" cy="4716462"/>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a:extLst>
              <a:ext uri="{FF2B5EF4-FFF2-40B4-BE49-F238E27FC236}">
                <a16:creationId xmlns:a16="http://schemas.microsoft.com/office/drawing/2014/main" id="{68009483-F3D1-4AD9-8031-CEB4620DB873}"/>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1" name="Title Placeholder 1">
            <a:extLst>
              <a:ext uri="{FF2B5EF4-FFF2-40B4-BE49-F238E27FC236}">
                <a16:creationId xmlns:a16="http://schemas.microsoft.com/office/drawing/2014/main" id="{51FE75E2-F986-4CD3-8A43-338DEE272CB9}"/>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3365645520"/>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0" y="1659145"/>
            <a:ext cx="3549549" cy="3921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4322401" y="2051999"/>
            <a:ext cx="3549549" cy="4069014"/>
          </a:xfrm>
          <a:prstGeom prst="rect">
            <a:avLst/>
          </a:prstGeom>
        </p:spPr>
        <p:txBody>
          <a:bodyPr/>
          <a:lstStyle/>
          <a:p>
            <a:r>
              <a:rPr lang="en-US" noProof="0"/>
              <a:t>Click icon to add chart</a:t>
            </a:r>
          </a:p>
        </p:txBody>
      </p:sp>
      <p:sp>
        <p:nvSpPr>
          <p:cNvPr id="8" name="Text Placeholder 8"/>
          <p:cNvSpPr>
            <a:spLocks noGrp="1"/>
          </p:cNvSpPr>
          <p:nvPr>
            <p:ph type="body" sz="quarter" idx="20"/>
          </p:nvPr>
        </p:nvSpPr>
        <p:spPr>
          <a:xfrm>
            <a:off x="4321226" y="1659145"/>
            <a:ext cx="3549549" cy="3921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8140801" y="2051999"/>
            <a:ext cx="3549549" cy="4069014"/>
          </a:xfrm>
          <a:prstGeom prst="rect">
            <a:avLst/>
          </a:prstGeom>
        </p:spPr>
        <p:txBody>
          <a:bodyPr/>
          <a:lstStyle/>
          <a:p>
            <a:r>
              <a:rPr lang="en-US" noProof="0"/>
              <a:t>Click icon to add chart</a:t>
            </a:r>
          </a:p>
        </p:txBody>
      </p:sp>
      <p:sp>
        <p:nvSpPr>
          <p:cNvPr id="10" name="Text Placeholder 8"/>
          <p:cNvSpPr>
            <a:spLocks noGrp="1"/>
          </p:cNvSpPr>
          <p:nvPr>
            <p:ph type="body" sz="quarter" idx="22"/>
          </p:nvPr>
        </p:nvSpPr>
        <p:spPr>
          <a:xfrm>
            <a:off x="8140801" y="1659145"/>
            <a:ext cx="3549549" cy="398256"/>
          </a:xfrm>
        </p:spPr>
        <p:txBody>
          <a:bodyPr/>
          <a:lstStyle/>
          <a:p>
            <a:pPr lvl="0"/>
            <a:r>
              <a:rPr lang="en-US" noProof="0"/>
              <a:t>Click to edit Master text styles</a:t>
            </a:r>
          </a:p>
        </p:txBody>
      </p:sp>
      <p:sp>
        <p:nvSpPr>
          <p:cNvPr id="12" name="Text Placeholder 7"/>
          <p:cNvSpPr>
            <a:spLocks noGrp="1"/>
          </p:cNvSpPr>
          <p:nvPr>
            <p:ph type="body" sz="quarter" idx="23"/>
          </p:nvPr>
        </p:nvSpPr>
        <p:spPr>
          <a:xfrm>
            <a:off x="501649" y="6121014"/>
            <a:ext cx="11165419" cy="260737"/>
          </a:xfrm>
        </p:spPr>
        <p:txBody>
          <a:bodyPr>
            <a:normAutofit/>
          </a:bodyPr>
          <a:lstStyle>
            <a:lvl1pPr>
              <a:spcAft>
                <a:spcPts val="0"/>
              </a:spcAft>
              <a:defRPr sz="900"/>
            </a:lvl1pPr>
          </a:lstStyle>
          <a:p>
            <a:pPr lvl="0"/>
            <a:r>
              <a:rPr lang="en-US" noProof="0"/>
              <a:t>Click to edit Master text styles</a:t>
            </a:r>
          </a:p>
        </p:txBody>
      </p:sp>
      <p:sp>
        <p:nvSpPr>
          <p:cNvPr id="11" name="Text Placeholder 8">
            <a:extLst>
              <a:ext uri="{FF2B5EF4-FFF2-40B4-BE49-F238E27FC236}">
                <a16:creationId xmlns:a16="http://schemas.microsoft.com/office/drawing/2014/main" id="{F3BAE7D4-2DCE-493F-8804-6735FFDC6D71}"/>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3" name="Title Placeholder 1">
            <a:extLst>
              <a:ext uri="{FF2B5EF4-FFF2-40B4-BE49-F238E27FC236}">
                <a16:creationId xmlns:a16="http://schemas.microsoft.com/office/drawing/2014/main" id="{0AA8666D-884E-4CE4-A16C-E06A6E0BAE3D}"/>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4010642907"/>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501649" y="1674086"/>
            <a:ext cx="2712000" cy="1260000"/>
          </a:xfrm>
        </p:spPr>
        <p:txBody>
          <a:bodyPr lIns="0" tIns="0" rIns="0" bIns="0">
            <a:noAutofit/>
          </a:bodyPr>
          <a:lstStyle/>
          <a:p>
            <a:r>
              <a:rPr lang="en-US" noProof="0"/>
              <a:t>Click icon to add picture</a:t>
            </a:r>
          </a:p>
        </p:txBody>
      </p:sp>
      <p:sp>
        <p:nvSpPr>
          <p:cNvPr id="5" name="Picture Placeholder 6"/>
          <p:cNvSpPr>
            <a:spLocks noGrp="1"/>
          </p:cNvSpPr>
          <p:nvPr>
            <p:ph type="pic" sz="quarter" idx="14"/>
          </p:nvPr>
        </p:nvSpPr>
        <p:spPr>
          <a:xfrm>
            <a:off x="3327216" y="1674086"/>
            <a:ext cx="2712000" cy="1260000"/>
          </a:xfrm>
        </p:spPr>
        <p:txBody>
          <a:bodyPr lIns="0" tIns="0" rIns="0" bIns="0">
            <a:noAutofit/>
          </a:bodyPr>
          <a:lstStyle/>
          <a:p>
            <a:r>
              <a:rPr lang="en-US" noProof="0"/>
              <a:t>Click icon to add picture</a:t>
            </a:r>
          </a:p>
        </p:txBody>
      </p:sp>
      <p:sp>
        <p:nvSpPr>
          <p:cNvPr id="6" name="Picture Placeholder 6"/>
          <p:cNvSpPr>
            <a:spLocks noGrp="1"/>
          </p:cNvSpPr>
          <p:nvPr>
            <p:ph type="pic" sz="quarter" idx="15"/>
          </p:nvPr>
        </p:nvSpPr>
        <p:spPr>
          <a:xfrm>
            <a:off x="6152783" y="1674086"/>
            <a:ext cx="2712000" cy="1260000"/>
          </a:xfrm>
        </p:spPr>
        <p:txBody>
          <a:bodyPr lIns="0" tIns="0" rIns="0" bIns="0">
            <a:noAutofit/>
          </a:bodyPr>
          <a:lstStyle/>
          <a:p>
            <a:r>
              <a:rPr lang="en-US" noProof="0"/>
              <a:t>Click icon to add picture</a:t>
            </a:r>
          </a:p>
        </p:txBody>
      </p:sp>
      <p:sp>
        <p:nvSpPr>
          <p:cNvPr id="7" name="Picture Placeholder 6"/>
          <p:cNvSpPr>
            <a:spLocks noGrp="1"/>
          </p:cNvSpPr>
          <p:nvPr>
            <p:ph type="pic" sz="quarter" idx="16"/>
          </p:nvPr>
        </p:nvSpPr>
        <p:spPr>
          <a:xfrm>
            <a:off x="8978351" y="1674086"/>
            <a:ext cx="2712000" cy="1260000"/>
          </a:xfrm>
        </p:spPr>
        <p:txBody>
          <a:bodyPr lIns="0" tIns="0" rIns="0" bIns="0">
            <a:noAutofit/>
          </a:bodyPr>
          <a:lstStyle/>
          <a:p>
            <a:r>
              <a:rPr lang="en-US" noProof="0"/>
              <a:t>Click icon to add picture</a:t>
            </a:r>
          </a:p>
        </p:txBody>
      </p:sp>
      <p:sp>
        <p:nvSpPr>
          <p:cNvPr id="9" name="Text Placeholder 8"/>
          <p:cNvSpPr>
            <a:spLocks noGrp="1"/>
          </p:cNvSpPr>
          <p:nvPr>
            <p:ph type="body" sz="quarter" idx="17"/>
          </p:nvPr>
        </p:nvSpPr>
        <p:spPr>
          <a:xfrm>
            <a:off x="501650" y="3124200"/>
            <a:ext cx="2720468" cy="3257548"/>
          </a:xfrm>
        </p:spPr>
        <p:txBody>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149963" y="3120551"/>
            <a:ext cx="2712000" cy="3261199"/>
          </a:xfrm>
        </p:spPr>
        <p:txBody>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30040" y="3124200"/>
            <a:ext cx="2712000" cy="3257549"/>
          </a:xfrm>
        </p:spPr>
        <p:txBody>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8993169" y="3108508"/>
            <a:ext cx="2697183" cy="3273240"/>
          </a:xfrm>
        </p:spPr>
        <p:txBody>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Text Placeholder 8">
            <a:extLst>
              <a:ext uri="{FF2B5EF4-FFF2-40B4-BE49-F238E27FC236}">
                <a16:creationId xmlns:a16="http://schemas.microsoft.com/office/drawing/2014/main" id="{CB36819A-C0CE-4CC8-96BE-D57C8135F44C}"/>
              </a:ext>
            </a:extLst>
          </p:cNvPr>
          <p:cNvSpPr>
            <a:spLocks noGrp="1"/>
          </p:cNvSpPr>
          <p:nvPr>
            <p:ph type="body" sz="quarter" idx="21"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7" name="Title Placeholder 1">
            <a:extLst>
              <a:ext uri="{FF2B5EF4-FFF2-40B4-BE49-F238E27FC236}">
                <a16:creationId xmlns:a16="http://schemas.microsoft.com/office/drawing/2014/main" id="{A14F8B0D-4D62-4988-B307-1BB6BBEEC11C}"/>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2168138666"/>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Team profile 2">
    <p:spTree>
      <p:nvGrpSpPr>
        <p:cNvPr id="1" name=""/>
        <p:cNvGrpSpPr/>
        <p:nvPr/>
      </p:nvGrpSpPr>
      <p:grpSpPr>
        <a:xfrm>
          <a:off x="0" y="0"/>
          <a:ext cx="0" cy="0"/>
          <a:chOff x="0" y="0"/>
          <a:chExt cx="0" cy="0"/>
        </a:xfrm>
      </p:grpSpPr>
      <p:sp>
        <p:nvSpPr>
          <p:cNvPr id="4" name="Rectangle 3"/>
          <p:cNvSpPr/>
          <p:nvPr/>
        </p:nvSpPr>
        <p:spPr>
          <a:xfrm>
            <a:off x="504000" y="1672337"/>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a:solidFill>
                <a:schemeClr val="bg1"/>
              </a:solidFill>
            </a:endParaRPr>
          </a:p>
        </p:txBody>
      </p:sp>
      <p:sp>
        <p:nvSpPr>
          <p:cNvPr id="5" name="Rectangle 4"/>
          <p:cNvSpPr/>
          <p:nvPr/>
        </p:nvSpPr>
        <p:spPr>
          <a:xfrm>
            <a:off x="6224085" y="1665377"/>
            <a:ext cx="5475067"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a:solidFill>
                <a:schemeClr val="bg1"/>
              </a:solidFill>
            </a:endParaRPr>
          </a:p>
        </p:txBody>
      </p:sp>
      <p:sp>
        <p:nvSpPr>
          <p:cNvPr id="6" name="Rectangle 5"/>
          <p:cNvSpPr/>
          <p:nvPr/>
        </p:nvSpPr>
        <p:spPr>
          <a:xfrm>
            <a:off x="504000"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a:solidFill>
                <a:schemeClr val="bg1"/>
              </a:solidFill>
            </a:endParaRPr>
          </a:p>
        </p:txBody>
      </p:sp>
      <p:sp>
        <p:nvSpPr>
          <p:cNvPr id="7" name="Rectangle 6"/>
          <p:cNvSpPr/>
          <p:nvPr/>
        </p:nvSpPr>
        <p:spPr>
          <a:xfrm>
            <a:off x="6224085" y="4065173"/>
            <a:ext cx="547506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a:solidFill>
                <a:schemeClr val="bg1"/>
              </a:solidFill>
            </a:endParaRPr>
          </a:p>
        </p:txBody>
      </p:sp>
      <p:sp>
        <p:nvSpPr>
          <p:cNvPr id="8" name="Picture Placeholder 11"/>
          <p:cNvSpPr>
            <a:spLocks noGrp="1"/>
          </p:cNvSpPr>
          <p:nvPr>
            <p:ph type="pic" sz="quarter" idx="25"/>
          </p:nvPr>
        </p:nvSpPr>
        <p:spPr>
          <a:xfrm>
            <a:off x="504000" y="1845377"/>
            <a:ext cx="1968000" cy="1476000"/>
          </a:xfrm>
        </p:spPr>
        <p:txBody>
          <a:bodyPr/>
          <a:lstStyle>
            <a:lvl1pPr algn="ctr">
              <a:defRPr/>
            </a:lvl1pPr>
          </a:lstStyle>
          <a:p>
            <a:r>
              <a:rPr lang="en-US"/>
              <a:t>Click icon to add picture</a:t>
            </a:r>
            <a:endParaRPr lang="en-GB"/>
          </a:p>
        </p:txBody>
      </p:sp>
      <p:sp>
        <p:nvSpPr>
          <p:cNvPr id="9" name="Picture Placeholder 11"/>
          <p:cNvSpPr>
            <a:spLocks noGrp="1"/>
          </p:cNvSpPr>
          <p:nvPr>
            <p:ph type="pic" sz="quarter" idx="27"/>
          </p:nvPr>
        </p:nvSpPr>
        <p:spPr>
          <a:xfrm>
            <a:off x="6224085" y="1845377"/>
            <a:ext cx="1968000" cy="1476000"/>
          </a:xfrm>
        </p:spPr>
        <p:txBody>
          <a:bodyPr/>
          <a:lstStyle>
            <a:lvl1pPr algn="ctr">
              <a:defRPr/>
            </a:lvl1pPr>
          </a:lstStyle>
          <a:p>
            <a:r>
              <a:rPr lang="en-US"/>
              <a:t>Click icon to add picture</a:t>
            </a:r>
            <a:endParaRPr lang="en-GB"/>
          </a:p>
        </p:txBody>
      </p:sp>
      <p:sp>
        <p:nvSpPr>
          <p:cNvPr id="10" name="Picture Placeholder 11"/>
          <p:cNvSpPr>
            <a:spLocks noGrp="1"/>
          </p:cNvSpPr>
          <p:nvPr>
            <p:ph type="pic" sz="quarter" idx="29"/>
          </p:nvPr>
        </p:nvSpPr>
        <p:spPr>
          <a:xfrm>
            <a:off x="504000" y="4256213"/>
            <a:ext cx="1968000" cy="1476000"/>
          </a:xfrm>
        </p:spPr>
        <p:txBody>
          <a:bodyPr/>
          <a:lstStyle>
            <a:lvl1pPr algn="ctr">
              <a:defRPr/>
            </a:lvl1pPr>
          </a:lstStyle>
          <a:p>
            <a:r>
              <a:rPr lang="en-US"/>
              <a:t>Click icon to add picture</a:t>
            </a:r>
            <a:endParaRPr lang="en-GB"/>
          </a:p>
        </p:txBody>
      </p:sp>
      <p:sp>
        <p:nvSpPr>
          <p:cNvPr id="11" name="Picture Placeholder 11"/>
          <p:cNvSpPr>
            <a:spLocks noGrp="1"/>
          </p:cNvSpPr>
          <p:nvPr>
            <p:ph type="pic" sz="quarter" idx="31"/>
          </p:nvPr>
        </p:nvSpPr>
        <p:spPr>
          <a:xfrm>
            <a:off x="6224085" y="4256213"/>
            <a:ext cx="1968000" cy="1476000"/>
          </a:xfrm>
        </p:spPr>
        <p:txBody>
          <a:bodyPr/>
          <a:lstStyle>
            <a:lvl1pPr algn="ctr">
              <a:defRPr/>
            </a:lvl1pPr>
          </a:lstStyle>
          <a:p>
            <a:r>
              <a:rPr lang="en-US"/>
              <a:t>Click icon to add picture</a:t>
            </a:r>
            <a:endParaRPr lang="en-GB"/>
          </a:p>
        </p:txBody>
      </p:sp>
      <p:sp>
        <p:nvSpPr>
          <p:cNvPr id="13" name="Text Placeholder 12"/>
          <p:cNvSpPr>
            <a:spLocks noGrp="1"/>
          </p:cNvSpPr>
          <p:nvPr>
            <p:ph type="body" sz="quarter" idx="32"/>
          </p:nvPr>
        </p:nvSpPr>
        <p:spPr>
          <a:xfrm>
            <a:off x="2683483" y="1845377"/>
            <a:ext cx="3288000" cy="1944000"/>
          </a:xfrm>
        </p:spPr>
        <p:txBody>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4" name="Text Placeholder 12"/>
          <p:cNvSpPr>
            <a:spLocks noGrp="1"/>
          </p:cNvSpPr>
          <p:nvPr>
            <p:ph type="body" sz="quarter" idx="33"/>
          </p:nvPr>
        </p:nvSpPr>
        <p:spPr>
          <a:xfrm>
            <a:off x="8396560" y="1845377"/>
            <a:ext cx="3302592" cy="1944000"/>
          </a:xfrm>
        </p:spPr>
        <p:txBody>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5" name="Text Placeholder 12"/>
          <p:cNvSpPr>
            <a:spLocks noGrp="1"/>
          </p:cNvSpPr>
          <p:nvPr>
            <p:ph type="body" sz="quarter" idx="34"/>
          </p:nvPr>
        </p:nvSpPr>
        <p:spPr>
          <a:xfrm>
            <a:off x="2683483" y="4256213"/>
            <a:ext cx="3288000" cy="1944000"/>
          </a:xfrm>
        </p:spPr>
        <p:txBody>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6" name="Text Placeholder 12"/>
          <p:cNvSpPr>
            <a:spLocks noGrp="1"/>
          </p:cNvSpPr>
          <p:nvPr>
            <p:ph type="body" sz="quarter" idx="35"/>
          </p:nvPr>
        </p:nvSpPr>
        <p:spPr>
          <a:xfrm>
            <a:off x="8396560" y="4256213"/>
            <a:ext cx="3302592" cy="1944000"/>
          </a:xfrm>
        </p:spPr>
        <p:txBody>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8" name="Rectangle 17">
            <a:extLst>
              <a:ext uri="{FF2B5EF4-FFF2-40B4-BE49-F238E27FC236}">
                <a16:creationId xmlns:a16="http://schemas.microsoft.com/office/drawing/2014/main" id="{12753468-486C-4E44-B97B-3442F4990D23}"/>
              </a:ext>
            </a:extLst>
          </p:cNvPr>
          <p:cNvSpPr/>
          <p:nvPr userDrawn="1"/>
        </p:nvSpPr>
        <p:spPr>
          <a:xfrm>
            <a:off x="47678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19" name="Rectangle 18">
            <a:extLst>
              <a:ext uri="{FF2B5EF4-FFF2-40B4-BE49-F238E27FC236}">
                <a16:creationId xmlns:a16="http://schemas.microsoft.com/office/drawing/2014/main" id="{B44C2095-0900-4569-A109-645CF4777A8D}"/>
              </a:ext>
            </a:extLst>
          </p:cNvPr>
          <p:cNvSpPr/>
          <p:nvPr userDrawn="1"/>
        </p:nvSpPr>
        <p:spPr>
          <a:xfrm>
            <a:off x="618490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20" name="Rectangle 19">
            <a:extLst>
              <a:ext uri="{FF2B5EF4-FFF2-40B4-BE49-F238E27FC236}">
                <a16:creationId xmlns:a16="http://schemas.microsoft.com/office/drawing/2014/main" id="{448A3CDF-F5A1-44AC-9648-5A3D0461AB03}"/>
              </a:ext>
            </a:extLst>
          </p:cNvPr>
          <p:cNvSpPr/>
          <p:nvPr userDrawn="1"/>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21" name="Rectangle 20">
            <a:extLst>
              <a:ext uri="{FF2B5EF4-FFF2-40B4-BE49-F238E27FC236}">
                <a16:creationId xmlns:a16="http://schemas.microsoft.com/office/drawing/2014/main" id="{D8A9EEEA-4AE4-43FE-9262-BC961D83A4C2}"/>
              </a:ext>
            </a:extLst>
          </p:cNvPr>
          <p:cNvSpPr/>
          <p:nvPr userDrawn="1"/>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22" name="Text Placeholder 8">
            <a:extLst>
              <a:ext uri="{FF2B5EF4-FFF2-40B4-BE49-F238E27FC236}">
                <a16:creationId xmlns:a16="http://schemas.microsoft.com/office/drawing/2014/main" id="{E14920E0-BAB9-44E6-A33A-5F4B6E751C0E}"/>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23" name="Title Placeholder 1">
            <a:extLst>
              <a:ext uri="{FF2B5EF4-FFF2-40B4-BE49-F238E27FC236}">
                <a16:creationId xmlns:a16="http://schemas.microsoft.com/office/drawing/2014/main" id="{B186F496-8F3D-4D1B-850D-31517B35E6F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3391498042"/>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12874" y="1857892"/>
            <a:ext cx="5466824"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2"/>
            <a:ext cx="5444156"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a:solidFill>
                <a:schemeClr val="bg1"/>
              </a:solidFill>
            </a:endParaRPr>
          </a:p>
        </p:txBody>
      </p:sp>
      <p:sp>
        <p:nvSpPr>
          <p:cNvPr id="6" name="Picture Placeholder 29"/>
          <p:cNvSpPr>
            <a:spLocks noGrp="1"/>
          </p:cNvSpPr>
          <p:nvPr>
            <p:ph type="pic" sz="quarter" idx="19" hasCustomPrompt="1"/>
          </p:nvPr>
        </p:nvSpPr>
        <p:spPr>
          <a:xfrm>
            <a:off x="4769491" y="1857892"/>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a:solidFill>
                  <a:schemeClr val="bg1"/>
                </a:solidFill>
              </a:rPr>
              <a:t>Co-brand</a:t>
            </a:r>
            <a:br>
              <a:rPr lang="en-US" sz="1200" noProof="0">
                <a:solidFill>
                  <a:schemeClr val="bg1"/>
                </a:solidFill>
              </a:rPr>
            </a:br>
            <a:r>
              <a:rPr lang="en-US" sz="1200"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46190" y="1857892"/>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a:solidFill>
                  <a:schemeClr val="bg1"/>
                </a:solidFill>
              </a:rPr>
              <a:t>Co-brand</a:t>
            </a:r>
            <a:br>
              <a:rPr lang="en-US" sz="1200" noProof="0">
                <a:solidFill>
                  <a:schemeClr val="bg1"/>
                </a:solidFill>
              </a:rPr>
            </a:br>
            <a:r>
              <a:rPr lang="en-US" sz="1200" noProof="0">
                <a:solidFill>
                  <a:schemeClr val="bg1"/>
                </a:solidFill>
              </a:rPr>
              <a:t>Logo</a:t>
            </a:r>
          </a:p>
          <a:p>
            <a:endParaRPr lang="en-US" noProof="0"/>
          </a:p>
        </p:txBody>
      </p:sp>
      <p:sp>
        <p:nvSpPr>
          <p:cNvPr id="10" name="Rectangle 9">
            <a:extLst>
              <a:ext uri="{FF2B5EF4-FFF2-40B4-BE49-F238E27FC236}">
                <a16:creationId xmlns:a16="http://schemas.microsoft.com/office/drawing/2014/main" id="{283703CC-2625-4A3C-9057-35BB359C858C}"/>
              </a:ext>
            </a:extLst>
          </p:cNvPr>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a:solidFill>
                <a:schemeClr val="bg1"/>
              </a:solidFill>
            </a:endParaRPr>
          </a:p>
        </p:txBody>
      </p:sp>
      <p:sp>
        <p:nvSpPr>
          <p:cNvPr id="11" name="Rectangle 10">
            <a:extLst>
              <a:ext uri="{FF2B5EF4-FFF2-40B4-BE49-F238E27FC236}">
                <a16:creationId xmlns:a16="http://schemas.microsoft.com/office/drawing/2014/main" id="{6497003E-0D5A-4199-A9D0-BFB3CBF4A0D4}"/>
              </a:ext>
            </a:extLst>
          </p:cNvPr>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a:solidFill>
                <a:schemeClr val="bg1"/>
              </a:solidFill>
            </a:endParaRPr>
          </a:p>
        </p:txBody>
      </p:sp>
      <p:sp>
        <p:nvSpPr>
          <p:cNvPr id="12" name="Text Placeholder 8">
            <a:extLst>
              <a:ext uri="{FF2B5EF4-FFF2-40B4-BE49-F238E27FC236}">
                <a16:creationId xmlns:a16="http://schemas.microsoft.com/office/drawing/2014/main" id="{4074C3BE-314B-470C-927B-DBC4A457D923}"/>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3" name="Title Placeholder 1">
            <a:extLst>
              <a:ext uri="{FF2B5EF4-FFF2-40B4-BE49-F238E27FC236}">
                <a16:creationId xmlns:a16="http://schemas.microsoft.com/office/drawing/2014/main" id="{E8EE9A28-CEAF-410C-B504-E930E2347F5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2094241200"/>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2_Qualifications 2 x 2">
    <p:spTree>
      <p:nvGrpSpPr>
        <p:cNvPr id="1" name=""/>
        <p:cNvGrpSpPr/>
        <p:nvPr/>
      </p:nvGrpSpPr>
      <p:grpSpPr>
        <a:xfrm>
          <a:off x="0" y="0"/>
          <a:ext cx="0" cy="0"/>
          <a:chOff x="0" y="0"/>
          <a:chExt cx="0" cy="0"/>
        </a:xfrm>
      </p:grpSpPr>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a:solidFill>
                <a:schemeClr val="bg1"/>
              </a:solidFill>
            </a:endParaRPr>
          </a:p>
        </p:txBody>
      </p:sp>
      <p:sp>
        <p:nvSpPr>
          <p:cNvPr id="7" name="Picture Placeholder 29"/>
          <p:cNvSpPr>
            <a:spLocks noGrp="1"/>
          </p:cNvSpPr>
          <p:nvPr>
            <p:ph type="pic" sz="quarter" idx="20" hasCustomPrompt="1"/>
          </p:nvPr>
        </p:nvSpPr>
        <p:spPr>
          <a:xfrm>
            <a:off x="10456702" y="1857892"/>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a:solidFill>
                  <a:schemeClr val="bg1"/>
                </a:solidFill>
              </a:rPr>
              <a:t>Co-brand</a:t>
            </a:r>
            <a:br>
              <a:rPr lang="en-US" sz="1200">
                <a:solidFill>
                  <a:schemeClr val="bg1"/>
                </a:solidFill>
              </a:rPr>
            </a:br>
            <a:r>
              <a:rPr lang="en-US" sz="1200">
                <a:solidFill>
                  <a:schemeClr val="bg1"/>
                </a:solidFill>
              </a:rPr>
              <a:t>Logo</a:t>
            </a:r>
          </a:p>
          <a:p>
            <a:endParaRPr lang="en-GB"/>
          </a:p>
        </p:txBody>
      </p:sp>
      <p:sp>
        <p:nvSpPr>
          <p:cNvPr id="12" name="Rectangle 11"/>
          <p:cNvSpPr/>
          <p:nvPr/>
        </p:nvSpPr>
        <p:spPr>
          <a:xfrm>
            <a:off x="504001" y="4103518"/>
            <a:ext cx="546894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a:solidFill>
                <a:schemeClr val="bg1"/>
              </a:solidFill>
            </a:endParaRPr>
          </a:p>
        </p:txBody>
      </p:sp>
      <p:sp>
        <p:nvSpPr>
          <p:cNvPr id="13" name="Rectangle 12"/>
          <p:cNvSpPr/>
          <p:nvPr/>
        </p:nvSpPr>
        <p:spPr>
          <a:xfrm>
            <a:off x="6246194"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a:solidFill>
                <a:schemeClr val="bg1"/>
              </a:solidFill>
            </a:endParaRPr>
          </a:p>
        </p:txBody>
      </p:sp>
      <p:sp>
        <p:nvSpPr>
          <p:cNvPr id="14" name="Picture Placeholder 29"/>
          <p:cNvSpPr>
            <a:spLocks noGrp="1"/>
          </p:cNvSpPr>
          <p:nvPr>
            <p:ph type="pic" sz="quarter" idx="24" hasCustomPrompt="1"/>
          </p:nvPr>
        </p:nvSpPr>
        <p:spPr>
          <a:xfrm>
            <a:off x="4754494" y="4249682"/>
            <a:ext cx="123938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a:solidFill>
                  <a:schemeClr val="bg1"/>
                </a:solidFill>
              </a:rPr>
              <a:t>Co-brand</a:t>
            </a:r>
            <a:br>
              <a:rPr lang="en-US" sz="1200">
                <a:solidFill>
                  <a:schemeClr val="bg1"/>
                </a:solidFill>
              </a:rPr>
            </a:br>
            <a:r>
              <a:rPr lang="en-US" sz="1200">
                <a:solidFill>
                  <a:schemeClr val="bg1"/>
                </a:solidFill>
              </a:rPr>
              <a:t>Logo</a:t>
            </a:r>
          </a:p>
          <a:p>
            <a:endParaRPr lang="en-GB"/>
          </a:p>
        </p:txBody>
      </p:sp>
      <p:sp>
        <p:nvSpPr>
          <p:cNvPr id="15" name="Picture Placeholder 29"/>
          <p:cNvSpPr>
            <a:spLocks noGrp="1"/>
          </p:cNvSpPr>
          <p:nvPr>
            <p:ph type="pic" sz="quarter" idx="25" hasCustomPrompt="1"/>
          </p:nvPr>
        </p:nvSpPr>
        <p:spPr>
          <a:xfrm>
            <a:off x="10454993" y="4249682"/>
            <a:ext cx="1244160"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a:solidFill>
                  <a:schemeClr val="bg1"/>
                </a:solidFill>
              </a:rPr>
              <a:t>Co-brand</a:t>
            </a:r>
            <a:br>
              <a:rPr lang="en-US" sz="1200">
                <a:solidFill>
                  <a:schemeClr val="bg1"/>
                </a:solidFill>
              </a:rPr>
            </a:br>
            <a:r>
              <a:rPr lang="en-US" sz="1200">
                <a:solidFill>
                  <a:schemeClr val="bg1"/>
                </a:solidFill>
              </a:rPr>
              <a:t>Logo</a:t>
            </a:r>
          </a:p>
          <a:p>
            <a:endParaRPr lang="en-GB"/>
          </a:p>
        </p:txBody>
      </p:sp>
      <p:sp>
        <p:nvSpPr>
          <p:cNvPr id="17" name="Picture Placeholder 29"/>
          <p:cNvSpPr>
            <a:spLocks noGrp="1"/>
          </p:cNvSpPr>
          <p:nvPr>
            <p:ph type="pic" sz="quarter" idx="19" hasCustomPrompt="1"/>
          </p:nvPr>
        </p:nvSpPr>
        <p:spPr>
          <a:xfrm>
            <a:off x="4769491" y="1857892"/>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a:solidFill>
                  <a:schemeClr val="bg1"/>
                </a:solidFill>
              </a:rPr>
              <a:t>Co-brand</a:t>
            </a:r>
            <a:br>
              <a:rPr lang="en-US" sz="1200">
                <a:solidFill>
                  <a:schemeClr val="bg1"/>
                </a:solidFill>
              </a:rPr>
            </a:br>
            <a:r>
              <a:rPr lang="en-US" sz="1200">
                <a:solidFill>
                  <a:schemeClr val="bg1"/>
                </a:solidFill>
              </a:rPr>
              <a:t>Logo</a:t>
            </a:r>
          </a:p>
          <a:p>
            <a:endParaRPr lang="en-GB"/>
          </a:p>
        </p:txBody>
      </p:sp>
      <p:sp>
        <p:nvSpPr>
          <p:cNvPr id="18" name="Rectangle 17">
            <a:extLst>
              <a:ext uri="{FF2B5EF4-FFF2-40B4-BE49-F238E27FC236}">
                <a16:creationId xmlns:a16="http://schemas.microsoft.com/office/drawing/2014/main" id="{A32462FA-7D20-4E6B-9335-5F0CC56925D0}"/>
              </a:ext>
            </a:extLst>
          </p:cNvPr>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19" name="Rectangle 18">
            <a:extLst>
              <a:ext uri="{FF2B5EF4-FFF2-40B4-BE49-F238E27FC236}">
                <a16:creationId xmlns:a16="http://schemas.microsoft.com/office/drawing/2014/main" id="{E5AF616D-3F67-4FD6-BC16-ABC13A0ACA22}"/>
              </a:ext>
            </a:extLst>
          </p:cNvPr>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20" name="Rectangle 19">
            <a:extLst>
              <a:ext uri="{FF2B5EF4-FFF2-40B4-BE49-F238E27FC236}">
                <a16:creationId xmlns:a16="http://schemas.microsoft.com/office/drawing/2014/main" id="{01986DCA-1B97-4EC9-A852-97E5340E26DC}"/>
              </a:ext>
            </a:extLst>
          </p:cNvPr>
          <p:cNvSpPr/>
          <p:nvPr userDrawn="1"/>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21" name="Rectangle 20">
            <a:extLst>
              <a:ext uri="{FF2B5EF4-FFF2-40B4-BE49-F238E27FC236}">
                <a16:creationId xmlns:a16="http://schemas.microsoft.com/office/drawing/2014/main" id="{421E9D44-54F1-4CE7-8FDF-78DC08D29E3F}"/>
              </a:ext>
            </a:extLst>
          </p:cNvPr>
          <p:cNvSpPr/>
          <p:nvPr userDrawn="1"/>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22" name="Text Placeholder 8">
            <a:extLst>
              <a:ext uri="{FF2B5EF4-FFF2-40B4-BE49-F238E27FC236}">
                <a16:creationId xmlns:a16="http://schemas.microsoft.com/office/drawing/2014/main" id="{3CAAD7DA-8C87-4BD9-82C1-81D09B5A7A7B}"/>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23" name="Title Placeholder 1">
            <a:extLst>
              <a:ext uri="{FF2B5EF4-FFF2-40B4-BE49-F238E27FC236}">
                <a16:creationId xmlns:a16="http://schemas.microsoft.com/office/drawing/2014/main" id="{9957D34C-FCB8-47FD-97FA-BF6A4F7FEC37}"/>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
        <p:nvSpPr>
          <p:cNvPr id="24" name="Text Placeholder 8">
            <a:extLst>
              <a:ext uri="{FF2B5EF4-FFF2-40B4-BE49-F238E27FC236}">
                <a16:creationId xmlns:a16="http://schemas.microsoft.com/office/drawing/2014/main" id="{C0C507E7-B81B-4C48-A5AA-EB2302302973}"/>
              </a:ext>
            </a:extLst>
          </p:cNvPr>
          <p:cNvSpPr>
            <a:spLocks noGrp="1"/>
          </p:cNvSpPr>
          <p:nvPr>
            <p:ph type="body" sz="quarter" idx="17"/>
          </p:nvPr>
        </p:nvSpPr>
        <p:spPr>
          <a:xfrm>
            <a:off x="512874" y="1857892"/>
            <a:ext cx="5466824"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5" name="Text Placeholder 8">
            <a:extLst>
              <a:ext uri="{FF2B5EF4-FFF2-40B4-BE49-F238E27FC236}">
                <a16:creationId xmlns:a16="http://schemas.microsoft.com/office/drawing/2014/main" id="{A4B9D944-7F4E-42D4-8A84-43402BC40F0D}"/>
              </a:ext>
            </a:extLst>
          </p:cNvPr>
          <p:cNvSpPr>
            <a:spLocks noGrp="1"/>
          </p:cNvSpPr>
          <p:nvPr>
            <p:ph type="body" sz="quarter" idx="21"/>
          </p:nvPr>
        </p:nvSpPr>
        <p:spPr>
          <a:xfrm>
            <a:off x="6246195" y="1857892"/>
            <a:ext cx="5444156"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6" name="Text Placeholder 8">
            <a:extLst>
              <a:ext uri="{FF2B5EF4-FFF2-40B4-BE49-F238E27FC236}">
                <a16:creationId xmlns:a16="http://schemas.microsoft.com/office/drawing/2014/main" id="{D3B7D15E-E3BF-4AE0-B657-86BF4076BE3E}"/>
              </a:ext>
            </a:extLst>
          </p:cNvPr>
          <p:cNvSpPr>
            <a:spLocks noGrp="1"/>
          </p:cNvSpPr>
          <p:nvPr>
            <p:ph type="body" sz="quarter" idx="26"/>
          </p:nvPr>
        </p:nvSpPr>
        <p:spPr>
          <a:xfrm>
            <a:off x="547075" y="4251853"/>
            <a:ext cx="5466824"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7" name="Text Placeholder 8">
            <a:extLst>
              <a:ext uri="{FF2B5EF4-FFF2-40B4-BE49-F238E27FC236}">
                <a16:creationId xmlns:a16="http://schemas.microsoft.com/office/drawing/2014/main" id="{960D4485-EAA8-48B3-931F-31B5CEB3E678}"/>
              </a:ext>
            </a:extLst>
          </p:cNvPr>
          <p:cNvSpPr>
            <a:spLocks noGrp="1"/>
          </p:cNvSpPr>
          <p:nvPr>
            <p:ph type="body" sz="quarter" idx="27"/>
          </p:nvPr>
        </p:nvSpPr>
        <p:spPr>
          <a:xfrm>
            <a:off x="6280396" y="4251853"/>
            <a:ext cx="5444156"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58706853"/>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2_3 column green line">
    <p:spTree>
      <p:nvGrpSpPr>
        <p:cNvPr id="1" name=""/>
        <p:cNvGrpSpPr/>
        <p:nvPr/>
      </p:nvGrpSpPr>
      <p:grpSpPr>
        <a:xfrm>
          <a:off x="0" y="0"/>
          <a:ext cx="0" cy="0"/>
          <a:chOff x="0" y="0"/>
          <a:chExt cx="0" cy="0"/>
        </a:xfrm>
      </p:grpSpPr>
      <p:sp>
        <p:nvSpPr>
          <p:cNvPr id="4" name="Rectangle 3"/>
          <p:cNvSpPr/>
          <p:nvPr/>
        </p:nvSpPr>
        <p:spPr>
          <a:xfrm>
            <a:off x="4320000"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5" name="Rectangle 4"/>
          <p:cNvSpPr/>
          <p:nvPr/>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6" name="Rectangle 5"/>
          <p:cNvSpPr/>
          <p:nvPr/>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endParaRPr>
          </a:p>
        </p:txBody>
      </p:sp>
      <p:sp>
        <p:nvSpPr>
          <p:cNvPr id="11" name="Rectangle 10">
            <a:extLst>
              <a:ext uri="{FF2B5EF4-FFF2-40B4-BE49-F238E27FC236}">
                <a16:creationId xmlns:a16="http://schemas.microsoft.com/office/drawing/2014/main" id="{BCD5B122-EABE-4ECA-819A-54D0AA2130F9}"/>
              </a:ext>
            </a:extLst>
          </p:cNvPr>
          <p:cNvSpPr/>
          <p:nvPr userDrawn="1"/>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12" name="Rectangle 11">
            <a:extLst>
              <a:ext uri="{FF2B5EF4-FFF2-40B4-BE49-F238E27FC236}">
                <a16:creationId xmlns:a16="http://schemas.microsoft.com/office/drawing/2014/main" id="{3FF78E2E-2B9E-4E32-8A54-BC55293CD3C9}"/>
              </a:ext>
            </a:extLst>
          </p:cNvPr>
          <p:cNvSpPr/>
          <p:nvPr userDrawn="1"/>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13" name="Rectangle 12">
            <a:extLst>
              <a:ext uri="{FF2B5EF4-FFF2-40B4-BE49-F238E27FC236}">
                <a16:creationId xmlns:a16="http://schemas.microsoft.com/office/drawing/2014/main" id="{6B0F314D-E019-4AD3-B954-818463FF0B9D}"/>
              </a:ext>
            </a:extLst>
          </p:cNvPr>
          <p:cNvSpPr/>
          <p:nvPr userDrawn="1"/>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16" name="Text Placeholder 8">
            <a:extLst>
              <a:ext uri="{FF2B5EF4-FFF2-40B4-BE49-F238E27FC236}">
                <a16:creationId xmlns:a16="http://schemas.microsoft.com/office/drawing/2014/main" id="{E69DF469-1C05-4DC1-B6C9-2712D9E1B834}"/>
              </a:ext>
            </a:extLst>
          </p:cNvPr>
          <p:cNvSpPr>
            <a:spLocks noGrp="1"/>
          </p:cNvSpPr>
          <p:nvPr>
            <p:ph type="body" sz="quarter" idx="21"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7" name="Title Placeholder 1">
            <a:extLst>
              <a:ext uri="{FF2B5EF4-FFF2-40B4-BE49-F238E27FC236}">
                <a16:creationId xmlns:a16="http://schemas.microsoft.com/office/drawing/2014/main" id="{77DBFC5B-8E23-48FC-97C3-38FCFE62536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
        <p:nvSpPr>
          <p:cNvPr id="14" name="Text Placeholder 8">
            <a:extLst>
              <a:ext uri="{FF2B5EF4-FFF2-40B4-BE49-F238E27FC236}">
                <a16:creationId xmlns:a16="http://schemas.microsoft.com/office/drawing/2014/main" id="{68D44A10-A1BE-4B60-89A4-889D08B8B34B}"/>
              </a:ext>
            </a:extLst>
          </p:cNvPr>
          <p:cNvSpPr>
            <a:spLocks noGrp="1"/>
          </p:cNvSpPr>
          <p:nvPr>
            <p:ph type="body" sz="quarter" idx="17"/>
          </p:nvPr>
        </p:nvSpPr>
        <p:spPr>
          <a:xfrm>
            <a:off x="512874" y="1857892"/>
            <a:ext cx="3584464" cy="4265506"/>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8">
            <a:extLst>
              <a:ext uri="{FF2B5EF4-FFF2-40B4-BE49-F238E27FC236}">
                <a16:creationId xmlns:a16="http://schemas.microsoft.com/office/drawing/2014/main" id="{9F52FC78-7A4E-4367-9DA3-28A234B39DF1}"/>
              </a:ext>
            </a:extLst>
          </p:cNvPr>
          <p:cNvSpPr>
            <a:spLocks noGrp="1"/>
          </p:cNvSpPr>
          <p:nvPr>
            <p:ph type="body" sz="quarter" idx="22"/>
          </p:nvPr>
        </p:nvSpPr>
        <p:spPr>
          <a:xfrm>
            <a:off x="4320000" y="1897258"/>
            <a:ext cx="3556117" cy="422614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8" name="Text Placeholder 8">
            <a:extLst>
              <a:ext uri="{FF2B5EF4-FFF2-40B4-BE49-F238E27FC236}">
                <a16:creationId xmlns:a16="http://schemas.microsoft.com/office/drawing/2014/main" id="{2D6B6D6E-986C-4D4B-8630-4EBB5F79C2AC}"/>
              </a:ext>
            </a:extLst>
          </p:cNvPr>
          <p:cNvSpPr>
            <a:spLocks noGrp="1"/>
          </p:cNvSpPr>
          <p:nvPr>
            <p:ph type="body" sz="quarter" idx="23"/>
          </p:nvPr>
        </p:nvSpPr>
        <p:spPr>
          <a:xfrm>
            <a:off x="8177084" y="1897258"/>
            <a:ext cx="3556117" cy="422614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356827687"/>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_3 picture and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501651" y="1674087"/>
            <a:ext cx="3695700" cy="1971675"/>
          </a:xfrm>
        </p:spPr>
        <p:txBody>
          <a:bodyPr/>
          <a:lstStyle/>
          <a:p>
            <a:r>
              <a:rPr lang="en-US" noProof="0"/>
              <a:t>Click icon to add picture</a:t>
            </a:r>
          </a:p>
        </p:txBody>
      </p:sp>
      <p:sp>
        <p:nvSpPr>
          <p:cNvPr id="5" name="Picture Placeholder 7"/>
          <p:cNvSpPr>
            <a:spLocks noGrp="1"/>
          </p:cNvSpPr>
          <p:nvPr>
            <p:ph type="pic" sz="quarter" idx="14"/>
          </p:nvPr>
        </p:nvSpPr>
        <p:spPr>
          <a:xfrm>
            <a:off x="8006398" y="1674087"/>
            <a:ext cx="3683953" cy="1971675"/>
          </a:xfrm>
        </p:spPr>
        <p:txBody>
          <a:bodyPr/>
          <a:lstStyle/>
          <a:p>
            <a:r>
              <a:rPr lang="en-US" noProof="0"/>
              <a:t>Click icon to add picture</a:t>
            </a:r>
          </a:p>
        </p:txBody>
      </p:sp>
      <p:sp>
        <p:nvSpPr>
          <p:cNvPr id="6" name="Picture Placeholder 7"/>
          <p:cNvSpPr>
            <a:spLocks noGrp="1"/>
          </p:cNvSpPr>
          <p:nvPr>
            <p:ph type="pic" sz="quarter" idx="15"/>
          </p:nvPr>
        </p:nvSpPr>
        <p:spPr>
          <a:xfrm>
            <a:off x="4273075" y="1674087"/>
            <a:ext cx="3657600" cy="1971675"/>
          </a:xfrm>
        </p:spPr>
        <p:txBody>
          <a:bodyPr/>
          <a:lstStyle/>
          <a:p>
            <a:r>
              <a:rPr lang="en-US" noProof="0"/>
              <a:t>Click icon to add picture</a:t>
            </a:r>
          </a:p>
        </p:txBody>
      </p:sp>
      <p:sp>
        <p:nvSpPr>
          <p:cNvPr id="9" name="Text Placeholder 18"/>
          <p:cNvSpPr>
            <a:spLocks noGrp="1"/>
          </p:cNvSpPr>
          <p:nvPr>
            <p:ph idx="1" hasCustomPrompt="1"/>
          </p:nvPr>
        </p:nvSpPr>
        <p:spPr>
          <a:xfrm>
            <a:off x="501651" y="3832225"/>
            <a:ext cx="3683949" cy="2095200"/>
          </a:xfrm>
          <a:prstGeom prst="rect">
            <a:avLst/>
          </a:prstGeom>
        </p:spPr>
        <p:txBody>
          <a:bodyPr vert="horz" lIns="0" tIns="0" rIns="0" bIns="0" rtlCol="0">
            <a:norm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8"/>
          <p:cNvSpPr>
            <a:spLocks noGrp="1"/>
          </p:cNvSpPr>
          <p:nvPr>
            <p:ph idx="16" hasCustomPrompt="1"/>
          </p:nvPr>
        </p:nvSpPr>
        <p:spPr>
          <a:xfrm>
            <a:off x="4267200" y="3832225"/>
            <a:ext cx="3657600" cy="2095200"/>
          </a:xfrm>
          <a:prstGeom prst="rect">
            <a:avLst/>
          </a:prstGeom>
        </p:spPr>
        <p:txBody>
          <a:bodyPr vert="horz" lIns="0" tIns="0" rIns="0" bIns="0" rtlCol="0">
            <a:norm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8"/>
          <p:cNvSpPr>
            <a:spLocks noGrp="1"/>
          </p:cNvSpPr>
          <p:nvPr>
            <p:ph idx="17" hasCustomPrompt="1"/>
          </p:nvPr>
        </p:nvSpPr>
        <p:spPr>
          <a:xfrm>
            <a:off x="8006398" y="3832225"/>
            <a:ext cx="3683953" cy="2095200"/>
          </a:xfrm>
          <a:prstGeom prst="rect">
            <a:avLst/>
          </a:prstGeom>
        </p:spPr>
        <p:txBody>
          <a:bodyPr vert="horz" lIns="0" tIns="0" rIns="0" bIns="0" rtlCol="0">
            <a:norm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a:extLst>
              <a:ext uri="{FF2B5EF4-FFF2-40B4-BE49-F238E27FC236}">
                <a16:creationId xmlns:a16="http://schemas.microsoft.com/office/drawing/2014/main" id="{9F15AF63-D425-4D3F-B484-4B7A0F329F9A}"/>
              </a:ext>
            </a:extLst>
          </p:cNvPr>
          <p:cNvSpPr>
            <a:spLocks noGrp="1"/>
          </p:cNvSpPr>
          <p:nvPr>
            <p:ph type="body" sz="quarter" idx="18"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2" name="Title Placeholder 1">
            <a:extLst>
              <a:ext uri="{FF2B5EF4-FFF2-40B4-BE49-F238E27FC236}">
                <a16:creationId xmlns:a16="http://schemas.microsoft.com/office/drawing/2014/main" id="{F7002A92-1CF7-42F5-B761-7DB3C2CF11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1450016201"/>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2_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504000" y="2556000"/>
            <a:ext cx="2592000" cy="3394800"/>
          </a:xfrm>
        </p:spPr>
        <p:txBody>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096836" y="2556000"/>
            <a:ext cx="2592000" cy="3394800"/>
          </a:xfrm>
        </p:spPr>
        <p:txBody>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8279" y="2556000"/>
            <a:ext cx="2592000" cy="3394800"/>
          </a:xfrm>
        </p:spPr>
        <p:txBody>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2557" y="2556000"/>
            <a:ext cx="2592000" cy="3394800"/>
          </a:xfrm>
        </p:spPr>
        <p:txBody>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a:extLst>
              <a:ext uri="{FF2B5EF4-FFF2-40B4-BE49-F238E27FC236}">
                <a16:creationId xmlns:a16="http://schemas.microsoft.com/office/drawing/2014/main" id="{43B6715C-C932-49B3-880D-8C5710C8F99B}"/>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0" name="Title Placeholder 1">
            <a:extLst>
              <a:ext uri="{FF2B5EF4-FFF2-40B4-BE49-F238E27FC236}">
                <a16:creationId xmlns:a16="http://schemas.microsoft.com/office/drawing/2014/main" id="{6EA7B5E5-1F8D-43CD-9AD2-8B87181DC53D}"/>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3318176041"/>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501650" y="1665289"/>
            <a:ext cx="5594351" cy="4716463"/>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a:extLst>
              <a:ext uri="{FF2B5EF4-FFF2-40B4-BE49-F238E27FC236}">
                <a16:creationId xmlns:a16="http://schemas.microsoft.com/office/drawing/2014/main" id="{9939BF43-6ABE-4327-81AC-7892A0477322}"/>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6" name="Title Placeholder 1">
            <a:extLst>
              <a:ext uri="{FF2B5EF4-FFF2-40B4-BE49-F238E27FC236}">
                <a16:creationId xmlns:a16="http://schemas.microsoft.com/office/drawing/2014/main" id="{E4133C46-CE37-4404-B4D0-9DFA124106B1}"/>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2333344231"/>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p:cSld name="End slide ">
    <p:bg>
      <p:bgPr>
        <a:solidFill>
          <a:schemeClr val="bg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01652" y="4211955"/>
            <a:ext cx="8528936" cy="2169796"/>
          </a:xfrm>
        </p:spPr>
        <p:txBody>
          <a:bodyPr anchor="b" anchorCtr="0">
            <a:noAutofit/>
          </a:bodyPr>
          <a:lstStyle>
            <a:lvl1pPr>
              <a:lnSpc>
                <a:spcPct val="100000"/>
              </a:lnSpc>
              <a:spcAft>
                <a:spcPts val="600"/>
              </a:spcAft>
              <a:defRPr sz="900">
                <a:solidFill>
                  <a:schemeClr val="tx1"/>
                </a:solidFill>
              </a:defRPr>
            </a:lvl1pPr>
          </a:lstStyle>
          <a:p>
            <a:pPr lvl="0"/>
            <a:r>
              <a:rPr lang="en-US"/>
              <a:t>Click to edit Master text styles</a:t>
            </a:r>
          </a:p>
        </p:txBody>
      </p:sp>
      <p:sp>
        <p:nvSpPr>
          <p:cNvPr id="3" name="Picture Placeholder 2"/>
          <p:cNvSpPr>
            <a:spLocks noGrp="1"/>
          </p:cNvSpPr>
          <p:nvPr>
            <p:ph type="pic" sz="quarter" idx="14" hasCustomPrompt="1"/>
          </p:nvPr>
        </p:nvSpPr>
        <p:spPr>
          <a:xfrm>
            <a:off x="9370847" y="4211955"/>
            <a:ext cx="2319503" cy="1725448"/>
          </a:xfrm>
        </p:spPr>
        <p:txBody>
          <a:bodyPr anchor="ctr" anchorCtr="0"/>
          <a:lstStyle>
            <a:lvl1pPr algn="ctr">
              <a:defRPr sz="900">
                <a:solidFill>
                  <a:schemeClr val="bg1"/>
                </a:solidFill>
              </a:defRPr>
            </a:lvl1pPr>
          </a:lstStyle>
          <a:p>
            <a:r>
              <a:rPr lang="en-GB" sz="900"/>
              <a:t>Insert sponsorship mark here</a:t>
            </a:r>
            <a:endParaRPr lang="en-GB"/>
          </a:p>
        </p:txBody>
      </p:sp>
      <p:sp>
        <p:nvSpPr>
          <p:cNvPr id="8" name="Text Placeholder 7"/>
          <p:cNvSpPr>
            <a:spLocks noGrp="1"/>
          </p:cNvSpPr>
          <p:nvPr>
            <p:ph type="body" sz="quarter" idx="15"/>
          </p:nvPr>
        </p:nvSpPr>
        <p:spPr>
          <a:xfrm>
            <a:off x="9370850" y="6018028"/>
            <a:ext cx="2319501" cy="363722"/>
          </a:xfrm>
        </p:spPr>
        <p:txBody>
          <a:bodyPr anchor="b" anchorCtr="0">
            <a:noAutofit/>
          </a:bodyPr>
          <a:lstStyle>
            <a:lvl1pPr>
              <a:lnSpc>
                <a:spcPct val="100000"/>
              </a:lnSpc>
              <a:defRPr sz="950">
                <a:solidFill>
                  <a:schemeClr val="tx1"/>
                </a:solidFill>
              </a:defRPr>
            </a:lvl1pPr>
          </a:lstStyle>
          <a:p>
            <a:pPr lvl="0"/>
            <a:r>
              <a:rPr lang="en-US"/>
              <a:t>Click to edit Master text styles</a:t>
            </a:r>
          </a:p>
        </p:txBody>
      </p:sp>
      <p:grpSp>
        <p:nvGrpSpPr>
          <p:cNvPr id="20" name="Group 19">
            <a:extLst>
              <a:ext uri="{FF2B5EF4-FFF2-40B4-BE49-F238E27FC236}">
                <a16:creationId xmlns:a16="http://schemas.microsoft.com/office/drawing/2014/main" id="{8DBE0613-D0C6-405A-ACD6-58EF0477427B}"/>
              </a:ext>
            </a:extLst>
          </p:cNvPr>
          <p:cNvGrpSpPr>
            <a:grpSpLocks noChangeAspect="1"/>
          </p:cNvGrpSpPr>
          <p:nvPr/>
        </p:nvGrpSpPr>
        <p:grpSpPr>
          <a:xfrm>
            <a:off x="469900" y="457761"/>
            <a:ext cx="1998000" cy="374400"/>
            <a:chOff x="398463" y="404813"/>
            <a:chExt cx="1627187" cy="307976"/>
          </a:xfrm>
          <a:solidFill>
            <a:schemeClr val="tx1"/>
          </a:solidFill>
        </p:grpSpPr>
        <p:sp>
          <p:nvSpPr>
            <p:cNvPr id="21" name="Oval 5">
              <a:extLst>
                <a:ext uri="{FF2B5EF4-FFF2-40B4-BE49-F238E27FC236}">
                  <a16:creationId xmlns:a16="http://schemas.microsoft.com/office/drawing/2014/main" id="{FD362D39-3352-4BA0-AC51-553983A71CD1}"/>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Freeform 6">
              <a:extLst>
                <a:ext uri="{FF2B5EF4-FFF2-40B4-BE49-F238E27FC236}">
                  <a16:creationId xmlns:a16="http://schemas.microsoft.com/office/drawing/2014/main" id="{1156DAFF-F101-4061-AA75-F8EEDC00FC74}"/>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23" name="Rectangle 7">
              <a:extLst>
                <a:ext uri="{FF2B5EF4-FFF2-40B4-BE49-F238E27FC236}">
                  <a16:creationId xmlns:a16="http://schemas.microsoft.com/office/drawing/2014/main" id="{5667AB23-84F3-44E4-B904-5D4D3A9B3109}"/>
                </a:ext>
              </a:extLst>
            </p:cNvPr>
            <p:cNvSpPr>
              <a:spLocks noChangeArrowheads="1"/>
            </p:cNvSpPr>
            <p:nvPr/>
          </p:nvSpPr>
          <p:spPr bwMode="auto">
            <a:xfrm>
              <a:off x="906463" y="404813"/>
              <a:ext cx="74612" cy="303213"/>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24" name="Freeform 8">
              <a:extLst>
                <a:ext uri="{FF2B5EF4-FFF2-40B4-BE49-F238E27FC236}">
                  <a16:creationId xmlns:a16="http://schemas.microsoft.com/office/drawing/2014/main" id="{12CE4E7F-CB40-4545-80AF-423201F72F2E}"/>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25" name="Rectangle 9">
              <a:extLst>
                <a:ext uri="{FF2B5EF4-FFF2-40B4-BE49-F238E27FC236}">
                  <a16:creationId xmlns:a16="http://schemas.microsoft.com/office/drawing/2014/main" id="{A7B265B2-4EA1-416A-A272-49E48905C3E6}"/>
                </a:ext>
              </a:extLst>
            </p:cNvPr>
            <p:cNvSpPr>
              <a:spLocks noChangeArrowheads="1"/>
            </p:cNvSpPr>
            <p:nvPr/>
          </p:nvSpPr>
          <p:spPr bwMode="auto">
            <a:xfrm>
              <a:off x="1257300" y="482601"/>
              <a:ext cx="74612" cy="22542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26" name="Rectangle 10">
              <a:extLst>
                <a:ext uri="{FF2B5EF4-FFF2-40B4-BE49-F238E27FC236}">
                  <a16:creationId xmlns:a16="http://schemas.microsoft.com/office/drawing/2014/main" id="{3744CD22-C3A3-4D80-AB50-3E6D3483304C}"/>
                </a:ext>
              </a:extLst>
            </p:cNvPr>
            <p:cNvSpPr>
              <a:spLocks noChangeArrowheads="1"/>
            </p:cNvSpPr>
            <p:nvPr/>
          </p:nvSpPr>
          <p:spPr bwMode="auto">
            <a:xfrm>
              <a:off x="1257300" y="404813"/>
              <a:ext cx="74612" cy="508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Freeform 11">
              <a:extLst>
                <a:ext uri="{FF2B5EF4-FFF2-40B4-BE49-F238E27FC236}">
                  <a16:creationId xmlns:a16="http://schemas.microsoft.com/office/drawing/2014/main" id="{3046CB4E-F174-491D-9CAB-2A9115985705}"/>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28" name="Freeform 12">
              <a:extLst>
                <a:ext uri="{FF2B5EF4-FFF2-40B4-BE49-F238E27FC236}">
                  <a16:creationId xmlns:a16="http://schemas.microsoft.com/office/drawing/2014/main" id="{8B2D79F2-05A8-4E1C-A4D8-725E52963024}"/>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29" name="Freeform 13">
              <a:extLst>
                <a:ext uri="{FF2B5EF4-FFF2-40B4-BE49-F238E27FC236}">
                  <a16:creationId xmlns:a16="http://schemas.microsoft.com/office/drawing/2014/main" id="{9EA13742-485A-4EC3-BF90-9FD12F905B1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sp>
          <p:nvSpPr>
            <p:cNvPr id="30" name="Freeform 14">
              <a:extLst>
                <a:ext uri="{FF2B5EF4-FFF2-40B4-BE49-F238E27FC236}">
                  <a16:creationId xmlns:a16="http://schemas.microsoft.com/office/drawing/2014/main" id="{5D44DAC1-76F0-42F6-93C9-61B9C3054D66}"/>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tx1"/>
                </a:solidFill>
              </a:endParaRPr>
            </a:p>
          </p:txBody>
        </p:sp>
      </p:grpSp>
    </p:spTree>
    <p:extLst>
      <p:ext uri="{BB962C8B-B14F-4D97-AF65-F5344CB8AC3E}">
        <p14:creationId xmlns:p14="http://schemas.microsoft.com/office/powerpoint/2010/main" val="933852093"/>
      </p:ext>
    </p:extLst>
  </p:cSld>
  <p:clrMapOvr>
    <a:masterClrMapping/>
  </p:clrMapOvr>
  <p:hf hdr="0" dt="0"/>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End slide Black">
    <p:bg>
      <p:bgPr>
        <a:solidFill>
          <a:schemeClr val="tx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01652" y="4211955"/>
            <a:ext cx="8528936" cy="2169796"/>
          </a:xfrm>
        </p:spPr>
        <p:txBody>
          <a:bodyPr anchor="b" anchorCtr="0">
            <a:noAutofit/>
          </a:bodyPr>
          <a:lstStyle>
            <a:lvl1pPr>
              <a:lnSpc>
                <a:spcPct val="100000"/>
              </a:lnSpc>
              <a:spcAft>
                <a:spcPts val="600"/>
              </a:spcAft>
              <a:defRPr sz="900">
                <a:solidFill>
                  <a:schemeClr val="bg1"/>
                </a:solidFill>
              </a:defRPr>
            </a:lvl1pPr>
          </a:lstStyle>
          <a:p>
            <a:pPr lvl="0"/>
            <a:r>
              <a:rPr lang="en-US"/>
              <a:t>Click to edit Master text styles</a:t>
            </a:r>
          </a:p>
        </p:txBody>
      </p:sp>
      <p:sp>
        <p:nvSpPr>
          <p:cNvPr id="3" name="Picture Placeholder 2"/>
          <p:cNvSpPr>
            <a:spLocks noGrp="1"/>
          </p:cNvSpPr>
          <p:nvPr>
            <p:ph type="pic" sz="quarter" idx="14" hasCustomPrompt="1"/>
          </p:nvPr>
        </p:nvSpPr>
        <p:spPr>
          <a:xfrm>
            <a:off x="9370847" y="4211955"/>
            <a:ext cx="2319503" cy="1725448"/>
          </a:xfrm>
        </p:spPr>
        <p:txBody>
          <a:bodyPr anchor="ctr" anchorCtr="0"/>
          <a:lstStyle>
            <a:lvl1pPr algn="ctr">
              <a:defRPr sz="900">
                <a:solidFill>
                  <a:schemeClr val="bg1"/>
                </a:solidFill>
              </a:defRPr>
            </a:lvl1pPr>
          </a:lstStyle>
          <a:p>
            <a:r>
              <a:rPr lang="en-GB" sz="900"/>
              <a:t>Insert sponsorship mark here</a:t>
            </a:r>
            <a:endParaRPr lang="en-GB"/>
          </a:p>
        </p:txBody>
      </p:sp>
      <p:sp>
        <p:nvSpPr>
          <p:cNvPr id="8" name="Text Placeholder 7"/>
          <p:cNvSpPr>
            <a:spLocks noGrp="1"/>
          </p:cNvSpPr>
          <p:nvPr>
            <p:ph type="body" sz="quarter" idx="15"/>
          </p:nvPr>
        </p:nvSpPr>
        <p:spPr>
          <a:xfrm>
            <a:off x="9370850" y="6018028"/>
            <a:ext cx="2319501" cy="363722"/>
          </a:xfrm>
        </p:spPr>
        <p:txBody>
          <a:bodyPr anchor="b" anchorCtr="0">
            <a:noAutofit/>
          </a:bodyPr>
          <a:lstStyle>
            <a:lvl1pPr>
              <a:lnSpc>
                <a:spcPct val="100000"/>
              </a:lnSpc>
              <a:defRPr sz="950">
                <a:solidFill>
                  <a:schemeClr val="bg1"/>
                </a:solidFill>
              </a:defRPr>
            </a:lvl1pPr>
          </a:lstStyle>
          <a:p>
            <a:pPr lvl="0"/>
            <a:r>
              <a:rPr lang="en-US"/>
              <a:t>Click to edit Master text styles</a:t>
            </a:r>
          </a:p>
        </p:txBody>
      </p:sp>
      <p:grpSp>
        <p:nvGrpSpPr>
          <p:cNvPr id="20" name="Group 19">
            <a:extLst>
              <a:ext uri="{FF2B5EF4-FFF2-40B4-BE49-F238E27FC236}">
                <a16:creationId xmlns:a16="http://schemas.microsoft.com/office/drawing/2014/main" id="{8DBE0613-D0C6-405A-ACD6-58EF0477427B}"/>
              </a:ext>
            </a:extLst>
          </p:cNvPr>
          <p:cNvGrpSpPr>
            <a:grpSpLocks noChangeAspect="1"/>
          </p:cNvGrpSpPr>
          <p:nvPr/>
        </p:nvGrpSpPr>
        <p:grpSpPr>
          <a:xfrm>
            <a:off x="469900" y="457761"/>
            <a:ext cx="1998000" cy="374400"/>
            <a:chOff x="398463" y="404813"/>
            <a:chExt cx="1627187" cy="307976"/>
          </a:xfrm>
          <a:solidFill>
            <a:schemeClr val="tx1"/>
          </a:solidFill>
        </p:grpSpPr>
        <p:sp>
          <p:nvSpPr>
            <p:cNvPr id="21" name="Oval 5">
              <a:extLst>
                <a:ext uri="{FF2B5EF4-FFF2-40B4-BE49-F238E27FC236}">
                  <a16:creationId xmlns:a16="http://schemas.microsoft.com/office/drawing/2014/main" id="{FD362D39-3352-4BA0-AC51-553983A71CD1}"/>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Freeform 6">
              <a:extLst>
                <a:ext uri="{FF2B5EF4-FFF2-40B4-BE49-F238E27FC236}">
                  <a16:creationId xmlns:a16="http://schemas.microsoft.com/office/drawing/2014/main" id="{1156DAFF-F101-4061-AA75-F8EEDC00FC74}"/>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Rectangle 7">
              <a:extLst>
                <a:ext uri="{FF2B5EF4-FFF2-40B4-BE49-F238E27FC236}">
                  <a16:creationId xmlns:a16="http://schemas.microsoft.com/office/drawing/2014/main" id="{5667AB23-84F3-44E4-B904-5D4D3A9B3109}"/>
                </a:ext>
              </a:extLst>
            </p:cNvPr>
            <p:cNvSpPr>
              <a:spLocks noChangeArrowheads="1"/>
            </p:cNvSpPr>
            <p:nvPr/>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8">
              <a:extLst>
                <a:ext uri="{FF2B5EF4-FFF2-40B4-BE49-F238E27FC236}">
                  <a16:creationId xmlns:a16="http://schemas.microsoft.com/office/drawing/2014/main" id="{12CE4E7F-CB40-4545-80AF-423201F72F2E}"/>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9">
              <a:extLst>
                <a:ext uri="{FF2B5EF4-FFF2-40B4-BE49-F238E27FC236}">
                  <a16:creationId xmlns:a16="http://schemas.microsoft.com/office/drawing/2014/main" id="{A7B265B2-4EA1-416A-A272-49E48905C3E6}"/>
                </a:ext>
              </a:extLst>
            </p:cNvPr>
            <p:cNvSpPr>
              <a:spLocks noChangeArrowheads="1"/>
            </p:cNvSpPr>
            <p:nvPr/>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Rectangle 10">
              <a:extLst>
                <a:ext uri="{FF2B5EF4-FFF2-40B4-BE49-F238E27FC236}">
                  <a16:creationId xmlns:a16="http://schemas.microsoft.com/office/drawing/2014/main" id="{3744CD22-C3A3-4D80-AB50-3E6D3483304C}"/>
                </a:ext>
              </a:extLst>
            </p:cNvPr>
            <p:cNvSpPr>
              <a:spLocks noChangeArrowheads="1"/>
            </p:cNvSpPr>
            <p:nvPr/>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Freeform 11">
              <a:extLst>
                <a:ext uri="{FF2B5EF4-FFF2-40B4-BE49-F238E27FC236}">
                  <a16:creationId xmlns:a16="http://schemas.microsoft.com/office/drawing/2014/main" id="{3046CB4E-F174-491D-9CAB-2A9115985705}"/>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Freeform 12">
              <a:extLst>
                <a:ext uri="{FF2B5EF4-FFF2-40B4-BE49-F238E27FC236}">
                  <a16:creationId xmlns:a16="http://schemas.microsoft.com/office/drawing/2014/main" id="{8B2D79F2-05A8-4E1C-A4D8-725E52963024}"/>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3">
              <a:extLst>
                <a:ext uri="{FF2B5EF4-FFF2-40B4-BE49-F238E27FC236}">
                  <a16:creationId xmlns:a16="http://schemas.microsoft.com/office/drawing/2014/main" id="{9EA13742-485A-4EC3-BF90-9FD12F905B1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Freeform 14">
              <a:extLst>
                <a:ext uri="{FF2B5EF4-FFF2-40B4-BE49-F238E27FC236}">
                  <a16:creationId xmlns:a16="http://schemas.microsoft.com/office/drawing/2014/main" id="{5D44DAC1-76F0-42F6-93C9-61B9C3054D66}"/>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88338707"/>
      </p:ext>
    </p:extLst>
  </p:cSld>
  <p:clrMapOvr>
    <a:masterClrMapping/>
  </p:clrMapOvr>
  <p:hf hdr="0" dt="0"/>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userDrawn="1">
  <p:cSld name="End slide">
    <p:spTree>
      <p:nvGrpSpPr>
        <p:cNvPr id="1" name=""/>
        <p:cNvGrpSpPr/>
        <p:nvPr/>
      </p:nvGrpSpPr>
      <p:grpSpPr>
        <a:xfrm>
          <a:off x="0" y="0"/>
          <a:ext cx="0" cy="0"/>
          <a:chOff x="0" y="0"/>
          <a:chExt cx="0" cy="0"/>
        </a:xfrm>
      </p:grpSpPr>
      <p:sp>
        <p:nvSpPr>
          <p:cNvPr id="3" name="Picture Placeholder 2"/>
          <p:cNvSpPr>
            <a:spLocks noGrp="1"/>
          </p:cNvSpPr>
          <p:nvPr>
            <p:ph type="pic" sz="quarter" idx="14" hasCustomPrompt="1"/>
          </p:nvPr>
        </p:nvSpPr>
        <p:spPr>
          <a:xfrm>
            <a:off x="9402597" y="4102100"/>
            <a:ext cx="2319503" cy="1725448"/>
          </a:xfrm>
        </p:spPr>
        <p:txBody>
          <a:bodyPr anchor="ctr" anchorCtr="0"/>
          <a:lstStyle>
            <a:lvl1pPr algn="ctr">
              <a:defRPr sz="1200"/>
            </a:lvl1pPr>
          </a:lstStyle>
          <a:p>
            <a:r>
              <a:rPr lang="en-GB" sz="1200" noProof="0"/>
              <a:t>Insert sponsorship mark here</a:t>
            </a:r>
            <a:endParaRPr lang="en-GB" noProof="0"/>
          </a:p>
        </p:txBody>
      </p:sp>
      <p:sp>
        <p:nvSpPr>
          <p:cNvPr id="8" name="Text Placeholder 7"/>
          <p:cNvSpPr>
            <a:spLocks noGrp="1"/>
          </p:cNvSpPr>
          <p:nvPr>
            <p:ph type="body" sz="quarter" idx="15"/>
          </p:nvPr>
        </p:nvSpPr>
        <p:spPr>
          <a:xfrm>
            <a:off x="9402598" y="5935479"/>
            <a:ext cx="2319501" cy="363723"/>
          </a:xfrm>
        </p:spPr>
        <p:txBody>
          <a:bodyPr anchor="b" anchorCtr="0"/>
          <a:lstStyle>
            <a:lvl1pPr>
              <a:lnSpc>
                <a:spcPct val="100000"/>
              </a:lnSpc>
              <a:defRPr sz="1267"/>
            </a:lvl1pPr>
          </a:lstStyle>
          <a:p>
            <a:pPr lvl="0"/>
            <a:r>
              <a:rPr lang="en-GB" noProof="0"/>
              <a:t>Edit Master text styles</a:t>
            </a:r>
            <a:endParaRPr lang="en-GB"/>
          </a:p>
        </p:txBody>
      </p:sp>
      <p:sp>
        <p:nvSpPr>
          <p:cNvPr id="20" name="SD_ART_Logo"/>
          <p:cNvSpPr/>
          <p:nvPr userDrawn="1"/>
        </p:nvSpPr>
        <p:spPr>
          <a:xfrm>
            <a:off x="475438" y="464400"/>
            <a:ext cx="2286000" cy="100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37916276" name="LogoDisclaimerPage"/>
          <p:cNvPicPr>
            <a:picLocks noChangeAspect="1"/>
          </p:cNvPicPr>
          <p:nvPr/>
        </p:nvPicPr>
        <p:blipFill>
          <a:blip r:embed="rId2"/>
          <a:stretch>
            <a:fillRect/>
          </a:stretch>
        </p:blipFill>
        <p:spPr>
          <a:xfrm>
            <a:off x="475200" y="464400"/>
            <a:ext cx="1655999" cy="725867"/>
          </a:xfrm>
          <a:prstGeom prst="rect">
            <a:avLst/>
          </a:prstGeom>
        </p:spPr>
      </p:pic>
      <p:sp>
        <p:nvSpPr>
          <p:cNvPr id="2" name="Footer Placeholder 1"/>
          <p:cNvSpPr>
            <a:spLocks noGrp="1"/>
          </p:cNvSpPr>
          <p:nvPr>
            <p:ph type="ftr" sz="quarter" idx="16"/>
          </p:nvPr>
        </p:nvSpPr>
        <p:spPr>
          <a:xfrm>
            <a:off x="6184900" y="6476999"/>
            <a:ext cx="4536726" cy="244476"/>
          </a:xfrm>
          <a:prstGeom prst="rect">
            <a:avLst/>
          </a:prstGeom>
        </p:spPr>
        <p:txBody>
          <a:bodyPr/>
          <a:lstStyle>
            <a:lvl1pPr>
              <a:defRPr>
                <a:solidFill>
                  <a:schemeClr val="bg1"/>
                </a:solidFill>
              </a:defRPr>
            </a:lvl1pPr>
          </a:lstStyle>
          <a:p>
            <a:endParaRPr lang="en-GB"/>
          </a:p>
        </p:txBody>
      </p:sp>
    </p:spTree>
    <p:extLst>
      <p:ext uri="{BB962C8B-B14F-4D97-AF65-F5344CB8AC3E}">
        <p14:creationId xmlns:p14="http://schemas.microsoft.com/office/powerpoint/2010/main" val="89033839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20" name="TextBox 19"/>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40913033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9.xml"/><Relationship Id="rId18" Type="http://schemas.openxmlformats.org/officeDocument/2006/relationships/slideLayout" Target="../slideLayouts/slideLayout34.xml"/><Relationship Id="rId26" Type="http://schemas.openxmlformats.org/officeDocument/2006/relationships/slideLayout" Target="../slideLayouts/slideLayout42.xml"/><Relationship Id="rId39" Type="http://schemas.openxmlformats.org/officeDocument/2006/relationships/slideLayout" Target="../slideLayouts/slideLayout55.xml"/><Relationship Id="rId21" Type="http://schemas.openxmlformats.org/officeDocument/2006/relationships/slideLayout" Target="../slideLayouts/slideLayout37.xml"/><Relationship Id="rId34" Type="http://schemas.openxmlformats.org/officeDocument/2006/relationships/slideLayout" Target="../slideLayouts/slideLayout50.xml"/><Relationship Id="rId42" Type="http://schemas.openxmlformats.org/officeDocument/2006/relationships/slideLayout" Target="../slideLayouts/slideLayout58.xml"/><Relationship Id="rId47" Type="http://schemas.openxmlformats.org/officeDocument/2006/relationships/slideLayout" Target="../slideLayouts/slideLayout63.xml"/><Relationship Id="rId50" Type="http://schemas.openxmlformats.org/officeDocument/2006/relationships/slideLayout" Target="../slideLayouts/slideLayout66.xml"/><Relationship Id="rId55" Type="http://schemas.openxmlformats.org/officeDocument/2006/relationships/theme" Target="../theme/theme2.xml"/><Relationship Id="rId7" Type="http://schemas.openxmlformats.org/officeDocument/2006/relationships/slideLayout" Target="../slideLayouts/slideLayout23.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29" Type="http://schemas.openxmlformats.org/officeDocument/2006/relationships/slideLayout" Target="../slideLayouts/slideLayout45.xml"/><Relationship Id="rId11" Type="http://schemas.openxmlformats.org/officeDocument/2006/relationships/slideLayout" Target="../slideLayouts/slideLayout27.xml"/><Relationship Id="rId24" Type="http://schemas.openxmlformats.org/officeDocument/2006/relationships/slideLayout" Target="../slideLayouts/slideLayout40.xml"/><Relationship Id="rId32" Type="http://schemas.openxmlformats.org/officeDocument/2006/relationships/slideLayout" Target="../slideLayouts/slideLayout48.xml"/><Relationship Id="rId37" Type="http://schemas.openxmlformats.org/officeDocument/2006/relationships/slideLayout" Target="../slideLayouts/slideLayout53.xml"/><Relationship Id="rId40" Type="http://schemas.openxmlformats.org/officeDocument/2006/relationships/slideLayout" Target="../slideLayouts/slideLayout56.xml"/><Relationship Id="rId45" Type="http://schemas.openxmlformats.org/officeDocument/2006/relationships/slideLayout" Target="../slideLayouts/slideLayout61.xml"/><Relationship Id="rId53" Type="http://schemas.openxmlformats.org/officeDocument/2006/relationships/slideLayout" Target="../slideLayouts/slideLayout69.xml"/><Relationship Id="rId58" Type="http://schemas.openxmlformats.org/officeDocument/2006/relationships/image" Target="../media/image1.emf"/><Relationship Id="rId5" Type="http://schemas.openxmlformats.org/officeDocument/2006/relationships/slideLayout" Target="../slideLayouts/slideLayout21.xml"/><Relationship Id="rId19" Type="http://schemas.openxmlformats.org/officeDocument/2006/relationships/slideLayout" Target="../slideLayouts/slideLayout35.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 Id="rId22" Type="http://schemas.openxmlformats.org/officeDocument/2006/relationships/slideLayout" Target="../slideLayouts/slideLayout38.xml"/><Relationship Id="rId27" Type="http://schemas.openxmlformats.org/officeDocument/2006/relationships/slideLayout" Target="../slideLayouts/slideLayout43.xml"/><Relationship Id="rId30" Type="http://schemas.openxmlformats.org/officeDocument/2006/relationships/slideLayout" Target="../slideLayouts/slideLayout46.xml"/><Relationship Id="rId35" Type="http://schemas.openxmlformats.org/officeDocument/2006/relationships/slideLayout" Target="../slideLayouts/slideLayout51.xml"/><Relationship Id="rId43" Type="http://schemas.openxmlformats.org/officeDocument/2006/relationships/slideLayout" Target="../slideLayouts/slideLayout59.xml"/><Relationship Id="rId48" Type="http://schemas.openxmlformats.org/officeDocument/2006/relationships/slideLayout" Target="../slideLayouts/slideLayout64.xml"/><Relationship Id="rId56" Type="http://schemas.openxmlformats.org/officeDocument/2006/relationships/tags" Target="../tags/tag3.xml"/><Relationship Id="rId8" Type="http://schemas.openxmlformats.org/officeDocument/2006/relationships/slideLayout" Target="../slideLayouts/slideLayout24.xml"/><Relationship Id="rId51" Type="http://schemas.openxmlformats.org/officeDocument/2006/relationships/slideLayout" Target="../slideLayouts/slideLayout67.xml"/><Relationship Id="rId3" Type="http://schemas.openxmlformats.org/officeDocument/2006/relationships/slideLayout" Target="../slideLayouts/slideLayout19.xml"/><Relationship Id="rId12" Type="http://schemas.openxmlformats.org/officeDocument/2006/relationships/slideLayout" Target="../slideLayouts/slideLayout28.xml"/><Relationship Id="rId17" Type="http://schemas.openxmlformats.org/officeDocument/2006/relationships/slideLayout" Target="../slideLayouts/slideLayout33.xml"/><Relationship Id="rId25" Type="http://schemas.openxmlformats.org/officeDocument/2006/relationships/slideLayout" Target="../slideLayouts/slideLayout41.xml"/><Relationship Id="rId33" Type="http://schemas.openxmlformats.org/officeDocument/2006/relationships/slideLayout" Target="../slideLayouts/slideLayout49.xml"/><Relationship Id="rId38" Type="http://schemas.openxmlformats.org/officeDocument/2006/relationships/slideLayout" Target="../slideLayouts/slideLayout54.xml"/><Relationship Id="rId46" Type="http://schemas.openxmlformats.org/officeDocument/2006/relationships/slideLayout" Target="../slideLayouts/slideLayout62.xml"/><Relationship Id="rId20" Type="http://schemas.openxmlformats.org/officeDocument/2006/relationships/slideLayout" Target="../slideLayouts/slideLayout36.xml"/><Relationship Id="rId41" Type="http://schemas.openxmlformats.org/officeDocument/2006/relationships/slideLayout" Target="../slideLayouts/slideLayout57.xml"/><Relationship Id="rId54" Type="http://schemas.openxmlformats.org/officeDocument/2006/relationships/slideLayout" Target="../slideLayouts/slideLayout70.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5" Type="http://schemas.openxmlformats.org/officeDocument/2006/relationships/slideLayout" Target="../slideLayouts/slideLayout31.xml"/><Relationship Id="rId23" Type="http://schemas.openxmlformats.org/officeDocument/2006/relationships/slideLayout" Target="../slideLayouts/slideLayout39.xml"/><Relationship Id="rId28" Type="http://schemas.openxmlformats.org/officeDocument/2006/relationships/slideLayout" Target="../slideLayouts/slideLayout44.xml"/><Relationship Id="rId36" Type="http://schemas.openxmlformats.org/officeDocument/2006/relationships/slideLayout" Target="../slideLayouts/slideLayout52.xml"/><Relationship Id="rId49" Type="http://schemas.openxmlformats.org/officeDocument/2006/relationships/slideLayout" Target="../slideLayouts/slideLayout65.xml"/><Relationship Id="rId57" Type="http://schemas.openxmlformats.org/officeDocument/2006/relationships/oleObject" Target="../embeddings/oleObject2.bin"/><Relationship Id="rId10" Type="http://schemas.openxmlformats.org/officeDocument/2006/relationships/slideLayout" Target="../slideLayouts/slideLayout26.xml"/><Relationship Id="rId31" Type="http://schemas.openxmlformats.org/officeDocument/2006/relationships/slideLayout" Target="../slideLayouts/slideLayout47.xml"/><Relationship Id="rId44" Type="http://schemas.openxmlformats.org/officeDocument/2006/relationships/slideLayout" Target="../slideLayouts/slideLayout60.xml"/><Relationship Id="rId52" Type="http://schemas.openxmlformats.org/officeDocument/2006/relationships/slideLayout" Target="../slideLayouts/slideLayout6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8"/>
            </p:custDataLst>
            <p:extLst>
              <p:ext uri="{D42A27DB-BD31-4B8C-83A1-F6EECF244321}">
                <p14:modId xmlns:p14="http://schemas.microsoft.com/office/powerpoint/2010/main" val="3423802565"/>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19" imgW="270" imgH="270" progId="TCLayout.ActiveDocument.1">
                  <p:embed/>
                </p:oleObj>
              </mc:Choice>
              <mc:Fallback>
                <p:oleObj name="think-cell Slide" r:id="rId19" imgW="270" imgH="270" progId="TCLayout.ActiveDocument.1">
                  <p:embed/>
                  <p:pic>
                    <p:nvPicPr>
                      <p:cNvPr id="4" name="Object 3" hidden="1"/>
                      <p:cNvPicPr/>
                      <p:nvPr/>
                    </p:nvPicPr>
                    <p:blipFill>
                      <a:blip r:embed="rId20"/>
                      <a:stretch>
                        <a:fillRect/>
                      </a:stretch>
                    </p:blipFill>
                    <p:spPr>
                      <a:xfrm>
                        <a:off x="2118"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01651" y="317501"/>
            <a:ext cx="11188700" cy="309820"/>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9" name="Text Placeholder 18"/>
          <p:cNvSpPr>
            <a:spLocks noGrp="1"/>
          </p:cNvSpPr>
          <p:nvPr>
            <p:ph type="body" idx="1"/>
          </p:nvPr>
        </p:nvSpPr>
        <p:spPr>
          <a:xfrm>
            <a:off x="501650" y="1665289"/>
            <a:ext cx="11188700" cy="4716462"/>
          </a:xfrm>
          <a:prstGeom prst="rect">
            <a:avLst/>
          </a:prstGeom>
        </p:spPr>
        <p:txBody>
          <a:bodyPr vert="horz" lIns="0" tIns="0" rIns="0" bIns="0"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 name="TextBox 2"/>
          <p:cNvSpPr txBox="1"/>
          <p:nvPr/>
        </p:nvSpPr>
        <p:spPr>
          <a:xfrm>
            <a:off x="11382377" y="657159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tx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9119531"/>
      </p:ext>
    </p:extLst>
  </p:cSld>
  <p:clrMap bg1="lt1" tx1="dk1" bg2="lt2" tx2="dk2" accent1="accent1" accent2="accent2" accent3="accent3" accent4="accent4" accent5="accent5" accent6="accent6" hlink="hlink" folHlink="folHlink"/>
  <p:sldLayoutIdLst>
    <p:sldLayoutId id="2147484060" r:id="rId1"/>
    <p:sldLayoutId id="2147484061" r:id="rId2"/>
    <p:sldLayoutId id="2147484062" r:id="rId3"/>
    <p:sldLayoutId id="2147483816" r:id="rId4"/>
    <p:sldLayoutId id="2147483817" r:id="rId5"/>
    <p:sldLayoutId id="2147484067" r:id="rId6"/>
    <p:sldLayoutId id="2147484072" r:id="rId7"/>
    <p:sldLayoutId id="2147484074" r:id="rId8"/>
    <p:sldLayoutId id="2147484075" r:id="rId9"/>
    <p:sldLayoutId id="2147484078" r:id="rId10"/>
    <p:sldLayoutId id="2147484086" r:id="rId11"/>
    <p:sldLayoutId id="2147484087" r:id="rId12"/>
    <p:sldLayoutId id="2147484088" r:id="rId13"/>
    <p:sldLayoutId id="2147484105" r:id="rId14"/>
    <p:sldLayoutId id="2147484091" r:id="rId15"/>
    <p:sldLayoutId id="2147484169" r:id="rId16"/>
  </p:sldLayoutIdLst>
  <p:transition>
    <p:fade/>
  </p:transition>
  <p:hf hdr="0" dt="0"/>
  <p:txStyles>
    <p:title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p:titleStyle>
    <p:body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0" orient="horz" pos="4081">
          <p15:clr>
            <a:srgbClr val="F26B43"/>
          </p15:clr>
        </p15:guide>
        <p15:guide id="46" orient="horz" pos="4020" userDrawn="1">
          <p15:clr>
            <a:srgbClr val="F26B43"/>
          </p15:clr>
        </p15:guide>
        <p15:guide id="51" orient="horz" pos="4080" userDrawn="1">
          <p15:clr>
            <a:srgbClr val="F26B43"/>
          </p15:clr>
        </p15:guide>
        <p15:guide id="52" pos="3840" userDrawn="1">
          <p15:clr>
            <a:srgbClr val="F26B43"/>
          </p15:clr>
        </p15:guide>
        <p15:guide id="53" pos="3912" userDrawn="1">
          <p15:clr>
            <a:srgbClr val="F26B43"/>
          </p15:clr>
        </p15:guide>
        <p15:guide id="54" pos="3768" userDrawn="1">
          <p15:clr>
            <a:srgbClr val="F26B43"/>
          </p15:clr>
        </p15:guide>
        <p15:guide id="55" pos="4968" userDrawn="1">
          <p15:clr>
            <a:srgbClr val="F26B43"/>
          </p15:clr>
        </p15:guide>
        <p15:guide id="56" pos="5088" userDrawn="1">
          <p15:clr>
            <a:srgbClr val="F26B43"/>
          </p15:clr>
        </p15:guide>
        <p15:guide id="57" pos="6168" userDrawn="1">
          <p15:clr>
            <a:srgbClr val="F26B43"/>
          </p15:clr>
        </p15:guide>
        <p15:guide id="58" pos="6288" userDrawn="1">
          <p15:clr>
            <a:srgbClr val="F26B43"/>
          </p15:clr>
        </p15:guide>
        <p15:guide id="59" pos="2712" userDrawn="1">
          <p15:clr>
            <a:srgbClr val="F26B43"/>
          </p15:clr>
        </p15:guide>
        <p15:guide id="60" pos="2592" userDrawn="1">
          <p15:clr>
            <a:srgbClr val="F26B43"/>
          </p15:clr>
        </p15:guide>
        <p15:guide id="61" pos="1512" userDrawn="1">
          <p15:clr>
            <a:srgbClr val="F26B43"/>
          </p15:clr>
        </p15:guide>
        <p15:guide id="62" pos="1392" userDrawn="1">
          <p15:clr>
            <a:srgbClr val="F26B43"/>
          </p15:clr>
        </p15:guide>
        <p15:guide id="63" pos="312" userDrawn="1">
          <p15:clr>
            <a:srgbClr val="F26B43"/>
          </p15:clr>
        </p15:guide>
        <p15:guide id="64" orient="horz" pos="1056" userDrawn="1">
          <p15:clr>
            <a:srgbClr val="F26B43"/>
          </p15:clr>
        </p15:guide>
        <p15:guide id="65" orient="horz" pos="2232" userDrawn="1">
          <p15:clr>
            <a:srgbClr val="F26B43"/>
          </p15:clr>
        </p15:guide>
        <p15:guide id="66" orient="horz" pos="19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56"/>
            </p:custDataLst>
            <p:extLst>
              <p:ext uri="{D42A27DB-BD31-4B8C-83A1-F6EECF244321}">
                <p14:modId xmlns:p14="http://schemas.microsoft.com/office/powerpoint/2010/main" val="3087151445"/>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57" imgW="270" imgH="270" progId="TCLayout.ActiveDocument.1">
                  <p:embed/>
                </p:oleObj>
              </mc:Choice>
              <mc:Fallback>
                <p:oleObj name="think-cell Slide" r:id="rId57" imgW="270" imgH="270" progId="TCLayout.ActiveDocument.1">
                  <p:embed/>
                  <p:pic>
                    <p:nvPicPr>
                      <p:cNvPr id="4" name="Object 3" hidden="1"/>
                      <p:cNvPicPr/>
                      <p:nvPr/>
                    </p:nvPicPr>
                    <p:blipFill>
                      <a:blip r:embed="rId58"/>
                      <a:stretch>
                        <a:fillRect/>
                      </a:stretch>
                    </p:blipFill>
                    <p:spPr>
                      <a:xfrm>
                        <a:off x="2118"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01651" y="276861"/>
            <a:ext cx="11188700" cy="309820"/>
          </a:xfrm>
          <a:prstGeom prst="rect">
            <a:avLst/>
          </a:prstGeom>
        </p:spPr>
        <p:txBody>
          <a:bodyPr vert="horz" lIns="0" tIns="0" rIns="0" bIns="0" rtlCol="0" anchor="t" anchorCtr="0">
            <a:noAutofit/>
          </a:bodyPr>
          <a:lstStyle/>
          <a:p>
            <a:r>
              <a:rPr lang="en-US" noProof="0"/>
              <a:t>JBVNL IT Road Map Review</a:t>
            </a:r>
          </a:p>
        </p:txBody>
      </p:sp>
      <p:sp>
        <p:nvSpPr>
          <p:cNvPr id="18" name="Copyright"/>
          <p:cNvSpPr txBox="1"/>
          <p:nvPr/>
        </p:nvSpPr>
        <p:spPr>
          <a:xfrm>
            <a:off x="501650" y="6663251"/>
            <a:ext cx="5355168" cy="138499"/>
          </a:xfrm>
          <a:prstGeom prst="rect">
            <a:avLst/>
          </a:prstGeom>
          <a:noFill/>
        </p:spPr>
        <p:txBody>
          <a:bodyPr wrap="square" lIns="0" tIns="0" rIns="0" bIns="0" rtlCol="0">
            <a:spAutoFit/>
          </a:body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900" b="1" i="0" u="none" strike="noStrike" kern="1200" cap="none" spc="0" normalizeH="0" baseline="0" noProof="0" dirty="0">
                <a:ln>
                  <a:noFill/>
                </a:ln>
                <a:effectLst/>
                <a:uLnTx/>
                <a:uFillTx/>
                <a:latin typeface="Verdana"/>
                <a:ea typeface="Open Sans" panose="020B0606030504020204" pitchFamily="34" charset="0"/>
                <a:cs typeface="Open Sans" panose="020B0606030504020204" pitchFamily="34" charset="0"/>
              </a:rPr>
              <a:t>Project Status Review </a:t>
            </a:r>
            <a:r>
              <a:rPr lang="en-US" sz="900" dirty="0">
                <a:latin typeface="Verdana"/>
              </a:rPr>
              <a:t>: Implementation of MBC, CIS, MDMS by M/s </a:t>
            </a:r>
            <a:r>
              <a:rPr lang="en-US" sz="900" dirty="0" err="1">
                <a:latin typeface="Verdana"/>
              </a:rPr>
              <a:t>Fluentgrid</a:t>
            </a:r>
            <a:endParaRPr kumimoji="0" lang="en-US" sz="900" b="1" i="0" u="none" strike="noStrike" kern="1200" cap="none" spc="0" normalizeH="0" baseline="0" noProof="0" dirty="0">
              <a:ln>
                <a:noFill/>
              </a:ln>
              <a:effectLst/>
              <a:uLnTx/>
              <a:uFillTx/>
              <a:latin typeface="Verdana"/>
              <a:ea typeface="Open Sans" panose="020B0606030504020204" pitchFamily="34" charset="0"/>
              <a:cs typeface="Open Sans" panose="020B0606030504020204" pitchFamily="34" charset="0"/>
            </a:endParaRPr>
          </a:p>
        </p:txBody>
      </p:sp>
      <p:sp>
        <p:nvSpPr>
          <p:cNvPr id="19" name="Text Placeholder 18"/>
          <p:cNvSpPr>
            <a:spLocks noGrp="1"/>
          </p:cNvSpPr>
          <p:nvPr>
            <p:ph type="body" idx="1"/>
          </p:nvPr>
        </p:nvSpPr>
        <p:spPr>
          <a:xfrm>
            <a:off x="501650" y="1665289"/>
            <a:ext cx="11188700" cy="4716462"/>
          </a:xfrm>
          <a:prstGeom prst="rect">
            <a:avLst/>
          </a:prstGeom>
        </p:spPr>
        <p:txBody>
          <a:bodyPr vert="horz" lIns="0" tIns="0" rIns="0" bIns="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Rectangle 2">
            <a:extLst>
              <a:ext uri="{FF2B5EF4-FFF2-40B4-BE49-F238E27FC236}">
                <a16:creationId xmlns:a16="http://schemas.microsoft.com/office/drawing/2014/main" id="{C69DBDC7-DF0D-40FE-8DE0-1C33F8DF42EC}"/>
              </a:ext>
            </a:extLst>
          </p:cNvPr>
          <p:cNvSpPr/>
          <p:nvPr userDrawn="1"/>
        </p:nvSpPr>
        <p:spPr>
          <a:xfrm>
            <a:off x="11384280" y="6473952"/>
            <a:ext cx="134652" cy="138499"/>
          </a:xfrm>
          <a:prstGeom prst="rect">
            <a:avLst/>
          </a:prstGeom>
        </p:spPr>
        <p:txBody>
          <a:bodyPr wrap="none" lIns="0" tIns="0" rIns="0" bIns="0">
            <a:spAutoFit/>
          </a:bodyPr>
          <a:lstStyle/>
          <a:p>
            <a:fld id="{C58DF478-B544-4ED8-9ED4-6A2648E2D233}" type="slidenum">
              <a:rPr lang="en-US" sz="900" noProof="0" smtClean="0">
                <a:solidFill>
                  <a:schemeClr val="tx1"/>
                </a:solidFill>
                <a:latin typeface="Calibri" panose="020F0502020204030204" pitchFamily="34" charset="0"/>
                <a:cs typeface="Calibri" panose="020F0502020204030204" pitchFamily="34" charset="0"/>
              </a:rPr>
              <a:pPr/>
              <a:t>‹#›</a:t>
            </a:fld>
            <a:endParaRPr lang="en-US" sz="900"/>
          </a:p>
        </p:txBody>
      </p:sp>
    </p:spTree>
    <p:extLst>
      <p:ext uri="{BB962C8B-B14F-4D97-AF65-F5344CB8AC3E}">
        <p14:creationId xmlns:p14="http://schemas.microsoft.com/office/powerpoint/2010/main" val="212417147"/>
      </p:ext>
    </p:extLst>
  </p:cSld>
  <p:clrMap bg1="lt1" tx1="dk1" bg2="lt2" tx2="dk2" accent1="accent1" accent2="accent2" accent3="accent3" accent4="accent4" accent5="accent5" accent6="accent6" hlink="hlink" folHlink="folHlink"/>
  <p:sldLayoutIdLst>
    <p:sldLayoutId id="2147484115" r:id="rId1"/>
    <p:sldLayoutId id="2147484116" r:id="rId2"/>
    <p:sldLayoutId id="2147484117" r:id="rId3"/>
    <p:sldLayoutId id="2147484118" r:id="rId4"/>
    <p:sldLayoutId id="2147484119" r:id="rId5"/>
    <p:sldLayoutId id="2147484120" r:id="rId6"/>
    <p:sldLayoutId id="2147484121" r:id="rId7"/>
    <p:sldLayoutId id="2147484122" r:id="rId8"/>
    <p:sldLayoutId id="2147484123" r:id="rId9"/>
    <p:sldLayoutId id="2147484124" r:id="rId10"/>
    <p:sldLayoutId id="2147484125" r:id="rId11"/>
    <p:sldLayoutId id="2147484126" r:id="rId12"/>
    <p:sldLayoutId id="2147484127" r:id="rId13"/>
    <p:sldLayoutId id="2147484128" r:id="rId14"/>
    <p:sldLayoutId id="2147484129" r:id="rId15"/>
    <p:sldLayoutId id="2147484130" r:id="rId16"/>
    <p:sldLayoutId id="2147484131" r:id="rId17"/>
    <p:sldLayoutId id="2147484132" r:id="rId18"/>
    <p:sldLayoutId id="2147484133" r:id="rId19"/>
    <p:sldLayoutId id="2147484134" r:id="rId20"/>
    <p:sldLayoutId id="2147484135" r:id="rId21"/>
    <p:sldLayoutId id="2147484136" r:id="rId22"/>
    <p:sldLayoutId id="2147484137" r:id="rId23"/>
    <p:sldLayoutId id="2147484138" r:id="rId24"/>
    <p:sldLayoutId id="2147484139" r:id="rId25"/>
    <p:sldLayoutId id="2147484140" r:id="rId26"/>
    <p:sldLayoutId id="2147484141" r:id="rId27"/>
    <p:sldLayoutId id="2147484142" r:id="rId28"/>
    <p:sldLayoutId id="2147484143" r:id="rId29"/>
    <p:sldLayoutId id="2147484144" r:id="rId30"/>
    <p:sldLayoutId id="2147484145" r:id="rId31"/>
    <p:sldLayoutId id="2147484146" r:id="rId32"/>
    <p:sldLayoutId id="2147484147" r:id="rId33"/>
    <p:sldLayoutId id="2147484148" r:id="rId34"/>
    <p:sldLayoutId id="2147484149" r:id="rId35"/>
    <p:sldLayoutId id="2147484150" r:id="rId36"/>
    <p:sldLayoutId id="2147484151" r:id="rId37"/>
    <p:sldLayoutId id="2147484152" r:id="rId38"/>
    <p:sldLayoutId id="2147484153" r:id="rId39"/>
    <p:sldLayoutId id="2147484154" r:id="rId40"/>
    <p:sldLayoutId id="2147484155" r:id="rId41"/>
    <p:sldLayoutId id="2147484156" r:id="rId42"/>
    <p:sldLayoutId id="2147484157" r:id="rId43"/>
    <p:sldLayoutId id="2147484158" r:id="rId44"/>
    <p:sldLayoutId id="2147484159" r:id="rId45"/>
    <p:sldLayoutId id="2147484160" r:id="rId46"/>
    <p:sldLayoutId id="2147484161" r:id="rId47"/>
    <p:sldLayoutId id="2147484162" r:id="rId48"/>
    <p:sldLayoutId id="2147484163" r:id="rId49"/>
    <p:sldLayoutId id="2147484164" r:id="rId50"/>
    <p:sldLayoutId id="2147484165" r:id="rId51"/>
    <p:sldLayoutId id="2147484166" r:id="rId52"/>
    <p:sldLayoutId id="2147484167" r:id="rId53"/>
    <p:sldLayoutId id="2147484168" r:id="rId54"/>
  </p:sldLayoutIdLst>
  <p:transition>
    <p:fade/>
  </p:transition>
  <p:hf hdr="0" dt="0"/>
  <p:txStyles>
    <p:title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p:titleStyle>
    <p:body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312">
          <p15:clr>
            <a:srgbClr val="F26B43"/>
          </p15:clr>
        </p15:guide>
        <p15:guide id="3" pos="1392">
          <p15:clr>
            <a:srgbClr val="F26B43"/>
          </p15:clr>
        </p15:guide>
        <p15:guide id="4" pos="1512">
          <p15:clr>
            <a:srgbClr val="F26B43"/>
          </p15:clr>
        </p15:guide>
        <p15:guide id="5" pos="2592">
          <p15:clr>
            <a:srgbClr val="F26B43"/>
          </p15:clr>
        </p15:guide>
        <p15:guide id="6" pos="2712">
          <p15:clr>
            <a:srgbClr val="F26B43"/>
          </p15:clr>
        </p15:guide>
        <p15:guide id="7" pos="3768">
          <p15:clr>
            <a:srgbClr val="F26B43"/>
          </p15:clr>
        </p15:guide>
        <p15:guide id="8" pos="7368">
          <p15:clr>
            <a:srgbClr val="F26B43"/>
          </p15:clr>
        </p15:guide>
        <p15:guide id="9" pos="6288">
          <p15:clr>
            <a:srgbClr val="F26B43"/>
          </p15:clr>
        </p15:guide>
        <p15:guide id="10" pos="6168">
          <p15:clr>
            <a:srgbClr val="F26B43"/>
          </p15:clr>
        </p15:guide>
        <p15:guide id="11" pos="5088">
          <p15:clr>
            <a:srgbClr val="F26B43"/>
          </p15:clr>
        </p15:guide>
        <p15:guide id="12" pos="4968">
          <p15:clr>
            <a:srgbClr val="F26B43"/>
          </p15:clr>
        </p15:guide>
        <p15:guide id="13" pos="3912">
          <p15:clr>
            <a:srgbClr val="F26B43"/>
          </p15:clr>
        </p15:guide>
        <p15:guide id="14" orient="horz" pos="4104">
          <p15:clr>
            <a:srgbClr val="F26B43"/>
          </p15:clr>
        </p15:guide>
        <p15:guide id="15" orient="horz" pos="4032">
          <p15:clr>
            <a:srgbClr val="F26B43"/>
          </p15:clr>
        </p15:guide>
        <p15:guide id="16" orient="horz" pos="2232">
          <p15:clr>
            <a:srgbClr val="F26B43"/>
          </p15:clr>
        </p15:guide>
        <p15:guide id="17" orient="horz" pos="1056">
          <p15:clr>
            <a:srgbClr val="F26B43"/>
          </p15:clr>
        </p15:guide>
        <p15:guide id="18" orient="horz" pos="19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6.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6.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6.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6.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9.xml"/><Relationship Id="rId1" Type="http://schemas.openxmlformats.org/officeDocument/2006/relationships/tags" Target="../tags/tag4.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317500" y="5482131"/>
            <a:ext cx="11456602" cy="569419"/>
          </a:xfrm>
        </p:spPr>
        <p:txBody>
          <a:bodyPr anchor="t"/>
          <a:lstStyle/>
          <a:p>
            <a:pPr marL="0" marR="0" lvl="0" indent="0" defTabSz="1219144" rtl="0" eaLnBrk="1" fontAlgn="auto" latinLnBrk="0" hangingPunct="1">
              <a:lnSpc>
                <a:spcPct val="100000"/>
              </a:lnSpc>
              <a:spcBef>
                <a:spcPts val="0"/>
              </a:spcBef>
              <a:spcAft>
                <a:spcPts val="600"/>
              </a:spcAft>
              <a:buClrTx/>
              <a:buSzPct val="100000"/>
              <a:buFont typeface="Arial" panose="020B0604020202020204" pitchFamily="34" charset="0"/>
              <a:buNone/>
              <a:tabLst/>
              <a:defRPr/>
            </a:pPr>
            <a:r>
              <a:rPr kumimoji="0" lang="en-US" sz="1700" b="1" i="0" u="none" strike="noStrike" kern="1200" cap="none" spc="0" normalizeH="0" baseline="0" noProof="0" dirty="0">
                <a:ln>
                  <a:noFill/>
                </a:ln>
                <a:solidFill>
                  <a:schemeClr val="tx1"/>
                </a:solidFill>
                <a:effectLst/>
                <a:uLnTx/>
                <a:uFillTx/>
                <a:latin typeface="Verdana"/>
                <a:ea typeface="+mn-ea"/>
                <a:cs typeface="+mn-cs"/>
              </a:rPr>
              <a:t>Institutional Strengthening Project : </a:t>
            </a:r>
            <a:r>
              <a:rPr kumimoji="0" lang="en-US" sz="1700" b="1" i="0" u="none" strike="noStrike" kern="1200" cap="none" spc="0" normalizeH="0" baseline="0" noProof="0">
                <a:ln>
                  <a:noFill/>
                </a:ln>
                <a:solidFill>
                  <a:schemeClr val="tx1"/>
                </a:solidFill>
                <a:effectLst/>
                <a:uLnTx/>
                <a:uFillTx/>
                <a:latin typeface="Verdana"/>
                <a:ea typeface="+mn-ea"/>
                <a:cs typeface="+mn-cs"/>
              </a:rPr>
              <a:t>Implementations of Revenue </a:t>
            </a:r>
            <a:r>
              <a:rPr kumimoji="0" lang="en-US" sz="1700" b="1" i="0" u="none" strike="noStrike" kern="1200" cap="none" spc="0" normalizeH="0" baseline="0" noProof="0" dirty="0">
                <a:ln>
                  <a:noFill/>
                </a:ln>
                <a:solidFill>
                  <a:schemeClr val="tx1"/>
                </a:solidFill>
                <a:effectLst/>
                <a:uLnTx/>
                <a:uFillTx/>
                <a:latin typeface="Verdana"/>
                <a:ea typeface="+mn-ea"/>
                <a:cs typeface="+mn-cs"/>
              </a:rPr>
              <a:t>Management System (RMS) at Nepal </a:t>
            </a:r>
            <a:r>
              <a:rPr kumimoji="0" lang="en-US" sz="1700" b="1" i="0" u="none" strike="noStrike" kern="1200" cap="none" spc="0" normalizeH="0" baseline="0" noProof="0">
                <a:ln>
                  <a:noFill/>
                </a:ln>
                <a:solidFill>
                  <a:schemeClr val="tx1"/>
                </a:solidFill>
                <a:effectLst/>
                <a:uLnTx/>
                <a:uFillTx/>
                <a:latin typeface="Verdana"/>
                <a:ea typeface="+mn-ea"/>
                <a:cs typeface="+mn-cs"/>
              </a:rPr>
              <a:t>Electricity Authority (NEA)</a:t>
            </a:r>
            <a:br>
              <a:rPr kumimoji="0" lang="en-US" sz="1700" b="1" i="0" u="none" strike="noStrike" kern="1200" cap="none" spc="0" normalizeH="0" baseline="0" noProof="0" dirty="0">
                <a:ln>
                  <a:noFill/>
                </a:ln>
                <a:solidFill>
                  <a:schemeClr val="tx1"/>
                </a:solidFill>
                <a:effectLst/>
                <a:uLnTx/>
                <a:uFillTx/>
                <a:latin typeface="Verdana"/>
                <a:ea typeface="+mn-ea"/>
                <a:cs typeface="+mn-cs"/>
              </a:rPr>
            </a:br>
            <a:br>
              <a:rPr kumimoji="0" lang="en-US" sz="1800" b="0" i="0" u="none" strike="noStrike" kern="1200" cap="none" spc="0" normalizeH="0" baseline="0" noProof="0" dirty="0">
                <a:ln>
                  <a:noFill/>
                </a:ln>
                <a:solidFill>
                  <a:schemeClr val="tx1"/>
                </a:solidFill>
                <a:effectLst/>
                <a:uLnTx/>
                <a:uFillTx/>
                <a:latin typeface="Verdana"/>
                <a:ea typeface="+mn-ea"/>
                <a:cs typeface="+mn-cs"/>
              </a:rPr>
            </a:br>
            <a:endParaRPr lang="en-GB" sz="1400" b="1" dirty="0">
              <a:solidFill>
                <a:schemeClr val="tx1"/>
              </a:solidFill>
            </a:endParaRPr>
          </a:p>
        </p:txBody>
      </p:sp>
      <p:sp>
        <p:nvSpPr>
          <p:cNvPr id="10" name="Title 2">
            <a:extLst>
              <a:ext uri="{FF2B5EF4-FFF2-40B4-BE49-F238E27FC236}">
                <a16:creationId xmlns:a16="http://schemas.microsoft.com/office/drawing/2014/main" id="{E557BEF9-830F-BC49-EFCF-A3D5BD1BEDA9}"/>
              </a:ext>
            </a:extLst>
          </p:cNvPr>
          <p:cNvSpPr txBox="1">
            <a:spLocks/>
          </p:cNvSpPr>
          <p:nvPr/>
        </p:nvSpPr>
        <p:spPr bwMode="gray">
          <a:xfrm>
            <a:off x="317500" y="6167931"/>
            <a:ext cx="11456602" cy="569419"/>
          </a:xfrm>
          <a:prstGeom prst="rect">
            <a:avLst/>
          </a:prstGeom>
        </p:spPr>
        <p:txBody>
          <a:bodyPr vert="horz" lIns="0" tIns="0" rIns="0" bIns="0" rtlCol="0" anchor="t" anchorCtr="0">
            <a:noAutofit/>
          </a:bodyPr>
          <a:lstStyle>
            <a:lvl1pPr algn="l" defTabSz="914400" rtl="0" eaLnBrk="1" latinLnBrk="0" hangingPunct="1">
              <a:lnSpc>
                <a:spcPts val="3200"/>
              </a:lnSpc>
              <a:spcBef>
                <a:spcPct val="0"/>
              </a:spcBef>
              <a:buNone/>
              <a:defRPr sz="2800" b="0" kern="1200">
                <a:solidFill>
                  <a:schemeClr val="accent1"/>
                </a:solidFill>
                <a:latin typeface="+mj-lt"/>
                <a:ea typeface="Open Sans" panose="020B0606030504020204" pitchFamily="34" charset="0"/>
                <a:cs typeface="Calibri Light" panose="020F0302020204030204" pitchFamily="34" charset="0"/>
              </a:defRPr>
            </a:lvl1pPr>
          </a:lstStyle>
          <a:p>
            <a:pPr defTabSz="1219144">
              <a:lnSpc>
                <a:spcPct val="100000"/>
              </a:lnSpc>
              <a:spcBef>
                <a:spcPts val="0"/>
              </a:spcBef>
              <a:spcAft>
                <a:spcPts val="600"/>
              </a:spcAft>
              <a:buSzPct val="100000"/>
              <a:buFont typeface="Arial" panose="020B0604020202020204" pitchFamily="34" charset="0"/>
              <a:buNone/>
              <a:defRPr/>
            </a:pPr>
            <a:r>
              <a:rPr lang="en-US" sz="1800" dirty="0">
                <a:latin typeface="Verdana"/>
                <a:ea typeface="+mn-ea"/>
                <a:cs typeface="+mn-cs"/>
              </a:rPr>
              <a:t>Monthly Status Update</a:t>
            </a:r>
            <a:br>
              <a:rPr lang="en-US" sz="1800" dirty="0">
                <a:solidFill>
                  <a:schemeClr val="tx1"/>
                </a:solidFill>
                <a:latin typeface="Verdana"/>
                <a:ea typeface="+mn-ea"/>
                <a:cs typeface="+mn-cs"/>
              </a:rPr>
            </a:br>
            <a:r>
              <a:rPr lang="en-US" sz="1400" dirty="0">
                <a:latin typeface="Verdana"/>
                <a:ea typeface="+mn-ea"/>
                <a:cs typeface="+mn-cs"/>
              </a:rPr>
              <a:t>MM YYYY</a:t>
            </a:r>
            <a:endParaRPr lang="en-GB" sz="1400" b="1" dirty="0"/>
          </a:p>
        </p:txBody>
      </p:sp>
      <p:pic>
        <p:nvPicPr>
          <p:cNvPr id="4" name="Picture 3" descr="Diagram&#10;&#10;Description automatically generated">
            <a:extLst>
              <a:ext uri="{FF2B5EF4-FFF2-40B4-BE49-F238E27FC236}">
                <a16:creationId xmlns:a16="http://schemas.microsoft.com/office/drawing/2014/main" id="{E1C49B7F-247F-E2A4-F3EC-B8BE8A16272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553202" y="375632"/>
            <a:ext cx="5057365" cy="5078776"/>
          </a:xfrm>
          <a:prstGeom prst="rect">
            <a:avLst/>
          </a:prstGeom>
        </p:spPr>
      </p:pic>
    </p:spTree>
    <p:extLst>
      <p:ext uri="{BB962C8B-B14F-4D97-AF65-F5344CB8AC3E}">
        <p14:creationId xmlns:p14="http://schemas.microsoft.com/office/powerpoint/2010/main" val="1013069833"/>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81625" y="344558"/>
            <a:ext cx="1117644" cy="2598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aphicFrame>
        <p:nvGraphicFramePr>
          <p:cNvPr id="14" name="Table 13"/>
          <p:cNvGraphicFramePr>
            <a:graphicFrameLocks noGrp="1"/>
          </p:cNvGraphicFramePr>
          <p:nvPr>
            <p:extLst>
              <p:ext uri="{D42A27DB-BD31-4B8C-83A1-F6EECF244321}">
                <p14:modId xmlns:p14="http://schemas.microsoft.com/office/powerpoint/2010/main" val="3526426083"/>
              </p:ext>
            </p:extLst>
          </p:nvPr>
        </p:nvGraphicFramePr>
        <p:xfrm>
          <a:off x="318724" y="730565"/>
          <a:ext cx="4586652" cy="560551"/>
        </p:xfrm>
        <a:graphic>
          <a:graphicData uri="http://schemas.openxmlformats.org/drawingml/2006/table">
            <a:tbl>
              <a:tblPr bandRow="1">
                <a:effectLst/>
                <a:tableStyleId>{72833802-FEF1-4C79-8D5D-14CF1EAF98D9}</a:tableStyleId>
              </a:tblPr>
              <a:tblGrid>
                <a:gridCol w="1146663">
                  <a:extLst>
                    <a:ext uri="{9D8B030D-6E8A-4147-A177-3AD203B41FA5}">
                      <a16:colId xmlns:a16="http://schemas.microsoft.com/office/drawing/2014/main" val="2507111823"/>
                    </a:ext>
                  </a:extLst>
                </a:gridCol>
                <a:gridCol w="1146663">
                  <a:extLst>
                    <a:ext uri="{9D8B030D-6E8A-4147-A177-3AD203B41FA5}">
                      <a16:colId xmlns:a16="http://schemas.microsoft.com/office/drawing/2014/main" val="4030504696"/>
                    </a:ext>
                  </a:extLst>
                </a:gridCol>
                <a:gridCol w="1146663">
                  <a:extLst>
                    <a:ext uri="{9D8B030D-6E8A-4147-A177-3AD203B41FA5}">
                      <a16:colId xmlns:a16="http://schemas.microsoft.com/office/drawing/2014/main" val="1100801923"/>
                    </a:ext>
                  </a:extLst>
                </a:gridCol>
                <a:gridCol w="1146663">
                  <a:extLst>
                    <a:ext uri="{9D8B030D-6E8A-4147-A177-3AD203B41FA5}">
                      <a16:colId xmlns:a16="http://schemas.microsoft.com/office/drawing/2014/main" val="791178307"/>
                    </a:ext>
                  </a:extLst>
                </a:gridCol>
              </a:tblGrid>
              <a:tr h="241587">
                <a:tc>
                  <a:txBody>
                    <a:bodyPr/>
                    <a:lstStyle/>
                    <a:p>
                      <a:pPr algn="ctr"/>
                      <a:r>
                        <a:rPr lang="en-AU" sz="800" b="1" dirty="0">
                          <a:solidFill>
                            <a:schemeClr val="bg1"/>
                          </a:solidFill>
                        </a:rPr>
                        <a:t>Overall Status</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r>
                        <a:rPr lang="en-AU" sz="800" b="1" dirty="0">
                          <a:solidFill>
                            <a:schemeClr val="bg1"/>
                          </a:solidFill>
                        </a:rPr>
                        <a:t>Scope</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r>
                        <a:rPr lang="en-AU" sz="800" b="1" dirty="0">
                          <a:solidFill>
                            <a:schemeClr val="bg1"/>
                          </a:solidFill>
                        </a:rPr>
                        <a:t>Timeline</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50000"/>
                      </a:schemeClr>
                    </a:solidFill>
                  </a:tcPr>
                </a:tc>
                <a:tc>
                  <a:txBody>
                    <a:bodyPr/>
                    <a:lstStyle/>
                    <a:p>
                      <a:pPr algn="ctr"/>
                      <a:r>
                        <a:rPr lang="en-AU" sz="800" b="1" dirty="0">
                          <a:solidFill>
                            <a:schemeClr val="bg1"/>
                          </a:solidFill>
                        </a:rPr>
                        <a:t>Budget</a:t>
                      </a:r>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800670337"/>
                  </a:ext>
                </a:extLst>
              </a:tr>
              <a:tr h="318964">
                <a:tc>
                  <a:txBody>
                    <a:bodyPr/>
                    <a:lstStyle/>
                    <a:p>
                      <a:endParaRPr lang="en-AU" sz="800" dirty="0"/>
                    </a:p>
                  </a:txBody>
                  <a:tcPr marL="0" marR="0" marT="0"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2"/>
                    </a:solidFill>
                  </a:tcPr>
                </a:tc>
                <a:tc>
                  <a:txBody>
                    <a:bodyPr/>
                    <a:lstStyle/>
                    <a:p>
                      <a:endParaRPr lang="en-AU" sz="800" dirty="0"/>
                    </a:p>
                  </a:txBody>
                  <a:tcPr marL="0" marR="0" marT="0"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2"/>
                    </a:solidFill>
                  </a:tcPr>
                </a:tc>
                <a:tc>
                  <a:txBody>
                    <a:bodyPr/>
                    <a:lstStyle/>
                    <a:p>
                      <a:endParaRPr lang="en-AU" sz="800" dirty="0"/>
                    </a:p>
                  </a:txBody>
                  <a:tcPr marL="0" marR="0" marT="0"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2"/>
                    </a:solidFill>
                  </a:tcPr>
                </a:tc>
                <a:tc>
                  <a:txBody>
                    <a:bodyPr/>
                    <a:lstStyle/>
                    <a:p>
                      <a:endParaRPr lang="en-AU" sz="800" dirty="0"/>
                    </a:p>
                  </a:txBody>
                  <a:tcPr marL="0" marR="0" marT="0" marB="0">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2"/>
                    </a:solidFill>
                  </a:tcPr>
                </a:tc>
                <a:extLst>
                  <a:ext uri="{0D108BD9-81ED-4DB2-BD59-A6C34878D82A}">
                    <a16:rowId xmlns:a16="http://schemas.microsoft.com/office/drawing/2014/main" val="3396968376"/>
                  </a:ext>
                </a:extLst>
              </a:tr>
            </a:tbl>
          </a:graphicData>
        </a:graphic>
      </p:graphicFrame>
      <p:grpSp>
        <p:nvGrpSpPr>
          <p:cNvPr id="53" name="Group 52">
            <a:extLst>
              <a:ext uri="{FF2B5EF4-FFF2-40B4-BE49-F238E27FC236}">
                <a16:creationId xmlns:a16="http://schemas.microsoft.com/office/drawing/2014/main" id="{0B99223C-9C71-4007-BCF0-F2D0693F8D65}"/>
              </a:ext>
            </a:extLst>
          </p:cNvPr>
          <p:cNvGrpSpPr>
            <a:grpSpLocks noChangeAspect="1"/>
          </p:cNvGrpSpPr>
          <p:nvPr/>
        </p:nvGrpSpPr>
        <p:grpSpPr>
          <a:xfrm>
            <a:off x="7601268" y="6646231"/>
            <a:ext cx="135000" cy="137160"/>
            <a:chOff x="7601542" y="185759"/>
            <a:chExt cx="162000" cy="162000"/>
          </a:xfrm>
          <a:solidFill>
            <a:schemeClr val="accent2"/>
          </a:solidFill>
        </p:grpSpPr>
        <p:sp>
          <p:nvSpPr>
            <p:cNvPr id="64" name="Diamond 152">
              <a:extLst>
                <a:ext uri="{FF2B5EF4-FFF2-40B4-BE49-F238E27FC236}">
                  <a16:creationId xmlns:a16="http://schemas.microsoft.com/office/drawing/2014/main" id="{AC9962F5-3EF2-4915-8EE8-D6F70BE2AE89}"/>
                </a:ext>
              </a:extLst>
            </p:cNvPr>
            <p:cNvSpPr/>
            <p:nvPr/>
          </p:nvSpPr>
          <p:spPr>
            <a:xfrm>
              <a:off x="7601542" y="185759"/>
              <a:ext cx="162000" cy="16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chemeClr val="accent1"/>
                </a:solidFill>
                <a:effectLst/>
                <a:uLnTx/>
                <a:uFillTx/>
                <a:latin typeface="+mj-lt"/>
                <a:ea typeface="+mn-ea"/>
                <a:cs typeface="+mn-cs"/>
              </a:endParaRPr>
            </a:p>
          </p:txBody>
        </p:sp>
        <p:sp>
          <p:nvSpPr>
            <p:cNvPr id="65" name="Diamond 153">
              <a:extLst>
                <a:ext uri="{FF2B5EF4-FFF2-40B4-BE49-F238E27FC236}">
                  <a16:creationId xmlns:a16="http://schemas.microsoft.com/office/drawing/2014/main" id="{786E5CE6-990D-4562-98BD-CB62A1CBD1C3}"/>
                </a:ext>
              </a:extLst>
            </p:cNvPr>
            <p:cNvSpPr/>
            <p:nvPr/>
          </p:nvSpPr>
          <p:spPr>
            <a:xfrm>
              <a:off x="7610542" y="194759"/>
              <a:ext cx="144000" cy="144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chemeClr val="accent1"/>
                </a:solidFill>
                <a:effectLst/>
                <a:uLnTx/>
                <a:uFillTx/>
                <a:latin typeface="+mj-lt"/>
                <a:ea typeface="+mn-ea"/>
                <a:cs typeface="+mn-cs"/>
              </a:endParaRPr>
            </a:p>
          </p:txBody>
        </p:sp>
      </p:grpSp>
      <p:sp>
        <p:nvSpPr>
          <p:cNvPr id="57" name="TextBox 56">
            <a:extLst>
              <a:ext uri="{FF2B5EF4-FFF2-40B4-BE49-F238E27FC236}">
                <a16:creationId xmlns:a16="http://schemas.microsoft.com/office/drawing/2014/main" id="{C36BA110-60AE-4849-A1FD-457AA936F086}"/>
              </a:ext>
            </a:extLst>
          </p:cNvPr>
          <p:cNvSpPr txBox="1"/>
          <p:nvPr/>
        </p:nvSpPr>
        <p:spPr>
          <a:xfrm>
            <a:off x="7762890" y="6658339"/>
            <a:ext cx="489796" cy="12311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800" b="0" i="0" u="none" strike="noStrike" kern="1200" cap="none" spc="0" normalizeH="0" baseline="0" noProof="0" dirty="0">
                <a:ln>
                  <a:noFill/>
                </a:ln>
                <a:solidFill>
                  <a:schemeClr val="tx1"/>
                </a:solidFill>
                <a:effectLst/>
                <a:uLnTx/>
                <a:uFillTx/>
                <a:ea typeface="+mn-ea"/>
                <a:cs typeface="+mn-cs"/>
              </a:rPr>
              <a:t>On-Track</a:t>
            </a:r>
          </a:p>
        </p:txBody>
      </p:sp>
      <p:grpSp>
        <p:nvGrpSpPr>
          <p:cNvPr id="54" name="Group 53">
            <a:extLst>
              <a:ext uri="{FF2B5EF4-FFF2-40B4-BE49-F238E27FC236}">
                <a16:creationId xmlns:a16="http://schemas.microsoft.com/office/drawing/2014/main" id="{207FAC42-C2B9-4DB4-9736-98EC197FEBB5}"/>
              </a:ext>
            </a:extLst>
          </p:cNvPr>
          <p:cNvGrpSpPr>
            <a:grpSpLocks noChangeAspect="1"/>
          </p:cNvGrpSpPr>
          <p:nvPr/>
        </p:nvGrpSpPr>
        <p:grpSpPr>
          <a:xfrm>
            <a:off x="8354710" y="6646231"/>
            <a:ext cx="135000" cy="137160"/>
            <a:chOff x="7601542" y="185759"/>
            <a:chExt cx="162000" cy="162000"/>
          </a:xfrm>
          <a:solidFill>
            <a:srgbClr val="FFC000"/>
          </a:solidFill>
        </p:grpSpPr>
        <p:sp>
          <p:nvSpPr>
            <p:cNvPr id="62" name="Diamond 152">
              <a:extLst>
                <a:ext uri="{FF2B5EF4-FFF2-40B4-BE49-F238E27FC236}">
                  <a16:creationId xmlns:a16="http://schemas.microsoft.com/office/drawing/2014/main" id="{A8162471-CA73-4DEB-896C-C1565A46F74E}"/>
                </a:ext>
              </a:extLst>
            </p:cNvPr>
            <p:cNvSpPr/>
            <p:nvPr/>
          </p:nvSpPr>
          <p:spPr>
            <a:xfrm>
              <a:off x="7601542" y="185759"/>
              <a:ext cx="162000" cy="16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chemeClr val="accent1"/>
                </a:solidFill>
                <a:effectLst/>
                <a:uLnTx/>
                <a:uFillTx/>
                <a:latin typeface="+mj-lt"/>
                <a:ea typeface="+mn-ea"/>
                <a:cs typeface="+mn-cs"/>
              </a:endParaRPr>
            </a:p>
          </p:txBody>
        </p:sp>
        <p:sp>
          <p:nvSpPr>
            <p:cNvPr id="63" name="Diamond 153">
              <a:extLst>
                <a:ext uri="{FF2B5EF4-FFF2-40B4-BE49-F238E27FC236}">
                  <a16:creationId xmlns:a16="http://schemas.microsoft.com/office/drawing/2014/main" id="{249D3229-C4EC-4F55-84C0-A5937B6643FD}"/>
                </a:ext>
              </a:extLst>
            </p:cNvPr>
            <p:cNvSpPr/>
            <p:nvPr/>
          </p:nvSpPr>
          <p:spPr>
            <a:xfrm>
              <a:off x="7610542" y="194759"/>
              <a:ext cx="144000" cy="144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chemeClr val="accent1"/>
                </a:solidFill>
                <a:effectLst/>
                <a:uLnTx/>
                <a:uFillTx/>
                <a:latin typeface="+mj-lt"/>
                <a:ea typeface="+mn-ea"/>
                <a:cs typeface="+mn-cs"/>
              </a:endParaRPr>
            </a:p>
          </p:txBody>
        </p:sp>
      </p:grpSp>
      <p:sp>
        <p:nvSpPr>
          <p:cNvPr id="58" name="TextBox 57">
            <a:extLst>
              <a:ext uri="{FF2B5EF4-FFF2-40B4-BE49-F238E27FC236}">
                <a16:creationId xmlns:a16="http://schemas.microsoft.com/office/drawing/2014/main" id="{A3EE070B-C111-4410-9854-E531A466F1B6}"/>
              </a:ext>
            </a:extLst>
          </p:cNvPr>
          <p:cNvSpPr txBox="1"/>
          <p:nvPr/>
        </p:nvSpPr>
        <p:spPr>
          <a:xfrm>
            <a:off x="8516331" y="6658339"/>
            <a:ext cx="428111" cy="12311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800" b="0" i="0" u="none" strike="noStrike" kern="1200" cap="none" spc="0" normalizeH="0" baseline="0" noProof="0">
                <a:ln>
                  <a:noFill/>
                </a:ln>
                <a:solidFill>
                  <a:schemeClr val="tx1"/>
                </a:solidFill>
                <a:effectLst/>
                <a:uLnTx/>
                <a:uFillTx/>
                <a:ea typeface="+mn-ea"/>
                <a:cs typeface="+mn-cs"/>
              </a:rPr>
              <a:t>At-Risk</a:t>
            </a:r>
          </a:p>
        </p:txBody>
      </p:sp>
      <p:grpSp>
        <p:nvGrpSpPr>
          <p:cNvPr id="55" name="Group 54">
            <a:extLst>
              <a:ext uri="{FF2B5EF4-FFF2-40B4-BE49-F238E27FC236}">
                <a16:creationId xmlns:a16="http://schemas.microsoft.com/office/drawing/2014/main" id="{1748EF01-62A5-4E80-ACBF-1620B052795E}"/>
              </a:ext>
            </a:extLst>
          </p:cNvPr>
          <p:cNvGrpSpPr>
            <a:grpSpLocks noChangeAspect="1"/>
          </p:cNvGrpSpPr>
          <p:nvPr/>
        </p:nvGrpSpPr>
        <p:grpSpPr>
          <a:xfrm>
            <a:off x="9046465" y="6646231"/>
            <a:ext cx="135000" cy="137160"/>
            <a:chOff x="7601542" y="185759"/>
            <a:chExt cx="162000" cy="162000"/>
          </a:xfrm>
          <a:solidFill>
            <a:srgbClr val="DA291C"/>
          </a:solidFill>
        </p:grpSpPr>
        <p:sp>
          <p:nvSpPr>
            <p:cNvPr id="60" name="Diamond 152">
              <a:extLst>
                <a:ext uri="{FF2B5EF4-FFF2-40B4-BE49-F238E27FC236}">
                  <a16:creationId xmlns:a16="http://schemas.microsoft.com/office/drawing/2014/main" id="{69452EC6-BB8C-4E36-9F15-776E0D946F74}"/>
                </a:ext>
              </a:extLst>
            </p:cNvPr>
            <p:cNvSpPr/>
            <p:nvPr/>
          </p:nvSpPr>
          <p:spPr>
            <a:xfrm>
              <a:off x="7601542" y="185759"/>
              <a:ext cx="162000" cy="16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chemeClr val="accent1"/>
                </a:solidFill>
                <a:effectLst/>
                <a:uLnTx/>
                <a:uFillTx/>
                <a:latin typeface="+mj-lt"/>
                <a:ea typeface="+mn-ea"/>
                <a:cs typeface="+mn-cs"/>
              </a:endParaRPr>
            </a:p>
          </p:txBody>
        </p:sp>
        <p:sp>
          <p:nvSpPr>
            <p:cNvPr id="61" name="Diamond 153">
              <a:extLst>
                <a:ext uri="{FF2B5EF4-FFF2-40B4-BE49-F238E27FC236}">
                  <a16:creationId xmlns:a16="http://schemas.microsoft.com/office/drawing/2014/main" id="{907BA592-09D4-49C7-8396-3AB4B0152A04}"/>
                </a:ext>
              </a:extLst>
            </p:cNvPr>
            <p:cNvSpPr/>
            <p:nvPr/>
          </p:nvSpPr>
          <p:spPr>
            <a:xfrm>
              <a:off x="7610542" y="194759"/>
              <a:ext cx="144000" cy="144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chemeClr val="accent1"/>
                </a:solidFill>
                <a:effectLst/>
                <a:uLnTx/>
                <a:uFillTx/>
                <a:latin typeface="+mj-lt"/>
                <a:ea typeface="+mn-ea"/>
                <a:cs typeface="+mn-cs"/>
              </a:endParaRPr>
            </a:p>
          </p:txBody>
        </p:sp>
      </p:grpSp>
      <p:sp>
        <p:nvSpPr>
          <p:cNvPr id="59" name="TextBox 58">
            <a:extLst>
              <a:ext uri="{FF2B5EF4-FFF2-40B4-BE49-F238E27FC236}">
                <a16:creationId xmlns:a16="http://schemas.microsoft.com/office/drawing/2014/main" id="{92ADCF98-8724-4504-A14D-9B862B3C15D5}"/>
              </a:ext>
            </a:extLst>
          </p:cNvPr>
          <p:cNvSpPr txBox="1"/>
          <p:nvPr/>
        </p:nvSpPr>
        <p:spPr>
          <a:xfrm>
            <a:off x="9208086" y="6658339"/>
            <a:ext cx="2886545" cy="12311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800" b="0" i="0" u="none" strike="noStrike" kern="1200" cap="none" spc="0" normalizeH="0" baseline="0" noProof="0" dirty="0">
                <a:ln>
                  <a:noFill/>
                </a:ln>
                <a:solidFill>
                  <a:schemeClr val="tx1"/>
                </a:solidFill>
                <a:effectLst/>
                <a:uLnTx/>
                <a:uFillTx/>
                <a:ea typeface="+mn-ea"/>
                <a:cs typeface="+mn-cs"/>
              </a:rPr>
              <a:t>Off track/ Requires Escalation or Re-planning</a:t>
            </a:r>
          </a:p>
        </p:txBody>
      </p:sp>
      <p:sp>
        <p:nvSpPr>
          <p:cNvPr id="96" name="Title 1">
            <a:extLst>
              <a:ext uri="{FF2B5EF4-FFF2-40B4-BE49-F238E27FC236}">
                <a16:creationId xmlns:a16="http://schemas.microsoft.com/office/drawing/2014/main" id="{A263FE52-C601-4E1F-8330-F0F25B755630}"/>
              </a:ext>
            </a:extLst>
          </p:cNvPr>
          <p:cNvSpPr txBox="1">
            <a:spLocks/>
          </p:cNvSpPr>
          <p:nvPr/>
        </p:nvSpPr>
        <p:spPr>
          <a:xfrm>
            <a:off x="289501" y="389970"/>
            <a:ext cx="9476082" cy="263149"/>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sym typeface="Trebuchet MS" panose="020B0603020202020204" pitchFamily="34" charset="0"/>
              </a:defRPr>
            </a:lvl1pPr>
          </a:lstStyle>
          <a:p>
            <a:r>
              <a:rPr lang="en-US" sz="1900" dirty="0">
                <a:solidFill>
                  <a:schemeClr val="tx2"/>
                </a:solidFill>
                <a:latin typeface="+mn-lt"/>
              </a:rPr>
              <a:t>RMS Implementation : Program Status Report (As of MM/YY)</a:t>
            </a:r>
          </a:p>
        </p:txBody>
      </p:sp>
      <p:sp>
        <p:nvSpPr>
          <p:cNvPr id="79" name="Rectangle 72">
            <a:extLst>
              <a:ext uri="{FF2B5EF4-FFF2-40B4-BE49-F238E27FC236}">
                <a16:creationId xmlns:a16="http://schemas.microsoft.com/office/drawing/2014/main" id="{7A13B30C-3966-4EF9-AD92-6DAC656C5267}"/>
              </a:ext>
            </a:extLst>
          </p:cNvPr>
          <p:cNvSpPr>
            <a:spLocks noChangeArrowheads="1"/>
          </p:cNvSpPr>
          <p:nvPr/>
        </p:nvSpPr>
        <p:spPr bwMode="auto">
          <a:xfrm>
            <a:off x="307689" y="4890120"/>
            <a:ext cx="11584535" cy="217127"/>
          </a:xfrm>
          <a:prstGeom prst="rect">
            <a:avLst/>
          </a:prstGeom>
          <a:noFill/>
          <a:ln w="19050">
            <a:solidFill>
              <a:schemeClr val="bg1">
                <a:lumMod val="50000"/>
              </a:schemeClr>
            </a:solidFill>
            <a:miter lim="800000"/>
            <a:headEnd/>
            <a:tailEnd/>
          </a:ln>
        </p:spPr>
        <p:txBody>
          <a:bodyPr wrap="none" lIns="45720" rIns="45720" anchor="ctr"/>
          <a:lstStyle>
            <a:lvl1pPr>
              <a:lnSpc>
                <a:spcPct val="106000"/>
              </a:lnSpc>
              <a:spcBef>
                <a:spcPct val="80000"/>
              </a:spcBef>
              <a:buClr>
                <a:schemeClr val="tx1"/>
              </a:buClr>
              <a:buSzPct val="80000"/>
              <a:defRPr sz="1100">
                <a:solidFill>
                  <a:schemeClr val="tx1"/>
                </a:solidFill>
                <a:latin typeface="Arial" panose="020B0604020202020204" pitchFamily="34" charset="0"/>
              </a:defRPr>
            </a:lvl1pPr>
            <a:lvl2pPr marL="742950" indent="-285750">
              <a:lnSpc>
                <a:spcPct val="106000"/>
              </a:lnSpc>
              <a:spcBef>
                <a:spcPct val="80000"/>
              </a:spcBef>
              <a:buClr>
                <a:schemeClr val="tx1"/>
              </a:buClr>
              <a:buFont typeface="Wingdings 2" panose="05020102010507070707" pitchFamily="18" charset="2"/>
              <a:buChar char="¡"/>
              <a:defRPr sz="1100">
                <a:solidFill>
                  <a:schemeClr val="tx1"/>
                </a:solidFill>
                <a:latin typeface="Arial" panose="020B0604020202020204" pitchFamily="34" charset="0"/>
              </a:defRPr>
            </a:lvl2pPr>
            <a:lvl3pPr marL="1143000" indent="-228600">
              <a:lnSpc>
                <a:spcPct val="106000"/>
              </a:lnSpc>
              <a:spcBef>
                <a:spcPct val="40000"/>
              </a:spcBef>
              <a:buClr>
                <a:schemeClr val="tx1"/>
              </a:buClr>
              <a:buFont typeface="Arial" panose="020B0604020202020204" pitchFamily="34" charset="0"/>
              <a:buChar char="–"/>
              <a:defRPr sz="1000">
                <a:solidFill>
                  <a:schemeClr val="tx1"/>
                </a:solidFill>
                <a:latin typeface="Arial" panose="020B0604020202020204" pitchFamily="34" charset="0"/>
              </a:defRPr>
            </a:lvl3pPr>
            <a:lvl4pPr marL="1600200" indent="-228600">
              <a:lnSpc>
                <a:spcPct val="106000"/>
              </a:lnSpc>
              <a:spcBef>
                <a:spcPct val="20000"/>
              </a:spcBef>
              <a:buClr>
                <a:schemeClr val="tx1"/>
              </a:buClr>
              <a:buChar char="•"/>
              <a:defRPr sz="1000">
                <a:solidFill>
                  <a:schemeClr val="tx1"/>
                </a:solidFill>
                <a:latin typeface="Arial" panose="020B0604020202020204" pitchFamily="34" charset="0"/>
              </a:defRPr>
            </a:lvl4pPr>
            <a:lvl5pPr marL="2057400" indent="-228600">
              <a:spcBef>
                <a:spcPct val="20000"/>
              </a:spcBef>
              <a:buClr>
                <a:schemeClr val="tx1"/>
              </a:buClr>
              <a:buChar char="–"/>
              <a:defRPr sz="12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tx1"/>
              </a:buClr>
              <a:buChar char="–"/>
              <a:defRPr sz="1200">
                <a:solidFill>
                  <a:schemeClr val="tx1"/>
                </a:solidFill>
                <a:latin typeface="Arial" panose="020B0604020202020204" pitchFamily="34" charset="0"/>
              </a:defRPr>
            </a:lvl9pPr>
          </a:lstStyle>
          <a:p>
            <a:pPr marL="0" marR="0" lvl="0" indent="0" algn="ctr" defTabSz="914400" rtl="0" eaLnBrk="1" fontAlgn="auto" latinLnBrk="0" hangingPunct="1">
              <a:lnSpc>
                <a:spcPct val="100000"/>
              </a:lnSpc>
              <a:spcBef>
                <a:spcPct val="50000"/>
              </a:spcBef>
              <a:spcAft>
                <a:spcPts val="0"/>
              </a:spcAft>
              <a:buClrTx/>
              <a:buSzTx/>
              <a:buFontTx/>
              <a:buNone/>
              <a:tabLst/>
              <a:defRPr/>
            </a:pPr>
            <a:r>
              <a:rPr lang="en-US" sz="800" b="1" kern="0" dirty="0">
                <a:latin typeface="+mn-lt"/>
                <a:ea typeface="Verdana" panose="020B0604030504040204" pitchFamily="34" charset="0"/>
                <a:cs typeface="Verdana" panose="020B0604030504040204" pitchFamily="34" charset="0"/>
              </a:rPr>
              <a:t>Key Risks and Mitigation Steps</a:t>
            </a:r>
            <a:endParaRPr kumimoji="0" lang="en-US" sz="800" b="1" i="0" u="none" strike="noStrike" kern="0" cap="none" spc="0" normalizeH="0" baseline="0" noProof="0" dirty="0">
              <a:ln>
                <a:noFill/>
              </a:ln>
              <a:effectLst/>
              <a:uLnTx/>
              <a:uFillTx/>
              <a:latin typeface="+mn-lt"/>
              <a:ea typeface="Verdana" panose="020B0604030504040204" pitchFamily="34" charset="0"/>
              <a:cs typeface="Verdana" panose="020B0604030504040204" pitchFamily="34" charset="0"/>
            </a:endParaRPr>
          </a:p>
        </p:txBody>
      </p:sp>
      <p:graphicFrame>
        <p:nvGraphicFramePr>
          <p:cNvPr id="81" name="Group 92">
            <a:extLst>
              <a:ext uri="{FF2B5EF4-FFF2-40B4-BE49-F238E27FC236}">
                <a16:creationId xmlns:a16="http://schemas.microsoft.com/office/drawing/2014/main" id="{2AF35580-0023-4964-8AE0-9F168D4EE138}"/>
              </a:ext>
            </a:extLst>
          </p:cNvPr>
          <p:cNvGraphicFramePr>
            <a:graphicFrameLocks noGrp="1"/>
          </p:cNvGraphicFramePr>
          <p:nvPr>
            <p:extLst>
              <p:ext uri="{D42A27DB-BD31-4B8C-83A1-F6EECF244321}">
                <p14:modId xmlns:p14="http://schemas.microsoft.com/office/powerpoint/2010/main" val="774857463"/>
              </p:ext>
            </p:extLst>
          </p:nvPr>
        </p:nvGraphicFramePr>
        <p:xfrm>
          <a:off x="317960" y="5168318"/>
          <a:ext cx="11584535" cy="1091184"/>
        </p:xfrm>
        <a:graphic>
          <a:graphicData uri="http://schemas.openxmlformats.org/drawingml/2006/table">
            <a:tbl>
              <a:tblPr/>
              <a:tblGrid>
                <a:gridCol w="1423939">
                  <a:extLst>
                    <a:ext uri="{9D8B030D-6E8A-4147-A177-3AD203B41FA5}">
                      <a16:colId xmlns:a16="http://schemas.microsoft.com/office/drawing/2014/main" val="20000"/>
                    </a:ext>
                  </a:extLst>
                </a:gridCol>
                <a:gridCol w="2525301">
                  <a:extLst>
                    <a:ext uri="{9D8B030D-6E8A-4147-A177-3AD203B41FA5}">
                      <a16:colId xmlns:a16="http://schemas.microsoft.com/office/drawing/2014/main" val="3324924339"/>
                    </a:ext>
                  </a:extLst>
                </a:gridCol>
                <a:gridCol w="1222819">
                  <a:extLst>
                    <a:ext uri="{9D8B030D-6E8A-4147-A177-3AD203B41FA5}">
                      <a16:colId xmlns:a16="http://schemas.microsoft.com/office/drawing/2014/main" val="2182829603"/>
                    </a:ext>
                  </a:extLst>
                </a:gridCol>
                <a:gridCol w="2137492">
                  <a:extLst>
                    <a:ext uri="{9D8B030D-6E8A-4147-A177-3AD203B41FA5}">
                      <a16:colId xmlns:a16="http://schemas.microsoft.com/office/drawing/2014/main" val="1714451471"/>
                    </a:ext>
                  </a:extLst>
                </a:gridCol>
                <a:gridCol w="1313289">
                  <a:extLst>
                    <a:ext uri="{9D8B030D-6E8A-4147-A177-3AD203B41FA5}">
                      <a16:colId xmlns:a16="http://schemas.microsoft.com/office/drawing/2014/main" val="2103835278"/>
                    </a:ext>
                  </a:extLst>
                </a:gridCol>
                <a:gridCol w="2961695">
                  <a:extLst>
                    <a:ext uri="{9D8B030D-6E8A-4147-A177-3AD203B41FA5}">
                      <a16:colId xmlns:a16="http://schemas.microsoft.com/office/drawing/2014/main" val="20001"/>
                    </a:ext>
                  </a:extLst>
                </a:gridCol>
              </a:tblGrid>
              <a:tr h="0">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ctr" defTabSz="914400" rtl="0" eaLnBrk="1" fontAlgn="base" latinLnBrk="0" hangingPunct="1">
                        <a:lnSpc>
                          <a:spcPct val="95000"/>
                        </a:lnSpc>
                        <a:spcBef>
                          <a:spcPct val="0"/>
                        </a:spcBef>
                        <a:spcAft>
                          <a:spcPct val="60000"/>
                        </a:spcAft>
                        <a:buClr>
                          <a:schemeClr val="tx1"/>
                        </a:buClr>
                        <a:buSzTx/>
                        <a:buFontTx/>
                        <a:buNone/>
                        <a:tabLst/>
                      </a:pPr>
                      <a:r>
                        <a:rPr kumimoji="0" lang="en-US" sz="800" b="1" i="0" u="none" strike="noStrike" cap="none" normalizeH="0" baseline="0" dirty="0">
                          <a:ln>
                            <a:noFill/>
                          </a:ln>
                          <a:solidFill>
                            <a:schemeClr val="tx1"/>
                          </a:solidFill>
                          <a:effectLst/>
                          <a:latin typeface="+mn-lt"/>
                          <a:ea typeface="Verdana"/>
                          <a:cs typeface="Verdana" panose="020B0604030504040204" pitchFamily="34" charset="0"/>
                        </a:rPr>
                        <a:t>Risk</a:t>
                      </a:r>
                    </a:p>
                  </a:txBody>
                  <a:tcPr marL="45720" marR="45720" anchor="ct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solidFill>
                      <a:srgbClr val="E4E4E4"/>
                    </a:solidFill>
                  </a:tcPr>
                </a:tc>
                <a:tc>
                  <a:txBody>
                    <a:bodyPr/>
                    <a:lstStyle/>
                    <a:p>
                      <a:pPr marL="0" marR="0" lvl="0" indent="0" algn="ctr" defTabSz="914400" rtl="0" eaLnBrk="1" fontAlgn="base" latinLnBrk="0" hangingPunct="1">
                        <a:lnSpc>
                          <a:spcPct val="95000"/>
                        </a:lnSpc>
                        <a:spcBef>
                          <a:spcPct val="0"/>
                        </a:spcBef>
                        <a:spcAft>
                          <a:spcPct val="60000"/>
                        </a:spcAft>
                        <a:buClr>
                          <a:schemeClr val="tx1"/>
                        </a:buClr>
                        <a:buSzTx/>
                        <a:buFontTx/>
                        <a:buNone/>
                        <a:tabLst/>
                      </a:pPr>
                      <a:r>
                        <a:rPr kumimoji="0" lang="en-US" sz="800" b="1" i="0" u="none" strike="noStrike" cap="none" normalizeH="0" baseline="0" dirty="0">
                          <a:ln>
                            <a:noFill/>
                          </a:ln>
                          <a:solidFill>
                            <a:schemeClr val="tx1"/>
                          </a:solidFill>
                          <a:effectLst/>
                          <a:latin typeface="+mn-lt"/>
                          <a:ea typeface="Verdana"/>
                          <a:cs typeface="Verdana" panose="020B0604030504040204" pitchFamily="34" charset="0"/>
                        </a:rPr>
                        <a:t>Impact</a:t>
                      </a:r>
                    </a:p>
                  </a:txBody>
                  <a:tcPr marL="45720" marR="45720" anchor="ct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solidFill>
                      <a:srgbClr val="E4E4E4"/>
                    </a:solidFill>
                  </a:tcPr>
                </a:tc>
                <a:tc>
                  <a:txBody>
                    <a:bodyPr/>
                    <a:lstStyle/>
                    <a:p>
                      <a:pPr marL="0" marR="0" lvl="0" indent="0" algn="ctr" defTabSz="914400" rtl="0" eaLnBrk="1" fontAlgn="base" latinLnBrk="0" hangingPunct="1">
                        <a:lnSpc>
                          <a:spcPct val="95000"/>
                        </a:lnSpc>
                        <a:spcBef>
                          <a:spcPct val="0"/>
                        </a:spcBef>
                        <a:spcAft>
                          <a:spcPct val="60000"/>
                        </a:spcAft>
                        <a:buClr>
                          <a:schemeClr val="tx1"/>
                        </a:buClr>
                        <a:buSzTx/>
                        <a:buFontTx/>
                        <a:buNone/>
                        <a:tabLst/>
                      </a:pPr>
                      <a:r>
                        <a:rPr kumimoji="0" lang="en-US" sz="800" b="1" i="0" u="none" strike="noStrike" cap="none" normalizeH="0" baseline="0" dirty="0">
                          <a:ln>
                            <a:noFill/>
                          </a:ln>
                          <a:solidFill>
                            <a:schemeClr val="tx1"/>
                          </a:solidFill>
                          <a:effectLst/>
                          <a:latin typeface="+mn-lt"/>
                          <a:ea typeface="Verdana"/>
                          <a:cs typeface="Verdana" panose="020B0604030504040204" pitchFamily="34" charset="0"/>
                        </a:rPr>
                        <a:t>Status</a:t>
                      </a:r>
                    </a:p>
                  </a:txBody>
                  <a:tcPr marL="45720" marR="45720" anchor="ct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solidFill>
                      <a:srgbClr val="E4E4E4"/>
                    </a:solidFill>
                  </a:tcPr>
                </a:tc>
                <a:tc>
                  <a:txBody>
                    <a:bodyPr/>
                    <a:lstStyle/>
                    <a:p>
                      <a:pPr marL="0" marR="0" lvl="0" indent="0" algn="ctr" defTabSz="914400" rtl="0" eaLnBrk="1" fontAlgn="base" latinLnBrk="0" hangingPunct="1">
                        <a:lnSpc>
                          <a:spcPct val="95000"/>
                        </a:lnSpc>
                        <a:spcBef>
                          <a:spcPct val="0"/>
                        </a:spcBef>
                        <a:spcAft>
                          <a:spcPct val="60000"/>
                        </a:spcAft>
                        <a:buClr>
                          <a:schemeClr val="tx1"/>
                        </a:buClr>
                        <a:buSzTx/>
                        <a:buFontTx/>
                        <a:buNone/>
                        <a:tabLst/>
                      </a:pPr>
                      <a:r>
                        <a:rPr kumimoji="0" lang="en-US" sz="800" b="1" i="0" u="none" strike="noStrike" cap="none" normalizeH="0" baseline="0" dirty="0">
                          <a:ln>
                            <a:noFill/>
                          </a:ln>
                          <a:solidFill>
                            <a:schemeClr val="tx1"/>
                          </a:solidFill>
                          <a:effectLst/>
                          <a:latin typeface="+mn-lt"/>
                          <a:ea typeface="Verdana"/>
                          <a:cs typeface="Verdana" panose="020B0604030504040204" pitchFamily="34" charset="0"/>
                        </a:rPr>
                        <a:t>Owner</a:t>
                      </a:r>
                    </a:p>
                  </a:txBody>
                  <a:tcPr marL="45720" marR="45720" anchor="ct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solidFill>
                      <a:srgbClr val="E4E4E4"/>
                    </a:solidFill>
                  </a:tcPr>
                </a:tc>
                <a:tc>
                  <a:txBody>
                    <a:bodyPr/>
                    <a:lstStyle/>
                    <a:p>
                      <a:pPr marL="0" marR="0" lvl="0" indent="0" algn="ctr" defTabSz="914400" rtl="0" eaLnBrk="1" fontAlgn="base" latinLnBrk="0" hangingPunct="1">
                        <a:lnSpc>
                          <a:spcPct val="95000"/>
                        </a:lnSpc>
                        <a:spcBef>
                          <a:spcPct val="0"/>
                        </a:spcBef>
                        <a:spcAft>
                          <a:spcPct val="60000"/>
                        </a:spcAft>
                        <a:buClr>
                          <a:schemeClr val="tx1"/>
                        </a:buClr>
                        <a:buSzTx/>
                        <a:buFontTx/>
                        <a:buNone/>
                        <a:tabLst/>
                      </a:pPr>
                      <a:r>
                        <a:rPr kumimoji="0" lang="en-US" sz="800" b="1" i="0" u="none" strike="noStrike" cap="none" normalizeH="0" baseline="0" dirty="0">
                          <a:ln>
                            <a:noFill/>
                          </a:ln>
                          <a:solidFill>
                            <a:schemeClr val="tx1"/>
                          </a:solidFill>
                          <a:effectLst/>
                          <a:latin typeface="+mn-lt"/>
                          <a:ea typeface="Verdana"/>
                          <a:cs typeface="Verdana" panose="020B0604030504040204" pitchFamily="34" charset="0"/>
                        </a:rPr>
                        <a:t>Date Raised</a:t>
                      </a:r>
                    </a:p>
                  </a:txBody>
                  <a:tcPr marL="45720" marR="45720" anchor="ct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solidFill>
                      <a:srgbClr val="E4E4E4"/>
                    </a:solidFill>
                  </a:tcPr>
                </a:tc>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ctr" defTabSz="914400" rtl="0" eaLnBrk="1" fontAlgn="base" latinLnBrk="0" hangingPunct="1">
                        <a:lnSpc>
                          <a:spcPct val="95000"/>
                        </a:lnSpc>
                        <a:spcBef>
                          <a:spcPct val="0"/>
                        </a:spcBef>
                        <a:spcAft>
                          <a:spcPct val="60000"/>
                        </a:spcAft>
                        <a:buClr>
                          <a:schemeClr val="tx1"/>
                        </a:buClr>
                        <a:buSzTx/>
                        <a:buFontTx/>
                        <a:buNone/>
                        <a:tabLst/>
                      </a:pPr>
                      <a:r>
                        <a:rPr kumimoji="0" lang="en-US" sz="800" b="1" i="0" u="none" strike="noStrike" cap="none" normalizeH="0" baseline="0" dirty="0">
                          <a:ln>
                            <a:noFill/>
                          </a:ln>
                          <a:solidFill>
                            <a:schemeClr val="tx1"/>
                          </a:solidFill>
                          <a:effectLst/>
                          <a:latin typeface="+mn-lt"/>
                          <a:ea typeface="Verdana"/>
                          <a:cs typeface="Verdana" panose="020B0604030504040204" pitchFamily="34" charset="0"/>
                        </a:rPr>
                        <a:t>Mitigation Steps/Recommendation</a:t>
                      </a:r>
                    </a:p>
                  </a:txBody>
                  <a:tcPr marL="45720" marR="45720" anchor="ctr"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solidFill>
                      <a:srgbClr val="E4E4E4"/>
                    </a:solidFill>
                  </a:tcPr>
                </a:tc>
                <a:extLst>
                  <a:ext uri="{0D108BD9-81ED-4DB2-BD59-A6C34878D82A}">
                    <a16:rowId xmlns:a16="http://schemas.microsoft.com/office/drawing/2014/main" val="10000"/>
                  </a:ext>
                </a:extLst>
              </a:tr>
              <a:tr h="0">
                <a:tc>
                  <a:txBody>
                    <a:bodyPr/>
                    <a:lstStyle/>
                    <a:p>
                      <a:pPr lvl="0" algn="l"/>
                      <a:r>
                        <a:rPr kumimoji="1" lang="en-US" sz="800" kern="0" dirty="0">
                          <a:solidFill>
                            <a:schemeClr val="tx1"/>
                          </a:solidFill>
                          <a:latin typeface="+mn-lt"/>
                          <a:ea typeface="Verdana"/>
                          <a:cs typeface="Calibri"/>
                        </a:rPr>
                        <a:t>Delay in FRS signature</a:t>
                      </a: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lvl="0" algn="l"/>
                      <a:r>
                        <a:rPr kumimoji="1" lang="en-US" sz="800" kern="0" dirty="0">
                          <a:solidFill>
                            <a:schemeClr val="tx1"/>
                          </a:solidFill>
                          <a:latin typeface="+mn-lt"/>
                          <a:ea typeface="Verdana"/>
                          <a:cs typeface="Calibri"/>
                        </a:rPr>
                        <a:t>Delay in FRS signature would lead to cascading effect in overall project timeline</a:t>
                      </a: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800" dirty="0">
                          <a:solidFill>
                            <a:schemeClr val="tx1"/>
                          </a:solidFill>
                          <a:effectLst/>
                          <a:latin typeface="+mn-lt"/>
                          <a:ea typeface="Times New Roman" panose="02020603050405020304" pitchFamily="18" charset="0"/>
                          <a:cs typeface="Calibri"/>
                        </a:rPr>
                        <a:t>Open</a:t>
                      </a: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800" dirty="0">
                          <a:solidFill>
                            <a:schemeClr val="tx1"/>
                          </a:solidFill>
                          <a:effectLst/>
                          <a:latin typeface="+mn-lt"/>
                          <a:ea typeface="Times New Roman" panose="02020603050405020304" pitchFamily="18" charset="0"/>
                          <a:cs typeface="Calibri"/>
                        </a:rPr>
                        <a:t>M/s </a:t>
                      </a:r>
                      <a:r>
                        <a:rPr lang="en-US" sz="800" dirty="0" err="1">
                          <a:solidFill>
                            <a:schemeClr val="tx1"/>
                          </a:solidFill>
                          <a:effectLst/>
                          <a:latin typeface="+mn-lt"/>
                          <a:ea typeface="Times New Roman" panose="02020603050405020304" pitchFamily="18" charset="0"/>
                          <a:cs typeface="Calibri"/>
                        </a:rPr>
                        <a:t>LongShine</a:t>
                      </a:r>
                      <a:r>
                        <a:rPr lang="en-US" sz="800" dirty="0">
                          <a:solidFill>
                            <a:schemeClr val="tx1"/>
                          </a:solidFill>
                          <a:effectLst/>
                          <a:latin typeface="+mn-lt"/>
                          <a:ea typeface="Times New Roman" panose="02020603050405020304" pitchFamily="18" charset="0"/>
                          <a:cs typeface="Calibri"/>
                        </a:rPr>
                        <a:t> (SI)</a:t>
                      </a: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800" dirty="0">
                          <a:solidFill>
                            <a:schemeClr val="tx1"/>
                          </a:solidFill>
                          <a:effectLst/>
                          <a:latin typeface="+mn-lt"/>
                          <a:ea typeface="Times New Roman" panose="02020603050405020304" pitchFamily="18" charset="0"/>
                          <a:cs typeface="Calibri"/>
                        </a:rPr>
                        <a:t>20</a:t>
                      </a:r>
                      <a:r>
                        <a:rPr lang="en-US" sz="800" baseline="30000" dirty="0">
                          <a:solidFill>
                            <a:schemeClr val="tx1"/>
                          </a:solidFill>
                          <a:effectLst/>
                          <a:latin typeface="+mn-lt"/>
                          <a:ea typeface="Times New Roman" panose="02020603050405020304" pitchFamily="18" charset="0"/>
                          <a:cs typeface="Calibri"/>
                        </a:rPr>
                        <a:t>th</a:t>
                      </a:r>
                      <a:r>
                        <a:rPr lang="en-US" sz="800" dirty="0">
                          <a:solidFill>
                            <a:schemeClr val="tx1"/>
                          </a:solidFill>
                          <a:effectLst/>
                          <a:latin typeface="+mn-lt"/>
                          <a:ea typeface="Times New Roman" panose="02020603050405020304" pitchFamily="18" charset="0"/>
                          <a:cs typeface="Calibri"/>
                        </a:rPr>
                        <a:t> May 2023</a:t>
                      </a: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800" dirty="0">
                          <a:solidFill>
                            <a:schemeClr val="tx1"/>
                          </a:solidFill>
                          <a:effectLst/>
                          <a:latin typeface="+mn-lt"/>
                          <a:ea typeface="Times New Roman" panose="02020603050405020304" pitchFamily="18" charset="0"/>
                          <a:cs typeface="Calibri"/>
                        </a:rPr>
                        <a:t>1. </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800" dirty="0">
                          <a:solidFill>
                            <a:schemeClr val="tx1"/>
                          </a:solidFill>
                          <a:effectLst/>
                          <a:latin typeface="+mn-lt"/>
                          <a:ea typeface="Times New Roman" panose="02020603050405020304" pitchFamily="18" charset="0"/>
                          <a:cs typeface="Calibri"/>
                        </a:rPr>
                        <a:t>2.</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800" dirty="0">
                          <a:solidFill>
                            <a:schemeClr val="tx1"/>
                          </a:solidFill>
                          <a:effectLst/>
                          <a:latin typeface="+mn-lt"/>
                          <a:ea typeface="Times New Roman" panose="02020603050405020304" pitchFamily="18" charset="0"/>
                          <a:cs typeface="Calibri"/>
                        </a:rPr>
                        <a:t>3.</a:t>
                      </a: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36563794"/>
                  </a:ext>
                </a:extLst>
              </a:tr>
              <a:tr h="0">
                <a:tc>
                  <a:txBody>
                    <a:bodyPr/>
                    <a:lstStyle/>
                    <a:p>
                      <a:pPr lvl="0" algn="l"/>
                      <a:endParaRPr kumimoji="1" lang="en-US" sz="800" kern="0" dirty="0">
                        <a:solidFill>
                          <a:schemeClr val="tx1"/>
                        </a:solidFill>
                        <a:latin typeface="+mn-lt"/>
                        <a:ea typeface="Verdana"/>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lvl="0" algn="l"/>
                      <a:endParaRPr kumimoji="1" lang="en-US" sz="800" kern="0" dirty="0">
                        <a:solidFill>
                          <a:schemeClr val="tx1"/>
                        </a:solidFill>
                        <a:latin typeface="+mn-lt"/>
                        <a:ea typeface="Verdana"/>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118745" marR="0" lvl="0" indent="-118745" algn="l" defTabSz="914400" rtl="0" eaLnBrk="1" fontAlgn="auto" latinLnBrk="0" hangingPunct="1">
                        <a:lnSpc>
                          <a:spcPct val="100000"/>
                        </a:lnSpc>
                        <a:spcBef>
                          <a:spcPts val="0"/>
                        </a:spcBef>
                        <a:spcAft>
                          <a:spcPts val="0"/>
                        </a:spcAft>
                        <a:buClrTx/>
                        <a:buSzTx/>
                        <a:buFont typeface="+mj-lt"/>
                        <a:buAutoNum type="arabicPeriod"/>
                        <a:tabLst/>
                        <a:defRPr/>
                      </a:pPr>
                      <a:endParaRPr lang="en-US" sz="80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118745" marR="0" lvl="0" indent="-118745" algn="l" defTabSz="914400" rtl="0" eaLnBrk="1" fontAlgn="auto" latinLnBrk="0" hangingPunct="1">
                        <a:lnSpc>
                          <a:spcPct val="100000"/>
                        </a:lnSpc>
                        <a:spcBef>
                          <a:spcPts val="0"/>
                        </a:spcBef>
                        <a:spcAft>
                          <a:spcPts val="0"/>
                        </a:spcAft>
                        <a:buClrTx/>
                        <a:buSzTx/>
                        <a:buFont typeface="+mj-lt"/>
                        <a:buAutoNum type="arabicPeriod"/>
                        <a:tabLst/>
                        <a:defRPr/>
                      </a:pPr>
                      <a:endParaRPr lang="en-US" sz="80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118745" marR="0" lvl="0" indent="-118745" algn="l" defTabSz="914400" rtl="0" eaLnBrk="1" fontAlgn="auto" latinLnBrk="0" hangingPunct="1">
                        <a:lnSpc>
                          <a:spcPct val="100000"/>
                        </a:lnSpc>
                        <a:spcBef>
                          <a:spcPts val="0"/>
                        </a:spcBef>
                        <a:spcAft>
                          <a:spcPts val="0"/>
                        </a:spcAft>
                        <a:buClrTx/>
                        <a:buSzTx/>
                        <a:buFont typeface="+mj-lt"/>
                        <a:buAutoNum type="arabicPeriod"/>
                        <a:tabLst/>
                        <a:defRPr/>
                      </a:pPr>
                      <a:endParaRPr lang="en-US" sz="800" dirty="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118745" marR="0" lvl="0" indent="-118745" algn="l" defTabSz="914400" rtl="0" eaLnBrk="1" fontAlgn="auto" latinLnBrk="0" hangingPunct="1">
                        <a:lnSpc>
                          <a:spcPct val="100000"/>
                        </a:lnSpc>
                        <a:spcBef>
                          <a:spcPts val="0"/>
                        </a:spcBef>
                        <a:spcAft>
                          <a:spcPts val="0"/>
                        </a:spcAft>
                        <a:buClrTx/>
                        <a:buSzTx/>
                        <a:buFont typeface="+mj-lt"/>
                        <a:buAutoNum type="arabicPeriod"/>
                        <a:tabLst/>
                        <a:defRPr/>
                      </a:pPr>
                      <a:endParaRPr lang="en-US" sz="80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56329919"/>
                  </a:ext>
                </a:extLst>
              </a:tr>
              <a:tr h="0">
                <a:tc>
                  <a:txBody>
                    <a:bodyPr/>
                    <a:lstStyle/>
                    <a:p>
                      <a:pPr lvl="0" algn="l"/>
                      <a:endParaRPr kumimoji="1" lang="en-US" sz="800" b="1" kern="0" dirty="0">
                        <a:solidFill>
                          <a:schemeClr val="tx1"/>
                        </a:solidFill>
                        <a:latin typeface="+mn-lt"/>
                        <a:ea typeface="Verdana"/>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lvl="0" algn="l"/>
                      <a:endParaRPr kumimoji="1" lang="en-US" sz="800" kern="0" dirty="0">
                        <a:solidFill>
                          <a:schemeClr val="tx1"/>
                        </a:solidFill>
                        <a:latin typeface="+mn-lt"/>
                        <a:ea typeface="Verdana"/>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115888" marR="0" lvl="0" indent="-115888" algn="l" defTabSz="914400" rtl="0" eaLnBrk="1" fontAlgn="auto" latinLnBrk="0" hangingPunct="1">
                        <a:lnSpc>
                          <a:spcPct val="100000"/>
                        </a:lnSpc>
                        <a:spcBef>
                          <a:spcPts val="0"/>
                        </a:spcBef>
                        <a:spcAft>
                          <a:spcPts val="0"/>
                        </a:spcAft>
                        <a:buClrTx/>
                        <a:buSzTx/>
                        <a:buFont typeface="+mj-lt"/>
                        <a:buAutoNum type="arabicPeriod"/>
                        <a:tabLst/>
                        <a:defRPr/>
                      </a:pPr>
                      <a:endParaRPr lang="en-US" sz="800" dirty="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115888" marR="0" lvl="0" indent="-115888" algn="l" defTabSz="914400" rtl="0" eaLnBrk="1" fontAlgn="auto" latinLnBrk="0" hangingPunct="1">
                        <a:lnSpc>
                          <a:spcPct val="100000"/>
                        </a:lnSpc>
                        <a:spcBef>
                          <a:spcPts val="0"/>
                        </a:spcBef>
                        <a:spcAft>
                          <a:spcPts val="0"/>
                        </a:spcAft>
                        <a:buClrTx/>
                        <a:buSzTx/>
                        <a:buFont typeface="+mj-lt"/>
                        <a:buAutoNum type="arabicPeriod"/>
                        <a:tabLst/>
                        <a:defRPr/>
                      </a:pPr>
                      <a:endParaRPr lang="en-US" sz="800" dirty="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115888" marR="0" lvl="0" indent="-115888" algn="l" defTabSz="914400" rtl="0" eaLnBrk="1" fontAlgn="auto" latinLnBrk="0" hangingPunct="1">
                        <a:lnSpc>
                          <a:spcPct val="100000"/>
                        </a:lnSpc>
                        <a:spcBef>
                          <a:spcPts val="0"/>
                        </a:spcBef>
                        <a:spcAft>
                          <a:spcPts val="0"/>
                        </a:spcAft>
                        <a:buClrTx/>
                        <a:buSzTx/>
                        <a:buFont typeface="+mj-lt"/>
                        <a:buAutoNum type="arabicPeriod"/>
                        <a:tabLst/>
                        <a:defRPr/>
                      </a:pPr>
                      <a:endParaRPr lang="en-US" sz="800" dirty="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115888" marR="0" lvl="0" indent="-115888" algn="l" defTabSz="914400" rtl="0" eaLnBrk="1" fontAlgn="auto" latinLnBrk="0" hangingPunct="1">
                        <a:lnSpc>
                          <a:spcPct val="100000"/>
                        </a:lnSpc>
                        <a:spcBef>
                          <a:spcPts val="0"/>
                        </a:spcBef>
                        <a:spcAft>
                          <a:spcPts val="0"/>
                        </a:spcAft>
                        <a:buClrTx/>
                        <a:buSzTx/>
                        <a:buFont typeface="+mj-lt"/>
                        <a:buAutoNum type="arabicPeriod"/>
                        <a:tabLst/>
                        <a:defRPr/>
                      </a:pPr>
                      <a:endParaRPr lang="en-US" sz="800" dirty="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82608691"/>
                  </a:ext>
                </a:extLst>
              </a:tr>
            </a:tbl>
          </a:graphicData>
        </a:graphic>
      </p:graphicFrame>
      <p:sp>
        <p:nvSpPr>
          <p:cNvPr id="4" name="Rectangle 3">
            <a:extLst>
              <a:ext uri="{FF2B5EF4-FFF2-40B4-BE49-F238E27FC236}">
                <a16:creationId xmlns:a16="http://schemas.microsoft.com/office/drawing/2014/main" id="{7A2AE13A-A709-4A60-954C-8E1FF0340799}"/>
              </a:ext>
            </a:extLst>
          </p:cNvPr>
          <p:cNvSpPr/>
          <p:nvPr/>
        </p:nvSpPr>
        <p:spPr>
          <a:xfrm>
            <a:off x="317961" y="1322271"/>
            <a:ext cx="11554051" cy="792757"/>
          </a:xfrm>
          <a:prstGeom prst="rect">
            <a:avLst/>
          </a:prstGeom>
          <a:noFill/>
          <a:ln w="19050" cap="rnd" cmpd="sng" algn="ctr">
            <a:solidFill>
              <a:schemeClr val="bg1">
                <a:lumMod val="50000"/>
              </a:schemeClr>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b="1" dirty="0">
                <a:solidFill>
                  <a:schemeClr val="tx1"/>
                </a:solidFill>
              </a:rPr>
              <a:t>Program Milestones</a:t>
            </a:r>
            <a:r>
              <a:rPr lang="en-US" sz="800" b="1" baseline="30000" dirty="0">
                <a:solidFill>
                  <a:schemeClr val="tx1"/>
                </a:solidFill>
              </a:rPr>
              <a:t>1</a:t>
            </a:r>
            <a:endParaRPr lang="en-US" sz="800" b="1" dirty="0">
              <a:solidFill>
                <a:schemeClr val="tx1"/>
              </a:solidFill>
            </a:endParaRPr>
          </a:p>
        </p:txBody>
      </p:sp>
      <p:sp>
        <p:nvSpPr>
          <p:cNvPr id="27" name="Rectangle 26">
            <a:extLst>
              <a:ext uri="{FF2B5EF4-FFF2-40B4-BE49-F238E27FC236}">
                <a16:creationId xmlns:a16="http://schemas.microsoft.com/office/drawing/2014/main" id="{6EEC3D0E-8686-4BD3-91FE-1C468AC47489}"/>
              </a:ext>
            </a:extLst>
          </p:cNvPr>
          <p:cNvSpPr/>
          <p:nvPr/>
        </p:nvSpPr>
        <p:spPr>
          <a:xfrm>
            <a:off x="317962" y="2198283"/>
            <a:ext cx="2521034" cy="2584927"/>
          </a:xfrm>
          <a:prstGeom prst="rect">
            <a:avLst/>
          </a:prstGeom>
          <a:noFill/>
          <a:ln w="19050" cap="rnd" cmpd="sng" algn="ctr">
            <a:solidFill>
              <a:schemeClr val="bg1">
                <a:lumMod val="50000"/>
              </a:schemeClr>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200"/>
              </a:spcBef>
              <a:spcAft>
                <a:spcPts val="900"/>
              </a:spcAft>
            </a:pPr>
            <a:r>
              <a:rPr lang="en-US" sz="800" b="1" dirty="0">
                <a:solidFill>
                  <a:schemeClr val="tx1"/>
                </a:solidFill>
              </a:rPr>
              <a:t>Executive Summary</a:t>
            </a:r>
          </a:p>
          <a:p>
            <a:pPr marL="171450" indent="-171450">
              <a:spcBef>
                <a:spcPts val="200"/>
              </a:spcBef>
              <a:spcAft>
                <a:spcPts val="900"/>
              </a:spcAft>
              <a:buFont typeface="Wingdings" panose="05000000000000000000" pitchFamily="2" charset="2"/>
              <a:buChar char="v"/>
            </a:pPr>
            <a:r>
              <a:rPr lang="en-US" sz="800" dirty="0">
                <a:solidFill>
                  <a:schemeClr val="tx1"/>
                </a:solidFill>
              </a:rPr>
              <a:t>Nepal Electricity Authority (NEA) had signed an agreement with M/s </a:t>
            </a:r>
            <a:r>
              <a:rPr lang="en-US" sz="800" dirty="0" err="1">
                <a:solidFill>
                  <a:schemeClr val="tx1"/>
                </a:solidFill>
              </a:rPr>
              <a:t>LongShine</a:t>
            </a:r>
            <a:r>
              <a:rPr lang="en-US" sz="800" dirty="0">
                <a:solidFill>
                  <a:schemeClr val="tx1"/>
                </a:solidFill>
              </a:rPr>
              <a:t> on 9</a:t>
            </a:r>
            <a:r>
              <a:rPr lang="en-US" sz="800" baseline="30000" dirty="0">
                <a:solidFill>
                  <a:schemeClr val="tx1"/>
                </a:solidFill>
              </a:rPr>
              <a:t>th</a:t>
            </a:r>
            <a:r>
              <a:rPr lang="en-US" sz="800" dirty="0">
                <a:solidFill>
                  <a:schemeClr val="tx1"/>
                </a:solidFill>
              </a:rPr>
              <a:t> January 2023 for implementing RMS for consumers of Nepal</a:t>
            </a:r>
          </a:p>
          <a:p>
            <a:pPr marL="171450" indent="-171450">
              <a:spcBef>
                <a:spcPts val="200"/>
              </a:spcBef>
              <a:spcAft>
                <a:spcPts val="900"/>
              </a:spcAft>
              <a:buFont typeface="Wingdings" panose="05000000000000000000" pitchFamily="2" charset="2"/>
              <a:buChar char="v"/>
            </a:pPr>
            <a:r>
              <a:rPr lang="en-US" sz="800" dirty="0">
                <a:solidFill>
                  <a:schemeClr val="tx1"/>
                </a:solidFill>
              </a:rPr>
              <a:t>The total period of the contract is 6.5 years (1.5 Year of implementation period and Facility Management Services (FMS) support for 5 Years)</a:t>
            </a:r>
          </a:p>
          <a:p>
            <a:pPr marL="171450" indent="-171450">
              <a:spcBef>
                <a:spcPts val="200"/>
              </a:spcBef>
              <a:spcAft>
                <a:spcPts val="900"/>
              </a:spcAft>
              <a:buFont typeface="Wingdings" panose="05000000000000000000" pitchFamily="2" charset="2"/>
              <a:buChar char="v"/>
            </a:pPr>
            <a:r>
              <a:rPr lang="en-US" sz="800" dirty="0">
                <a:solidFill>
                  <a:schemeClr val="tx1"/>
                </a:solidFill>
              </a:rPr>
              <a:t>The project kick-off happened on 10th  March 2023 and M/s. </a:t>
            </a:r>
            <a:r>
              <a:rPr lang="en-US" sz="800" dirty="0" err="1">
                <a:solidFill>
                  <a:schemeClr val="tx1"/>
                </a:solidFill>
              </a:rPr>
              <a:t>LongShine</a:t>
            </a:r>
            <a:r>
              <a:rPr lang="en-US" sz="800" dirty="0">
                <a:solidFill>
                  <a:schemeClr val="tx1"/>
                </a:solidFill>
              </a:rPr>
              <a:t> had commenced their work on 12</a:t>
            </a:r>
            <a:r>
              <a:rPr lang="en-US" sz="800" baseline="30000" dirty="0">
                <a:solidFill>
                  <a:schemeClr val="tx1"/>
                </a:solidFill>
              </a:rPr>
              <a:t>th</a:t>
            </a:r>
            <a:r>
              <a:rPr lang="en-US" sz="800" dirty="0">
                <a:solidFill>
                  <a:schemeClr val="tx1"/>
                </a:solidFill>
              </a:rPr>
              <a:t> March 2023</a:t>
            </a:r>
          </a:p>
          <a:p>
            <a:pPr marL="171450" indent="-171450">
              <a:spcBef>
                <a:spcPts val="200"/>
              </a:spcBef>
              <a:spcAft>
                <a:spcPts val="900"/>
              </a:spcAft>
              <a:buFont typeface="Wingdings" panose="05000000000000000000" pitchFamily="2" charset="2"/>
              <a:buChar char="v"/>
            </a:pPr>
            <a:endParaRPr lang="en-US" sz="800" b="1" dirty="0">
              <a:solidFill>
                <a:schemeClr val="tx1"/>
              </a:solidFill>
            </a:endParaRPr>
          </a:p>
        </p:txBody>
      </p:sp>
      <p:sp>
        <p:nvSpPr>
          <p:cNvPr id="30" name="Rectangle 29">
            <a:extLst>
              <a:ext uri="{FF2B5EF4-FFF2-40B4-BE49-F238E27FC236}">
                <a16:creationId xmlns:a16="http://schemas.microsoft.com/office/drawing/2014/main" id="{E4FB3B42-B566-44AB-A489-E48FF06B5544}"/>
              </a:ext>
            </a:extLst>
          </p:cNvPr>
          <p:cNvSpPr/>
          <p:nvPr/>
        </p:nvSpPr>
        <p:spPr>
          <a:xfrm>
            <a:off x="3008521" y="2198283"/>
            <a:ext cx="2828119" cy="2584927"/>
          </a:xfrm>
          <a:prstGeom prst="rect">
            <a:avLst/>
          </a:prstGeom>
          <a:noFill/>
          <a:ln w="19050" cap="rnd" cmpd="sng" algn="ctr">
            <a:solidFill>
              <a:schemeClr val="bg1">
                <a:lumMod val="50000"/>
              </a:schemeClr>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800" b="1" dirty="0">
                <a:solidFill>
                  <a:schemeClr val="tx1"/>
                </a:solidFill>
              </a:rPr>
              <a:t>Next 4 Week Milestones</a:t>
            </a:r>
          </a:p>
        </p:txBody>
      </p:sp>
      <p:graphicFrame>
        <p:nvGraphicFramePr>
          <p:cNvPr id="8" name="Table 8">
            <a:extLst>
              <a:ext uri="{FF2B5EF4-FFF2-40B4-BE49-F238E27FC236}">
                <a16:creationId xmlns:a16="http://schemas.microsoft.com/office/drawing/2014/main" id="{B8C75C6E-7B36-4ACF-8B8F-7B05EF2BAE60}"/>
              </a:ext>
            </a:extLst>
          </p:cNvPr>
          <p:cNvGraphicFramePr>
            <a:graphicFrameLocks noGrp="1"/>
          </p:cNvGraphicFramePr>
          <p:nvPr>
            <p:extLst>
              <p:ext uri="{D42A27DB-BD31-4B8C-83A1-F6EECF244321}">
                <p14:modId xmlns:p14="http://schemas.microsoft.com/office/powerpoint/2010/main" val="4165897376"/>
              </p:ext>
            </p:extLst>
          </p:nvPr>
        </p:nvGraphicFramePr>
        <p:xfrm>
          <a:off x="337210" y="1506043"/>
          <a:ext cx="11509434" cy="160698"/>
        </p:xfrm>
        <a:graphic>
          <a:graphicData uri="http://schemas.openxmlformats.org/drawingml/2006/table">
            <a:tbl>
              <a:tblPr firstRow="1" bandRow="1">
                <a:tableStyleId>{5C22544A-7EE6-4342-B048-85BDC9FD1C3A}</a:tableStyleId>
              </a:tblPr>
              <a:tblGrid>
                <a:gridCol w="639413">
                  <a:extLst>
                    <a:ext uri="{9D8B030D-6E8A-4147-A177-3AD203B41FA5}">
                      <a16:colId xmlns:a16="http://schemas.microsoft.com/office/drawing/2014/main" val="115659082"/>
                    </a:ext>
                  </a:extLst>
                </a:gridCol>
                <a:gridCol w="639413">
                  <a:extLst>
                    <a:ext uri="{9D8B030D-6E8A-4147-A177-3AD203B41FA5}">
                      <a16:colId xmlns:a16="http://schemas.microsoft.com/office/drawing/2014/main" val="3213454393"/>
                    </a:ext>
                  </a:extLst>
                </a:gridCol>
                <a:gridCol w="639413">
                  <a:extLst>
                    <a:ext uri="{9D8B030D-6E8A-4147-A177-3AD203B41FA5}">
                      <a16:colId xmlns:a16="http://schemas.microsoft.com/office/drawing/2014/main" val="3488216889"/>
                    </a:ext>
                  </a:extLst>
                </a:gridCol>
                <a:gridCol w="639413">
                  <a:extLst>
                    <a:ext uri="{9D8B030D-6E8A-4147-A177-3AD203B41FA5}">
                      <a16:colId xmlns:a16="http://schemas.microsoft.com/office/drawing/2014/main" val="240903002"/>
                    </a:ext>
                  </a:extLst>
                </a:gridCol>
                <a:gridCol w="639413">
                  <a:extLst>
                    <a:ext uri="{9D8B030D-6E8A-4147-A177-3AD203B41FA5}">
                      <a16:colId xmlns:a16="http://schemas.microsoft.com/office/drawing/2014/main" val="2438075083"/>
                    </a:ext>
                  </a:extLst>
                </a:gridCol>
                <a:gridCol w="639413">
                  <a:extLst>
                    <a:ext uri="{9D8B030D-6E8A-4147-A177-3AD203B41FA5}">
                      <a16:colId xmlns:a16="http://schemas.microsoft.com/office/drawing/2014/main" val="3519384838"/>
                    </a:ext>
                  </a:extLst>
                </a:gridCol>
                <a:gridCol w="639413">
                  <a:extLst>
                    <a:ext uri="{9D8B030D-6E8A-4147-A177-3AD203B41FA5}">
                      <a16:colId xmlns:a16="http://schemas.microsoft.com/office/drawing/2014/main" val="171229980"/>
                    </a:ext>
                  </a:extLst>
                </a:gridCol>
                <a:gridCol w="639413">
                  <a:extLst>
                    <a:ext uri="{9D8B030D-6E8A-4147-A177-3AD203B41FA5}">
                      <a16:colId xmlns:a16="http://schemas.microsoft.com/office/drawing/2014/main" val="220648904"/>
                    </a:ext>
                  </a:extLst>
                </a:gridCol>
                <a:gridCol w="639413">
                  <a:extLst>
                    <a:ext uri="{9D8B030D-6E8A-4147-A177-3AD203B41FA5}">
                      <a16:colId xmlns:a16="http://schemas.microsoft.com/office/drawing/2014/main" val="3443949237"/>
                    </a:ext>
                  </a:extLst>
                </a:gridCol>
                <a:gridCol w="639413">
                  <a:extLst>
                    <a:ext uri="{9D8B030D-6E8A-4147-A177-3AD203B41FA5}">
                      <a16:colId xmlns:a16="http://schemas.microsoft.com/office/drawing/2014/main" val="809323578"/>
                    </a:ext>
                  </a:extLst>
                </a:gridCol>
                <a:gridCol w="639413">
                  <a:extLst>
                    <a:ext uri="{9D8B030D-6E8A-4147-A177-3AD203B41FA5}">
                      <a16:colId xmlns:a16="http://schemas.microsoft.com/office/drawing/2014/main" val="1567014023"/>
                    </a:ext>
                  </a:extLst>
                </a:gridCol>
                <a:gridCol w="639413">
                  <a:extLst>
                    <a:ext uri="{9D8B030D-6E8A-4147-A177-3AD203B41FA5}">
                      <a16:colId xmlns:a16="http://schemas.microsoft.com/office/drawing/2014/main" val="1532679886"/>
                    </a:ext>
                  </a:extLst>
                </a:gridCol>
                <a:gridCol w="639413">
                  <a:extLst>
                    <a:ext uri="{9D8B030D-6E8A-4147-A177-3AD203B41FA5}">
                      <a16:colId xmlns:a16="http://schemas.microsoft.com/office/drawing/2014/main" val="3633150825"/>
                    </a:ext>
                  </a:extLst>
                </a:gridCol>
                <a:gridCol w="639413">
                  <a:extLst>
                    <a:ext uri="{9D8B030D-6E8A-4147-A177-3AD203B41FA5}">
                      <a16:colId xmlns:a16="http://schemas.microsoft.com/office/drawing/2014/main" val="1631680894"/>
                    </a:ext>
                  </a:extLst>
                </a:gridCol>
                <a:gridCol w="639413">
                  <a:extLst>
                    <a:ext uri="{9D8B030D-6E8A-4147-A177-3AD203B41FA5}">
                      <a16:colId xmlns:a16="http://schemas.microsoft.com/office/drawing/2014/main" val="887700333"/>
                    </a:ext>
                  </a:extLst>
                </a:gridCol>
                <a:gridCol w="639413">
                  <a:extLst>
                    <a:ext uri="{9D8B030D-6E8A-4147-A177-3AD203B41FA5}">
                      <a16:colId xmlns:a16="http://schemas.microsoft.com/office/drawing/2014/main" val="697234051"/>
                    </a:ext>
                  </a:extLst>
                </a:gridCol>
                <a:gridCol w="639413">
                  <a:extLst>
                    <a:ext uri="{9D8B030D-6E8A-4147-A177-3AD203B41FA5}">
                      <a16:colId xmlns:a16="http://schemas.microsoft.com/office/drawing/2014/main" val="1023900294"/>
                    </a:ext>
                  </a:extLst>
                </a:gridCol>
                <a:gridCol w="639413">
                  <a:extLst>
                    <a:ext uri="{9D8B030D-6E8A-4147-A177-3AD203B41FA5}">
                      <a16:colId xmlns:a16="http://schemas.microsoft.com/office/drawing/2014/main" val="3356810982"/>
                    </a:ext>
                  </a:extLst>
                </a:gridCol>
              </a:tblGrid>
              <a:tr h="157272">
                <a:tc>
                  <a:txBody>
                    <a:bodyPr/>
                    <a:lstStyle/>
                    <a:p>
                      <a:pPr algn="ctr"/>
                      <a:r>
                        <a:rPr lang="en-US" sz="800" dirty="0">
                          <a:solidFill>
                            <a:schemeClr val="tx1"/>
                          </a:solidFill>
                        </a:rPr>
                        <a:t>Mar 23</a:t>
                      </a:r>
                    </a:p>
                  </a:txBody>
                  <a:tcPr marL="111748" marR="111748" marT="19389" marB="19389" anchor="ctr">
                    <a:solidFill>
                      <a:schemeClr val="bg1">
                        <a:lumMod val="85000"/>
                      </a:schemeClr>
                    </a:solidFill>
                  </a:tcPr>
                </a:tc>
                <a:tc>
                  <a:txBody>
                    <a:bodyPr/>
                    <a:lstStyle/>
                    <a:p>
                      <a:pPr algn="ctr"/>
                      <a:r>
                        <a:rPr lang="en-US" sz="800" dirty="0">
                          <a:solidFill>
                            <a:schemeClr val="tx1"/>
                          </a:solidFill>
                        </a:rPr>
                        <a:t>Apr 23</a:t>
                      </a:r>
                    </a:p>
                  </a:txBody>
                  <a:tcPr marL="111748" marR="111748" marT="19389" marB="19389" anchor="ctr">
                    <a:solidFill>
                      <a:schemeClr val="bg1">
                        <a:lumMod val="85000"/>
                      </a:schemeClr>
                    </a:solidFill>
                  </a:tcPr>
                </a:tc>
                <a:tc>
                  <a:txBody>
                    <a:bodyPr/>
                    <a:lstStyle/>
                    <a:p>
                      <a:pPr algn="ctr"/>
                      <a:r>
                        <a:rPr lang="en-US" sz="800" dirty="0">
                          <a:solidFill>
                            <a:schemeClr val="tx1"/>
                          </a:solidFill>
                        </a:rPr>
                        <a:t>May 23</a:t>
                      </a:r>
                    </a:p>
                  </a:txBody>
                  <a:tcPr marL="111748" marR="111748" marT="19389" marB="19389" anchor="ctr">
                    <a:solidFill>
                      <a:schemeClr val="bg1">
                        <a:lumMod val="85000"/>
                      </a:schemeClr>
                    </a:solidFill>
                  </a:tcPr>
                </a:tc>
                <a:tc>
                  <a:txBody>
                    <a:bodyPr/>
                    <a:lstStyle/>
                    <a:p>
                      <a:pPr algn="ctr"/>
                      <a:r>
                        <a:rPr lang="en-US" sz="800" dirty="0">
                          <a:solidFill>
                            <a:schemeClr val="tx1"/>
                          </a:solidFill>
                        </a:rPr>
                        <a:t>Jun 23</a:t>
                      </a:r>
                    </a:p>
                  </a:txBody>
                  <a:tcPr marL="111748" marR="111748" marT="19389" marB="19389" anchor="ctr">
                    <a:solidFill>
                      <a:schemeClr val="bg1">
                        <a:lumMod val="85000"/>
                      </a:schemeClr>
                    </a:solidFill>
                  </a:tcPr>
                </a:tc>
                <a:tc>
                  <a:txBody>
                    <a:bodyPr/>
                    <a:lstStyle/>
                    <a:p>
                      <a:pPr algn="ctr"/>
                      <a:r>
                        <a:rPr lang="en-US" sz="800" dirty="0">
                          <a:solidFill>
                            <a:schemeClr val="tx1"/>
                          </a:solidFill>
                        </a:rPr>
                        <a:t>July 23</a:t>
                      </a:r>
                    </a:p>
                  </a:txBody>
                  <a:tcPr marL="111748" marR="111748" marT="19389" marB="19389" anchor="ctr">
                    <a:solidFill>
                      <a:schemeClr val="bg1">
                        <a:lumMod val="85000"/>
                      </a:schemeClr>
                    </a:solidFill>
                  </a:tcPr>
                </a:tc>
                <a:tc>
                  <a:txBody>
                    <a:bodyPr/>
                    <a:lstStyle/>
                    <a:p>
                      <a:pPr algn="ctr"/>
                      <a:r>
                        <a:rPr lang="en-US" sz="800" dirty="0">
                          <a:solidFill>
                            <a:schemeClr val="tx1"/>
                          </a:solidFill>
                        </a:rPr>
                        <a:t>Aug 23</a:t>
                      </a:r>
                    </a:p>
                  </a:txBody>
                  <a:tcPr marL="111748" marR="111748" marT="19389" marB="19389" anchor="ctr">
                    <a:solidFill>
                      <a:schemeClr val="bg1">
                        <a:lumMod val="85000"/>
                      </a:schemeClr>
                    </a:solidFill>
                  </a:tcPr>
                </a:tc>
                <a:tc>
                  <a:txBody>
                    <a:bodyPr/>
                    <a:lstStyle/>
                    <a:p>
                      <a:pPr algn="ctr"/>
                      <a:r>
                        <a:rPr lang="en-US" sz="800" dirty="0">
                          <a:solidFill>
                            <a:schemeClr val="tx1"/>
                          </a:solidFill>
                        </a:rPr>
                        <a:t>Sep 23</a:t>
                      </a:r>
                    </a:p>
                  </a:txBody>
                  <a:tcPr marL="111748" marR="111748" marT="19389" marB="19389" anchor="ctr">
                    <a:solidFill>
                      <a:schemeClr val="bg1">
                        <a:lumMod val="85000"/>
                      </a:schemeClr>
                    </a:solidFill>
                  </a:tcPr>
                </a:tc>
                <a:tc>
                  <a:txBody>
                    <a:bodyPr/>
                    <a:lstStyle/>
                    <a:p>
                      <a:pPr algn="ctr"/>
                      <a:r>
                        <a:rPr lang="en-US" sz="800" dirty="0">
                          <a:solidFill>
                            <a:schemeClr val="tx1"/>
                          </a:solidFill>
                        </a:rPr>
                        <a:t>Oct 23</a:t>
                      </a:r>
                    </a:p>
                  </a:txBody>
                  <a:tcPr marL="111748" marR="111748" marT="19389" marB="19389" anchor="ctr">
                    <a:solidFill>
                      <a:schemeClr val="bg1">
                        <a:lumMod val="85000"/>
                      </a:schemeClr>
                    </a:solidFill>
                  </a:tcPr>
                </a:tc>
                <a:tc>
                  <a:txBody>
                    <a:bodyPr/>
                    <a:lstStyle/>
                    <a:p>
                      <a:pPr algn="ctr"/>
                      <a:r>
                        <a:rPr lang="en-US" sz="800" dirty="0">
                          <a:solidFill>
                            <a:schemeClr val="tx1"/>
                          </a:solidFill>
                        </a:rPr>
                        <a:t>Nov 23</a:t>
                      </a:r>
                    </a:p>
                  </a:txBody>
                  <a:tcPr marL="111748" marR="111748" marT="19389" marB="19389" anchor="ctr">
                    <a:solidFill>
                      <a:schemeClr val="bg1">
                        <a:lumMod val="85000"/>
                      </a:schemeClr>
                    </a:solidFill>
                  </a:tcPr>
                </a:tc>
                <a:tc>
                  <a:txBody>
                    <a:bodyPr/>
                    <a:lstStyle/>
                    <a:p>
                      <a:pPr algn="ctr"/>
                      <a:r>
                        <a:rPr lang="en-US" sz="800" dirty="0">
                          <a:solidFill>
                            <a:schemeClr val="tx1"/>
                          </a:solidFill>
                        </a:rPr>
                        <a:t>Dec 23</a:t>
                      </a:r>
                    </a:p>
                  </a:txBody>
                  <a:tcPr marL="111748" marR="111748" marT="19389" marB="19389" anchor="ctr">
                    <a:solidFill>
                      <a:schemeClr val="bg1">
                        <a:lumMod val="85000"/>
                      </a:schemeClr>
                    </a:solidFill>
                  </a:tcPr>
                </a:tc>
                <a:tc>
                  <a:txBody>
                    <a:bodyPr/>
                    <a:lstStyle/>
                    <a:p>
                      <a:pPr algn="ctr"/>
                      <a:r>
                        <a:rPr lang="en-US" sz="800" dirty="0">
                          <a:solidFill>
                            <a:schemeClr val="tx1"/>
                          </a:solidFill>
                        </a:rPr>
                        <a:t>Jan 24</a:t>
                      </a:r>
                    </a:p>
                  </a:txBody>
                  <a:tcPr marL="111748" marR="111748" marT="19389" marB="19389" anchor="ctr">
                    <a:solidFill>
                      <a:schemeClr val="bg1">
                        <a:lumMod val="85000"/>
                      </a:schemeClr>
                    </a:solidFill>
                  </a:tcPr>
                </a:tc>
                <a:tc>
                  <a:txBody>
                    <a:bodyPr/>
                    <a:lstStyle/>
                    <a:p>
                      <a:pPr algn="ctr"/>
                      <a:r>
                        <a:rPr lang="en-US" sz="800" dirty="0">
                          <a:solidFill>
                            <a:schemeClr val="tx1"/>
                          </a:solidFill>
                        </a:rPr>
                        <a:t>Feb 24</a:t>
                      </a:r>
                    </a:p>
                  </a:txBody>
                  <a:tcPr marL="111748" marR="111748" marT="19389" marB="19389" anchor="ctr">
                    <a:solidFill>
                      <a:schemeClr val="bg1">
                        <a:lumMod val="85000"/>
                      </a:schemeClr>
                    </a:solidFill>
                  </a:tcPr>
                </a:tc>
                <a:tc>
                  <a:txBody>
                    <a:bodyPr/>
                    <a:lstStyle/>
                    <a:p>
                      <a:pPr algn="ctr"/>
                      <a:r>
                        <a:rPr lang="en-US" sz="800" dirty="0">
                          <a:solidFill>
                            <a:schemeClr val="tx1"/>
                          </a:solidFill>
                        </a:rPr>
                        <a:t>Mar 24</a:t>
                      </a:r>
                    </a:p>
                  </a:txBody>
                  <a:tcPr marL="111748" marR="111748" marT="19389" marB="19389" anchor="ctr">
                    <a:solidFill>
                      <a:schemeClr val="bg1">
                        <a:lumMod val="85000"/>
                      </a:schemeClr>
                    </a:solidFill>
                  </a:tcPr>
                </a:tc>
                <a:tc>
                  <a:txBody>
                    <a:bodyPr/>
                    <a:lstStyle/>
                    <a:p>
                      <a:pPr algn="ctr"/>
                      <a:r>
                        <a:rPr lang="en-US" sz="800" dirty="0">
                          <a:solidFill>
                            <a:schemeClr val="tx1"/>
                          </a:solidFill>
                        </a:rPr>
                        <a:t>Apr 24</a:t>
                      </a:r>
                    </a:p>
                  </a:txBody>
                  <a:tcPr marL="111748" marR="111748" marT="19389" marB="19389" anchor="ctr">
                    <a:solidFill>
                      <a:schemeClr val="bg1">
                        <a:lumMod val="85000"/>
                      </a:schemeClr>
                    </a:solidFill>
                  </a:tcPr>
                </a:tc>
                <a:tc>
                  <a:txBody>
                    <a:bodyPr/>
                    <a:lstStyle/>
                    <a:p>
                      <a:pPr algn="ctr"/>
                      <a:r>
                        <a:rPr lang="en-US" sz="800" dirty="0">
                          <a:solidFill>
                            <a:schemeClr val="tx1"/>
                          </a:solidFill>
                        </a:rPr>
                        <a:t>May 24</a:t>
                      </a:r>
                    </a:p>
                  </a:txBody>
                  <a:tcPr marL="111748" marR="111748" marT="19389" marB="19389" anchor="ctr">
                    <a:solidFill>
                      <a:schemeClr val="bg1">
                        <a:lumMod val="85000"/>
                      </a:schemeClr>
                    </a:solidFill>
                  </a:tcPr>
                </a:tc>
                <a:tc>
                  <a:txBody>
                    <a:bodyPr/>
                    <a:lstStyle/>
                    <a:p>
                      <a:pPr algn="ctr"/>
                      <a:r>
                        <a:rPr lang="en-US" sz="800" dirty="0">
                          <a:solidFill>
                            <a:schemeClr val="tx1"/>
                          </a:solidFill>
                        </a:rPr>
                        <a:t>Jun 24</a:t>
                      </a:r>
                    </a:p>
                  </a:txBody>
                  <a:tcPr marL="111748" marR="111748" marT="19389" marB="19389" anchor="ctr">
                    <a:solidFill>
                      <a:schemeClr val="bg1">
                        <a:lumMod val="85000"/>
                      </a:schemeClr>
                    </a:solidFill>
                  </a:tcPr>
                </a:tc>
                <a:tc>
                  <a:txBody>
                    <a:bodyPr/>
                    <a:lstStyle/>
                    <a:p>
                      <a:pPr algn="ctr"/>
                      <a:r>
                        <a:rPr lang="en-US" sz="800" dirty="0">
                          <a:solidFill>
                            <a:schemeClr val="tx1"/>
                          </a:solidFill>
                        </a:rPr>
                        <a:t>Jul 24</a:t>
                      </a:r>
                    </a:p>
                  </a:txBody>
                  <a:tcPr marL="111748" marR="111748" marT="19389" marB="19389" anchor="ctr">
                    <a:solidFill>
                      <a:schemeClr val="bg1">
                        <a:lumMod val="85000"/>
                      </a:schemeClr>
                    </a:solidFill>
                  </a:tcPr>
                </a:tc>
                <a:tc>
                  <a:txBody>
                    <a:bodyPr/>
                    <a:lstStyle/>
                    <a:p>
                      <a:pPr algn="ctr"/>
                      <a:r>
                        <a:rPr lang="en-US" sz="800" dirty="0">
                          <a:solidFill>
                            <a:schemeClr val="tx1"/>
                          </a:solidFill>
                        </a:rPr>
                        <a:t>Aug 24</a:t>
                      </a:r>
                    </a:p>
                  </a:txBody>
                  <a:tcPr marL="111748" marR="111748" marT="19389" marB="19389" anchor="ctr">
                    <a:solidFill>
                      <a:schemeClr val="bg1">
                        <a:lumMod val="85000"/>
                      </a:schemeClr>
                    </a:solidFill>
                  </a:tcPr>
                </a:tc>
                <a:extLst>
                  <a:ext uri="{0D108BD9-81ED-4DB2-BD59-A6C34878D82A}">
                    <a16:rowId xmlns:a16="http://schemas.microsoft.com/office/drawing/2014/main" val="4125006761"/>
                  </a:ext>
                </a:extLst>
              </a:tr>
            </a:tbl>
          </a:graphicData>
        </a:graphic>
      </p:graphicFrame>
      <p:graphicFrame>
        <p:nvGraphicFramePr>
          <p:cNvPr id="185" name="Table 184">
            <a:extLst>
              <a:ext uri="{FF2B5EF4-FFF2-40B4-BE49-F238E27FC236}">
                <a16:creationId xmlns:a16="http://schemas.microsoft.com/office/drawing/2014/main" id="{DF2C4460-A855-4B7B-BA72-BA71FA3F34AA}"/>
              </a:ext>
            </a:extLst>
          </p:cNvPr>
          <p:cNvGraphicFramePr>
            <a:graphicFrameLocks noGrp="1"/>
          </p:cNvGraphicFramePr>
          <p:nvPr>
            <p:extLst>
              <p:ext uri="{D42A27DB-BD31-4B8C-83A1-F6EECF244321}">
                <p14:modId xmlns:p14="http://schemas.microsoft.com/office/powerpoint/2010/main" val="699061028"/>
              </p:ext>
            </p:extLst>
          </p:nvPr>
        </p:nvGraphicFramePr>
        <p:xfrm>
          <a:off x="3140083" y="2421218"/>
          <a:ext cx="2596573" cy="2206659"/>
        </p:xfrm>
        <a:graphic>
          <a:graphicData uri="http://schemas.openxmlformats.org/drawingml/2006/table">
            <a:tbl>
              <a:tblPr firstRow="1" bandRow="1">
                <a:tableStyleId>{9D7B26C5-4107-4FEC-AEDC-1716B250A1EF}</a:tableStyleId>
              </a:tblPr>
              <a:tblGrid>
                <a:gridCol w="267260">
                  <a:extLst>
                    <a:ext uri="{9D8B030D-6E8A-4147-A177-3AD203B41FA5}">
                      <a16:colId xmlns:a16="http://schemas.microsoft.com/office/drawing/2014/main" val="2855608646"/>
                    </a:ext>
                  </a:extLst>
                </a:gridCol>
                <a:gridCol w="1126557">
                  <a:extLst>
                    <a:ext uri="{9D8B030D-6E8A-4147-A177-3AD203B41FA5}">
                      <a16:colId xmlns:a16="http://schemas.microsoft.com/office/drawing/2014/main" val="526834761"/>
                    </a:ext>
                  </a:extLst>
                </a:gridCol>
                <a:gridCol w="721494">
                  <a:extLst>
                    <a:ext uri="{9D8B030D-6E8A-4147-A177-3AD203B41FA5}">
                      <a16:colId xmlns:a16="http://schemas.microsoft.com/office/drawing/2014/main" val="1794941261"/>
                    </a:ext>
                  </a:extLst>
                </a:gridCol>
                <a:gridCol w="481262">
                  <a:extLst>
                    <a:ext uri="{9D8B030D-6E8A-4147-A177-3AD203B41FA5}">
                      <a16:colId xmlns:a16="http://schemas.microsoft.com/office/drawing/2014/main" val="4064137924"/>
                    </a:ext>
                  </a:extLst>
                </a:gridCol>
              </a:tblGrid>
              <a:tr h="315237">
                <a:tc>
                  <a:txBody>
                    <a:bodyPr/>
                    <a:lstStyle/>
                    <a:p>
                      <a:pPr marL="55245" marR="0" lvl="0" indent="0" algn="l" defTabSz="914400" rtl="0" eaLnBrk="1" fontAlgn="auto" latinLnBrk="0" hangingPunct="1">
                        <a:lnSpc>
                          <a:spcPct val="100000"/>
                        </a:lnSpc>
                        <a:spcBef>
                          <a:spcPct val="0"/>
                        </a:spcBef>
                        <a:spcAft>
                          <a:spcPts val="0"/>
                        </a:spcAft>
                        <a:buClr>
                          <a:srgbClr val="000000"/>
                        </a:buClr>
                        <a:buSzTx/>
                        <a:buFont typeface="Wingdings" panose="05000000000000000000" pitchFamily="2" charset="2"/>
                        <a:buNone/>
                        <a:tabLst/>
                        <a:defRPr/>
                      </a:pPr>
                      <a:r>
                        <a:rPr kumimoji="0" lang="en-US" sz="800" b="1" i="0" u="none" strike="noStrike" kern="0" cap="none" spc="0" normalizeH="0" baseline="0" noProof="0" dirty="0">
                          <a:ln>
                            <a:noFill/>
                          </a:ln>
                          <a:solidFill>
                            <a:schemeClr val="tx1"/>
                          </a:solidFill>
                          <a:effectLst/>
                          <a:uLnTx/>
                          <a:uFillTx/>
                          <a:latin typeface="+mn-lt"/>
                          <a:ea typeface="Verdana"/>
                          <a:cs typeface="Calibri"/>
                        </a:rPr>
                        <a:t>#</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55245" marR="0" lvl="0" indent="0" algn="l" defTabSz="914400" rtl="0" eaLnBrk="1" fontAlgn="auto" latinLnBrk="0" hangingPunct="1">
                        <a:lnSpc>
                          <a:spcPct val="100000"/>
                        </a:lnSpc>
                        <a:spcBef>
                          <a:spcPct val="0"/>
                        </a:spcBef>
                        <a:spcAft>
                          <a:spcPts val="0"/>
                        </a:spcAft>
                        <a:buClr>
                          <a:srgbClr val="000000"/>
                        </a:buClr>
                        <a:buSzTx/>
                        <a:buFont typeface="Wingdings" panose="05000000000000000000" pitchFamily="2" charset="2"/>
                        <a:buNone/>
                        <a:tabLst/>
                        <a:defRPr/>
                      </a:pPr>
                      <a:r>
                        <a:rPr kumimoji="0" lang="en-US" sz="800" b="1" i="0" u="none" strike="noStrike" kern="0" cap="none" spc="0" normalizeH="0" baseline="0" noProof="0" dirty="0">
                          <a:ln>
                            <a:noFill/>
                          </a:ln>
                          <a:solidFill>
                            <a:schemeClr val="tx1"/>
                          </a:solidFill>
                          <a:effectLst/>
                          <a:uLnTx/>
                          <a:uFillTx/>
                          <a:latin typeface="+mn-lt"/>
                          <a:ea typeface="Verdana"/>
                          <a:cs typeface="Calibri"/>
                        </a:rPr>
                        <a:t>Milestone</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55245" marR="0" lvl="0" indent="0" algn="l" defTabSz="914400" rtl="0" eaLnBrk="1" fontAlgn="auto" latinLnBrk="0" hangingPunct="1">
                        <a:lnSpc>
                          <a:spcPct val="100000"/>
                        </a:lnSpc>
                        <a:spcBef>
                          <a:spcPct val="0"/>
                        </a:spcBef>
                        <a:spcAft>
                          <a:spcPts val="0"/>
                        </a:spcAft>
                        <a:buClr>
                          <a:srgbClr val="000000"/>
                        </a:buClr>
                        <a:buSzTx/>
                        <a:buFont typeface="Wingdings" panose="05000000000000000000" pitchFamily="2" charset="2"/>
                        <a:buNone/>
                        <a:tabLst/>
                        <a:defRPr/>
                      </a:pPr>
                      <a:r>
                        <a:rPr kumimoji="0" lang="en-US" sz="800" b="1" i="0" u="none" strike="noStrike" kern="0" cap="none" spc="0" normalizeH="0" baseline="0" noProof="0" dirty="0">
                          <a:ln>
                            <a:noFill/>
                          </a:ln>
                          <a:solidFill>
                            <a:schemeClr val="tx1"/>
                          </a:solidFill>
                          <a:effectLst/>
                          <a:uLnTx/>
                          <a:uFillTx/>
                          <a:latin typeface="+mn-lt"/>
                          <a:ea typeface="Verdana"/>
                          <a:cs typeface="Calibri"/>
                        </a:rPr>
                        <a:t>Target Date</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dirty="0">
                          <a:solidFill>
                            <a:schemeClr val="tx1"/>
                          </a:solidFill>
                        </a:rPr>
                        <a:t>Status</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31967818"/>
                  </a:ext>
                </a:extLst>
              </a:tr>
              <a:tr h="315237">
                <a:tc>
                  <a:txBody>
                    <a:bodyPr/>
                    <a:lstStyle/>
                    <a:p>
                      <a:pPr marL="55245" marR="0" lvl="0" indent="0" algn="l" defTabSz="914400" rtl="0" eaLnBrk="1" fontAlgn="auto" latinLnBrk="0" hangingPunct="1">
                        <a:lnSpc>
                          <a:spcPct val="100000"/>
                        </a:lnSpc>
                        <a:spcBef>
                          <a:spcPct val="0"/>
                        </a:spcBef>
                        <a:spcAft>
                          <a:spcPts val="0"/>
                        </a:spcAft>
                        <a:buClr>
                          <a:srgbClr val="000000"/>
                        </a:buClr>
                        <a:buSzTx/>
                        <a:buFont typeface="Wingdings" panose="05000000000000000000" pitchFamily="2" charset="2"/>
                        <a:buNone/>
                        <a:tabLst/>
                        <a:defRPr/>
                      </a:pPr>
                      <a:r>
                        <a:rPr kumimoji="0" lang="en-AU" sz="800" b="0" i="0" u="none" strike="noStrike" kern="0" cap="none" spc="0" normalizeH="0" baseline="0" noProof="0" dirty="0">
                          <a:ln>
                            <a:noFill/>
                          </a:ln>
                          <a:solidFill>
                            <a:schemeClr val="tx1"/>
                          </a:solidFill>
                          <a:effectLst/>
                          <a:uLnTx/>
                          <a:uFillTx/>
                          <a:latin typeface="+mn-lt"/>
                          <a:ea typeface="Verdana"/>
                          <a:cs typeface="Calibri"/>
                        </a:rPr>
                        <a:t>1</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5245" marR="0" lvl="0" indent="0" algn="l" defTabSz="914400" rtl="0" eaLnBrk="1" fontAlgn="auto" latinLnBrk="0" hangingPunct="1">
                        <a:lnSpc>
                          <a:spcPct val="100000"/>
                        </a:lnSpc>
                        <a:spcBef>
                          <a:spcPct val="0"/>
                        </a:spcBef>
                        <a:spcAft>
                          <a:spcPts val="0"/>
                        </a:spcAft>
                        <a:buClr>
                          <a:srgbClr val="000000"/>
                        </a:buClr>
                        <a:buSzTx/>
                        <a:buFont typeface="Wingdings" panose="05000000000000000000" pitchFamily="2" charset="2"/>
                        <a:buNone/>
                        <a:tabLst/>
                        <a:defRPr/>
                      </a:pPr>
                      <a:r>
                        <a:rPr kumimoji="0" lang="en-AU" sz="800" b="0" i="0" u="none" strike="noStrike" kern="0" cap="none" spc="0" normalizeH="0" baseline="0" noProof="0" dirty="0">
                          <a:ln>
                            <a:noFill/>
                          </a:ln>
                          <a:solidFill>
                            <a:schemeClr val="tx1"/>
                          </a:solidFill>
                          <a:effectLst/>
                          <a:uLnTx/>
                          <a:uFillTx/>
                          <a:latin typeface="+mn-lt"/>
                          <a:ea typeface="Verdana"/>
                          <a:cs typeface="Calibri"/>
                        </a:rPr>
                        <a:t>FRS Signature</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5245" marR="0" lvl="0" indent="0" algn="l" defTabSz="914400" rtl="0" eaLnBrk="1" fontAlgn="auto" latinLnBrk="0" hangingPunct="1">
                        <a:lnSpc>
                          <a:spcPct val="100000"/>
                        </a:lnSpc>
                        <a:spcBef>
                          <a:spcPct val="0"/>
                        </a:spcBef>
                        <a:spcAft>
                          <a:spcPts val="0"/>
                        </a:spcAft>
                        <a:buClr>
                          <a:srgbClr val="000000"/>
                        </a:buClr>
                        <a:buSzTx/>
                        <a:buFont typeface="Wingdings" panose="05000000000000000000" pitchFamily="2" charset="2"/>
                        <a:buNone/>
                        <a:tabLst/>
                        <a:defRPr/>
                      </a:pPr>
                      <a:r>
                        <a:rPr kumimoji="0" lang="en-AU" sz="800" b="0" i="0" u="none" strike="noStrike" kern="0" cap="none" spc="0" normalizeH="0" baseline="0" noProof="0" dirty="0">
                          <a:ln>
                            <a:noFill/>
                          </a:ln>
                          <a:solidFill>
                            <a:schemeClr val="tx1"/>
                          </a:solidFill>
                          <a:effectLst/>
                          <a:uLnTx/>
                          <a:uFillTx/>
                          <a:latin typeface="+mn-lt"/>
                          <a:ea typeface="Verdana"/>
                          <a:cs typeface="Calibri"/>
                        </a:rPr>
                        <a:t>15 May 23</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dirty="0">
                        <a:solidFill>
                          <a:schemeClr val="tx1"/>
                        </a:solidFill>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291C"/>
                    </a:solidFill>
                  </a:tcPr>
                </a:tc>
                <a:extLst>
                  <a:ext uri="{0D108BD9-81ED-4DB2-BD59-A6C34878D82A}">
                    <a16:rowId xmlns:a16="http://schemas.microsoft.com/office/drawing/2014/main" val="215356989"/>
                  </a:ext>
                </a:extLst>
              </a:tr>
              <a:tr h="315237">
                <a:tc>
                  <a:txBody>
                    <a:bodyPr/>
                    <a:lstStyle/>
                    <a:p>
                      <a:pPr marL="55245" marR="0" lvl="0" indent="0" algn="l" defTabSz="914400" rtl="0" eaLnBrk="1" fontAlgn="auto" latinLnBrk="0" hangingPunct="1">
                        <a:lnSpc>
                          <a:spcPct val="100000"/>
                        </a:lnSpc>
                        <a:spcBef>
                          <a:spcPct val="0"/>
                        </a:spcBef>
                        <a:spcAft>
                          <a:spcPts val="0"/>
                        </a:spcAft>
                        <a:buClr>
                          <a:srgbClr val="000000"/>
                        </a:buClr>
                        <a:buSzTx/>
                        <a:buFont typeface="Wingdings" panose="05000000000000000000" pitchFamily="2" charset="2"/>
                        <a:buNone/>
                        <a:tabLst/>
                        <a:defRPr/>
                      </a:pPr>
                      <a:r>
                        <a:rPr kumimoji="0" lang="en-AU" sz="800" b="0" i="0" u="none" strike="noStrike" kern="0" cap="none" spc="0" normalizeH="0" baseline="0" noProof="0" dirty="0">
                          <a:ln>
                            <a:noFill/>
                          </a:ln>
                          <a:solidFill>
                            <a:schemeClr val="tx1"/>
                          </a:solidFill>
                          <a:effectLst/>
                          <a:uLnTx/>
                          <a:uFillTx/>
                          <a:latin typeface="+mn-lt"/>
                          <a:ea typeface="Verdana"/>
                          <a:cs typeface="Calibri"/>
                        </a:rPr>
                        <a:t>2</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5245" marR="0" lvl="0" indent="0" algn="l" defTabSz="914400" rtl="0" eaLnBrk="1" fontAlgn="auto" latinLnBrk="0" hangingPunct="1">
                        <a:lnSpc>
                          <a:spcPct val="100000"/>
                        </a:lnSpc>
                        <a:spcBef>
                          <a:spcPct val="0"/>
                        </a:spcBef>
                        <a:spcAft>
                          <a:spcPts val="0"/>
                        </a:spcAft>
                        <a:buClr>
                          <a:srgbClr val="000000"/>
                        </a:buClr>
                        <a:buSzTx/>
                        <a:buFont typeface="Wingdings" panose="05000000000000000000" pitchFamily="2" charset="2"/>
                        <a:buNone/>
                        <a:tabLst/>
                        <a:defRPr/>
                      </a:pPr>
                      <a:r>
                        <a:rPr kumimoji="0" lang="en-AU" sz="800" b="0" i="0" u="none" strike="noStrike" kern="0" cap="none" spc="0" normalizeH="0" baseline="0" noProof="0" dirty="0">
                          <a:ln>
                            <a:noFill/>
                          </a:ln>
                          <a:solidFill>
                            <a:schemeClr val="tx1"/>
                          </a:solidFill>
                          <a:effectLst/>
                          <a:uLnTx/>
                          <a:uFillTx/>
                          <a:latin typeface="+mn-lt"/>
                          <a:ea typeface="Verdana"/>
                          <a:cs typeface="Calibri"/>
                        </a:rPr>
                        <a:t>Hardware arrival</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5245" marR="0" lvl="0" indent="0" algn="l" defTabSz="914400" rtl="0" eaLnBrk="1" fontAlgn="auto" latinLnBrk="0" hangingPunct="1">
                        <a:lnSpc>
                          <a:spcPct val="100000"/>
                        </a:lnSpc>
                        <a:spcBef>
                          <a:spcPct val="0"/>
                        </a:spcBef>
                        <a:spcAft>
                          <a:spcPts val="0"/>
                        </a:spcAft>
                        <a:buClr>
                          <a:srgbClr val="000000"/>
                        </a:buClr>
                        <a:buSzTx/>
                        <a:buFont typeface="Wingdings" panose="05000000000000000000" pitchFamily="2" charset="2"/>
                        <a:buNone/>
                        <a:tabLst/>
                        <a:defRPr/>
                      </a:pPr>
                      <a:r>
                        <a:rPr kumimoji="0" lang="en-AU" sz="800" b="0" i="0" u="none" strike="noStrike" kern="0" cap="none" spc="0" normalizeH="0" baseline="0" noProof="0" dirty="0">
                          <a:ln>
                            <a:noFill/>
                          </a:ln>
                          <a:solidFill>
                            <a:schemeClr val="tx1"/>
                          </a:solidFill>
                          <a:effectLst/>
                          <a:uLnTx/>
                          <a:uFillTx/>
                          <a:latin typeface="+mn-lt"/>
                          <a:ea typeface="Verdana"/>
                          <a:cs typeface="Calibri"/>
                        </a:rPr>
                        <a:t>15 Aug 23</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dirty="0">
                        <a:solidFill>
                          <a:schemeClr val="tx1"/>
                        </a:solidFill>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FCD00"/>
                    </a:solidFill>
                  </a:tcPr>
                </a:tc>
                <a:extLst>
                  <a:ext uri="{0D108BD9-81ED-4DB2-BD59-A6C34878D82A}">
                    <a16:rowId xmlns:a16="http://schemas.microsoft.com/office/drawing/2014/main" val="2955700839"/>
                  </a:ext>
                </a:extLst>
              </a:tr>
              <a:tr h="315237">
                <a:tc>
                  <a:txBody>
                    <a:bodyPr/>
                    <a:lstStyle/>
                    <a:p>
                      <a:pPr marL="55245" marR="0" lvl="0" indent="0" algn="l" defTabSz="914400" rtl="0" eaLnBrk="1" fontAlgn="auto" latinLnBrk="0" hangingPunct="1">
                        <a:lnSpc>
                          <a:spcPct val="100000"/>
                        </a:lnSpc>
                        <a:spcBef>
                          <a:spcPct val="0"/>
                        </a:spcBef>
                        <a:spcAft>
                          <a:spcPts val="0"/>
                        </a:spcAft>
                        <a:buClrTx/>
                        <a:buSzTx/>
                        <a:buFontTx/>
                        <a:buNone/>
                        <a:tabLst/>
                        <a:defRPr/>
                      </a:pPr>
                      <a:r>
                        <a:rPr kumimoji="0" lang="en-AU" sz="800" b="0" i="0" u="none" strike="noStrike" kern="0" cap="none" spc="0" normalizeH="0" baseline="0" noProof="0" dirty="0">
                          <a:ln>
                            <a:noFill/>
                          </a:ln>
                          <a:solidFill>
                            <a:schemeClr val="tx1"/>
                          </a:solidFill>
                          <a:effectLst/>
                          <a:uLnTx/>
                          <a:uFillTx/>
                          <a:latin typeface="+mn-lt"/>
                          <a:ea typeface="Verdana"/>
                          <a:cs typeface="Calibri"/>
                        </a:rPr>
                        <a:t>3</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5245" marR="0" lvl="0" indent="0" algn="l" defTabSz="914400" rtl="0" eaLnBrk="1" fontAlgn="auto" latinLnBrk="0" hangingPunct="1">
                        <a:lnSpc>
                          <a:spcPct val="100000"/>
                        </a:lnSpc>
                        <a:spcBef>
                          <a:spcPct val="0"/>
                        </a:spcBef>
                        <a:spcAft>
                          <a:spcPts val="0"/>
                        </a:spcAft>
                        <a:buClrTx/>
                        <a:buSzTx/>
                        <a:buFontTx/>
                        <a:buNone/>
                        <a:tabLst/>
                        <a:defRPr/>
                      </a:pPr>
                      <a:endParaRPr kumimoji="0" lang="en-AU" sz="800" b="0" i="0" u="none" strike="noStrike" kern="0" cap="none" spc="0" normalizeH="0" baseline="0" noProof="0" dirty="0">
                        <a:ln>
                          <a:noFill/>
                        </a:ln>
                        <a:solidFill>
                          <a:schemeClr val="tx1"/>
                        </a:solidFill>
                        <a:effectLst/>
                        <a:uLnTx/>
                        <a:uFillTx/>
                        <a:latin typeface="+mn-lt"/>
                        <a:ea typeface="Verdana"/>
                        <a:cs typeface="Calibri"/>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55245" marR="0" lvl="0" indent="0" algn="l" defTabSz="914400" rtl="0" eaLnBrk="1" fontAlgn="auto" latinLnBrk="0" hangingPunct="1">
                        <a:lnSpc>
                          <a:spcPct val="100000"/>
                        </a:lnSpc>
                        <a:spcBef>
                          <a:spcPct val="0"/>
                        </a:spcBef>
                        <a:spcAft>
                          <a:spcPts val="0"/>
                        </a:spcAft>
                        <a:buClrTx/>
                        <a:buSzTx/>
                        <a:buFontTx/>
                        <a:buNone/>
                        <a:tabLst/>
                        <a:defRPr/>
                      </a:pPr>
                      <a:endParaRPr kumimoji="0" lang="en-AU" sz="800" b="1" i="0" u="none" strike="noStrike" kern="0" cap="none" spc="0" normalizeH="0" baseline="0" noProof="0" dirty="0">
                        <a:ln>
                          <a:noFill/>
                        </a:ln>
                        <a:solidFill>
                          <a:schemeClr val="tx1"/>
                        </a:solidFill>
                        <a:effectLst/>
                        <a:uLnTx/>
                        <a:uFillTx/>
                        <a:latin typeface="+mn-lt"/>
                        <a:ea typeface="Verdana"/>
                        <a:cs typeface="Calibri"/>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dirty="0">
                        <a:solidFill>
                          <a:schemeClr val="tx1"/>
                        </a:solidFill>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3128757263"/>
                  </a:ext>
                </a:extLst>
              </a:tr>
              <a:tr h="315237">
                <a:tc>
                  <a:txBody>
                    <a:bodyPr/>
                    <a:lstStyle/>
                    <a:p>
                      <a:pPr marL="55245" marR="0" lvl="0" indent="0" algn="l" defTabSz="914400" rtl="0" eaLnBrk="1" fontAlgn="auto" latinLnBrk="0" hangingPunct="1">
                        <a:lnSpc>
                          <a:spcPct val="100000"/>
                        </a:lnSpc>
                        <a:spcBef>
                          <a:spcPct val="0"/>
                        </a:spcBef>
                        <a:spcAft>
                          <a:spcPts val="0"/>
                        </a:spcAft>
                        <a:buClrTx/>
                        <a:buSzTx/>
                        <a:buFontTx/>
                        <a:buNone/>
                        <a:tabLst/>
                        <a:defRPr/>
                      </a:pPr>
                      <a:r>
                        <a:rPr kumimoji="0" lang="en-AU" sz="800" b="0" i="0" u="none" strike="noStrike" kern="0" cap="none" spc="0" normalizeH="0" baseline="0" noProof="0" dirty="0">
                          <a:ln>
                            <a:noFill/>
                          </a:ln>
                          <a:solidFill>
                            <a:schemeClr val="tx1"/>
                          </a:solidFill>
                          <a:effectLst/>
                          <a:uLnTx/>
                          <a:uFillTx/>
                          <a:latin typeface="+mn-lt"/>
                          <a:ea typeface="Verdana"/>
                          <a:cs typeface="Calibri"/>
                        </a:rPr>
                        <a:t>4</a:t>
                      </a:r>
                    </a:p>
                  </a:txBody>
                  <a:tcPr marL="0" marR="0" marT="0" marB="0" anchor="ctr">
                    <a:lnL w="12700">
                      <a:solidFill>
                        <a:schemeClr val="bg1">
                          <a:lumMod val="85000"/>
                        </a:schemeClr>
                      </a:solidFill>
                    </a:lnL>
                    <a:lnR w="12700">
                      <a:solidFill>
                        <a:schemeClr val="bg1">
                          <a:lumMod val="85000"/>
                        </a:schemeClr>
                      </a:solid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0">
                      <a:noFill/>
                    </a:lnTlToBr>
                    <a:lnBlToTr w="0">
                      <a:noFill/>
                    </a:lnBlToTr>
                    <a:noFill/>
                  </a:tcPr>
                </a:tc>
                <a:tc>
                  <a:txBody>
                    <a:bodyPr/>
                    <a:lstStyle/>
                    <a:p>
                      <a:pPr marL="55245" marR="0" lvl="0" indent="0" algn="l" defTabSz="914400" rtl="0" eaLnBrk="1" fontAlgn="auto" latinLnBrk="0" hangingPunct="1">
                        <a:lnSpc>
                          <a:spcPct val="100000"/>
                        </a:lnSpc>
                        <a:spcBef>
                          <a:spcPct val="0"/>
                        </a:spcBef>
                        <a:spcAft>
                          <a:spcPts val="0"/>
                        </a:spcAft>
                        <a:buClrTx/>
                        <a:buSzTx/>
                        <a:buFontTx/>
                        <a:buNone/>
                        <a:tabLst/>
                        <a:defRPr/>
                      </a:pPr>
                      <a:endParaRPr kumimoji="0" lang="en-AU" sz="800" b="1" i="0" u="none" strike="noStrike" kern="0" cap="none" spc="0" normalizeH="0" baseline="0" noProof="0" dirty="0">
                        <a:ln>
                          <a:noFill/>
                        </a:ln>
                        <a:solidFill>
                          <a:schemeClr val="tx1"/>
                        </a:solidFill>
                        <a:effectLst/>
                        <a:uLnTx/>
                        <a:uFillTx/>
                        <a:latin typeface="+mn-lt"/>
                        <a:ea typeface="Verdana"/>
                        <a:cs typeface="Calibri"/>
                      </a:endParaRPr>
                    </a:p>
                  </a:txBody>
                  <a:tcPr marL="0" marR="0" marT="0" marB="0" anchor="ctr">
                    <a:lnL w="12700" cap="flat" cmpd="sng" algn="ctr">
                      <a:solidFill>
                        <a:schemeClr val="bg1">
                          <a:lumMod val="85000"/>
                        </a:schemeClr>
                      </a:solidFill>
                      <a:prstDash val="solid"/>
                      <a:round/>
                      <a:headEnd type="none" w="med" len="med"/>
                      <a:tailEnd type="none" w="med" len="med"/>
                    </a:lnL>
                    <a:lnR w="12700">
                      <a:solidFill>
                        <a:schemeClr val="bg1">
                          <a:lumMod val="85000"/>
                        </a:schemeClr>
                      </a:solidFill>
                    </a:lnR>
                    <a:lnT w="12700" cap="flat" cmpd="sng" algn="ctr">
                      <a:solidFill>
                        <a:schemeClr val="bg1">
                          <a:lumMod val="85000"/>
                        </a:schemeClr>
                      </a:solidFill>
                      <a:prstDash val="solid"/>
                      <a:round/>
                      <a:headEnd type="none" w="med" len="med"/>
                      <a:tailEnd type="none" w="med" len="med"/>
                    </a:lnT>
                    <a:lnB w="12700">
                      <a:solidFill>
                        <a:schemeClr val="bg1">
                          <a:lumMod val="85000"/>
                        </a:schemeClr>
                      </a:solidFill>
                    </a:lnB>
                    <a:lnTlToBr w="0">
                      <a:noFill/>
                    </a:lnTlToBr>
                    <a:lnBlToTr w="0">
                      <a:noFill/>
                    </a:lnBlToTr>
                    <a:noFill/>
                  </a:tcPr>
                </a:tc>
                <a:tc>
                  <a:txBody>
                    <a:bodyPr/>
                    <a:lstStyle/>
                    <a:p>
                      <a:pPr marL="55245" marR="0" lvl="0" indent="0" algn="l" defTabSz="914400" rtl="0" eaLnBrk="1" fontAlgn="auto" latinLnBrk="0" hangingPunct="1">
                        <a:lnSpc>
                          <a:spcPct val="100000"/>
                        </a:lnSpc>
                        <a:spcBef>
                          <a:spcPct val="0"/>
                        </a:spcBef>
                        <a:spcAft>
                          <a:spcPts val="0"/>
                        </a:spcAft>
                        <a:buClrTx/>
                        <a:buSzTx/>
                        <a:buFontTx/>
                        <a:buNone/>
                        <a:tabLst/>
                        <a:defRPr/>
                      </a:pPr>
                      <a:endParaRPr kumimoji="0" lang="en-AU" sz="800" b="1" i="0" u="none" strike="noStrike" kern="0" cap="none" spc="0" normalizeH="0" baseline="0" noProof="0" dirty="0">
                        <a:ln>
                          <a:noFill/>
                        </a:ln>
                        <a:solidFill>
                          <a:schemeClr val="tx1"/>
                        </a:solidFill>
                        <a:effectLst/>
                        <a:uLnTx/>
                        <a:uFillTx/>
                        <a:latin typeface="+mn-lt"/>
                        <a:ea typeface="Verdana"/>
                        <a:cs typeface="Calibri"/>
                      </a:endParaRPr>
                    </a:p>
                  </a:txBody>
                  <a:tcPr marL="0" marR="0" marT="0" marB="0" anchor="ctr">
                    <a:lnL w="12700" cap="flat" cmpd="sng" algn="ctr">
                      <a:solidFill>
                        <a:schemeClr val="bg1">
                          <a:lumMod val="85000"/>
                        </a:schemeClr>
                      </a:solidFill>
                      <a:prstDash val="solid"/>
                      <a:round/>
                      <a:headEnd type="none" w="med" len="med"/>
                      <a:tailEnd type="none" w="med" len="med"/>
                    </a:lnL>
                    <a:lnR w="12700">
                      <a:solidFill>
                        <a:schemeClr val="bg1">
                          <a:lumMod val="85000"/>
                        </a:schemeClr>
                      </a:solid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0">
                      <a:noFill/>
                    </a:lnTlToBr>
                    <a:lnBlToTr w="0">
                      <a:noFill/>
                    </a:lnBlToTr>
                    <a:noFill/>
                  </a:tcPr>
                </a:tc>
                <a:tc>
                  <a:txBody>
                    <a:bodyPr/>
                    <a:lstStyle/>
                    <a:p>
                      <a:pPr marL="0" lvl="0" indent="0" algn="ctr" defTabSz="914400">
                        <a:lnSpc>
                          <a:spcPct val="100000"/>
                        </a:lnSpc>
                        <a:spcBef>
                          <a:spcPts val="0"/>
                        </a:spcBef>
                        <a:spcAft>
                          <a:spcPts val="0"/>
                        </a:spcAft>
                        <a:buNone/>
                        <a:tabLst/>
                        <a:defRPr/>
                      </a:pPr>
                      <a:endParaRPr kumimoji="0" lang="en-US" sz="800">
                        <a:solidFill>
                          <a:schemeClr val="tx1"/>
                        </a:solidFill>
                      </a:endParaRPr>
                    </a:p>
                  </a:txBody>
                  <a:tcPr marL="0" marR="0" marT="0" marB="0" anchor="ctr">
                    <a:lnL w="12700">
                      <a:solidFill>
                        <a:schemeClr val="bg1">
                          <a:lumMod val="85000"/>
                        </a:schemeClr>
                      </a:solidFill>
                    </a:lnL>
                    <a:lnR w="12700">
                      <a:solidFill>
                        <a:schemeClr val="bg1">
                          <a:lumMod val="85000"/>
                        </a:schemeClr>
                      </a:solidFill>
                    </a:lnR>
                    <a:lnT w="12700">
                      <a:solidFill>
                        <a:schemeClr val="bg1">
                          <a:lumMod val="85000"/>
                        </a:schemeClr>
                      </a:solidFill>
                    </a:lnT>
                    <a:lnB w="12700">
                      <a:solidFill>
                        <a:schemeClr val="bg1">
                          <a:lumMod val="85000"/>
                        </a:schemeClr>
                      </a:solidFill>
                    </a:lnB>
                    <a:lnTlToBr w="0">
                      <a:noFill/>
                    </a:lnTlToBr>
                    <a:lnBlToTr w="0">
                      <a:noFill/>
                    </a:lnBlToTr>
                    <a:noFill/>
                  </a:tcPr>
                </a:tc>
                <a:extLst>
                  <a:ext uri="{0D108BD9-81ED-4DB2-BD59-A6C34878D82A}">
                    <a16:rowId xmlns:a16="http://schemas.microsoft.com/office/drawing/2014/main" val="1192536953"/>
                  </a:ext>
                </a:extLst>
              </a:tr>
              <a:tr h="315237">
                <a:tc>
                  <a:txBody>
                    <a:bodyPr/>
                    <a:lstStyle/>
                    <a:p>
                      <a:pPr marL="55245" lvl="0" indent="0" algn="l" defTabSz="914400">
                        <a:lnSpc>
                          <a:spcPct val="100000"/>
                        </a:lnSpc>
                        <a:spcBef>
                          <a:spcPct val="0"/>
                        </a:spcBef>
                        <a:spcAft>
                          <a:spcPts val="0"/>
                        </a:spcAft>
                        <a:buNone/>
                        <a:tabLst/>
                        <a:defRPr/>
                      </a:pPr>
                      <a:r>
                        <a:rPr kumimoji="0" lang="en-AU" sz="800" b="0" i="0" u="none" strike="noStrike" kern="0" cap="none" spc="0" normalizeH="0" baseline="0" noProof="0" dirty="0">
                          <a:ln>
                            <a:noFill/>
                          </a:ln>
                          <a:solidFill>
                            <a:schemeClr val="tx1"/>
                          </a:solidFill>
                          <a:effectLst/>
                          <a:uLnTx/>
                          <a:uFillTx/>
                          <a:latin typeface="+mn-lt"/>
                          <a:ea typeface="Verdana"/>
                          <a:cs typeface="Calibri"/>
                        </a:rPr>
                        <a:t>5</a:t>
                      </a:r>
                    </a:p>
                  </a:txBody>
                  <a:tcPr marL="0" marR="0" marT="0" marB="0" anchor="ctr">
                    <a:lnL w="12700">
                      <a:solidFill>
                        <a:schemeClr val="bg1">
                          <a:lumMod val="85000"/>
                        </a:schemeClr>
                      </a:solidFill>
                    </a:lnL>
                    <a:lnR w="12700">
                      <a:solidFill>
                        <a:schemeClr val="bg1">
                          <a:lumMod val="85000"/>
                        </a:schemeClr>
                      </a:solid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0">
                      <a:noFill/>
                    </a:lnTlToBr>
                    <a:lnBlToTr w="0">
                      <a:noFill/>
                    </a:lnBlToTr>
                    <a:noFill/>
                  </a:tcPr>
                </a:tc>
                <a:tc>
                  <a:txBody>
                    <a:bodyPr/>
                    <a:lstStyle/>
                    <a:p>
                      <a:pPr marL="55245" lvl="0" indent="0" algn="l" defTabSz="914400">
                        <a:lnSpc>
                          <a:spcPct val="100000"/>
                        </a:lnSpc>
                        <a:spcBef>
                          <a:spcPct val="0"/>
                        </a:spcBef>
                        <a:spcAft>
                          <a:spcPts val="0"/>
                        </a:spcAft>
                        <a:buNone/>
                        <a:tabLst/>
                        <a:defRPr/>
                      </a:pPr>
                      <a:endParaRPr kumimoji="0" lang="en-AU" sz="800" b="0" i="0" u="none" strike="noStrike" kern="0" cap="none" spc="0" normalizeH="0" baseline="0" noProof="0" dirty="0">
                        <a:ln>
                          <a:noFill/>
                        </a:ln>
                        <a:solidFill>
                          <a:schemeClr val="tx1"/>
                        </a:solidFill>
                        <a:effectLst/>
                        <a:uLnTx/>
                        <a:uFillTx/>
                        <a:latin typeface="+mn-lt"/>
                        <a:ea typeface="Verdana"/>
                        <a:cs typeface="Calibri"/>
                      </a:endParaRPr>
                    </a:p>
                  </a:txBody>
                  <a:tcPr marL="0" marR="0" marT="0" marB="0" anchor="ctr">
                    <a:lnL w="12700" cap="flat" cmpd="sng" algn="ctr">
                      <a:solidFill>
                        <a:schemeClr val="bg1">
                          <a:lumMod val="85000"/>
                        </a:schemeClr>
                      </a:solidFill>
                      <a:prstDash val="solid"/>
                      <a:round/>
                      <a:headEnd type="none" w="med" len="med"/>
                      <a:tailEnd type="none" w="med" len="med"/>
                    </a:lnL>
                    <a:lnR w="12700">
                      <a:solidFill>
                        <a:schemeClr val="bg1">
                          <a:lumMod val="85000"/>
                        </a:schemeClr>
                      </a:solidFill>
                    </a:lnR>
                    <a:lnT w="12700">
                      <a:solidFill>
                        <a:schemeClr val="bg1">
                          <a:lumMod val="85000"/>
                        </a:schemeClr>
                      </a:solidFill>
                    </a:lnT>
                    <a:lnB w="12700">
                      <a:solidFill>
                        <a:schemeClr val="bg1">
                          <a:lumMod val="85000"/>
                        </a:schemeClr>
                      </a:solidFill>
                    </a:lnB>
                    <a:lnTlToBr w="0">
                      <a:noFill/>
                    </a:lnTlToBr>
                    <a:lnBlToTr w="0">
                      <a:noFill/>
                    </a:lnBlToTr>
                    <a:noFill/>
                  </a:tcPr>
                </a:tc>
                <a:tc>
                  <a:txBody>
                    <a:bodyPr/>
                    <a:lstStyle/>
                    <a:p>
                      <a:pPr marL="55245" lvl="0" indent="0" algn="l" defTabSz="914400">
                        <a:lnSpc>
                          <a:spcPct val="100000"/>
                        </a:lnSpc>
                        <a:spcBef>
                          <a:spcPct val="0"/>
                        </a:spcBef>
                        <a:spcAft>
                          <a:spcPts val="0"/>
                        </a:spcAft>
                        <a:buNone/>
                        <a:tabLst/>
                        <a:defRPr/>
                      </a:pPr>
                      <a:endParaRPr kumimoji="0" lang="en-AU" sz="800" b="0" i="0" u="none" strike="noStrike" kern="0" cap="none" spc="0" normalizeH="0" baseline="0" noProof="0" dirty="0">
                        <a:ln>
                          <a:noFill/>
                        </a:ln>
                        <a:solidFill>
                          <a:schemeClr val="tx1"/>
                        </a:solidFill>
                        <a:effectLst/>
                        <a:uLnTx/>
                        <a:uFillTx/>
                        <a:latin typeface="+mn-lt"/>
                        <a:ea typeface="Verdana"/>
                        <a:cs typeface="Calibri"/>
                      </a:endParaRPr>
                    </a:p>
                  </a:txBody>
                  <a:tcPr marL="0" marR="0" marT="0" marB="0" anchor="ctr">
                    <a:lnL w="12700" cap="flat" cmpd="sng" algn="ctr">
                      <a:solidFill>
                        <a:schemeClr val="bg1">
                          <a:lumMod val="85000"/>
                        </a:schemeClr>
                      </a:solidFill>
                      <a:prstDash val="solid"/>
                      <a:round/>
                      <a:headEnd type="none" w="med" len="med"/>
                      <a:tailEnd type="none" w="med" len="med"/>
                    </a:lnL>
                    <a:lnR w="12700">
                      <a:solidFill>
                        <a:schemeClr val="bg1">
                          <a:lumMod val="85000"/>
                        </a:schemeClr>
                      </a:solid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0">
                      <a:noFill/>
                    </a:lnTlToBr>
                    <a:lnBlToTr w="0">
                      <a:noFill/>
                    </a:lnBlToTr>
                    <a:noFill/>
                  </a:tcPr>
                </a:tc>
                <a:tc>
                  <a:txBody>
                    <a:bodyPr/>
                    <a:lstStyle/>
                    <a:p>
                      <a:pPr marL="0" lvl="0" indent="0" algn="ctr" defTabSz="914400">
                        <a:lnSpc>
                          <a:spcPct val="100000"/>
                        </a:lnSpc>
                        <a:spcBef>
                          <a:spcPts val="0"/>
                        </a:spcBef>
                        <a:spcAft>
                          <a:spcPts val="0"/>
                        </a:spcAft>
                        <a:buNone/>
                        <a:tabLst/>
                        <a:defRPr/>
                      </a:pPr>
                      <a:endParaRPr kumimoji="0" lang="en-US" sz="800" dirty="0">
                        <a:solidFill>
                          <a:schemeClr val="tx1"/>
                        </a:solidFill>
                      </a:endParaRPr>
                    </a:p>
                  </a:txBody>
                  <a:tcPr marL="0" marR="0" marT="0" marB="0" anchor="ctr">
                    <a:lnL w="12700">
                      <a:solidFill>
                        <a:schemeClr val="bg1">
                          <a:lumMod val="85000"/>
                        </a:schemeClr>
                      </a:solidFill>
                    </a:lnL>
                    <a:lnR w="12700">
                      <a:solidFill>
                        <a:schemeClr val="bg1">
                          <a:lumMod val="85000"/>
                        </a:schemeClr>
                      </a:solidFill>
                    </a:lnR>
                    <a:lnT w="12700">
                      <a:solidFill>
                        <a:schemeClr val="bg1">
                          <a:lumMod val="85000"/>
                        </a:schemeClr>
                      </a:solidFill>
                    </a:lnT>
                    <a:lnB w="12700">
                      <a:solidFill>
                        <a:schemeClr val="bg1">
                          <a:lumMod val="85000"/>
                        </a:schemeClr>
                      </a:solidFill>
                    </a:lnB>
                    <a:lnTlToBr w="0">
                      <a:noFill/>
                    </a:lnTlToBr>
                    <a:lnBlToTr w="0">
                      <a:noFill/>
                    </a:lnBlToTr>
                    <a:noFill/>
                  </a:tcPr>
                </a:tc>
                <a:extLst>
                  <a:ext uri="{0D108BD9-81ED-4DB2-BD59-A6C34878D82A}">
                    <a16:rowId xmlns:a16="http://schemas.microsoft.com/office/drawing/2014/main" val="3088968203"/>
                  </a:ext>
                </a:extLst>
              </a:tr>
              <a:tr h="315237">
                <a:tc>
                  <a:txBody>
                    <a:bodyPr/>
                    <a:lstStyle/>
                    <a:p>
                      <a:pPr marL="55245" lvl="0" indent="0" algn="l" defTabSz="914400">
                        <a:lnSpc>
                          <a:spcPct val="100000"/>
                        </a:lnSpc>
                        <a:spcBef>
                          <a:spcPct val="0"/>
                        </a:spcBef>
                        <a:spcAft>
                          <a:spcPts val="0"/>
                        </a:spcAft>
                        <a:buNone/>
                        <a:tabLst/>
                        <a:defRPr/>
                      </a:pPr>
                      <a:r>
                        <a:rPr kumimoji="0" lang="en-AU" sz="800" b="0" i="0" u="none" strike="noStrike" kern="0" cap="none" spc="0" normalizeH="0" baseline="0" noProof="0" dirty="0">
                          <a:ln>
                            <a:noFill/>
                          </a:ln>
                          <a:solidFill>
                            <a:schemeClr val="tx1"/>
                          </a:solidFill>
                          <a:effectLst/>
                          <a:uLnTx/>
                          <a:uFillTx/>
                          <a:latin typeface="+mn-lt"/>
                          <a:ea typeface="Verdana"/>
                          <a:cs typeface="Calibri"/>
                        </a:rPr>
                        <a:t>6</a:t>
                      </a:r>
                    </a:p>
                  </a:txBody>
                  <a:tcPr marL="0" marR="0" marT="0" marB="0" anchor="ctr">
                    <a:lnL w="12700">
                      <a:solidFill>
                        <a:schemeClr val="bg1">
                          <a:lumMod val="85000"/>
                        </a:schemeClr>
                      </a:solidFill>
                    </a:lnL>
                    <a:lnR w="12700">
                      <a:solidFill>
                        <a:schemeClr val="bg1">
                          <a:lumMod val="85000"/>
                        </a:schemeClr>
                      </a:solidFill>
                    </a:lnR>
                    <a:lnT w="12700" cap="flat" cmpd="sng" algn="ctr">
                      <a:solidFill>
                        <a:schemeClr val="bg1">
                          <a:lumMod val="85000"/>
                        </a:schemeClr>
                      </a:solidFill>
                      <a:prstDash val="solid"/>
                      <a:round/>
                      <a:headEnd type="none" w="med" len="med"/>
                      <a:tailEnd type="none" w="med" len="med"/>
                    </a:lnT>
                    <a:lnB w="12700">
                      <a:solidFill>
                        <a:schemeClr val="bg1">
                          <a:lumMod val="85000"/>
                        </a:schemeClr>
                      </a:solidFill>
                    </a:lnB>
                    <a:lnTlToBr w="0">
                      <a:noFill/>
                    </a:lnTlToBr>
                    <a:lnBlToTr w="0">
                      <a:noFill/>
                    </a:lnBlToTr>
                    <a:noFill/>
                  </a:tcPr>
                </a:tc>
                <a:tc>
                  <a:txBody>
                    <a:bodyPr/>
                    <a:lstStyle/>
                    <a:p>
                      <a:pPr marL="55245" lvl="0" indent="0" algn="l" defTabSz="914400">
                        <a:lnSpc>
                          <a:spcPct val="100000"/>
                        </a:lnSpc>
                        <a:spcBef>
                          <a:spcPct val="0"/>
                        </a:spcBef>
                        <a:spcAft>
                          <a:spcPts val="0"/>
                        </a:spcAft>
                        <a:buNone/>
                        <a:tabLst/>
                        <a:defRPr/>
                      </a:pPr>
                      <a:endParaRPr kumimoji="0" lang="en-AU" sz="800" b="0" i="0" u="none" strike="noStrike" kern="0" cap="none" spc="0" normalizeH="0" baseline="0" noProof="0" dirty="0">
                        <a:ln>
                          <a:noFill/>
                        </a:ln>
                        <a:solidFill>
                          <a:schemeClr val="tx1"/>
                        </a:solidFill>
                        <a:effectLst/>
                        <a:uLnTx/>
                        <a:uFillTx/>
                        <a:latin typeface="+mn-lt"/>
                        <a:ea typeface="Verdana"/>
                        <a:cs typeface="Calibri"/>
                      </a:endParaRPr>
                    </a:p>
                  </a:txBody>
                  <a:tcPr marL="0" marR="0" marT="0" marB="0" anchor="ctr">
                    <a:lnL w="12700" cap="flat" cmpd="sng" algn="ctr">
                      <a:solidFill>
                        <a:schemeClr val="bg1">
                          <a:lumMod val="85000"/>
                        </a:schemeClr>
                      </a:solidFill>
                      <a:prstDash val="solid"/>
                      <a:round/>
                      <a:headEnd type="none" w="med" len="med"/>
                      <a:tailEnd type="none" w="med" len="med"/>
                    </a:lnL>
                    <a:lnR w="12700">
                      <a:solidFill>
                        <a:schemeClr val="bg1">
                          <a:lumMod val="85000"/>
                        </a:schemeClr>
                      </a:solidFill>
                    </a:lnR>
                    <a:lnT w="12700">
                      <a:solidFill>
                        <a:schemeClr val="bg1">
                          <a:lumMod val="85000"/>
                        </a:schemeClr>
                      </a:solidFill>
                    </a:lnT>
                    <a:lnB w="12700">
                      <a:solidFill>
                        <a:schemeClr val="bg1">
                          <a:lumMod val="85000"/>
                        </a:schemeClr>
                      </a:solidFill>
                    </a:lnB>
                    <a:lnTlToBr w="0">
                      <a:noFill/>
                    </a:lnTlToBr>
                    <a:lnBlToTr w="0">
                      <a:noFill/>
                    </a:lnBlToTr>
                    <a:noFill/>
                  </a:tcPr>
                </a:tc>
                <a:tc>
                  <a:txBody>
                    <a:bodyPr/>
                    <a:lstStyle/>
                    <a:p>
                      <a:pPr marL="55245" lvl="0" indent="0" algn="l" defTabSz="914400">
                        <a:lnSpc>
                          <a:spcPct val="100000"/>
                        </a:lnSpc>
                        <a:spcBef>
                          <a:spcPct val="0"/>
                        </a:spcBef>
                        <a:spcAft>
                          <a:spcPts val="0"/>
                        </a:spcAft>
                        <a:buNone/>
                        <a:tabLst/>
                        <a:defRPr/>
                      </a:pPr>
                      <a:endParaRPr kumimoji="0" lang="en-AU" sz="800" b="0" i="0" u="none" strike="noStrike" kern="0" cap="none" spc="0" normalizeH="0" baseline="0" noProof="0" dirty="0">
                        <a:ln>
                          <a:noFill/>
                        </a:ln>
                        <a:solidFill>
                          <a:schemeClr val="tx1"/>
                        </a:solidFill>
                        <a:effectLst/>
                        <a:uLnTx/>
                        <a:uFillTx/>
                        <a:latin typeface="+mn-lt"/>
                        <a:ea typeface="Verdana"/>
                        <a:cs typeface="Calibri"/>
                      </a:endParaRPr>
                    </a:p>
                  </a:txBody>
                  <a:tcPr marL="0" marR="0" marT="0" marB="0" anchor="ctr">
                    <a:lnL w="12700" cap="flat" cmpd="sng" algn="ctr">
                      <a:solidFill>
                        <a:schemeClr val="bg1">
                          <a:lumMod val="85000"/>
                        </a:schemeClr>
                      </a:solidFill>
                      <a:prstDash val="solid"/>
                      <a:round/>
                      <a:headEnd type="none" w="med" len="med"/>
                      <a:tailEnd type="none" w="med" len="med"/>
                    </a:lnL>
                    <a:lnR w="12700">
                      <a:solidFill>
                        <a:schemeClr val="bg1">
                          <a:lumMod val="85000"/>
                        </a:schemeClr>
                      </a:solidFill>
                    </a:lnR>
                    <a:lnT w="12700" cap="flat" cmpd="sng" algn="ctr">
                      <a:solidFill>
                        <a:schemeClr val="bg1">
                          <a:lumMod val="85000"/>
                        </a:schemeClr>
                      </a:solidFill>
                      <a:prstDash val="solid"/>
                      <a:round/>
                      <a:headEnd type="none" w="med" len="med"/>
                      <a:tailEnd type="none" w="med" len="med"/>
                    </a:lnT>
                    <a:lnB w="12700">
                      <a:solidFill>
                        <a:schemeClr val="bg1">
                          <a:lumMod val="85000"/>
                        </a:schemeClr>
                      </a:solidFill>
                    </a:lnB>
                    <a:lnTlToBr w="0">
                      <a:noFill/>
                    </a:lnTlToBr>
                    <a:lnBlToTr w="0">
                      <a:noFill/>
                    </a:lnBlToTr>
                    <a:noFill/>
                  </a:tcPr>
                </a:tc>
                <a:tc>
                  <a:txBody>
                    <a:bodyPr/>
                    <a:lstStyle/>
                    <a:p>
                      <a:pPr marL="0" lvl="0" indent="0" algn="ctr" defTabSz="914400">
                        <a:lnSpc>
                          <a:spcPct val="100000"/>
                        </a:lnSpc>
                        <a:spcBef>
                          <a:spcPts val="0"/>
                        </a:spcBef>
                        <a:spcAft>
                          <a:spcPts val="0"/>
                        </a:spcAft>
                        <a:buNone/>
                        <a:tabLst/>
                        <a:defRPr/>
                      </a:pPr>
                      <a:endParaRPr kumimoji="0" lang="en-US" sz="800" dirty="0">
                        <a:solidFill>
                          <a:schemeClr val="tx1"/>
                        </a:solidFill>
                      </a:endParaRPr>
                    </a:p>
                  </a:txBody>
                  <a:tcPr marL="0" marR="0" marT="0" marB="0" anchor="ctr">
                    <a:lnL w="12700">
                      <a:solidFill>
                        <a:schemeClr val="bg1">
                          <a:lumMod val="85000"/>
                        </a:schemeClr>
                      </a:solidFill>
                    </a:lnL>
                    <a:lnR w="12700">
                      <a:solidFill>
                        <a:schemeClr val="bg1">
                          <a:lumMod val="85000"/>
                        </a:schemeClr>
                      </a:solidFill>
                    </a:lnR>
                    <a:lnT w="12700">
                      <a:solidFill>
                        <a:schemeClr val="bg1">
                          <a:lumMod val="85000"/>
                        </a:schemeClr>
                      </a:solidFill>
                    </a:lnT>
                    <a:lnB w="12700">
                      <a:solidFill>
                        <a:schemeClr val="bg1">
                          <a:lumMod val="85000"/>
                        </a:schemeClr>
                      </a:solidFill>
                    </a:lnB>
                    <a:lnTlToBr w="0">
                      <a:noFill/>
                    </a:lnTlToBr>
                    <a:lnBlToTr w="0">
                      <a:noFill/>
                    </a:lnBlToTr>
                    <a:noFill/>
                  </a:tcPr>
                </a:tc>
                <a:extLst>
                  <a:ext uri="{0D108BD9-81ED-4DB2-BD59-A6C34878D82A}">
                    <a16:rowId xmlns:a16="http://schemas.microsoft.com/office/drawing/2014/main" val="692488924"/>
                  </a:ext>
                </a:extLst>
              </a:tr>
            </a:tbl>
          </a:graphicData>
        </a:graphic>
      </p:graphicFrame>
      <p:graphicFrame>
        <p:nvGraphicFramePr>
          <p:cNvPr id="10" name="Table 9">
            <a:extLst>
              <a:ext uri="{FF2B5EF4-FFF2-40B4-BE49-F238E27FC236}">
                <a16:creationId xmlns:a16="http://schemas.microsoft.com/office/drawing/2014/main" id="{A1A29A73-5C81-A58D-92FA-50B64F96B23D}"/>
              </a:ext>
            </a:extLst>
          </p:cNvPr>
          <p:cNvGraphicFramePr>
            <a:graphicFrameLocks noGrp="1"/>
          </p:cNvGraphicFramePr>
          <p:nvPr>
            <p:extLst>
              <p:ext uri="{D42A27DB-BD31-4B8C-83A1-F6EECF244321}">
                <p14:modId xmlns:p14="http://schemas.microsoft.com/office/powerpoint/2010/main" val="2873236506"/>
              </p:ext>
            </p:extLst>
          </p:nvPr>
        </p:nvGraphicFramePr>
        <p:xfrm>
          <a:off x="5092771" y="735175"/>
          <a:ext cx="6779241" cy="530022"/>
        </p:xfrm>
        <a:graphic>
          <a:graphicData uri="http://schemas.openxmlformats.org/drawingml/2006/table">
            <a:tbl>
              <a:tblPr firstRow="1" bandRow="1">
                <a:tableStyleId>{9D7B26C5-4107-4FEC-AEDC-1716B250A1EF}</a:tableStyleId>
              </a:tblPr>
              <a:tblGrid>
                <a:gridCol w="1846028">
                  <a:extLst>
                    <a:ext uri="{9D8B030D-6E8A-4147-A177-3AD203B41FA5}">
                      <a16:colId xmlns:a16="http://schemas.microsoft.com/office/drawing/2014/main" val="526834761"/>
                    </a:ext>
                  </a:extLst>
                </a:gridCol>
                <a:gridCol w="1490826">
                  <a:extLst>
                    <a:ext uri="{9D8B030D-6E8A-4147-A177-3AD203B41FA5}">
                      <a16:colId xmlns:a16="http://schemas.microsoft.com/office/drawing/2014/main" val="1902666745"/>
                    </a:ext>
                  </a:extLst>
                </a:gridCol>
                <a:gridCol w="1371600">
                  <a:extLst>
                    <a:ext uri="{9D8B030D-6E8A-4147-A177-3AD203B41FA5}">
                      <a16:colId xmlns:a16="http://schemas.microsoft.com/office/drawing/2014/main" val="4215710131"/>
                    </a:ext>
                  </a:extLst>
                </a:gridCol>
                <a:gridCol w="2070787">
                  <a:extLst>
                    <a:ext uri="{9D8B030D-6E8A-4147-A177-3AD203B41FA5}">
                      <a16:colId xmlns:a16="http://schemas.microsoft.com/office/drawing/2014/main" val="2369272773"/>
                    </a:ext>
                  </a:extLst>
                </a:gridCol>
              </a:tblGrid>
              <a:tr h="181647">
                <a:tc>
                  <a:txBody>
                    <a:bodyPr/>
                    <a:lstStyle/>
                    <a:p>
                      <a:pPr marL="71755"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AU" sz="800" b="1" dirty="0">
                          <a:solidFill>
                            <a:sysClr val="windowText" lastClr="000000"/>
                          </a:solidFill>
                        </a:rPr>
                        <a:t>Program Sponsor</a:t>
                      </a:r>
                    </a:p>
                  </a:txBody>
                  <a:tcPr marL="0" marR="0" marT="0" marB="0" anchor="ctr">
                    <a:lnL w="19050" cap="flat" cmpd="sng" algn="ctr">
                      <a:solidFill>
                        <a:schemeClr val="bg1">
                          <a:lumMod val="6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71755"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AU" sz="800" b="0" dirty="0">
                          <a:solidFill>
                            <a:sysClr val="windowText" lastClr="000000"/>
                          </a:solidFill>
                        </a:rPr>
                        <a:t>Asian Development Bank</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71755"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AU" sz="800" b="1" dirty="0">
                          <a:solidFill>
                            <a:sysClr val="windowText" lastClr="000000"/>
                          </a:solidFill>
                        </a:rPr>
                        <a:t>Program Budget</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800" b="0" dirty="0">
                          <a:solidFill>
                            <a:sysClr val="windowText" lastClr="000000"/>
                          </a:solidFill>
                        </a:rPr>
                        <a:t> $ 9.867 Million</a:t>
                      </a:r>
                    </a:p>
                  </a:txBody>
                  <a:tcPr marL="0" marR="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3303362"/>
                  </a:ext>
                </a:extLst>
              </a:tr>
              <a:tr h="1667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800" b="1" kern="1200" dirty="0">
                          <a:solidFill>
                            <a:sysClr val="windowText" lastClr="000000"/>
                          </a:solidFill>
                          <a:latin typeface="+mn-lt"/>
                          <a:ea typeface="+mn-ea"/>
                          <a:cs typeface="+mn-cs"/>
                        </a:rPr>
                        <a:t>  Project Director</a:t>
                      </a:r>
                    </a:p>
                  </a:txBody>
                  <a:tcPr marL="0" marR="0" marT="0" marB="0" anchor="ctr">
                    <a:lnL w="19050" cap="flat" cmpd="sng" algn="ctr">
                      <a:solidFill>
                        <a:schemeClr val="bg1">
                          <a:lumMod val="6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800" b="0" kern="1200" dirty="0">
                          <a:solidFill>
                            <a:sysClr val="windowText" lastClr="000000"/>
                          </a:solidFill>
                          <a:latin typeface="+mn-lt"/>
                          <a:ea typeface="+mn-ea"/>
                          <a:cs typeface="+mn-cs"/>
                        </a:rPr>
                        <a:t>  </a:t>
                      </a:r>
                      <a:r>
                        <a:rPr lang="en-AU" sz="800" b="0" kern="1200" dirty="0" err="1">
                          <a:solidFill>
                            <a:sysClr val="windowText" lastClr="000000"/>
                          </a:solidFill>
                          <a:latin typeface="+mn-lt"/>
                          <a:ea typeface="+mn-ea"/>
                          <a:cs typeface="+mn-cs"/>
                        </a:rPr>
                        <a:t>Chandha</a:t>
                      </a:r>
                      <a:r>
                        <a:rPr lang="en-AU" sz="800" b="0" kern="1200" dirty="0">
                          <a:solidFill>
                            <a:sysClr val="windowText" lastClr="000000"/>
                          </a:solidFill>
                          <a:latin typeface="+mn-lt"/>
                          <a:ea typeface="+mn-ea"/>
                          <a:cs typeface="+mn-cs"/>
                        </a:rPr>
                        <a:t> Neupane (NEA)</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800" b="1" kern="1200" dirty="0">
                          <a:solidFill>
                            <a:sysClr val="windowText" lastClr="000000"/>
                          </a:solidFill>
                          <a:latin typeface="+mn-lt"/>
                          <a:ea typeface="+mn-ea"/>
                          <a:cs typeface="+mn-cs"/>
                        </a:rPr>
                        <a:t>  Duration of Project</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fontAlgn="t"/>
                      <a:r>
                        <a:rPr lang="en-AU" sz="800" b="0" kern="1200" dirty="0">
                          <a:solidFill>
                            <a:sysClr val="windowText" lastClr="000000"/>
                          </a:solidFill>
                          <a:latin typeface="+mn-lt"/>
                          <a:ea typeface="+mn-ea"/>
                          <a:cs typeface="+mn-cs"/>
                        </a:rPr>
                        <a:t> 6.5 years (1.5 year implementation)</a:t>
                      </a:r>
                    </a:p>
                  </a:txBody>
                  <a:tcPr marL="9525" marR="9525" marT="9525" marB="0" anchor="ctr">
                    <a:lnL w="12700" cap="flat" cmpd="sng" algn="ctr">
                      <a:solidFill>
                        <a:schemeClr val="bg1">
                          <a:lumMod val="8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05802230"/>
                  </a:ext>
                </a:extLst>
              </a:tr>
              <a:tr h="181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800" b="1" kern="1200" dirty="0">
                          <a:solidFill>
                            <a:sysClr val="windowText" lastClr="000000"/>
                          </a:solidFill>
                          <a:latin typeface="+mn-lt"/>
                          <a:ea typeface="+mn-ea"/>
                          <a:cs typeface="+mn-cs"/>
                        </a:rPr>
                        <a:t>  Supplier/ System Integrator</a:t>
                      </a:r>
                    </a:p>
                  </a:txBody>
                  <a:tcPr marL="0" marR="0" marT="0" marB="0" anchor="ctr">
                    <a:lnL w="19050" cap="flat" cmpd="sng" algn="ctr">
                      <a:solidFill>
                        <a:schemeClr val="bg1">
                          <a:lumMod val="6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kern="1200" dirty="0">
                          <a:solidFill>
                            <a:sysClr val="windowText" lastClr="000000"/>
                          </a:solidFill>
                          <a:latin typeface="+mn-lt"/>
                          <a:ea typeface="+mn-ea"/>
                          <a:cs typeface="+mn-cs"/>
                        </a:rPr>
                        <a:t>  M/S. </a:t>
                      </a:r>
                      <a:r>
                        <a:rPr lang="en-US" sz="800" b="0" kern="1200" dirty="0" err="1">
                          <a:solidFill>
                            <a:sysClr val="windowText" lastClr="000000"/>
                          </a:solidFill>
                          <a:latin typeface="+mn-lt"/>
                          <a:ea typeface="+mn-ea"/>
                          <a:cs typeface="+mn-cs"/>
                        </a:rPr>
                        <a:t>LongShine</a:t>
                      </a:r>
                      <a:endParaRPr lang="en-AU" sz="800" b="0" kern="1200" dirty="0">
                        <a:solidFill>
                          <a:sysClr val="windowText" lastClr="000000"/>
                        </a:solidFill>
                        <a:latin typeface="+mn-lt"/>
                        <a:ea typeface="+mn-ea"/>
                        <a:cs typeface="+mn-cs"/>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800" b="1" kern="1200" dirty="0">
                          <a:solidFill>
                            <a:sysClr val="windowText" lastClr="000000"/>
                          </a:solidFill>
                          <a:latin typeface="+mn-lt"/>
                          <a:ea typeface="+mn-ea"/>
                          <a:cs typeface="+mn-cs"/>
                        </a:rPr>
                        <a:t>  PMO Support</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800" b="0" kern="1200" dirty="0">
                          <a:solidFill>
                            <a:sysClr val="windowText" lastClr="000000"/>
                          </a:solidFill>
                          <a:latin typeface="+mn-lt"/>
                          <a:ea typeface="+mn-ea"/>
                          <a:cs typeface="+mn-cs"/>
                        </a:rPr>
                        <a:t> Deloitte </a:t>
                      </a:r>
                      <a:r>
                        <a:rPr lang="en-AU" sz="800" b="0" kern="1200" dirty="0" err="1">
                          <a:solidFill>
                            <a:sysClr val="windowText" lastClr="000000"/>
                          </a:solidFill>
                          <a:latin typeface="+mn-lt"/>
                          <a:ea typeface="+mn-ea"/>
                          <a:cs typeface="+mn-cs"/>
                        </a:rPr>
                        <a:t>Touche</a:t>
                      </a:r>
                      <a:r>
                        <a:rPr lang="en-AU" sz="800" b="0" kern="1200" dirty="0">
                          <a:solidFill>
                            <a:sysClr val="windowText" lastClr="000000"/>
                          </a:solidFill>
                          <a:latin typeface="+mn-lt"/>
                          <a:ea typeface="+mn-ea"/>
                          <a:cs typeface="+mn-cs"/>
                        </a:rPr>
                        <a:t> Tohmatsu India LLP</a:t>
                      </a:r>
                    </a:p>
                  </a:txBody>
                  <a:tcPr marL="0" marR="0" marT="0" marB="0" anchor="ctr">
                    <a:lnL w="12700" cap="flat" cmpd="sng" algn="ctr">
                      <a:solidFill>
                        <a:schemeClr val="bg1">
                          <a:lumMod val="85000"/>
                        </a:schemeClr>
                      </a:solid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7520173"/>
                  </a:ext>
                </a:extLst>
              </a:tr>
            </a:tbl>
          </a:graphicData>
        </a:graphic>
      </p:graphicFrame>
      <p:sp>
        <p:nvSpPr>
          <p:cNvPr id="18" name="Rectangle 17">
            <a:extLst>
              <a:ext uri="{FF2B5EF4-FFF2-40B4-BE49-F238E27FC236}">
                <a16:creationId xmlns:a16="http://schemas.microsoft.com/office/drawing/2014/main" id="{4AE95B89-BA31-7379-67F4-ED8B09272DD9}"/>
              </a:ext>
            </a:extLst>
          </p:cNvPr>
          <p:cNvSpPr/>
          <p:nvPr/>
        </p:nvSpPr>
        <p:spPr>
          <a:xfrm>
            <a:off x="6006165" y="2198283"/>
            <a:ext cx="2227270" cy="2584927"/>
          </a:xfrm>
          <a:prstGeom prst="rect">
            <a:avLst/>
          </a:prstGeom>
          <a:noFill/>
          <a:ln w="19050" cap="rnd" cmpd="sng" algn="ctr">
            <a:solidFill>
              <a:schemeClr val="bg1">
                <a:lumMod val="50000"/>
              </a:schemeClr>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Bef>
                <a:spcPts val="200"/>
              </a:spcBef>
              <a:spcAft>
                <a:spcPts val="900"/>
              </a:spcAft>
            </a:pPr>
            <a:r>
              <a:rPr lang="en-US" sz="800" b="1" dirty="0">
                <a:solidFill>
                  <a:schemeClr val="tx1"/>
                </a:solidFill>
              </a:rPr>
              <a:t>Current Accomplishments</a:t>
            </a:r>
          </a:p>
          <a:p>
            <a:pPr marL="171450" indent="-171450">
              <a:spcBef>
                <a:spcPts val="200"/>
              </a:spcBef>
              <a:spcAft>
                <a:spcPts val="900"/>
              </a:spcAft>
              <a:buFont typeface="Wingdings" panose="05000000000000000000" pitchFamily="2" charset="2"/>
              <a:buChar char="ü"/>
            </a:pPr>
            <a:r>
              <a:rPr lang="en-US" sz="800" dirty="0">
                <a:solidFill>
                  <a:schemeClr val="tx1"/>
                </a:solidFill>
              </a:rPr>
              <a:t>Project Initiation documents (FRS, To-be, As-</a:t>
            </a:r>
            <a:r>
              <a:rPr lang="en-US" sz="800" dirty="0" err="1">
                <a:solidFill>
                  <a:schemeClr val="tx1"/>
                </a:solidFill>
              </a:rPr>
              <a:t>Is,etc</a:t>
            </a:r>
            <a:r>
              <a:rPr lang="en-US" sz="800" dirty="0">
                <a:solidFill>
                  <a:schemeClr val="tx1"/>
                </a:solidFill>
              </a:rPr>
              <a:t>) submitted by M/S </a:t>
            </a:r>
            <a:r>
              <a:rPr lang="en-US" sz="800" dirty="0" err="1">
                <a:solidFill>
                  <a:schemeClr val="tx1"/>
                </a:solidFill>
              </a:rPr>
              <a:t>LongShine</a:t>
            </a:r>
            <a:endParaRPr lang="en-US" sz="800" dirty="0">
              <a:solidFill>
                <a:schemeClr val="tx1"/>
              </a:solidFill>
            </a:endParaRPr>
          </a:p>
          <a:p>
            <a:pPr marL="171450" indent="-171450">
              <a:spcBef>
                <a:spcPts val="200"/>
              </a:spcBef>
              <a:spcAft>
                <a:spcPts val="900"/>
              </a:spcAft>
              <a:buFont typeface="Wingdings" panose="05000000000000000000" pitchFamily="2" charset="2"/>
              <a:buChar char="ü"/>
            </a:pPr>
            <a:r>
              <a:rPr lang="en-US" sz="800" dirty="0">
                <a:solidFill>
                  <a:schemeClr val="tx1"/>
                </a:solidFill>
              </a:rPr>
              <a:t>In-person meeting conducted between M/s </a:t>
            </a:r>
            <a:r>
              <a:rPr lang="en-US" sz="800" dirty="0" err="1">
                <a:solidFill>
                  <a:schemeClr val="tx1"/>
                </a:solidFill>
              </a:rPr>
              <a:t>LongShine</a:t>
            </a:r>
            <a:r>
              <a:rPr lang="en-US" sz="800" dirty="0">
                <a:solidFill>
                  <a:schemeClr val="tx1"/>
                </a:solidFill>
              </a:rPr>
              <a:t>, NEA and Deloitte on observations of the submitted documents</a:t>
            </a:r>
          </a:p>
          <a:p>
            <a:pPr>
              <a:spcBef>
                <a:spcPts val="200"/>
              </a:spcBef>
              <a:spcAft>
                <a:spcPts val="900"/>
              </a:spcAft>
            </a:pPr>
            <a:endParaRPr lang="en-US" sz="800" dirty="0">
              <a:solidFill>
                <a:schemeClr val="tx1"/>
              </a:solidFill>
            </a:endParaRPr>
          </a:p>
          <a:p>
            <a:pPr>
              <a:spcBef>
                <a:spcPts val="200"/>
              </a:spcBef>
              <a:spcAft>
                <a:spcPts val="900"/>
              </a:spcAft>
            </a:pPr>
            <a:endParaRPr lang="en-US" sz="800" dirty="0">
              <a:solidFill>
                <a:schemeClr val="tx1"/>
              </a:solidFill>
            </a:endParaRPr>
          </a:p>
          <a:p>
            <a:pPr>
              <a:spcBef>
                <a:spcPts val="200"/>
              </a:spcBef>
              <a:spcAft>
                <a:spcPts val="200"/>
              </a:spcAft>
            </a:pPr>
            <a:endParaRPr lang="en-US" sz="800" dirty="0">
              <a:solidFill>
                <a:schemeClr val="tx1"/>
              </a:solidFill>
            </a:endParaRPr>
          </a:p>
        </p:txBody>
      </p:sp>
      <p:graphicFrame>
        <p:nvGraphicFramePr>
          <p:cNvPr id="19" name="Group 92">
            <a:extLst>
              <a:ext uri="{FF2B5EF4-FFF2-40B4-BE49-F238E27FC236}">
                <a16:creationId xmlns:a16="http://schemas.microsoft.com/office/drawing/2014/main" id="{5EE6A3D2-D8B6-B3A0-B3E8-13731F7645DD}"/>
              </a:ext>
            </a:extLst>
          </p:cNvPr>
          <p:cNvGraphicFramePr>
            <a:graphicFrameLocks noGrp="1"/>
          </p:cNvGraphicFramePr>
          <p:nvPr>
            <p:extLst>
              <p:ext uri="{D42A27DB-BD31-4B8C-83A1-F6EECF244321}">
                <p14:modId xmlns:p14="http://schemas.microsoft.com/office/powerpoint/2010/main" val="1805299035"/>
              </p:ext>
            </p:extLst>
          </p:nvPr>
        </p:nvGraphicFramePr>
        <p:xfrm>
          <a:off x="8402960" y="2209387"/>
          <a:ext cx="3470663" cy="1231193"/>
        </p:xfrm>
        <a:graphic>
          <a:graphicData uri="http://schemas.openxmlformats.org/drawingml/2006/table">
            <a:tbl>
              <a:tblPr/>
              <a:tblGrid>
                <a:gridCol w="3470663">
                  <a:extLst>
                    <a:ext uri="{9D8B030D-6E8A-4147-A177-3AD203B41FA5}">
                      <a16:colId xmlns:a16="http://schemas.microsoft.com/office/drawing/2014/main" val="20000"/>
                    </a:ext>
                  </a:extLst>
                </a:gridCol>
              </a:tblGrid>
              <a:tr h="230173">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ctr" defTabSz="914400" rtl="0" eaLnBrk="1" fontAlgn="base" latinLnBrk="0" hangingPunct="1">
                        <a:lnSpc>
                          <a:spcPct val="95000"/>
                        </a:lnSpc>
                        <a:spcBef>
                          <a:spcPct val="0"/>
                        </a:spcBef>
                        <a:spcAft>
                          <a:spcPct val="60000"/>
                        </a:spcAft>
                        <a:buClr>
                          <a:schemeClr val="tx1"/>
                        </a:buClr>
                        <a:buSzTx/>
                        <a:buFontTx/>
                        <a:buNone/>
                        <a:tabLst/>
                      </a:pPr>
                      <a:r>
                        <a:rPr kumimoji="0" lang="en-US" sz="800" b="1" i="0" u="none" strike="noStrike" cap="none" normalizeH="0" baseline="0" dirty="0">
                          <a:ln>
                            <a:noFill/>
                          </a:ln>
                          <a:solidFill>
                            <a:schemeClr val="bg1"/>
                          </a:solidFill>
                          <a:effectLst/>
                          <a:latin typeface="+mn-lt"/>
                          <a:ea typeface="Verdana"/>
                          <a:cs typeface="Verdana" panose="020B0604030504040204" pitchFamily="34" charset="0"/>
                        </a:rPr>
                        <a:t>Next Steps to Address Off Track Milestones</a:t>
                      </a:r>
                    </a:p>
                  </a:txBody>
                  <a:tcPr marL="45720" marR="4572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solidFill>
                      <a:srgbClr val="DA291C"/>
                    </a:solidFill>
                  </a:tcPr>
                </a:tc>
                <a:extLst>
                  <a:ext uri="{0D108BD9-81ED-4DB2-BD59-A6C34878D82A}">
                    <a16:rowId xmlns:a16="http://schemas.microsoft.com/office/drawing/2014/main" val="10000"/>
                  </a:ext>
                </a:extLst>
              </a:tr>
              <a:tr h="10010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00000"/>
                          </a:solidFill>
                          <a:effectLst/>
                          <a:uLnTx/>
                          <a:uFillTx/>
                          <a:latin typeface="+mn-lt"/>
                          <a:ea typeface="+mn-ea"/>
                          <a:cs typeface="Arial"/>
                        </a:rPr>
                        <a:t>Milestone #: &lt;</a:t>
                      </a:r>
                      <a:r>
                        <a:rPr lang="en-US" altLang="zh-TW" sz="800" b="0" u="none" baseline="0" dirty="0">
                          <a:solidFill>
                            <a:srgbClr val="000000"/>
                          </a:solidFill>
                          <a:latin typeface="+mn-lt"/>
                          <a:ea typeface="Arial Unicode MS"/>
                          <a:cs typeface="Arial"/>
                        </a:rPr>
                        <a:t>Insert Activity Here&gt;</a:t>
                      </a:r>
                    </a:p>
                    <a:p>
                      <a:pPr lvl="0" algn="l"/>
                      <a:endParaRPr kumimoji="1" lang="en-US" sz="800" kern="0" dirty="0">
                        <a:solidFill>
                          <a:schemeClr val="tx1"/>
                        </a:solidFill>
                        <a:latin typeface="+mn-lt"/>
                        <a:ea typeface="Verdana"/>
                        <a:cs typeface="Calibri"/>
                      </a:endParaRPr>
                    </a:p>
                  </a:txBody>
                  <a:tcPr marL="45720" marR="45720"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36563794"/>
                  </a:ext>
                </a:extLst>
              </a:tr>
            </a:tbl>
          </a:graphicData>
        </a:graphic>
      </p:graphicFrame>
      <p:graphicFrame>
        <p:nvGraphicFramePr>
          <p:cNvPr id="21" name="Group 92">
            <a:extLst>
              <a:ext uri="{FF2B5EF4-FFF2-40B4-BE49-F238E27FC236}">
                <a16:creationId xmlns:a16="http://schemas.microsoft.com/office/drawing/2014/main" id="{1B36D4C6-927A-0EF5-30AE-110A0600B83C}"/>
              </a:ext>
            </a:extLst>
          </p:cNvPr>
          <p:cNvGraphicFramePr>
            <a:graphicFrameLocks noGrp="1"/>
          </p:cNvGraphicFramePr>
          <p:nvPr>
            <p:extLst>
              <p:ext uri="{D42A27DB-BD31-4B8C-83A1-F6EECF244321}">
                <p14:modId xmlns:p14="http://schemas.microsoft.com/office/powerpoint/2010/main" val="978515765"/>
              </p:ext>
            </p:extLst>
          </p:nvPr>
        </p:nvGraphicFramePr>
        <p:xfrm>
          <a:off x="8402960" y="3561754"/>
          <a:ext cx="3470663" cy="1231193"/>
        </p:xfrm>
        <a:graphic>
          <a:graphicData uri="http://schemas.openxmlformats.org/drawingml/2006/table">
            <a:tbl>
              <a:tblPr/>
              <a:tblGrid>
                <a:gridCol w="3470663">
                  <a:extLst>
                    <a:ext uri="{9D8B030D-6E8A-4147-A177-3AD203B41FA5}">
                      <a16:colId xmlns:a16="http://schemas.microsoft.com/office/drawing/2014/main" val="20000"/>
                    </a:ext>
                  </a:extLst>
                </a:gridCol>
              </a:tblGrid>
              <a:tr h="235808">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ctr" defTabSz="914400" rtl="0" eaLnBrk="1" fontAlgn="base" latinLnBrk="0" hangingPunct="1">
                        <a:lnSpc>
                          <a:spcPct val="95000"/>
                        </a:lnSpc>
                        <a:spcBef>
                          <a:spcPct val="0"/>
                        </a:spcBef>
                        <a:spcAft>
                          <a:spcPct val="60000"/>
                        </a:spcAft>
                        <a:buClr>
                          <a:schemeClr val="tx1"/>
                        </a:buClr>
                        <a:buSzTx/>
                        <a:buFontTx/>
                        <a:buNone/>
                        <a:tabLst/>
                      </a:pPr>
                      <a:r>
                        <a:rPr kumimoji="0" lang="en-US" sz="800" b="1" i="0" u="none" strike="noStrike" cap="none" normalizeH="0" baseline="0" dirty="0">
                          <a:ln>
                            <a:noFill/>
                          </a:ln>
                          <a:solidFill>
                            <a:schemeClr val="tx1"/>
                          </a:solidFill>
                          <a:effectLst/>
                          <a:latin typeface="+mn-lt"/>
                          <a:ea typeface="Verdana"/>
                          <a:cs typeface="Verdana" panose="020B0604030504040204" pitchFamily="34" charset="0"/>
                        </a:rPr>
                        <a:t>Next Steps to Address At Risk Milestones</a:t>
                      </a:r>
                    </a:p>
                  </a:txBody>
                  <a:tcPr marL="45720" marR="45720" anchor="ctr"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0"/>
                  </a:ext>
                </a:extLst>
              </a:tr>
              <a:tr h="9953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00000"/>
                          </a:solidFill>
                          <a:effectLst/>
                          <a:uLnTx/>
                          <a:uFillTx/>
                          <a:latin typeface="+mn-lt"/>
                          <a:ea typeface="+mn-ea"/>
                          <a:cs typeface="Arial"/>
                        </a:rPr>
                        <a:t>Milestone #: &lt;</a:t>
                      </a:r>
                      <a:r>
                        <a:rPr lang="en-US" altLang="zh-TW" sz="800" b="0" u="none" baseline="0" dirty="0">
                          <a:solidFill>
                            <a:srgbClr val="000000"/>
                          </a:solidFill>
                          <a:latin typeface="+mn-lt"/>
                          <a:ea typeface="Arial Unicode MS"/>
                          <a:cs typeface="Arial"/>
                        </a:rPr>
                        <a:t>Insert Activity Here&gt;</a:t>
                      </a:r>
                    </a:p>
                    <a:p>
                      <a:pPr lvl="0" algn="l"/>
                      <a:endParaRPr kumimoji="1" lang="en-US" sz="800" kern="0" dirty="0">
                        <a:solidFill>
                          <a:schemeClr val="tx1"/>
                        </a:solidFill>
                        <a:latin typeface="+mn-lt"/>
                        <a:ea typeface="Verdana"/>
                        <a:cs typeface="Calibri"/>
                      </a:endParaRPr>
                    </a:p>
                  </a:txBody>
                  <a:tcPr marL="45720" marR="45720" horzOverflow="overflow">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36563794"/>
                  </a:ext>
                </a:extLst>
              </a:tr>
            </a:tbl>
          </a:graphicData>
        </a:graphic>
      </p:graphicFrame>
      <p:pic>
        <p:nvPicPr>
          <p:cNvPr id="23" name="Picture 22" descr="Deloitte - Wikipedia">
            <a:extLst>
              <a:ext uri="{FF2B5EF4-FFF2-40B4-BE49-F238E27FC236}">
                <a16:creationId xmlns:a16="http://schemas.microsoft.com/office/drawing/2014/main" id="{0120165E-A60B-DEA0-5DE8-B8078252DF15}"/>
              </a:ext>
            </a:extLst>
          </p:cNvPr>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374191" y="-96287"/>
            <a:ext cx="639007" cy="639007"/>
          </a:xfrm>
          <a:prstGeom prst="rect">
            <a:avLst/>
          </a:prstGeom>
          <a:noFill/>
          <a:ln>
            <a:noFill/>
          </a:ln>
        </p:spPr>
      </p:pic>
      <p:pic>
        <p:nvPicPr>
          <p:cNvPr id="24" name="Picture 23" descr="A picture containing text, font, logo, symbol&#10;&#10;Description automatically generated">
            <a:extLst>
              <a:ext uri="{FF2B5EF4-FFF2-40B4-BE49-F238E27FC236}">
                <a16:creationId xmlns:a16="http://schemas.microsoft.com/office/drawing/2014/main" id="{2873C872-6787-BB8C-F9A2-61D69E372751}"/>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9296245" y="56565"/>
            <a:ext cx="2187575" cy="391160"/>
          </a:xfrm>
          <a:prstGeom prst="rect">
            <a:avLst/>
          </a:prstGeom>
        </p:spPr>
      </p:pic>
      <p:sp>
        <p:nvSpPr>
          <p:cNvPr id="31" name="Flowchart: Decision 30">
            <a:extLst>
              <a:ext uri="{FF2B5EF4-FFF2-40B4-BE49-F238E27FC236}">
                <a16:creationId xmlns:a16="http://schemas.microsoft.com/office/drawing/2014/main" id="{00969E99-80DB-0C5B-7699-977D6C822777}"/>
              </a:ext>
            </a:extLst>
          </p:cNvPr>
          <p:cNvSpPr/>
          <p:nvPr/>
        </p:nvSpPr>
        <p:spPr>
          <a:xfrm>
            <a:off x="1896781" y="1716287"/>
            <a:ext cx="96414" cy="88776"/>
          </a:xfrm>
          <a:prstGeom prst="flowChartDecision">
            <a:avLst/>
          </a:prstGeom>
          <a:solidFill>
            <a:schemeClr val="bg2">
              <a:lumMod val="7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chemeClr val="accent6">
                  <a:lumMod val="50000"/>
                </a:schemeClr>
              </a:solidFill>
            </a:endParaRPr>
          </a:p>
        </p:txBody>
      </p:sp>
      <p:sp>
        <p:nvSpPr>
          <p:cNvPr id="32" name="Rectangle 31">
            <a:extLst>
              <a:ext uri="{FF2B5EF4-FFF2-40B4-BE49-F238E27FC236}">
                <a16:creationId xmlns:a16="http://schemas.microsoft.com/office/drawing/2014/main" id="{5D9A3DC4-BDF4-1A37-23F1-47BE082418A3}"/>
              </a:ext>
            </a:extLst>
          </p:cNvPr>
          <p:cNvSpPr/>
          <p:nvPr/>
        </p:nvSpPr>
        <p:spPr>
          <a:xfrm>
            <a:off x="1425576" y="1862138"/>
            <a:ext cx="567620" cy="131283"/>
          </a:xfrm>
          <a:prstGeom prst="rect">
            <a:avLst/>
          </a:prstGeom>
          <a:noFill/>
          <a:ln w="2857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r"/>
            <a:r>
              <a:rPr lang="en-US" sz="800" dirty="0">
                <a:solidFill>
                  <a:schemeClr val="bg2">
                    <a:lumMod val="50000"/>
                  </a:schemeClr>
                </a:solidFill>
              </a:rPr>
              <a:t>FRS signature</a:t>
            </a:r>
          </a:p>
        </p:txBody>
      </p:sp>
      <p:sp>
        <p:nvSpPr>
          <p:cNvPr id="35" name="Flowchart: Decision 34">
            <a:extLst>
              <a:ext uri="{FF2B5EF4-FFF2-40B4-BE49-F238E27FC236}">
                <a16:creationId xmlns:a16="http://schemas.microsoft.com/office/drawing/2014/main" id="{2F0D1B44-4E71-49DD-9273-C97899133478}"/>
              </a:ext>
            </a:extLst>
          </p:cNvPr>
          <p:cNvSpPr/>
          <p:nvPr/>
        </p:nvSpPr>
        <p:spPr>
          <a:xfrm>
            <a:off x="3775216" y="1716287"/>
            <a:ext cx="96414" cy="88776"/>
          </a:xfrm>
          <a:prstGeom prst="flowChartDecision">
            <a:avLst/>
          </a:prstGeom>
          <a:solidFill>
            <a:schemeClr val="accent6"/>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chemeClr val="accent6">
                  <a:lumMod val="50000"/>
                </a:schemeClr>
              </a:solidFill>
            </a:endParaRPr>
          </a:p>
        </p:txBody>
      </p:sp>
      <p:sp>
        <p:nvSpPr>
          <p:cNvPr id="38" name="Rectangle 37">
            <a:extLst>
              <a:ext uri="{FF2B5EF4-FFF2-40B4-BE49-F238E27FC236}">
                <a16:creationId xmlns:a16="http://schemas.microsoft.com/office/drawing/2014/main" id="{951BCA33-0848-C30A-F062-234D98155F17}"/>
              </a:ext>
            </a:extLst>
          </p:cNvPr>
          <p:cNvSpPr/>
          <p:nvPr/>
        </p:nvSpPr>
        <p:spPr>
          <a:xfrm>
            <a:off x="3625009" y="1862137"/>
            <a:ext cx="564404" cy="131283"/>
          </a:xfrm>
          <a:prstGeom prst="rect">
            <a:avLst/>
          </a:prstGeom>
          <a:noFill/>
          <a:ln w="2857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r"/>
            <a:r>
              <a:rPr lang="en-US" sz="800" dirty="0">
                <a:solidFill>
                  <a:schemeClr val="accent6">
                    <a:lumMod val="50000"/>
                  </a:schemeClr>
                </a:solidFill>
              </a:rPr>
              <a:t>Hardware Arrival</a:t>
            </a:r>
          </a:p>
        </p:txBody>
      </p:sp>
      <p:sp>
        <p:nvSpPr>
          <p:cNvPr id="39" name="Flowchart: Decision 38">
            <a:extLst>
              <a:ext uri="{FF2B5EF4-FFF2-40B4-BE49-F238E27FC236}">
                <a16:creationId xmlns:a16="http://schemas.microsoft.com/office/drawing/2014/main" id="{4448DF5A-EC9B-1DCF-A8A4-213DDF1DC313}"/>
              </a:ext>
            </a:extLst>
          </p:cNvPr>
          <p:cNvSpPr/>
          <p:nvPr/>
        </p:nvSpPr>
        <p:spPr>
          <a:xfrm>
            <a:off x="5092771" y="1716287"/>
            <a:ext cx="96414" cy="88776"/>
          </a:xfrm>
          <a:prstGeom prst="flowChartDecision">
            <a:avLst/>
          </a:prstGeom>
          <a:solidFill>
            <a:schemeClr val="accent6"/>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chemeClr val="accent6">
                  <a:lumMod val="50000"/>
                </a:schemeClr>
              </a:solidFill>
            </a:endParaRPr>
          </a:p>
        </p:txBody>
      </p:sp>
      <p:sp>
        <p:nvSpPr>
          <p:cNvPr id="40" name="Rectangle 39">
            <a:extLst>
              <a:ext uri="{FF2B5EF4-FFF2-40B4-BE49-F238E27FC236}">
                <a16:creationId xmlns:a16="http://schemas.microsoft.com/office/drawing/2014/main" id="{382D7022-0854-F8E3-F0BC-AFC46B3978FC}"/>
              </a:ext>
            </a:extLst>
          </p:cNvPr>
          <p:cNvSpPr/>
          <p:nvPr/>
        </p:nvSpPr>
        <p:spPr>
          <a:xfrm>
            <a:off x="4387850" y="1834383"/>
            <a:ext cx="908051" cy="229507"/>
          </a:xfrm>
          <a:prstGeom prst="rect">
            <a:avLst/>
          </a:prstGeom>
          <a:noFill/>
          <a:ln w="2857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r"/>
            <a:r>
              <a:rPr lang="en-US" sz="800" dirty="0">
                <a:solidFill>
                  <a:schemeClr val="accent6">
                    <a:lumMod val="50000"/>
                  </a:schemeClr>
                </a:solidFill>
              </a:rPr>
              <a:t>Data Digitization completion</a:t>
            </a:r>
          </a:p>
        </p:txBody>
      </p:sp>
      <p:sp>
        <p:nvSpPr>
          <p:cNvPr id="41" name="Flowchart: Decision 40">
            <a:extLst>
              <a:ext uri="{FF2B5EF4-FFF2-40B4-BE49-F238E27FC236}">
                <a16:creationId xmlns:a16="http://schemas.microsoft.com/office/drawing/2014/main" id="{D8846387-9773-5C01-0D87-4E29E2BBA8E0}"/>
              </a:ext>
            </a:extLst>
          </p:cNvPr>
          <p:cNvSpPr/>
          <p:nvPr/>
        </p:nvSpPr>
        <p:spPr>
          <a:xfrm>
            <a:off x="5708721" y="1716287"/>
            <a:ext cx="96414" cy="88776"/>
          </a:xfrm>
          <a:prstGeom prst="flowChartDecision">
            <a:avLst/>
          </a:prstGeom>
          <a:solidFill>
            <a:schemeClr val="accent6"/>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chemeClr val="accent6">
                  <a:lumMod val="50000"/>
                </a:schemeClr>
              </a:solidFill>
            </a:endParaRPr>
          </a:p>
        </p:txBody>
      </p:sp>
      <p:sp>
        <p:nvSpPr>
          <p:cNvPr id="43" name="Rectangle 42">
            <a:extLst>
              <a:ext uri="{FF2B5EF4-FFF2-40B4-BE49-F238E27FC236}">
                <a16:creationId xmlns:a16="http://schemas.microsoft.com/office/drawing/2014/main" id="{4FB8E9DB-1B52-DC16-4952-14DDEAC0C0DD}"/>
              </a:ext>
            </a:extLst>
          </p:cNvPr>
          <p:cNvSpPr/>
          <p:nvPr/>
        </p:nvSpPr>
        <p:spPr>
          <a:xfrm>
            <a:off x="5381625" y="1834383"/>
            <a:ext cx="530226" cy="229507"/>
          </a:xfrm>
          <a:prstGeom prst="rect">
            <a:avLst/>
          </a:prstGeom>
          <a:noFill/>
          <a:ln w="2857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r"/>
            <a:r>
              <a:rPr lang="en-US" sz="800" dirty="0">
                <a:solidFill>
                  <a:schemeClr val="accent6">
                    <a:lumMod val="50000"/>
                  </a:schemeClr>
                </a:solidFill>
              </a:rPr>
              <a:t>Hardware SAT</a:t>
            </a:r>
          </a:p>
        </p:txBody>
      </p:sp>
      <p:sp>
        <p:nvSpPr>
          <p:cNvPr id="46" name="Flowchart: Decision 45">
            <a:extLst>
              <a:ext uri="{FF2B5EF4-FFF2-40B4-BE49-F238E27FC236}">
                <a16:creationId xmlns:a16="http://schemas.microsoft.com/office/drawing/2014/main" id="{E45FB86A-52CB-B471-4912-8630A2DCB66E}"/>
              </a:ext>
            </a:extLst>
          </p:cNvPr>
          <p:cNvSpPr/>
          <p:nvPr/>
        </p:nvSpPr>
        <p:spPr>
          <a:xfrm>
            <a:off x="6383467" y="1716287"/>
            <a:ext cx="96414" cy="88776"/>
          </a:xfrm>
          <a:prstGeom prst="flowChartDecision">
            <a:avLst/>
          </a:prstGeom>
          <a:solidFill>
            <a:schemeClr val="accent6"/>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chemeClr val="accent6">
                  <a:lumMod val="50000"/>
                </a:schemeClr>
              </a:solidFill>
            </a:endParaRPr>
          </a:p>
        </p:txBody>
      </p:sp>
      <p:sp>
        <p:nvSpPr>
          <p:cNvPr id="47" name="Rectangle 46">
            <a:extLst>
              <a:ext uri="{FF2B5EF4-FFF2-40B4-BE49-F238E27FC236}">
                <a16:creationId xmlns:a16="http://schemas.microsoft.com/office/drawing/2014/main" id="{0A2DBE97-50B9-2ABB-C3EB-FF4940E74BD0}"/>
              </a:ext>
            </a:extLst>
          </p:cNvPr>
          <p:cNvSpPr/>
          <p:nvPr/>
        </p:nvSpPr>
        <p:spPr>
          <a:xfrm>
            <a:off x="6040033" y="1811098"/>
            <a:ext cx="580432" cy="290805"/>
          </a:xfrm>
          <a:prstGeom prst="rect">
            <a:avLst/>
          </a:prstGeom>
          <a:noFill/>
          <a:ln w="2857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r"/>
            <a:r>
              <a:rPr lang="en-US" sz="800" dirty="0">
                <a:solidFill>
                  <a:schemeClr val="accent6">
                    <a:lumMod val="50000"/>
                  </a:schemeClr>
                </a:solidFill>
              </a:rPr>
              <a:t>CCC Acceptance</a:t>
            </a:r>
          </a:p>
        </p:txBody>
      </p:sp>
      <p:sp>
        <p:nvSpPr>
          <p:cNvPr id="48" name="Flowchart: Decision 47">
            <a:extLst>
              <a:ext uri="{FF2B5EF4-FFF2-40B4-BE49-F238E27FC236}">
                <a16:creationId xmlns:a16="http://schemas.microsoft.com/office/drawing/2014/main" id="{921DDA08-D1A6-82B9-9D64-3B140B460AE8}"/>
              </a:ext>
            </a:extLst>
          </p:cNvPr>
          <p:cNvSpPr/>
          <p:nvPr/>
        </p:nvSpPr>
        <p:spPr>
          <a:xfrm>
            <a:off x="7609017" y="1716287"/>
            <a:ext cx="96414" cy="88776"/>
          </a:xfrm>
          <a:prstGeom prst="flowChartDecision">
            <a:avLst/>
          </a:prstGeom>
          <a:solidFill>
            <a:schemeClr val="accent6"/>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chemeClr val="accent6">
                  <a:lumMod val="50000"/>
                </a:schemeClr>
              </a:solidFill>
            </a:endParaRPr>
          </a:p>
        </p:txBody>
      </p:sp>
      <p:sp>
        <p:nvSpPr>
          <p:cNvPr id="68" name="Rectangle 67">
            <a:extLst>
              <a:ext uri="{FF2B5EF4-FFF2-40B4-BE49-F238E27FC236}">
                <a16:creationId xmlns:a16="http://schemas.microsoft.com/office/drawing/2014/main" id="{C4984B15-1F99-3864-1D34-7B5AB176930C}"/>
              </a:ext>
            </a:extLst>
          </p:cNvPr>
          <p:cNvSpPr/>
          <p:nvPr/>
        </p:nvSpPr>
        <p:spPr>
          <a:xfrm>
            <a:off x="6855363" y="1811098"/>
            <a:ext cx="990652" cy="290805"/>
          </a:xfrm>
          <a:prstGeom prst="rect">
            <a:avLst/>
          </a:prstGeom>
          <a:noFill/>
          <a:ln w="2857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r"/>
            <a:r>
              <a:rPr lang="en-US" sz="800" dirty="0">
                <a:solidFill>
                  <a:schemeClr val="accent6">
                    <a:lumMod val="50000"/>
                  </a:schemeClr>
                </a:solidFill>
              </a:rPr>
              <a:t>Pilot BCT &amp; Cut-over Go-live</a:t>
            </a:r>
          </a:p>
        </p:txBody>
      </p:sp>
      <p:sp>
        <p:nvSpPr>
          <p:cNvPr id="69" name="Flowchart: Decision 68">
            <a:extLst>
              <a:ext uri="{FF2B5EF4-FFF2-40B4-BE49-F238E27FC236}">
                <a16:creationId xmlns:a16="http://schemas.microsoft.com/office/drawing/2014/main" id="{AC79B3F2-B6AB-1BD2-03F8-609D53B70E39}"/>
              </a:ext>
            </a:extLst>
          </p:cNvPr>
          <p:cNvSpPr/>
          <p:nvPr/>
        </p:nvSpPr>
        <p:spPr>
          <a:xfrm>
            <a:off x="8936967" y="1716287"/>
            <a:ext cx="96414" cy="88776"/>
          </a:xfrm>
          <a:prstGeom prst="flowChartDecision">
            <a:avLst/>
          </a:prstGeom>
          <a:solidFill>
            <a:schemeClr val="accent6"/>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chemeClr val="accent6">
                  <a:lumMod val="50000"/>
                </a:schemeClr>
              </a:solidFill>
            </a:endParaRPr>
          </a:p>
        </p:txBody>
      </p:sp>
      <p:sp>
        <p:nvSpPr>
          <p:cNvPr id="75" name="Rectangle 74">
            <a:extLst>
              <a:ext uri="{FF2B5EF4-FFF2-40B4-BE49-F238E27FC236}">
                <a16:creationId xmlns:a16="http://schemas.microsoft.com/office/drawing/2014/main" id="{F06AD98C-D27B-1913-86ED-8CB8D142F203}"/>
              </a:ext>
            </a:extLst>
          </p:cNvPr>
          <p:cNvSpPr/>
          <p:nvPr/>
        </p:nvSpPr>
        <p:spPr>
          <a:xfrm>
            <a:off x="8563808" y="1811098"/>
            <a:ext cx="479981" cy="290805"/>
          </a:xfrm>
          <a:prstGeom prst="rect">
            <a:avLst/>
          </a:prstGeom>
          <a:noFill/>
          <a:ln w="2857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r"/>
            <a:r>
              <a:rPr lang="en-US" sz="800" dirty="0">
                <a:solidFill>
                  <a:schemeClr val="accent6">
                    <a:lumMod val="50000"/>
                  </a:schemeClr>
                </a:solidFill>
              </a:rPr>
              <a:t>DR UAT</a:t>
            </a:r>
          </a:p>
        </p:txBody>
      </p:sp>
      <p:sp>
        <p:nvSpPr>
          <p:cNvPr id="82" name="Flowchart: Decision 81">
            <a:extLst>
              <a:ext uri="{FF2B5EF4-FFF2-40B4-BE49-F238E27FC236}">
                <a16:creationId xmlns:a16="http://schemas.microsoft.com/office/drawing/2014/main" id="{AC157824-DDCD-D528-6DE1-8C21B35AD2EC}"/>
              </a:ext>
            </a:extLst>
          </p:cNvPr>
          <p:cNvSpPr/>
          <p:nvPr/>
        </p:nvSpPr>
        <p:spPr>
          <a:xfrm>
            <a:off x="9528586" y="1716287"/>
            <a:ext cx="96414" cy="88776"/>
          </a:xfrm>
          <a:prstGeom prst="flowChartDecision">
            <a:avLst/>
          </a:prstGeom>
          <a:solidFill>
            <a:schemeClr val="accent6"/>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chemeClr val="accent6">
                  <a:lumMod val="50000"/>
                </a:schemeClr>
              </a:solidFill>
            </a:endParaRPr>
          </a:p>
        </p:txBody>
      </p:sp>
      <p:sp>
        <p:nvSpPr>
          <p:cNvPr id="84" name="Rectangle 83">
            <a:extLst>
              <a:ext uri="{FF2B5EF4-FFF2-40B4-BE49-F238E27FC236}">
                <a16:creationId xmlns:a16="http://schemas.microsoft.com/office/drawing/2014/main" id="{13CD9DCE-37B1-311D-98CF-1586FC9F6DAB}"/>
              </a:ext>
            </a:extLst>
          </p:cNvPr>
          <p:cNvSpPr/>
          <p:nvPr/>
        </p:nvSpPr>
        <p:spPr>
          <a:xfrm>
            <a:off x="9285603" y="1811098"/>
            <a:ext cx="876914" cy="290805"/>
          </a:xfrm>
          <a:prstGeom prst="rect">
            <a:avLst/>
          </a:prstGeom>
          <a:noFill/>
          <a:ln w="2857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r>
              <a:rPr lang="en-US" sz="800" dirty="0">
                <a:solidFill>
                  <a:schemeClr val="accent6">
                    <a:lumMod val="50000"/>
                  </a:schemeClr>
                </a:solidFill>
              </a:rPr>
              <a:t>Training &amp; </a:t>
            </a:r>
          </a:p>
          <a:p>
            <a:r>
              <a:rPr lang="en-US" sz="800" dirty="0">
                <a:solidFill>
                  <a:schemeClr val="accent6">
                    <a:lumMod val="50000"/>
                  </a:schemeClr>
                </a:solidFill>
              </a:rPr>
              <a:t>Data completion</a:t>
            </a:r>
          </a:p>
        </p:txBody>
      </p:sp>
      <p:sp>
        <p:nvSpPr>
          <p:cNvPr id="86" name="Flowchart: Decision 85">
            <a:extLst>
              <a:ext uri="{FF2B5EF4-FFF2-40B4-BE49-F238E27FC236}">
                <a16:creationId xmlns:a16="http://schemas.microsoft.com/office/drawing/2014/main" id="{90FB9E30-7A29-9B08-2037-FB844C5B064F}"/>
              </a:ext>
            </a:extLst>
          </p:cNvPr>
          <p:cNvSpPr/>
          <p:nvPr/>
        </p:nvSpPr>
        <p:spPr>
          <a:xfrm>
            <a:off x="10254894" y="1716287"/>
            <a:ext cx="96414" cy="88776"/>
          </a:xfrm>
          <a:prstGeom prst="flowChartDecision">
            <a:avLst/>
          </a:prstGeom>
          <a:solidFill>
            <a:schemeClr val="accent6"/>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chemeClr val="accent6">
                  <a:lumMod val="50000"/>
                </a:schemeClr>
              </a:solidFill>
            </a:endParaRPr>
          </a:p>
        </p:txBody>
      </p:sp>
      <p:sp>
        <p:nvSpPr>
          <p:cNvPr id="87" name="Rectangle 86">
            <a:extLst>
              <a:ext uri="{FF2B5EF4-FFF2-40B4-BE49-F238E27FC236}">
                <a16:creationId xmlns:a16="http://schemas.microsoft.com/office/drawing/2014/main" id="{4C3E08E8-FE5C-F23F-B9EC-FE9AD2E2BC5B}"/>
              </a:ext>
            </a:extLst>
          </p:cNvPr>
          <p:cNvSpPr/>
          <p:nvPr/>
        </p:nvSpPr>
        <p:spPr>
          <a:xfrm>
            <a:off x="10186414" y="1811098"/>
            <a:ext cx="899920" cy="290805"/>
          </a:xfrm>
          <a:prstGeom prst="rect">
            <a:avLst/>
          </a:prstGeom>
          <a:noFill/>
          <a:ln w="2857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r"/>
            <a:r>
              <a:rPr lang="en-US" sz="800" dirty="0">
                <a:solidFill>
                  <a:schemeClr val="accent6">
                    <a:lumMod val="50000"/>
                  </a:schemeClr>
                </a:solidFill>
              </a:rPr>
              <a:t>BCT &amp; Enterprise wide roll out</a:t>
            </a:r>
          </a:p>
        </p:txBody>
      </p:sp>
      <p:sp>
        <p:nvSpPr>
          <p:cNvPr id="89" name="Flowchart: Decision 88">
            <a:extLst>
              <a:ext uri="{FF2B5EF4-FFF2-40B4-BE49-F238E27FC236}">
                <a16:creationId xmlns:a16="http://schemas.microsoft.com/office/drawing/2014/main" id="{933B5DF4-68F5-DAC0-0A3B-C0E1FB5348CF}"/>
              </a:ext>
            </a:extLst>
          </p:cNvPr>
          <p:cNvSpPr/>
          <p:nvPr/>
        </p:nvSpPr>
        <p:spPr>
          <a:xfrm>
            <a:off x="11748674" y="1716287"/>
            <a:ext cx="96414" cy="88776"/>
          </a:xfrm>
          <a:prstGeom prst="flowChartDecision">
            <a:avLst/>
          </a:prstGeom>
          <a:solidFill>
            <a:schemeClr val="accent6"/>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chemeClr val="accent6">
                  <a:lumMod val="50000"/>
                </a:schemeClr>
              </a:solidFill>
            </a:endParaRPr>
          </a:p>
        </p:txBody>
      </p:sp>
      <p:sp>
        <p:nvSpPr>
          <p:cNvPr id="92" name="Rectangle 91">
            <a:extLst>
              <a:ext uri="{FF2B5EF4-FFF2-40B4-BE49-F238E27FC236}">
                <a16:creationId xmlns:a16="http://schemas.microsoft.com/office/drawing/2014/main" id="{3869AB43-81D9-F284-4EBC-AA1A81E23F49}"/>
              </a:ext>
            </a:extLst>
          </p:cNvPr>
          <p:cNvSpPr/>
          <p:nvPr/>
        </p:nvSpPr>
        <p:spPr>
          <a:xfrm>
            <a:off x="10949255" y="1830785"/>
            <a:ext cx="899920" cy="290805"/>
          </a:xfrm>
          <a:prstGeom prst="rect">
            <a:avLst/>
          </a:prstGeom>
          <a:noFill/>
          <a:ln w="2857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r"/>
            <a:r>
              <a:rPr lang="en-US" sz="800" dirty="0">
                <a:solidFill>
                  <a:schemeClr val="accent6">
                    <a:lumMod val="50000"/>
                  </a:schemeClr>
                </a:solidFill>
              </a:rPr>
              <a:t>Project Completion</a:t>
            </a:r>
          </a:p>
        </p:txBody>
      </p:sp>
      <p:sp>
        <p:nvSpPr>
          <p:cNvPr id="93" name="Flowchart: Decision 92">
            <a:extLst>
              <a:ext uri="{FF2B5EF4-FFF2-40B4-BE49-F238E27FC236}">
                <a16:creationId xmlns:a16="http://schemas.microsoft.com/office/drawing/2014/main" id="{190939F5-A6E0-0074-F1E3-00F59D2CD920}"/>
              </a:ext>
            </a:extLst>
          </p:cNvPr>
          <p:cNvSpPr/>
          <p:nvPr/>
        </p:nvSpPr>
        <p:spPr>
          <a:xfrm>
            <a:off x="550412" y="1716287"/>
            <a:ext cx="96414" cy="88776"/>
          </a:xfrm>
          <a:prstGeom prst="flowChartDecision">
            <a:avLst/>
          </a:prstGeom>
          <a:solidFill>
            <a:schemeClr val="bg2">
              <a:lumMod val="7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chemeClr val="accent6">
                  <a:lumMod val="50000"/>
                </a:schemeClr>
              </a:solidFill>
            </a:endParaRPr>
          </a:p>
        </p:txBody>
      </p:sp>
      <p:sp>
        <p:nvSpPr>
          <p:cNvPr id="112" name="Rectangle 111">
            <a:extLst>
              <a:ext uri="{FF2B5EF4-FFF2-40B4-BE49-F238E27FC236}">
                <a16:creationId xmlns:a16="http://schemas.microsoft.com/office/drawing/2014/main" id="{16C6BE93-FAEA-F417-DBAE-AEE7F77B421F}"/>
              </a:ext>
            </a:extLst>
          </p:cNvPr>
          <p:cNvSpPr/>
          <p:nvPr/>
        </p:nvSpPr>
        <p:spPr>
          <a:xfrm>
            <a:off x="422275" y="1862138"/>
            <a:ext cx="442561" cy="131283"/>
          </a:xfrm>
          <a:prstGeom prst="rect">
            <a:avLst/>
          </a:prstGeom>
          <a:noFill/>
          <a:ln w="2857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en-US" sz="800" dirty="0">
                <a:solidFill>
                  <a:schemeClr val="bg2">
                    <a:lumMod val="50000"/>
                  </a:schemeClr>
                </a:solidFill>
              </a:rPr>
              <a:t>Project </a:t>
            </a:r>
          </a:p>
          <a:p>
            <a:r>
              <a:rPr lang="en-US" sz="800" dirty="0">
                <a:solidFill>
                  <a:schemeClr val="bg2">
                    <a:lumMod val="50000"/>
                  </a:schemeClr>
                </a:solidFill>
              </a:rPr>
              <a:t>Kick-off</a:t>
            </a:r>
          </a:p>
        </p:txBody>
      </p:sp>
      <p:sp>
        <p:nvSpPr>
          <p:cNvPr id="129" name="TextBox 128">
            <a:extLst>
              <a:ext uri="{FF2B5EF4-FFF2-40B4-BE49-F238E27FC236}">
                <a16:creationId xmlns:a16="http://schemas.microsoft.com/office/drawing/2014/main" id="{7E239C18-7794-E31D-4BF8-E18ACEA7DBA0}"/>
              </a:ext>
            </a:extLst>
          </p:cNvPr>
          <p:cNvSpPr txBox="1"/>
          <p:nvPr/>
        </p:nvSpPr>
        <p:spPr>
          <a:xfrm>
            <a:off x="220793" y="6562725"/>
            <a:ext cx="7361354" cy="137160"/>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AU" sz="800" baseline="30000" dirty="0">
                <a:solidFill>
                  <a:schemeClr val="bg2">
                    <a:lumMod val="50000"/>
                  </a:schemeClr>
                </a:solidFill>
              </a:rPr>
              <a:t>1 </a:t>
            </a:r>
            <a:r>
              <a:rPr lang="en-AU" sz="800" dirty="0">
                <a:solidFill>
                  <a:schemeClr val="bg2">
                    <a:lumMod val="50000"/>
                  </a:schemeClr>
                </a:solidFill>
              </a:rPr>
              <a:t>The Project milestones shown are in accordance with the Kick-off deck presented by M/s </a:t>
            </a:r>
            <a:r>
              <a:rPr lang="en-AU" sz="800" dirty="0" err="1">
                <a:solidFill>
                  <a:schemeClr val="bg2">
                    <a:lumMod val="50000"/>
                  </a:schemeClr>
                </a:solidFill>
              </a:rPr>
              <a:t>LongShine</a:t>
            </a:r>
            <a:r>
              <a:rPr lang="en-AU" sz="800" dirty="0">
                <a:solidFill>
                  <a:schemeClr val="bg2">
                    <a:lumMod val="50000"/>
                  </a:schemeClr>
                </a:solidFill>
              </a:rPr>
              <a:t> on 10</a:t>
            </a:r>
            <a:r>
              <a:rPr lang="en-AU" sz="800" baseline="30000" dirty="0">
                <a:solidFill>
                  <a:schemeClr val="bg2">
                    <a:lumMod val="50000"/>
                  </a:schemeClr>
                </a:solidFill>
              </a:rPr>
              <a:t>th</a:t>
            </a:r>
            <a:r>
              <a:rPr lang="en-AU" sz="800" dirty="0">
                <a:solidFill>
                  <a:schemeClr val="bg2">
                    <a:lumMod val="50000"/>
                  </a:schemeClr>
                </a:solidFill>
              </a:rPr>
              <a:t> March 2023</a:t>
            </a:r>
          </a:p>
        </p:txBody>
      </p:sp>
      <p:sp>
        <p:nvSpPr>
          <p:cNvPr id="130" name="Isosceles Triangle 129">
            <a:extLst>
              <a:ext uri="{FF2B5EF4-FFF2-40B4-BE49-F238E27FC236}">
                <a16:creationId xmlns:a16="http://schemas.microsoft.com/office/drawing/2014/main" id="{B5B02B1B-C4A1-A517-A074-BA8CFECDD9D7}"/>
              </a:ext>
            </a:extLst>
          </p:cNvPr>
          <p:cNvSpPr/>
          <p:nvPr/>
        </p:nvSpPr>
        <p:spPr bwMode="gray">
          <a:xfrm flipV="1">
            <a:off x="3375555" y="1379927"/>
            <a:ext cx="158556" cy="82854"/>
          </a:xfrm>
          <a:prstGeom prst="triangle">
            <a:avLst/>
          </a:prstGeom>
          <a:solidFill>
            <a:schemeClr val="accent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AU" sz="1600" b="1" dirty="0">
              <a:solidFill>
                <a:schemeClr val="bg1"/>
              </a:solidFill>
            </a:endParaRPr>
          </a:p>
        </p:txBody>
      </p:sp>
      <p:cxnSp>
        <p:nvCxnSpPr>
          <p:cNvPr id="209" name="Straight Connector 208">
            <a:extLst>
              <a:ext uri="{FF2B5EF4-FFF2-40B4-BE49-F238E27FC236}">
                <a16:creationId xmlns:a16="http://schemas.microsoft.com/office/drawing/2014/main" id="{44A593EA-A353-1833-5A4D-A7FF3BF5D8C7}"/>
              </a:ext>
            </a:extLst>
          </p:cNvPr>
          <p:cNvCxnSpPr>
            <a:cxnSpLocks/>
            <a:stCxn id="130" idx="0"/>
          </p:cNvCxnSpPr>
          <p:nvPr/>
        </p:nvCxnSpPr>
        <p:spPr>
          <a:xfrm>
            <a:off x="3454833" y="1462781"/>
            <a:ext cx="0" cy="529533"/>
          </a:xfrm>
          <a:prstGeom prst="line">
            <a:avLst/>
          </a:prstGeom>
          <a:ln w="12700">
            <a:solidFill>
              <a:schemeClr val="accent5"/>
            </a:solidFill>
            <a:prstDash val="sysDot"/>
          </a:ln>
        </p:spPr>
        <p:style>
          <a:lnRef idx="1">
            <a:schemeClr val="accent1"/>
          </a:lnRef>
          <a:fillRef idx="0">
            <a:schemeClr val="accent1"/>
          </a:fillRef>
          <a:effectRef idx="0">
            <a:schemeClr val="accent1"/>
          </a:effectRef>
          <a:fontRef idx="minor">
            <a:schemeClr val="tx1"/>
          </a:fontRef>
        </p:style>
      </p:cxnSp>
      <p:sp>
        <p:nvSpPr>
          <p:cNvPr id="211" name="TextBox 210">
            <a:extLst>
              <a:ext uri="{FF2B5EF4-FFF2-40B4-BE49-F238E27FC236}">
                <a16:creationId xmlns:a16="http://schemas.microsoft.com/office/drawing/2014/main" id="{38E0D6D3-E3F6-A49C-F9A3-B0D23BF1D2FF}"/>
              </a:ext>
            </a:extLst>
          </p:cNvPr>
          <p:cNvSpPr txBox="1"/>
          <p:nvPr/>
        </p:nvSpPr>
        <p:spPr>
          <a:xfrm>
            <a:off x="2801768" y="1344866"/>
            <a:ext cx="981074" cy="107722"/>
          </a:xfrm>
          <a:prstGeom prst="rect">
            <a:avLst/>
          </a:prstGeom>
          <a:noFill/>
        </p:spPr>
        <p:txBody>
          <a:bodyPr wrap="square" lIns="0" tIns="0" rIns="0" bIns="0" rtlCol="0">
            <a:spAutoFit/>
          </a:bodyPr>
          <a:lstStyle/>
          <a:p>
            <a:pPr>
              <a:spcBef>
                <a:spcPts val="600"/>
              </a:spcBef>
              <a:buSzPct val="100000"/>
            </a:pPr>
            <a:r>
              <a:rPr lang="en-AU" sz="700" i="1" dirty="0">
                <a:solidFill>
                  <a:schemeClr val="accent6"/>
                </a:solidFill>
              </a:rPr>
              <a:t>We are here</a:t>
            </a:r>
          </a:p>
        </p:txBody>
      </p:sp>
    </p:spTree>
    <p:extLst>
      <p:ext uri="{BB962C8B-B14F-4D97-AF65-F5344CB8AC3E}">
        <p14:creationId xmlns:p14="http://schemas.microsoft.com/office/powerpoint/2010/main" val="3872338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81625" y="344558"/>
            <a:ext cx="1117644" cy="2598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53" name="Group 52">
            <a:extLst>
              <a:ext uri="{FF2B5EF4-FFF2-40B4-BE49-F238E27FC236}">
                <a16:creationId xmlns:a16="http://schemas.microsoft.com/office/drawing/2014/main" id="{0B99223C-9C71-4007-BCF0-F2D0693F8D65}"/>
              </a:ext>
            </a:extLst>
          </p:cNvPr>
          <p:cNvGrpSpPr>
            <a:grpSpLocks noChangeAspect="1"/>
          </p:cNvGrpSpPr>
          <p:nvPr/>
        </p:nvGrpSpPr>
        <p:grpSpPr>
          <a:xfrm>
            <a:off x="7601268" y="6646231"/>
            <a:ext cx="135000" cy="137160"/>
            <a:chOff x="7601542" y="185759"/>
            <a:chExt cx="162000" cy="162000"/>
          </a:xfrm>
          <a:solidFill>
            <a:schemeClr val="accent2"/>
          </a:solidFill>
        </p:grpSpPr>
        <p:sp>
          <p:nvSpPr>
            <p:cNvPr id="64" name="Diamond 152">
              <a:extLst>
                <a:ext uri="{FF2B5EF4-FFF2-40B4-BE49-F238E27FC236}">
                  <a16:creationId xmlns:a16="http://schemas.microsoft.com/office/drawing/2014/main" id="{AC9962F5-3EF2-4915-8EE8-D6F70BE2AE89}"/>
                </a:ext>
              </a:extLst>
            </p:cNvPr>
            <p:cNvSpPr/>
            <p:nvPr/>
          </p:nvSpPr>
          <p:spPr>
            <a:xfrm>
              <a:off x="7601542" y="185759"/>
              <a:ext cx="162000" cy="16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chemeClr val="accent1"/>
                </a:solidFill>
                <a:effectLst/>
                <a:uLnTx/>
                <a:uFillTx/>
                <a:latin typeface="+mj-lt"/>
                <a:ea typeface="+mn-ea"/>
                <a:cs typeface="+mn-cs"/>
              </a:endParaRPr>
            </a:p>
          </p:txBody>
        </p:sp>
        <p:sp>
          <p:nvSpPr>
            <p:cNvPr id="65" name="Diamond 153">
              <a:extLst>
                <a:ext uri="{FF2B5EF4-FFF2-40B4-BE49-F238E27FC236}">
                  <a16:creationId xmlns:a16="http://schemas.microsoft.com/office/drawing/2014/main" id="{786E5CE6-990D-4562-98BD-CB62A1CBD1C3}"/>
                </a:ext>
              </a:extLst>
            </p:cNvPr>
            <p:cNvSpPr/>
            <p:nvPr/>
          </p:nvSpPr>
          <p:spPr>
            <a:xfrm>
              <a:off x="7610542" y="194759"/>
              <a:ext cx="144000" cy="144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chemeClr val="accent1"/>
                </a:solidFill>
                <a:effectLst/>
                <a:uLnTx/>
                <a:uFillTx/>
                <a:latin typeface="+mj-lt"/>
                <a:ea typeface="+mn-ea"/>
                <a:cs typeface="+mn-cs"/>
              </a:endParaRPr>
            </a:p>
          </p:txBody>
        </p:sp>
      </p:grpSp>
      <p:sp>
        <p:nvSpPr>
          <p:cNvPr id="57" name="TextBox 56">
            <a:extLst>
              <a:ext uri="{FF2B5EF4-FFF2-40B4-BE49-F238E27FC236}">
                <a16:creationId xmlns:a16="http://schemas.microsoft.com/office/drawing/2014/main" id="{C36BA110-60AE-4849-A1FD-457AA936F086}"/>
              </a:ext>
            </a:extLst>
          </p:cNvPr>
          <p:cNvSpPr txBox="1"/>
          <p:nvPr/>
        </p:nvSpPr>
        <p:spPr>
          <a:xfrm>
            <a:off x="7762890" y="6658339"/>
            <a:ext cx="489796" cy="12311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800" b="0" i="0" u="none" strike="noStrike" kern="1200" cap="none" spc="0" normalizeH="0" baseline="0" noProof="0" dirty="0">
                <a:ln>
                  <a:noFill/>
                </a:ln>
                <a:solidFill>
                  <a:schemeClr val="tx1"/>
                </a:solidFill>
                <a:effectLst/>
                <a:uLnTx/>
                <a:uFillTx/>
                <a:ea typeface="+mn-ea"/>
                <a:cs typeface="+mn-cs"/>
              </a:rPr>
              <a:t>On-Track</a:t>
            </a:r>
          </a:p>
        </p:txBody>
      </p:sp>
      <p:grpSp>
        <p:nvGrpSpPr>
          <p:cNvPr id="54" name="Group 53">
            <a:extLst>
              <a:ext uri="{FF2B5EF4-FFF2-40B4-BE49-F238E27FC236}">
                <a16:creationId xmlns:a16="http://schemas.microsoft.com/office/drawing/2014/main" id="{207FAC42-C2B9-4DB4-9736-98EC197FEBB5}"/>
              </a:ext>
            </a:extLst>
          </p:cNvPr>
          <p:cNvGrpSpPr>
            <a:grpSpLocks noChangeAspect="1"/>
          </p:cNvGrpSpPr>
          <p:nvPr/>
        </p:nvGrpSpPr>
        <p:grpSpPr>
          <a:xfrm>
            <a:off x="8354710" y="6646231"/>
            <a:ext cx="135000" cy="137160"/>
            <a:chOff x="7601542" y="185759"/>
            <a:chExt cx="162000" cy="162000"/>
          </a:xfrm>
          <a:solidFill>
            <a:srgbClr val="FFC000"/>
          </a:solidFill>
        </p:grpSpPr>
        <p:sp>
          <p:nvSpPr>
            <p:cNvPr id="62" name="Diamond 152">
              <a:extLst>
                <a:ext uri="{FF2B5EF4-FFF2-40B4-BE49-F238E27FC236}">
                  <a16:creationId xmlns:a16="http://schemas.microsoft.com/office/drawing/2014/main" id="{A8162471-CA73-4DEB-896C-C1565A46F74E}"/>
                </a:ext>
              </a:extLst>
            </p:cNvPr>
            <p:cNvSpPr/>
            <p:nvPr/>
          </p:nvSpPr>
          <p:spPr>
            <a:xfrm>
              <a:off x="7601542" y="185759"/>
              <a:ext cx="162000" cy="16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chemeClr val="accent1"/>
                </a:solidFill>
                <a:effectLst/>
                <a:uLnTx/>
                <a:uFillTx/>
                <a:latin typeface="+mj-lt"/>
                <a:ea typeface="+mn-ea"/>
                <a:cs typeface="+mn-cs"/>
              </a:endParaRPr>
            </a:p>
          </p:txBody>
        </p:sp>
        <p:sp>
          <p:nvSpPr>
            <p:cNvPr id="63" name="Diamond 153">
              <a:extLst>
                <a:ext uri="{FF2B5EF4-FFF2-40B4-BE49-F238E27FC236}">
                  <a16:creationId xmlns:a16="http://schemas.microsoft.com/office/drawing/2014/main" id="{249D3229-C4EC-4F55-84C0-A5937B6643FD}"/>
                </a:ext>
              </a:extLst>
            </p:cNvPr>
            <p:cNvSpPr/>
            <p:nvPr/>
          </p:nvSpPr>
          <p:spPr>
            <a:xfrm>
              <a:off x="7610542" y="194759"/>
              <a:ext cx="144000" cy="144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chemeClr val="accent1"/>
                </a:solidFill>
                <a:effectLst/>
                <a:uLnTx/>
                <a:uFillTx/>
                <a:latin typeface="+mj-lt"/>
                <a:ea typeface="+mn-ea"/>
                <a:cs typeface="+mn-cs"/>
              </a:endParaRPr>
            </a:p>
          </p:txBody>
        </p:sp>
      </p:grpSp>
      <p:sp>
        <p:nvSpPr>
          <p:cNvPr id="58" name="TextBox 57">
            <a:extLst>
              <a:ext uri="{FF2B5EF4-FFF2-40B4-BE49-F238E27FC236}">
                <a16:creationId xmlns:a16="http://schemas.microsoft.com/office/drawing/2014/main" id="{A3EE070B-C111-4410-9854-E531A466F1B6}"/>
              </a:ext>
            </a:extLst>
          </p:cNvPr>
          <p:cNvSpPr txBox="1"/>
          <p:nvPr/>
        </p:nvSpPr>
        <p:spPr>
          <a:xfrm>
            <a:off x="8516331" y="6658339"/>
            <a:ext cx="428111" cy="12311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800" b="0" i="0" u="none" strike="noStrike" kern="1200" cap="none" spc="0" normalizeH="0" baseline="0" noProof="0">
                <a:ln>
                  <a:noFill/>
                </a:ln>
                <a:solidFill>
                  <a:schemeClr val="tx1"/>
                </a:solidFill>
                <a:effectLst/>
                <a:uLnTx/>
                <a:uFillTx/>
                <a:ea typeface="+mn-ea"/>
                <a:cs typeface="+mn-cs"/>
              </a:rPr>
              <a:t>At-Risk</a:t>
            </a:r>
          </a:p>
        </p:txBody>
      </p:sp>
      <p:grpSp>
        <p:nvGrpSpPr>
          <p:cNvPr id="55" name="Group 54">
            <a:extLst>
              <a:ext uri="{FF2B5EF4-FFF2-40B4-BE49-F238E27FC236}">
                <a16:creationId xmlns:a16="http://schemas.microsoft.com/office/drawing/2014/main" id="{1748EF01-62A5-4E80-ACBF-1620B052795E}"/>
              </a:ext>
            </a:extLst>
          </p:cNvPr>
          <p:cNvGrpSpPr>
            <a:grpSpLocks noChangeAspect="1"/>
          </p:cNvGrpSpPr>
          <p:nvPr/>
        </p:nvGrpSpPr>
        <p:grpSpPr>
          <a:xfrm>
            <a:off x="9046465" y="6646231"/>
            <a:ext cx="135000" cy="137160"/>
            <a:chOff x="7601542" y="185759"/>
            <a:chExt cx="162000" cy="162000"/>
          </a:xfrm>
          <a:solidFill>
            <a:srgbClr val="DA291C"/>
          </a:solidFill>
        </p:grpSpPr>
        <p:sp>
          <p:nvSpPr>
            <p:cNvPr id="60" name="Diamond 152">
              <a:extLst>
                <a:ext uri="{FF2B5EF4-FFF2-40B4-BE49-F238E27FC236}">
                  <a16:creationId xmlns:a16="http://schemas.microsoft.com/office/drawing/2014/main" id="{69452EC6-BB8C-4E36-9F15-776E0D946F74}"/>
                </a:ext>
              </a:extLst>
            </p:cNvPr>
            <p:cNvSpPr/>
            <p:nvPr/>
          </p:nvSpPr>
          <p:spPr>
            <a:xfrm>
              <a:off x="7601542" y="185759"/>
              <a:ext cx="162000" cy="16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chemeClr val="accent1"/>
                </a:solidFill>
                <a:effectLst/>
                <a:uLnTx/>
                <a:uFillTx/>
                <a:latin typeface="+mj-lt"/>
                <a:ea typeface="+mn-ea"/>
                <a:cs typeface="+mn-cs"/>
              </a:endParaRPr>
            </a:p>
          </p:txBody>
        </p:sp>
        <p:sp>
          <p:nvSpPr>
            <p:cNvPr id="61" name="Diamond 153">
              <a:extLst>
                <a:ext uri="{FF2B5EF4-FFF2-40B4-BE49-F238E27FC236}">
                  <a16:creationId xmlns:a16="http://schemas.microsoft.com/office/drawing/2014/main" id="{907BA592-09D4-49C7-8396-3AB4B0152A04}"/>
                </a:ext>
              </a:extLst>
            </p:cNvPr>
            <p:cNvSpPr/>
            <p:nvPr/>
          </p:nvSpPr>
          <p:spPr>
            <a:xfrm>
              <a:off x="7610542" y="194759"/>
              <a:ext cx="144000" cy="144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chemeClr val="accent1"/>
                </a:solidFill>
                <a:effectLst/>
                <a:uLnTx/>
                <a:uFillTx/>
                <a:latin typeface="+mj-lt"/>
                <a:ea typeface="+mn-ea"/>
                <a:cs typeface="+mn-cs"/>
              </a:endParaRPr>
            </a:p>
          </p:txBody>
        </p:sp>
      </p:grpSp>
      <p:sp>
        <p:nvSpPr>
          <p:cNvPr id="59" name="TextBox 58">
            <a:extLst>
              <a:ext uri="{FF2B5EF4-FFF2-40B4-BE49-F238E27FC236}">
                <a16:creationId xmlns:a16="http://schemas.microsoft.com/office/drawing/2014/main" id="{92ADCF98-8724-4504-A14D-9B862B3C15D5}"/>
              </a:ext>
            </a:extLst>
          </p:cNvPr>
          <p:cNvSpPr txBox="1"/>
          <p:nvPr/>
        </p:nvSpPr>
        <p:spPr>
          <a:xfrm>
            <a:off x="9208086" y="6658339"/>
            <a:ext cx="2886545" cy="12311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800" b="0" i="0" u="none" strike="noStrike" kern="1200" cap="none" spc="0" normalizeH="0" baseline="0" noProof="0" dirty="0">
                <a:ln>
                  <a:noFill/>
                </a:ln>
                <a:solidFill>
                  <a:schemeClr val="tx1"/>
                </a:solidFill>
                <a:effectLst/>
                <a:uLnTx/>
                <a:uFillTx/>
                <a:ea typeface="+mn-ea"/>
                <a:cs typeface="+mn-cs"/>
              </a:rPr>
              <a:t>Off track/ Requires Escalation or Re-planning</a:t>
            </a:r>
          </a:p>
        </p:txBody>
      </p:sp>
      <p:sp>
        <p:nvSpPr>
          <p:cNvPr id="96" name="Title 1">
            <a:extLst>
              <a:ext uri="{FF2B5EF4-FFF2-40B4-BE49-F238E27FC236}">
                <a16:creationId xmlns:a16="http://schemas.microsoft.com/office/drawing/2014/main" id="{A263FE52-C601-4E1F-8330-F0F25B755630}"/>
              </a:ext>
            </a:extLst>
          </p:cNvPr>
          <p:cNvSpPr txBox="1">
            <a:spLocks/>
          </p:cNvSpPr>
          <p:nvPr/>
        </p:nvSpPr>
        <p:spPr>
          <a:xfrm>
            <a:off x="289501" y="389970"/>
            <a:ext cx="10413792" cy="263149"/>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sym typeface="Trebuchet MS" panose="020B0603020202020204" pitchFamily="34" charset="0"/>
              </a:defRPr>
            </a:lvl1pPr>
          </a:lstStyle>
          <a:p>
            <a:r>
              <a:rPr lang="en-US" sz="1900" dirty="0">
                <a:solidFill>
                  <a:schemeClr val="tx2"/>
                </a:solidFill>
                <a:latin typeface="+mn-lt"/>
              </a:rPr>
              <a:t>RMS Implementation : Detailed Report (As of MM/YY)</a:t>
            </a:r>
          </a:p>
        </p:txBody>
      </p:sp>
      <p:pic>
        <p:nvPicPr>
          <p:cNvPr id="23" name="Picture 22" descr="Deloitte - Wikipedia">
            <a:extLst>
              <a:ext uri="{FF2B5EF4-FFF2-40B4-BE49-F238E27FC236}">
                <a16:creationId xmlns:a16="http://schemas.microsoft.com/office/drawing/2014/main" id="{0120165E-A60B-DEA0-5DE8-B8078252DF15}"/>
              </a:ext>
            </a:extLst>
          </p:cNvPr>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374191" y="-96287"/>
            <a:ext cx="639007" cy="639007"/>
          </a:xfrm>
          <a:prstGeom prst="rect">
            <a:avLst/>
          </a:prstGeom>
          <a:noFill/>
          <a:ln>
            <a:noFill/>
          </a:ln>
        </p:spPr>
      </p:pic>
      <p:pic>
        <p:nvPicPr>
          <p:cNvPr id="24" name="Picture 23" descr="A picture containing text, font, logo, symbol&#10;&#10;Description automatically generated">
            <a:extLst>
              <a:ext uri="{FF2B5EF4-FFF2-40B4-BE49-F238E27FC236}">
                <a16:creationId xmlns:a16="http://schemas.microsoft.com/office/drawing/2014/main" id="{2873C872-6787-BB8C-F9A2-61D69E372751}"/>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9296245" y="56565"/>
            <a:ext cx="2187575" cy="391160"/>
          </a:xfrm>
          <a:prstGeom prst="rect">
            <a:avLst/>
          </a:prstGeom>
        </p:spPr>
      </p:pic>
      <p:graphicFrame>
        <p:nvGraphicFramePr>
          <p:cNvPr id="3" name="Content Placeholder 6">
            <a:extLst>
              <a:ext uri="{FF2B5EF4-FFF2-40B4-BE49-F238E27FC236}">
                <a16:creationId xmlns:a16="http://schemas.microsoft.com/office/drawing/2014/main" id="{8688190A-B568-3B73-0910-FEFE426F56D2}"/>
              </a:ext>
            </a:extLst>
          </p:cNvPr>
          <p:cNvGraphicFramePr>
            <a:graphicFrameLocks/>
          </p:cNvGraphicFramePr>
          <p:nvPr>
            <p:extLst>
              <p:ext uri="{D42A27DB-BD31-4B8C-83A1-F6EECF244321}">
                <p14:modId xmlns:p14="http://schemas.microsoft.com/office/powerpoint/2010/main" val="1348819844"/>
              </p:ext>
            </p:extLst>
          </p:nvPr>
        </p:nvGraphicFramePr>
        <p:xfrm>
          <a:off x="328394" y="963279"/>
          <a:ext cx="11539754" cy="5317768"/>
        </p:xfrm>
        <a:graphic>
          <a:graphicData uri="http://schemas.openxmlformats.org/drawingml/2006/table">
            <a:tbl>
              <a:tblPr firstRow="1" bandRow="1">
                <a:tableStyleId>{5C22544A-7EE6-4342-B048-85BDC9FD1C3A}</a:tableStyleId>
              </a:tblPr>
              <a:tblGrid>
                <a:gridCol w="308104">
                  <a:extLst>
                    <a:ext uri="{9D8B030D-6E8A-4147-A177-3AD203B41FA5}">
                      <a16:colId xmlns:a16="http://schemas.microsoft.com/office/drawing/2014/main" val="20000"/>
                    </a:ext>
                  </a:extLst>
                </a:gridCol>
                <a:gridCol w="480846">
                  <a:extLst>
                    <a:ext uri="{9D8B030D-6E8A-4147-A177-3AD203B41FA5}">
                      <a16:colId xmlns:a16="http://schemas.microsoft.com/office/drawing/2014/main" val="20001"/>
                    </a:ext>
                  </a:extLst>
                </a:gridCol>
                <a:gridCol w="2359077">
                  <a:extLst>
                    <a:ext uri="{9D8B030D-6E8A-4147-A177-3AD203B41FA5}">
                      <a16:colId xmlns:a16="http://schemas.microsoft.com/office/drawing/2014/main" val="772357225"/>
                    </a:ext>
                  </a:extLst>
                </a:gridCol>
                <a:gridCol w="1259128">
                  <a:extLst>
                    <a:ext uri="{9D8B030D-6E8A-4147-A177-3AD203B41FA5}">
                      <a16:colId xmlns:a16="http://schemas.microsoft.com/office/drawing/2014/main" val="12089043"/>
                    </a:ext>
                  </a:extLst>
                </a:gridCol>
                <a:gridCol w="2428319">
                  <a:extLst>
                    <a:ext uri="{9D8B030D-6E8A-4147-A177-3AD203B41FA5}">
                      <a16:colId xmlns:a16="http://schemas.microsoft.com/office/drawing/2014/main" val="167960825"/>
                    </a:ext>
                  </a:extLst>
                </a:gridCol>
                <a:gridCol w="1570557">
                  <a:extLst>
                    <a:ext uri="{9D8B030D-6E8A-4147-A177-3AD203B41FA5}">
                      <a16:colId xmlns:a16="http://schemas.microsoft.com/office/drawing/2014/main" val="71026017"/>
                    </a:ext>
                  </a:extLst>
                </a:gridCol>
                <a:gridCol w="3133723">
                  <a:extLst>
                    <a:ext uri="{9D8B030D-6E8A-4147-A177-3AD203B41FA5}">
                      <a16:colId xmlns:a16="http://schemas.microsoft.com/office/drawing/2014/main" val="1973182042"/>
                    </a:ext>
                  </a:extLst>
                </a:gridCol>
              </a:tblGrid>
              <a:tr h="406071">
                <a:tc gridSpan="3">
                  <a:txBody>
                    <a:bodyPr/>
                    <a:lstStyle/>
                    <a:p>
                      <a:pPr algn="ctr"/>
                      <a:r>
                        <a:rPr lang="en-GB" sz="1200" b="1" dirty="0">
                          <a:solidFill>
                            <a:srgbClr val="007680"/>
                          </a:solidFill>
                          <a:latin typeface="+mj-lt"/>
                        </a:rPr>
                        <a:t>Activities/ Tasks</a:t>
                      </a:r>
                    </a:p>
                  </a:txBody>
                  <a:tcPr marL="91980" marR="9198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28575" cap="flat" cmpd="sng" algn="ctr">
                      <a:solidFill>
                        <a:srgbClr val="007680"/>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r>
                        <a:rPr lang="en-GB" sz="1200" b="1" dirty="0">
                          <a:solidFill>
                            <a:srgbClr val="007680"/>
                          </a:solidFill>
                          <a:latin typeface="+mj-lt"/>
                        </a:rPr>
                        <a:t>Activities/ Tasks</a:t>
                      </a:r>
                    </a:p>
                  </a:txBody>
                  <a:tcPr marL="91980" marR="9198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28575" cap="flat" cmpd="sng" algn="ctr">
                      <a:solidFill>
                        <a:srgbClr val="007680"/>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GB" sz="1200" b="1" dirty="0">
                        <a:solidFill>
                          <a:srgbClr val="007680"/>
                        </a:solidFill>
                        <a:latin typeface="+mj-lt"/>
                      </a:endParaRPr>
                    </a:p>
                  </a:txBody>
                  <a:tcPr marL="91980" marR="9198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28575" cap="flat" cmpd="sng" algn="ctr">
                      <a:solidFill>
                        <a:srgbClr val="007680"/>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200" b="1" dirty="0">
                          <a:solidFill>
                            <a:srgbClr val="007680"/>
                          </a:solidFill>
                          <a:latin typeface="+mj-lt"/>
                        </a:rPr>
                        <a:t>Target date</a:t>
                      </a:r>
                    </a:p>
                  </a:txBody>
                  <a:tcPr marL="91980" marR="9198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28575" cap="flat" cmpd="sng" algn="ctr">
                      <a:solidFill>
                        <a:srgbClr val="007680"/>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200" b="1" dirty="0">
                          <a:solidFill>
                            <a:srgbClr val="007680"/>
                          </a:solidFill>
                          <a:latin typeface="+mj-lt"/>
                        </a:rPr>
                        <a:t>Responsibility</a:t>
                      </a:r>
                    </a:p>
                  </a:txBody>
                  <a:tcPr marL="91980" marR="9198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28575" cap="flat" cmpd="sng" algn="ctr">
                      <a:solidFill>
                        <a:srgbClr val="007680"/>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200" b="1" dirty="0">
                          <a:solidFill>
                            <a:srgbClr val="007680"/>
                          </a:solidFill>
                          <a:latin typeface="+mj-lt"/>
                        </a:rPr>
                        <a:t>Status</a:t>
                      </a:r>
                    </a:p>
                  </a:txBody>
                  <a:tcPr marL="91980" marR="9198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28575" cap="flat" cmpd="sng" algn="ctr">
                      <a:solidFill>
                        <a:srgbClr val="007680"/>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200" b="1" dirty="0">
                          <a:solidFill>
                            <a:srgbClr val="007680"/>
                          </a:solidFill>
                          <a:latin typeface="+mj-lt"/>
                        </a:rPr>
                        <a:t>Remarks</a:t>
                      </a:r>
                    </a:p>
                  </a:txBody>
                  <a:tcPr marL="91980" marR="9198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28575" cap="flat" cmpd="sng" algn="ctr">
                      <a:solidFill>
                        <a:srgbClr val="007680"/>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06071">
                <a:tc>
                  <a:txBody>
                    <a:bodyPr/>
                    <a:lstStyle/>
                    <a:p>
                      <a:endParaRPr lang="en-GB" sz="1200" dirty="0">
                        <a:solidFill>
                          <a:schemeClr val="tx1"/>
                        </a:solidFill>
                        <a:latin typeface="+mj-lt"/>
                      </a:endParaRPr>
                    </a:p>
                  </a:txBody>
                  <a:tcPr marL="91980" marR="9198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C000"/>
                    </a:solidFill>
                  </a:tcPr>
                </a:tc>
                <a:tc gridSpan="5">
                  <a:txBody>
                    <a:bodyPr/>
                    <a:lstStyle/>
                    <a:p>
                      <a:r>
                        <a:rPr lang="en-GB" sz="1200" b="1" dirty="0">
                          <a:solidFill>
                            <a:schemeClr val="tx1"/>
                          </a:solidFill>
                          <a:latin typeface="+mj-lt"/>
                        </a:rPr>
                        <a:t>Milestone-1: </a:t>
                      </a:r>
                      <a:endParaRPr lang="en-GB" sz="1200" b="0" dirty="0">
                        <a:solidFill>
                          <a:schemeClr val="tx1"/>
                        </a:solidFill>
                        <a:latin typeface="+mj-lt"/>
                      </a:endParaRPr>
                    </a:p>
                  </a:txBody>
                  <a:tcPr marL="91980" marR="9198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hMerge="1">
                  <a:txBody>
                    <a:bodyPr/>
                    <a:lstStyle/>
                    <a:p>
                      <a:endParaRPr lang="en-AU"/>
                    </a:p>
                  </a:txBody>
                  <a:tcPr>
                    <a:lnL w="9525" cap="flat" cmpd="sng" algn="ctr">
                      <a:solidFill>
                        <a:schemeClr val="bg1">
                          <a:lumMod val="75000"/>
                        </a:schemeClr>
                      </a:solidFill>
                      <a:prstDash val="solid"/>
                      <a:round/>
                      <a:headEnd type="none" w="med" len="med"/>
                      <a:tailEnd type="none" w="med" len="med"/>
                    </a:lnL>
                    <a:lnT w="9525" cap="flat" cmpd="sng" algn="ctr">
                      <a:solidFill>
                        <a:schemeClr val="bg1">
                          <a:lumMod val="75000"/>
                        </a:schemeClr>
                      </a:solidFill>
                      <a:prstDash val="solid"/>
                      <a:round/>
                      <a:headEnd type="none" w="med" len="med"/>
                      <a:tailEnd type="none" w="med" len="med"/>
                    </a:lnT>
                  </a:tcPr>
                </a:tc>
                <a:tc hMerge="1">
                  <a:txBody>
                    <a:bodyPr/>
                    <a:lstStyle/>
                    <a:p>
                      <a:endParaRPr lang="en-AU"/>
                    </a:p>
                  </a:txBody>
                  <a:tcPr/>
                </a:tc>
                <a:tc hMerge="1">
                  <a:txBody>
                    <a:bodyPr/>
                    <a:lstStyle/>
                    <a:p>
                      <a:endParaRPr lang="en-AU"/>
                    </a:p>
                  </a:txBody>
                  <a:tcPr>
                    <a:lnL w="9525" cap="flat" cmpd="sng" algn="ctr">
                      <a:solidFill>
                        <a:schemeClr val="bg1">
                          <a:lumMod val="75000"/>
                        </a:schemeClr>
                      </a:solidFill>
                      <a:prstDash val="solid"/>
                      <a:round/>
                      <a:headEnd type="none" w="med" len="med"/>
                      <a:tailEnd type="none" w="med" len="med"/>
                    </a:lnL>
                    <a:lnT w="9525" cap="flat" cmpd="sng" algn="ctr">
                      <a:solidFill>
                        <a:schemeClr val="bg1">
                          <a:lumMod val="75000"/>
                        </a:schemeClr>
                      </a:solidFill>
                      <a:prstDash val="solid"/>
                      <a:round/>
                      <a:headEnd type="none" w="med" len="med"/>
                      <a:tailEnd type="none" w="med" len="med"/>
                    </a:lnT>
                  </a:tcPr>
                </a:tc>
                <a:tc hMerge="1">
                  <a:txBody>
                    <a:bodyPr/>
                    <a:lstStyle/>
                    <a:p>
                      <a:endParaRPr lang="en-AU"/>
                    </a:p>
                  </a:txBody>
                  <a:tcPr>
                    <a:lnL w="9525" cap="flat" cmpd="sng" algn="ctr">
                      <a:solidFill>
                        <a:schemeClr val="bg1">
                          <a:lumMod val="75000"/>
                        </a:schemeClr>
                      </a:solidFill>
                      <a:prstDash val="solid"/>
                      <a:round/>
                      <a:headEnd type="none" w="med" len="med"/>
                      <a:tailEnd type="none" w="med" len="med"/>
                    </a:lnL>
                    <a:lnT w="9525" cap="flat" cmpd="sng" algn="ctr">
                      <a:solidFill>
                        <a:schemeClr val="bg1">
                          <a:lumMod val="75000"/>
                        </a:schemeClr>
                      </a:solidFill>
                      <a:prstDash val="solid"/>
                      <a:round/>
                      <a:headEnd type="none" w="med" len="med"/>
                      <a:tailEnd type="none" w="med" len="med"/>
                    </a:lnT>
                  </a:tcPr>
                </a:tc>
                <a:tc>
                  <a:txBody>
                    <a:bodyPr/>
                    <a:lstStyle/>
                    <a:p>
                      <a:endParaRPr lang="en-GB" sz="1200" b="0" dirty="0">
                        <a:solidFill>
                          <a:schemeClr val="tx1"/>
                        </a:solidFill>
                        <a:latin typeface="+mj-lt"/>
                      </a:endParaRPr>
                    </a:p>
                  </a:txBody>
                  <a:tcPr marL="91980" marR="9198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TlToBr w="12700" cmpd="sng">
                      <a:noFill/>
                      <a:prstDash val="solid"/>
                    </a:lnTlToBr>
                    <a:lnBlToTr w="12700" cmpd="sng">
                      <a:noFill/>
                      <a:prstDash val="solid"/>
                    </a:lnBlToTr>
                    <a:solidFill>
                      <a:srgbClr val="E6E6E6"/>
                    </a:solidFill>
                  </a:tcPr>
                </a:tc>
                <a:extLst>
                  <a:ext uri="{0D108BD9-81ED-4DB2-BD59-A6C34878D82A}">
                    <a16:rowId xmlns:a16="http://schemas.microsoft.com/office/drawing/2014/main" val="10001"/>
                  </a:ext>
                </a:extLst>
              </a:tr>
              <a:tr h="406071">
                <a:tc>
                  <a:txBody>
                    <a:bodyPr/>
                    <a:lstStyle/>
                    <a:p>
                      <a:endParaRPr lang="en-GB" sz="1200" dirty="0">
                        <a:solidFill>
                          <a:schemeClr val="tx1"/>
                        </a:solidFill>
                        <a:latin typeface="+mj-lt"/>
                      </a:endParaRPr>
                    </a:p>
                  </a:txBody>
                  <a:tcPr marL="91980" marR="91980" anchor="ctr">
                    <a:lnL w="9525"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i="1" dirty="0">
                        <a:solidFill>
                          <a:schemeClr val="tx1"/>
                        </a:solidFill>
                        <a:latin typeface="+mj-lt"/>
                        <a:ea typeface="Verdana" panose="020B0604030504040204" pitchFamily="34" charset="0"/>
                        <a:cs typeface="Vani" panose="02040502050405020303" pitchFamily="18" charset="0"/>
                      </a:endParaRPr>
                    </a:p>
                  </a:txBody>
                  <a:tcPr marL="91980" marR="9198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i="1" dirty="0">
                        <a:solidFill>
                          <a:schemeClr val="tx1"/>
                        </a:solidFill>
                        <a:latin typeface="+mj-lt"/>
                        <a:ea typeface="Verdana" panose="020B0604030504040204" pitchFamily="34" charset="0"/>
                        <a:cs typeface="Vani" panose="02040502050405020303" pitchFamily="18" charset="0"/>
                      </a:endParaRPr>
                    </a:p>
                  </a:txBody>
                  <a:tcPr marL="91980" marR="9198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i="1" dirty="0">
                        <a:solidFill>
                          <a:schemeClr val="tx1"/>
                        </a:solidFill>
                        <a:latin typeface="+mj-lt"/>
                        <a:ea typeface="Verdana" panose="020B0604030504040204" pitchFamily="34" charset="0"/>
                        <a:cs typeface="Vani" panose="02040502050405020303" pitchFamily="18" charset="0"/>
                      </a:endParaRPr>
                    </a:p>
                  </a:txBody>
                  <a:tcPr marL="91980" marR="9198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i="1" dirty="0">
                        <a:solidFill>
                          <a:schemeClr val="tx1"/>
                        </a:solidFill>
                        <a:latin typeface="+mj-lt"/>
                        <a:ea typeface="Verdana" panose="020B0604030504040204" pitchFamily="34" charset="0"/>
                        <a:cs typeface="Vani" panose="02040502050405020303" pitchFamily="18" charset="0"/>
                      </a:endParaRPr>
                    </a:p>
                  </a:txBody>
                  <a:tcPr marL="91980" marR="9198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i="1" dirty="0">
                          <a:solidFill>
                            <a:schemeClr val="tx1"/>
                          </a:solidFill>
                          <a:latin typeface="+mj-lt"/>
                          <a:ea typeface="Verdana" panose="020B0604030504040204" pitchFamily="34" charset="0"/>
                          <a:cs typeface="Vani" panose="02040502050405020303" pitchFamily="18" charset="0"/>
                        </a:rPr>
                        <a:t>Completed</a:t>
                      </a:r>
                    </a:p>
                  </a:txBody>
                  <a:tcPr marL="91980" marR="9198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i="1" dirty="0">
                        <a:solidFill>
                          <a:schemeClr val="tx1"/>
                        </a:solidFill>
                        <a:latin typeface="+mj-lt"/>
                        <a:ea typeface="Verdana" panose="020B0604030504040204" pitchFamily="34" charset="0"/>
                        <a:cs typeface="Vani" panose="02040502050405020303" pitchFamily="18" charset="0"/>
                      </a:endParaRPr>
                    </a:p>
                  </a:txBody>
                  <a:tcPr marL="91980" marR="9198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40607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GB" sz="1200" dirty="0">
                        <a:solidFill>
                          <a:schemeClr val="tx1"/>
                        </a:solidFill>
                        <a:latin typeface="+mj-lt"/>
                      </a:endParaRPr>
                    </a:p>
                  </a:txBody>
                  <a:tcPr marL="91980" marR="91980" anchor="ctr">
                    <a:lnL w="9525"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i="1" dirty="0">
                        <a:solidFill>
                          <a:schemeClr val="tx1"/>
                        </a:solidFill>
                        <a:latin typeface="+mj-lt"/>
                        <a:ea typeface="Verdana" panose="020B0604030504040204" pitchFamily="34" charset="0"/>
                        <a:cs typeface="Vani" panose="02040502050405020303" pitchFamily="18" charset="0"/>
                      </a:endParaRPr>
                    </a:p>
                  </a:txBody>
                  <a:tcPr marL="91980" marR="9198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i="1" dirty="0">
                        <a:solidFill>
                          <a:schemeClr val="tx1"/>
                        </a:solidFill>
                        <a:latin typeface="+mj-lt"/>
                        <a:ea typeface="Verdana" panose="020B0604030504040204" pitchFamily="34" charset="0"/>
                        <a:cs typeface="Vani" panose="02040502050405020303" pitchFamily="18" charset="0"/>
                      </a:endParaRPr>
                    </a:p>
                  </a:txBody>
                  <a:tcPr marL="91980" marR="9198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i="1" dirty="0">
                        <a:solidFill>
                          <a:schemeClr val="tx1"/>
                        </a:solidFill>
                        <a:latin typeface="+mj-lt"/>
                        <a:ea typeface="Verdana" panose="020B0604030504040204" pitchFamily="34" charset="0"/>
                        <a:cs typeface="Vani" panose="02040502050405020303" pitchFamily="18" charset="0"/>
                      </a:endParaRPr>
                    </a:p>
                  </a:txBody>
                  <a:tcPr marL="91980" marR="9198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i="1" dirty="0">
                        <a:solidFill>
                          <a:schemeClr val="tx1"/>
                        </a:solidFill>
                        <a:latin typeface="+mj-lt"/>
                        <a:ea typeface="Verdana" panose="020B0604030504040204" pitchFamily="34" charset="0"/>
                        <a:cs typeface="Vani" panose="02040502050405020303" pitchFamily="18" charset="0"/>
                      </a:endParaRPr>
                    </a:p>
                  </a:txBody>
                  <a:tcPr marL="91980" marR="9198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i="1" dirty="0">
                          <a:solidFill>
                            <a:schemeClr val="tx1"/>
                          </a:solidFill>
                          <a:latin typeface="+mj-lt"/>
                          <a:ea typeface="Verdana" panose="020B0604030504040204" pitchFamily="34" charset="0"/>
                          <a:cs typeface="Vani" panose="02040502050405020303" pitchFamily="18" charset="0"/>
                        </a:rPr>
                        <a:t>Completed</a:t>
                      </a:r>
                    </a:p>
                  </a:txBody>
                  <a:tcPr marL="91980" marR="9198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i="1" dirty="0">
                        <a:solidFill>
                          <a:schemeClr val="tx1"/>
                        </a:solidFill>
                        <a:latin typeface="+mj-lt"/>
                        <a:ea typeface="Verdana" panose="020B0604030504040204" pitchFamily="34" charset="0"/>
                        <a:cs typeface="Vani" panose="02040502050405020303" pitchFamily="18" charset="0"/>
                      </a:endParaRPr>
                    </a:p>
                  </a:txBody>
                  <a:tcPr marL="91980" marR="9198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0607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GB" sz="1200" dirty="0">
                        <a:solidFill>
                          <a:schemeClr val="tx1"/>
                        </a:solidFill>
                        <a:latin typeface="+mj-lt"/>
                      </a:endParaRPr>
                    </a:p>
                  </a:txBody>
                  <a:tcPr marL="91980" marR="91980" anchor="ctr">
                    <a:lnL w="9525"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i="1" dirty="0">
                        <a:solidFill>
                          <a:schemeClr val="tx1"/>
                        </a:solidFill>
                        <a:latin typeface="+mj-lt"/>
                        <a:ea typeface="Verdana" panose="020B0604030504040204" pitchFamily="34" charset="0"/>
                        <a:cs typeface="Vani" panose="02040502050405020303" pitchFamily="18" charset="0"/>
                      </a:endParaRPr>
                    </a:p>
                  </a:txBody>
                  <a:tcPr marL="91980" marR="9198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i="1" dirty="0">
                        <a:solidFill>
                          <a:schemeClr val="tx1"/>
                        </a:solidFill>
                        <a:latin typeface="+mj-lt"/>
                        <a:ea typeface="Verdana" panose="020B0604030504040204" pitchFamily="34" charset="0"/>
                        <a:cs typeface="Vani" panose="02040502050405020303" pitchFamily="18" charset="0"/>
                      </a:endParaRPr>
                    </a:p>
                  </a:txBody>
                  <a:tcPr marL="91980" marR="9198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i="1" dirty="0">
                        <a:solidFill>
                          <a:schemeClr val="tx1"/>
                        </a:solidFill>
                        <a:latin typeface="+mj-lt"/>
                        <a:ea typeface="Verdana" panose="020B0604030504040204" pitchFamily="34" charset="0"/>
                        <a:cs typeface="Vani" panose="02040502050405020303" pitchFamily="18" charset="0"/>
                      </a:endParaRPr>
                    </a:p>
                  </a:txBody>
                  <a:tcPr marL="91980" marR="9198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i="1" dirty="0">
                        <a:solidFill>
                          <a:schemeClr val="tx1"/>
                        </a:solidFill>
                        <a:latin typeface="+mj-lt"/>
                        <a:ea typeface="Verdana" panose="020B0604030504040204" pitchFamily="34" charset="0"/>
                        <a:cs typeface="Vani" panose="02040502050405020303" pitchFamily="18" charset="0"/>
                      </a:endParaRPr>
                    </a:p>
                  </a:txBody>
                  <a:tcPr marL="91980" marR="9198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i="1" dirty="0">
                          <a:solidFill>
                            <a:schemeClr val="tx1"/>
                          </a:solidFill>
                          <a:latin typeface="+mj-lt"/>
                          <a:ea typeface="Verdana" panose="020B0604030504040204" pitchFamily="34" charset="0"/>
                          <a:cs typeface="Vani" panose="02040502050405020303" pitchFamily="18" charset="0"/>
                        </a:rPr>
                        <a:t>In Progress</a:t>
                      </a:r>
                    </a:p>
                  </a:txBody>
                  <a:tcPr marL="91980" marR="9198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i="1" dirty="0">
                        <a:solidFill>
                          <a:schemeClr val="tx1"/>
                        </a:solidFill>
                        <a:latin typeface="+mj-lt"/>
                        <a:ea typeface="Verdana" panose="020B0604030504040204" pitchFamily="34" charset="0"/>
                        <a:cs typeface="Vani" panose="02040502050405020303" pitchFamily="18" charset="0"/>
                      </a:endParaRPr>
                    </a:p>
                  </a:txBody>
                  <a:tcPr marL="91980" marR="9198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40607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GB" sz="1200" dirty="0">
                        <a:solidFill>
                          <a:schemeClr val="tx1"/>
                        </a:solidFill>
                        <a:latin typeface="+mj-lt"/>
                      </a:endParaRPr>
                    </a:p>
                  </a:txBody>
                  <a:tcPr marL="91980" marR="91980" anchor="ctr">
                    <a:lnL w="9525"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i="1" dirty="0">
                        <a:solidFill>
                          <a:schemeClr val="tx1"/>
                        </a:solidFill>
                        <a:latin typeface="+mj-lt"/>
                        <a:ea typeface="Verdana" panose="020B0604030504040204" pitchFamily="34" charset="0"/>
                        <a:cs typeface="Vani" panose="02040502050405020303" pitchFamily="18" charset="0"/>
                      </a:endParaRPr>
                    </a:p>
                  </a:txBody>
                  <a:tcPr marL="91980" marR="9198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i="1" dirty="0">
                        <a:solidFill>
                          <a:schemeClr val="tx1"/>
                        </a:solidFill>
                        <a:latin typeface="+mj-lt"/>
                        <a:ea typeface="Verdana" panose="020B0604030504040204" pitchFamily="34" charset="0"/>
                        <a:cs typeface="Vani" panose="02040502050405020303" pitchFamily="18" charset="0"/>
                      </a:endParaRPr>
                    </a:p>
                  </a:txBody>
                  <a:tcPr marL="91980" marR="9198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i="1" dirty="0">
                        <a:solidFill>
                          <a:schemeClr val="tx1"/>
                        </a:solidFill>
                        <a:latin typeface="+mj-lt"/>
                        <a:ea typeface="Verdana" panose="020B0604030504040204" pitchFamily="34" charset="0"/>
                        <a:cs typeface="Vani" panose="02040502050405020303" pitchFamily="18" charset="0"/>
                      </a:endParaRPr>
                    </a:p>
                  </a:txBody>
                  <a:tcPr marL="91980" marR="9198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i="1" dirty="0">
                        <a:solidFill>
                          <a:schemeClr val="tx1"/>
                        </a:solidFill>
                        <a:latin typeface="+mj-lt"/>
                        <a:ea typeface="Verdana" panose="020B0604030504040204" pitchFamily="34" charset="0"/>
                        <a:cs typeface="Vani" panose="02040502050405020303" pitchFamily="18" charset="0"/>
                      </a:endParaRPr>
                    </a:p>
                  </a:txBody>
                  <a:tcPr marL="91980" marR="9198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i="1" dirty="0">
                          <a:solidFill>
                            <a:schemeClr val="tx1"/>
                          </a:solidFill>
                          <a:latin typeface="+mj-lt"/>
                          <a:ea typeface="Verdana" panose="020B0604030504040204" pitchFamily="34" charset="0"/>
                          <a:cs typeface="Vani" panose="02040502050405020303" pitchFamily="18" charset="0"/>
                        </a:rPr>
                        <a:t>Yet to start</a:t>
                      </a:r>
                    </a:p>
                  </a:txBody>
                  <a:tcPr marL="91980" marR="9198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i="1" dirty="0">
                        <a:solidFill>
                          <a:schemeClr val="tx1"/>
                        </a:solidFill>
                        <a:latin typeface="+mj-lt"/>
                        <a:ea typeface="Verdana" panose="020B0604030504040204" pitchFamily="34" charset="0"/>
                        <a:cs typeface="Vani" panose="02040502050405020303" pitchFamily="18" charset="0"/>
                      </a:endParaRPr>
                    </a:p>
                  </a:txBody>
                  <a:tcPr marL="91980" marR="9198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51776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GB" sz="1200" dirty="0">
                        <a:solidFill>
                          <a:schemeClr val="tx1"/>
                        </a:solidFill>
                        <a:latin typeface="+mj-lt"/>
                      </a:endParaRPr>
                    </a:p>
                  </a:txBody>
                  <a:tcPr marL="91980" marR="91980"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i="1" kern="1000" dirty="0">
                        <a:solidFill>
                          <a:schemeClr val="tx1"/>
                        </a:solidFill>
                        <a:effectLst/>
                        <a:latin typeface="+mj-lt"/>
                        <a:ea typeface="Verdana" panose="020B0604030504040204" pitchFamily="34" charset="0"/>
                        <a:cs typeface="Vani" panose="02040502050405020303" pitchFamily="18" charset="0"/>
                      </a:endParaRPr>
                    </a:p>
                  </a:txBody>
                  <a:tcPr marL="91980" marR="9198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i="1" kern="1000" dirty="0">
                        <a:solidFill>
                          <a:schemeClr val="tx1"/>
                        </a:solidFill>
                        <a:effectLst/>
                        <a:latin typeface="+mj-lt"/>
                        <a:ea typeface="Verdana" panose="020B0604030504040204" pitchFamily="34" charset="0"/>
                        <a:cs typeface="Vani" panose="02040502050405020303" pitchFamily="18" charset="0"/>
                      </a:endParaRPr>
                    </a:p>
                  </a:txBody>
                  <a:tcPr marL="91980" marR="9198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i="1" kern="1000" dirty="0">
                        <a:solidFill>
                          <a:schemeClr val="tx1"/>
                        </a:solidFill>
                        <a:effectLst/>
                        <a:latin typeface="+mj-lt"/>
                        <a:ea typeface="Verdana" panose="020B0604030504040204" pitchFamily="34" charset="0"/>
                        <a:cs typeface="Vani" panose="02040502050405020303" pitchFamily="18" charset="0"/>
                      </a:endParaRPr>
                    </a:p>
                  </a:txBody>
                  <a:tcPr marL="91980" marR="9198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i="1" kern="1000" dirty="0">
                        <a:solidFill>
                          <a:schemeClr val="tx1"/>
                        </a:solidFill>
                        <a:effectLst/>
                        <a:latin typeface="+mj-lt"/>
                        <a:ea typeface="Verdana" panose="020B0604030504040204" pitchFamily="34" charset="0"/>
                        <a:cs typeface="Vani" panose="02040502050405020303" pitchFamily="18" charset="0"/>
                      </a:endParaRPr>
                    </a:p>
                  </a:txBody>
                  <a:tcPr marL="91980" marR="9198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1" kern="1000" dirty="0">
                          <a:solidFill>
                            <a:schemeClr val="tx1"/>
                          </a:solidFill>
                          <a:effectLst/>
                          <a:latin typeface="+mj-lt"/>
                          <a:ea typeface="Verdana" panose="020B0604030504040204" pitchFamily="34" charset="0"/>
                          <a:cs typeface="Vani" panose="02040502050405020303" pitchFamily="18" charset="0"/>
                        </a:rPr>
                        <a:t>Delayed</a:t>
                      </a:r>
                    </a:p>
                  </a:txBody>
                  <a:tcPr marL="91980" marR="9198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i="1" kern="1000" dirty="0">
                        <a:solidFill>
                          <a:schemeClr val="tx1"/>
                        </a:solidFill>
                        <a:effectLst/>
                        <a:latin typeface="+mj-lt"/>
                        <a:ea typeface="Verdana" panose="020B0604030504040204" pitchFamily="34" charset="0"/>
                        <a:cs typeface="Vani" panose="02040502050405020303" pitchFamily="18" charset="0"/>
                      </a:endParaRPr>
                    </a:p>
                  </a:txBody>
                  <a:tcPr marL="91980" marR="9198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51776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GB" sz="1200" dirty="0">
                        <a:solidFill>
                          <a:schemeClr val="tx1"/>
                        </a:solidFill>
                        <a:latin typeface="+mj-lt"/>
                      </a:endParaRPr>
                    </a:p>
                  </a:txBody>
                  <a:tcPr marL="91980" marR="91980" anchor="ctr">
                    <a:lnL w="9525"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0000"/>
                    </a:solidFill>
                  </a:tcPr>
                </a:tc>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kern="1200" dirty="0">
                          <a:solidFill>
                            <a:schemeClr val="tx1"/>
                          </a:solidFill>
                          <a:latin typeface="+mj-lt"/>
                          <a:ea typeface="+mn-ea"/>
                          <a:cs typeface="+mn-cs"/>
                        </a:rPr>
                        <a:t>Milestone-2 : </a:t>
                      </a:r>
                      <a:endParaRPr lang="en-US" sz="1200" dirty="0">
                        <a:solidFill>
                          <a:srgbClr val="313131"/>
                        </a:solidFill>
                        <a:latin typeface="+mj-lt"/>
                      </a:endParaRPr>
                    </a:p>
                  </a:txBody>
                  <a:tcPr marL="91980" marR="9198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hMerge="1">
                  <a:txBody>
                    <a:bodyPr/>
                    <a:lstStyle/>
                    <a:p>
                      <a:endParaRPr lang="en-AU"/>
                    </a:p>
                  </a:txBody>
                  <a:tcPr>
                    <a:lnL w="9525" cap="flat" cmpd="sng" algn="ctr">
                      <a:solidFill>
                        <a:schemeClr val="bg1">
                          <a:lumMod val="75000"/>
                        </a:schemeClr>
                      </a:solidFill>
                      <a:prstDash val="solid"/>
                      <a:round/>
                      <a:headEnd type="none" w="med" len="med"/>
                      <a:tailEnd type="none" w="med" len="med"/>
                    </a:lnL>
                    <a:lnT w="9525" cap="flat" cmpd="sng" algn="ctr">
                      <a:solidFill>
                        <a:schemeClr val="bg1">
                          <a:lumMod val="75000"/>
                        </a:schemeClr>
                      </a:solidFill>
                      <a:prstDash val="solid"/>
                      <a:round/>
                      <a:headEnd type="none" w="med" len="med"/>
                      <a:tailEnd type="none" w="med" len="med"/>
                    </a:lnT>
                  </a:tcPr>
                </a:tc>
                <a:tc hMerge="1">
                  <a:txBody>
                    <a:bodyPr/>
                    <a:lstStyle/>
                    <a:p>
                      <a:endParaRPr lang="en-AU"/>
                    </a:p>
                  </a:txBody>
                  <a:tcPr/>
                </a:tc>
                <a:tc hMerge="1">
                  <a:txBody>
                    <a:bodyPr/>
                    <a:lstStyle/>
                    <a:p>
                      <a:endParaRPr lang="en-AU"/>
                    </a:p>
                  </a:txBody>
                  <a:tcPr>
                    <a:lnL w="9525" cap="flat" cmpd="sng" algn="ctr">
                      <a:solidFill>
                        <a:schemeClr val="bg1">
                          <a:lumMod val="75000"/>
                        </a:schemeClr>
                      </a:solidFill>
                      <a:prstDash val="solid"/>
                      <a:round/>
                      <a:headEnd type="none" w="med" len="med"/>
                      <a:tailEnd type="none" w="med" len="med"/>
                    </a:lnL>
                    <a:lnT w="9525" cap="flat" cmpd="sng" algn="ctr">
                      <a:solidFill>
                        <a:schemeClr val="bg1">
                          <a:lumMod val="75000"/>
                        </a:schemeClr>
                      </a:solidFill>
                      <a:prstDash val="solid"/>
                      <a:round/>
                      <a:headEnd type="none" w="med" len="med"/>
                      <a:tailEnd type="none" w="med" len="med"/>
                    </a:lnT>
                  </a:tcPr>
                </a:tc>
                <a:tc hMerge="1">
                  <a:txBody>
                    <a:bodyPr/>
                    <a:lstStyle/>
                    <a:p>
                      <a:endParaRPr lang="en-AU"/>
                    </a:p>
                  </a:txBody>
                  <a:tcPr>
                    <a:lnL w="9525" cap="flat" cmpd="sng" algn="ctr">
                      <a:solidFill>
                        <a:schemeClr val="bg1">
                          <a:lumMod val="75000"/>
                        </a:schemeClr>
                      </a:solidFill>
                      <a:prstDash val="solid"/>
                      <a:round/>
                      <a:headEnd type="none" w="med" len="med"/>
                      <a:tailEnd type="none" w="med" len="med"/>
                    </a:lnL>
                    <a:lnT w="9525" cap="flat" cmpd="sng" algn="ctr">
                      <a:solidFill>
                        <a:schemeClr val="bg1">
                          <a:lumMod val="75000"/>
                        </a:schemeClr>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313131"/>
                        </a:solidFill>
                        <a:latin typeface="+mj-lt"/>
                      </a:endParaRPr>
                    </a:p>
                  </a:txBody>
                  <a:tcPr marL="91980" marR="9198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6E6E6"/>
                    </a:solidFill>
                  </a:tcPr>
                </a:tc>
                <a:extLst>
                  <a:ext uri="{0D108BD9-81ED-4DB2-BD59-A6C34878D82A}">
                    <a16:rowId xmlns:a16="http://schemas.microsoft.com/office/drawing/2014/main" val="34947046"/>
                  </a:ext>
                </a:extLst>
              </a:tr>
              <a:tr h="92290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GB" sz="1200" dirty="0">
                        <a:solidFill>
                          <a:schemeClr val="tx1"/>
                        </a:solidFill>
                        <a:latin typeface="+mj-lt"/>
                      </a:endParaRPr>
                    </a:p>
                  </a:txBody>
                  <a:tcPr marL="91980" marR="91980" anchor="ctr">
                    <a:lnL w="9525" cap="flat" cmpd="sng" algn="ctr">
                      <a:no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i="1" kern="1000" dirty="0">
                        <a:solidFill>
                          <a:schemeClr val="tx1"/>
                        </a:solidFill>
                        <a:effectLst/>
                        <a:latin typeface="+mj-lt"/>
                        <a:ea typeface="Verdana" panose="020B0604030504040204" pitchFamily="34" charset="0"/>
                        <a:cs typeface="Vani" panose="02040502050405020303" pitchFamily="18" charset="0"/>
                      </a:endParaRPr>
                    </a:p>
                  </a:txBody>
                  <a:tcPr marL="91980" marR="91980" anchor="ctr">
                    <a:lnL w="19050" cap="flat" cmpd="sng" algn="ctr">
                      <a:solidFill>
                        <a:schemeClr val="bg1">
                          <a:lumMod val="6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CD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i="1" kern="1000" dirty="0">
                        <a:solidFill>
                          <a:schemeClr val="tx1"/>
                        </a:solidFill>
                        <a:effectLst/>
                        <a:latin typeface="+mj-lt"/>
                        <a:ea typeface="Verdana" panose="020B0604030504040204" pitchFamily="34" charset="0"/>
                        <a:cs typeface="Vani" panose="02040502050405020303" pitchFamily="18" charset="0"/>
                      </a:endParaRPr>
                    </a:p>
                  </a:txBody>
                  <a:tcPr marL="91980" marR="9198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i="1" kern="1000" dirty="0">
                        <a:solidFill>
                          <a:schemeClr val="tx1"/>
                        </a:solidFill>
                        <a:effectLst/>
                        <a:latin typeface="+mj-lt"/>
                        <a:ea typeface="Verdana" panose="020B0604030504040204" pitchFamily="34" charset="0"/>
                        <a:cs typeface="Vani" panose="02040502050405020303" pitchFamily="18" charset="0"/>
                      </a:endParaRPr>
                    </a:p>
                  </a:txBody>
                  <a:tcPr marL="91980" marR="9198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i="1" kern="1000" dirty="0">
                        <a:solidFill>
                          <a:schemeClr val="tx1"/>
                        </a:solidFill>
                        <a:effectLst/>
                        <a:latin typeface="+mj-lt"/>
                        <a:ea typeface="Verdana" panose="020B0604030504040204" pitchFamily="34" charset="0"/>
                        <a:cs typeface="Vani" panose="02040502050405020303" pitchFamily="18" charset="0"/>
                      </a:endParaRPr>
                    </a:p>
                  </a:txBody>
                  <a:tcPr marL="91980" marR="9198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i="1" kern="1000" dirty="0">
                        <a:solidFill>
                          <a:schemeClr val="tx1"/>
                        </a:solidFill>
                        <a:effectLst/>
                        <a:latin typeface="+mj-lt"/>
                        <a:ea typeface="Verdana" panose="020B0604030504040204" pitchFamily="34" charset="0"/>
                        <a:cs typeface="Vani" panose="02040502050405020303" pitchFamily="18" charset="0"/>
                      </a:endParaRPr>
                    </a:p>
                  </a:txBody>
                  <a:tcPr marL="91980" marR="9198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i="1" kern="1000" dirty="0">
                        <a:solidFill>
                          <a:schemeClr val="tx1"/>
                        </a:solidFill>
                        <a:effectLst/>
                        <a:latin typeface="+mj-lt"/>
                        <a:ea typeface="Verdana" panose="020B0604030504040204" pitchFamily="34" charset="0"/>
                        <a:cs typeface="Vani" panose="02040502050405020303" pitchFamily="18" charset="0"/>
                      </a:endParaRPr>
                    </a:p>
                  </a:txBody>
                  <a:tcPr marL="91980" marR="9198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4722401"/>
                  </a:ext>
                </a:extLst>
              </a:tr>
              <a:tr h="92290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GB" sz="1200" dirty="0">
                        <a:solidFill>
                          <a:schemeClr val="tx1"/>
                        </a:solidFill>
                        <a:latin typeface="+mj-lt"/>
                      </a:endParaRPr>
                    </a:p>
                  </a:txBody>
                  <a:tcPr marL="91980" marR="91980" anchor="ctr">
                    <a:lnL w="9525" cap="flat" cmpd="sng" algn="ctr">
                      <a:noFill/>
                      <a:prstDash val="solid"/>
                      <a:round/>
                      <a:headEnd type="none" w="med" len="med"/>
                      <a:tailEnd type="none" w="med" len="med"/>
                    </a:lnL>
                    <a:lnR w="19050" cap="flat" cmpd="sng" algn="ctr">
                      <a:solidFill>
                        <a:schemeClr val="bg1">
                          <a:lumMod val="6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i="1" kern="1000" dirty="0">
                        <a:solidFill>
                          <a:schemeClr val="tx1"/>
                        </a:solidFill>
                        <a:effectLst/>
                        <a:latin typeface="+mj-lt"/>
                        <a:ea typeface="Verdana" panose="020B0604030504040204" pitchFamily="34" charset="0"/>
                        <a:cs typeface="Vani" panose="02040502050405020303" pitchFamily="18" charset="0"/>
                      </a:endParaRPr>
                    </a:p>
                  </a:txBody>
                  <a:tcPr marL="91980" marR="91980" anchor="ctr">
                    <a:lnL w="19050" cap="flat" cmpd="sng" algn="ctr">
                      <a:solidFill>
                        <a:schemeClr val="bg1">
                          <a:lumMod val="6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9050" cap="flat" cmpd="sng" algn="ctr">
                      <a:solidFill>
                        <a:schemeClr val="bg1">
                          <a:lumMod val="65000"/>
                        </a:schemeClr>
                      </a:solidFill>
                      <a:prstDash val="solid"/>
                      <a:round/>
                      <a:headEnd type="none" w="med" len="med"/>
                      <a:tailEnd type="none" w="med" len="med"/>
                    </a:lnT>
                    <a:lnB w="1905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FCD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i="1" kern="1000" dirty="0">
                        <a:solidFill>
                          <a:schemeClr val="tx1"/>
                        </a:solidFill>
                        <a:effectLst/>
                        <a:latin typeface="+mj-lt"/>
                        <a:ea typeface="Verdana" panose="020B0604030504040204" pitchFamily="34" charset="0"/>
                        <a:cs typeface="Vani" panose="02040502050405020303" pitchFamily="18" charset="0"/>
                      </a:endParaRPr>
                    </a:p>
                  </a:txBody>
                  <a:tcPr marL="91980" marR="9198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i="1" kern="1000" dirty="0">
                        <a:solidFill>
                          <a:schemeClr val="tx1"/>
                        </a:solidFill>
                        <a:effectLst/>
                        <a:latin typeface="+mj-lt"/>
                        <a:ea typeface="Verdana" panose="020B0604030504040204" pitchFamily="34" charset="0"/>
                        <a:cs typeface="Vani" panose="02040502050405020303" pitchFamily="18" charset="0"/>
                      </a:endParaRPr>
                    </a:p>
                  </a:txBody>
                  <a:tcPr marL="91980" marR="9198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i="1" kern="1000" dirty="0">
                        <a:solidFill>
                          <a:schemeClr val="tx1"/>
                        </a:solidFill>
                        <a:effectLst/>
                        <a:latin typeface="+mj-lt"/>
                        <a:ea typeface="Verdana" panose="020B0604030504040204" pitchFamily="34" charset="0"/>
                        <a:cs typeface="Vani" panose="02040502050405020303" pitchFamily="18" charset="0"/>
                      </a:endParaRPr>
                    </a:p>
                  </a:txBody>
                  <a:tcPr marL="91980" marR="9198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i="1" kern="1000" dirty="0">
                        <a:solidFill>
                          <a:schemeClr val="tx1"/>
                        </a:solidFill>
                        <a:effectLst/>
                        <a:latin typeface="+mj-lt"/>
                        <a:ea typeface="Verdana" panose="020B0604030504040204" pitchFamily="34" charset="0"/>
                        <a:cs typeface="Vani" panose="02040502050405020303" pitchFamily="18" charset="0"/>
                      </a:endParaRPr>
                    </a:p>
                  </a:txBody>
                  <a:tcPr marL="91980" marR="9198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0" i="1" kern="1000" dirty="0">
                        <a:solidFill>
                          <a:schemeClr val="tx1"/>
                        </a:solidFill>
                        <a:effectLst/>
                        <a:latin typeface="+mj-lt"/>
                        <a:ea typeface="Verdana" panose="020B0604030504040204" pitchFamily="34" charset="0"/>
                        <a:cs typeface="Vani" panose="02040502050405020303" pitchFamily="18" charset="0"/>
                      </a:endParaRPr>
                    </a:p>
                  </a:txBody>
                  <a:tcPr marL="91980" marR="9198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4734207"/>
                  </a:ext>
                </a:extLst>
              </a:tr>
            </a:tbl>
          </a:graphicData>
        </a:graphic>
      </p:graphicFrame>
      <p:sp>
        <p:nvSpPr>
          <p:cNvPr id="7" name="TextBox 6">
            <a:extLst>
              <a:ext uri="{FF2B5EF4-FFF2-40B4-BE49-F238E27FC236}">
                <a16:creationId xmlns:a16="http://schemas.microsoft.com/office/drawing/2014/main" id="{06BD6577-4436-1659-0140-54EDB73E4D6A}"/>
              </a:ext>
            </a:extLst>
          </p:cNvPr>
          <p:cNvSpPr txBox="1"/>
          <p:nvPr/>
        </p:nvSpPr>
        <p:spPr>
          <a:xfrm>
            <a:off x="5638800" y="2924175"/>
            <a:ext cx="914400" cy="914400"/>
          </a:xfrm>
          <a:prstGeom prst="rect">
            <a:avLst/>
          </a:prstGeom>
          <a:noFill/>
        </p:spPr>
        <p:txBody>
          <a:bodyPr wrap="square" lIns="0" tIns="0" rIns="0" bIns="0" rtlCol="0">
            <a:spAutoFit/>
          </a:bodyPr>
          <a:lstStyle/>
          <a:p>
            <a:pPr marL="203200" indent="-203200">
              <a:spcBef>
                <a:spcPts val="600"/>
              </a:spcBef>
              <a:buSzPct val="100000"/>
              <a:buFont typeface="Arial"/>
              <a:buChar char="•"/>
            </a:pPr>
            <a:endParaRPr lang="en-AU" dirty="0">
              <a:solidFill>
                <a:srgbClr val="313131"/>
              </a:solidFill>
            </a:endParaRPr>
          </a:p>
        </p:txBody>
      </p:sp>
      <p:sp>
        <p:nvSpPr>
          <p:cNvPr id="30" name="Rectangle 29">
            <a:extLst>
              <a:ext uri="{FF2B5EF4-FFF2-40B4-BE49-F238E27FC236}">
                <a16:creationId xmlns:a16="http://schemas.microsoft.com/office/drawing/2014/main" id="{0C81EADC-9FEF-3AC9-3B8B-7EAD7A6B31F5}"/>
              </a:ext>
            </a:extLst>
          </p:cNvPr>
          <p:cNvSpPr/>
          <p:nvPr/>
        </p:nvSpPr>
        <p:spPr bwMode="gray">
          <a:xfrm rot="20748903">
            <a:off x="3565206" y="4168394"/>
            <a:ext cx="4173311" cy="434982"/>
          </a:xfrm>
          <a:prstGeom prst="rect">
            <a:avLst/>
          </a:prstGeom>
          <a:solidFill>
            <a:srgbClr val="E3E48D"/>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AU" sz="1600" b="1" dirty="0"/>
              <a:t>Illustrative</a:t>
            </a:r>
          </a:p>
        </p:txBody>
      </p:sp>
    </p:spTree>
    <p:extLst>
      <p:ext uri="{BB962C8B-B14F-4D97-AF65-F5344CB8AC3E}">
        <p14:creationId xmlns:p14="http://schemas.microsoft.com/office/powerpoint/2010/main" val="39811692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81625" y="344558"/>
            <a:ext cx="1117644" cy="2598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6" name="Title 1">
            <a:extLst>
              <a:ext uri="{FF2B5EF4-FFF2-40B4-BE49-F238E27FC236}">
                <a16:creationId xmlns:a16="http://schemas.microsoft.com/office/drawing/2014/main" id="{A263FE52-C601-4E1F-8330-F0F25B755630}"/>
              </a:ext>
            </a:extLst>
          </p:cNvPr>
          <p:cNvSpPr txBox="1">
            <a:spLocks/>
          </p:cNvSpPr>
          <p:nvPr/>
        </p:nvSpPr>
        <p:spPr>
          <a:xfrm>
            <a:off x="289501" y="389970"/>
            <a:ext cx="9476082" cy="263149"/>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sym typeface="Trebuchet MS" panose="020B0603020202020204" pitchFamily="34" charset="0"/>
              </a:defRPr>
            </a:lvl1pPr>
          </a:lstStyle>
          <a:p>
            <a:r>
              <a:rPr lang="en-US" sz="1900" dirty="0">
                <a:solidFill>
                  <a:schemeClr val="tx2"/>
                </a:solidFill>
                <a:latin typeface="+mn-lt"/>
              </a:rPr>
              <a:t>RMS Implementation : Detailed Risk and Mitigation plan</a:t>
            </a:r>
          </a:p>
        </p:txBody>
      </p:sp>
      <p:graphicFrame>
        <p:nvGraphicFramePr>
          <p:cNvPr id="81" name="Group 92">
            <a:extLst>
              <a:ext uri="{FF2B5EF4-FFF2-40B4-BE49-F238E27FC236}">
                <a16:creationId xmlns:a16="http://schemas.microsoft.com/office/drawing/2014/main" id="{2AF35580-0023-4964-8AE0-9F168D4EE138}"/>
              </a:ext>
            </a:extLst>
          </p:cNvPr>
          <p:cNvGraphicFramePr>
            <a:graphicFrameLocks noGrp="1"/>
          </p:cNvGraphicFramePr>
          <p:nvPr>
            <p:extLst>
              <p:ext uri="{D42A27DB-BD31-4B8C-83A1-F6EECF244321}">
                <p14:modId xmlns:p14="http://schemas.microsoft.com/office/powerpoint/2010/main" val="2237671657"/>
              </p:ext>
            </p:extLst>
          </p:nvPr>
        </p:nvGraphicFramePr>
        <p:xfrm>
          <a:off x="317960" y="1066217"/>
          <a:ext cx="11584535" cy="3953456"/>
        </p:xfrm>
        <a:graphic>
          <a:graphicData uri="http://schemas.openxmlformats.org/drawingml/2006/table">
            <a:tbl>
              <a:tblPr/>
              <a:tblGrid>
                <a:gridCol w="1073829">
                  <a:extLst>
                    <a:ext uri="{9D8B030D-6E8A-4147-A177-3AD203B41FA5}">
                      <a16:colId xmlns:a16="http://schemas.microsoft.com/office/drawing/2014/main" val="2926073457"/>
                    </a:ext>
                  </a:extLst>
                </a:gridCol>
                <a:gridCol w="1931698">
                  <a:extLst>
                    <a:ext uri="{9D8B030D-6E8A-4147-A177-3AD203B41FA5}">
                      <a16:colId xmlns:a16="http://schemas.microsoft.com/office/drawing/2014/main" val="20000"/>
                    </a:ext>
                  </a:extLst>
                </a:gridCol>
                <a:gridCol w="1774512">
                  <a:extLst>
                    <a:ext uri="{9D8B030D-6E8A-4147-A177-3AD203B41FA5}">
                      <a16:colId xmlns:a16="http://schemas.microsoft.com/office/drawing/2014/main" val="1747446438"/>
                    </a:ext>
                  </a:extLst>
                </a:gridCol>
                <a:gridCol w="1774512">
                  <a:extLst>
                    <a:ext uri="{9D8B030D-6E8A-4147-A177-3AD203B41FA5}">
                      <a16:colId xmlns:a16="http://schemas.microsoft.com/office/drawing/2014/main" val="3324924339"/>
                    </a:ext>
                  </a:extLst>
                </a:gridCol>
                <a:gridCol w="903388">
                  <a:extLst>
                    <a:ext uri="{9D8B030D-6E8A-4147-A177-3AD203B41FA5}">
                      <a16:colId xmlns:a16="http://schemas.microsoft.com/office/drawing/2014/main" val="2182829603"/>
                    </a:ext>
                  </a:extLst>
                </a:gridCol>
                <a:gridCol w="1298621">
                  <a:extLst>
                    <a:ext uri="{9D8B030D-6E8A-4147-A177-3AD203B41FA5}">
                      <a16:colId xmlns:a16="http://schemas.microsoft.com/office/drawing/2014/main" val="1714451471"/>
                    </a:ext>
                  </a:extLst>
                </a:gridCol>
                <a:gridCol w="1040510">
                  <a:extLst>
                    <a:ext uri="{9D8B030D-6E8A-4147-A177-3AD203B41FA5}">
                      <a16:colId xmlns:a16="http://schemas.microsoft.com/office/drawing/2014/main" val="2103835278"/>
                    </a:ext>
                  </a:extLst>
                </a:gridCol>
                <a:gridCol w="1787465">
                  <a:extLst>
                    <a:ext uri="{9D8B030D-6E8A-4147-A177-3AD203B41FA5}">
                      <a16:colId xmlns:a16="http://schemas.microsoft.com/office/drawing/2014/main" val="20001"/>
                    </a:ext>
                  </a:extLst>
                </a:gridCol>
              </a:tblGrid>
              <a:tr h="643146">
                <a:tc>
                  <a:txBody>
                    <a:bodyPr/>
                    <a:lstStyle/>
                    <a:p>
                      <a:pPr marL="0" marR="0" lvl="0" indent="0" algn="ctr" defTabSz="914400" rtl="0" eaLnBrk="1" fontAlgn="base" latinLnBrk="0" hangingPunct="1">
                        <a:lnSpc>
                          <a:spcPct val="95000"/>
                        </a:lnSpc>
                        <a:spcBef>
                          <a:spcPct val="0"/>
                        </a:spcBef>
                        <a:spcAft>
                          <a:spcPct val="60000"/>
                        </a:spcAft>
                        <a:buClr>
                          <a:schemeClr val="tx1"/>
                        </a:buClr>
                        <a:buSzTx/>
                        <a:buFontTx/>
                        <a:buNone/>
                        <a:tabLst/>
                      </a:pPr>
                      <a:r>
                        <a:rPr kumimoji="0" lang="en-US" sz="1200" b="1" i="0" u="none" strike="noStrike" cap="none" normalizeH="0" baseline="0" dirty="0">
                          <a:ln>
                            <a:noFill/>
                          </a:ln>
                          <a:solidFill>
                            <a:schemeClr val="tx1"/>
                          </a:solidFill>
                          <a:effectLst/>
                          <a:latin typeface="+mn-lt"/>
                          <a:ea typeface="Verdana"/>
                          <a:cs typeface="Verdana" panose="020B0604030504040204" pitchFamily="34" charset="0"/>
                        </a:rPr>
                        <a:t>Risk ID</a:t>
                      </a:r>
                    </a:p>
                  </a:txBody>
                  <a:tcPr marL="45720" marR="45720" anchor="ctr" horzOverflow="overflow">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lnTlToBr>
                      <a:noFill/>
                    </a:lnTlToBr>
                    <a:lnBlToTr>
                      <a:noFill/>
                    </a:lnBlToTr>
                    <a:solidFill>
                      <a:srgbClr val="E4E4E4"/>
                    </a:solidFill>
                  </a:tcPr>
                </a:tc>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ctr" defTabSz="914400" rtl="0" eaLnBrk="1" fontAlgn="base" latinLnBrk="0" hangingPunct="1">
                        <a:lnSpc>
                          <a:spcPct val="95000"/>
                        </a:lnSpc>
                        <a:spcBef>
                          <a:spcPct val="0"/>
                        </a:spcBef>
                        <a:spcAft>
                          <a:spcPct val="60000"/>
                        </a:spcAft>
                        <a:buClr>
                          <a:schemeClr val="tx1"/>
                        </a:buClr>
                        <a:buSzTx/>
                        <a:buFontTx/>
                        <a:buNone/>
                        <a:tabLst/>
                      </a:pPr>
                      <a:r>
                        <a:rPr kumimoji="0" lang="en-US" sz="1200" b="1" i="0" u="none" strike="noStrike" cap="none" normalizeH="0" baseline="0" dirty="0">
                          <a:ln>
                            <a:noFill/>
                          </a:ln>
                          <a:solidFill>
                            <a:schemeClr val="tx1"/>
                          </a:solidFill>
                          <a:effectLst/>
                          <a:latin typeface="+mn-lt"/>
                          <a:ea typeface="Verdana"/>
                          <a:cs typeface="Verdana" panose="020B0604030504040204" pitchFamily="34" charset="0"/>
                        </a:rPr>
                        <a:t>Risk</a:t>
                      </a:r>
                    </a:p>
                  </a:txBody>
                  <a:tcPr marL="45720" marR="45720" anchor="ctr" horzOverflow="overflow">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lnTlToBr>
                      <a:noFill/>
                    </a:lnTlToBr>
                    <a:lnBlToTr>
                      <a:noFill/>
                    </a:lnBlToTr>
                    <a:solidFill>
                      <a:srgbClr val="E4E4E4"/>
                    </a:solidFill>
                  </a:tcPr>
                </a:tc>
                <a:tc>
                  <a:txBody>
                    <a:bodyPr/>
                    <a:lstStyle/>
                    <a:p>
                      <a:pPr marL="0" marR="0" lvl="0" indent="0" algn="ctr" defTabSz="914400" rtl="0" eaLnBrk="1" fontAlgn="base" latinLnBrk="0" hangingPunct="1">
                        <a:lnSpc>
                          <a:spcPct val="95000"/>
                        </a:lnSpc>
                        <a:spcBef>
                          <a:spcPct val="0"/>
                        </a:spcBef>
                        <a:spcAft>
                          <a:spcPct val="60000"/>
                        </a:spcAft>
                        <a:buClr>
                          <a:schemeClr val="tx1"/>
                        </a:buClr>
                        <a:buSzTx/>
                        <a:buFontTx/>
                        <a:buNone/>
                        <a:tabLst/>
                      </a:pPr>
                      <a:r>
                        <a:rPr kumimoji="0" lang="en-US" sz="1200" b="1" i="0" u="none" strike="noStrike" cap="none" normalizeH="0" baseline="0" dirty="0">
                          <a:ln>
                            <a:noFill/>
                          </a:ln>
                          <a:solidFill>
                            <a:schemeClr val="tx1"/>
                          </a:solidFill>
                          <a:effectLst/>
                          <a:latin typeface="+mn-lt"/>
                          <a:ea typeface="Verdana"/>
                          <a:cs typeface="Verdana" panose="020B0604030504040204" pitchFamily="34" charset="0"/>
                        </a:rPr>
                        <a:t>Risk Level</a:t>
                      </a:r>
                    </a:p>
                  </a:txBody>
                  <a:tcPr marL="45720" marR="45720" anchor="ctr" horzOverflow="overflow">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lnTlToBr>
                      <a:noFill/>
                    </a:lnTlToBr>
                    <a:lnBlToTr>
                      <a:noFill/>
                    </a:lnBlToTr>
                    <a:solidFill>
                      <a:srgbClr val="E4E4E4"/>
                    </a:solidFill>
                  </a:tcPr>
                </a:tc>
                <a:tc>
                  <a:txBody>
                    <a:bodyPr/>
                    <a:lstStyle/>
                    <a:p>
                      <a:pPr marL="0" marR="0" lvl="0" indent="0" algn="ctr" defTabSz="914400" rtl="0" eaLnBrk="1" fontAlgn="base" latinLnBrk="0" hangingPunct="1">
                        <a:lnSpc>
                          <a:spcPct val="95000"/>
                        </a:lnSpc>
                        <a:spcBef>
                          <a:spcPct val="0"/>
                        </a:spcBef>
                        <a:spcAft>
                          <a:spcPct val="60000"/>
                        </a:spcAft>
                        <a:buClr>
                          <a:schemeClr val="tx1"/>
                        </a:buClr>
                        <a:buSzTx/>
                        <a:buFontTx/>
                        <a:buNone/>
                        <a:tabLst/>
                      </a:pPr>
                      <a:r>
                        <a:rPr kumimoji="0" lang="en-US" sz="1200" b="1" i="0" u="none" strike="noStrike" cap="none" normalizeH="0" baseline="0" dirty="0">
                          <a:ln>
                            <a:noFill/>
                          </a:ln>
                          <a:solidFill>
                            <a:schemeClr val="tx1"/>
                          </a:solidFill>
                          <a:effectLst/>
                          <a:latin typeface="+mn-lt"/>
                          <a:ea typeface="Verdana"/>
                          <a:cs typeface="Verdana" panose="020B0604030504040204" pitchFamily="34" charset="0"/>
                        </a:rPr>
                        <a:t>Impact</a:t>
                      </a:r>
                    </a:p>
                  </a:txBody>
                  <a:tcPr marL="45720" marR="45720" anchor="ctr" horzOverflow="overflow">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lnTlToBr>
                      <a:noFill/>
                    </a:lnTlToBr>
                    <a:lnBlToTr>
                      <a:noFill/>
                    </a:lnBlToTr>
                    <a:solidFill>
                      <a:srgbClr val="E4E4E4"/>
                    </a:solidFill>
                  </a:tcPr>
                </a:tc>
                <a:tc>
                  <a:txBody>
                    <a:bodyPr/>
                    <a:lstStyle/>
                    <a:p>
                      <a:pPr marL="0" marR="0" lvl="0" indent="0" algn="ctr" defTabSz="914400" rtl="0" eaLnBrk="1" fontAlgn="base" latinLnBrk="0" hangingPunct="1">
                        <a:lnSpc>
                          <a:spcPct val="95000"/>
                        </a:lnSpc>
                        <a:spcBef>
                          <a:spcPct val="0"/>
                        </a:spcBef>
                        <a:spcAft>
                          <a:spcPct val="60000"/>
                        </a:spcAft>
                        <a:buClr>
                          <a:schemeClr val="tx1"/>
                        </a:buClr>
                        <a:buSzTx/>
                        <a:buFontTx/>
                        <a:buNone/>
                        <a:tabLst/>
                      </a:pPr>
                      <a:r>
                        <a:rPr kumimoji="0" lang="en-US" sz="1200" b="1" i="0" u="none" strike="noStrike" cap="none" normalizeH="0" baseline="0" dirty="0">
                          <a:ln>
                            <a:noFill/>
                          </a:ln>
                          <a:solidFill>
                            <a:schemeClr val="tx1"/>
                          </a:solidFill>
                          <a:effectLst/>
                          <a:latin typeface="+mn-lt"/>
                          <a:ea typeface="Verdana"/>
                          <a:cs typeface="Verdana" panose="020B0604030504040204" pitchFamily="34" charset="0"/>
                        </a:rPr>
                        <a:t>Status</a:t>
                      </a:r>
                    </a:p>
                  </a:txBody>
                  <a:tcPr marL="45720" marR="45720" anchor="ctr" horzOverflow="overflow">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lnTlToBr>
                      <a:noFill/>
                    </a:lnTlToBr>
                    <a:lnBlToTr>
                      <a:noFill/>
                    </a:lnBlToTr>
                    <a:solidFill>
                      <a:srgbClr val="E4E4E4"/>
                    </a:solidFill>
                  </a:tcPr>
                </a:tc>
                <a:tc>
                  <a:txBody>
                    <a:bodyPr/>
                    <a:lstStyle/>
                    <a:p>
                      <a:pPr marL="0" marR="0" lvl="0" indent="0" algn="ctr" defTabSz="914400" rtl="0" eaLnBrk="1" fontAlgn="base" latinLnBrk="0" hangingPunct="1">
                        <a:lnSpc>
                          <a:spcPct val="95000"/>
                        </a:lnSpc>
                        <a:spcBef>
                          <a:spcPct val="0"/>
                        </a:spcBef>
                        <a:spcAft>
                          <a:spcPct val="60000"/>
                        </a:spcAft>
                        <a:buClr>
                          <a:schemeClr val="tx1"/>
                        </a:buClr>
                        <a:buSzTx/>
                        <a:buFontTx/>
                        <a:buNone/>
                        <a:tabLst/>
                      </a:pPr>
                      <a:r>
                        <a:rPr kumimoji="0" lang="en-US" sz="1200" b="1" i="0" u="none" strike="noStrike" cap="none" normalizeH="0" baseline="0" dirty="0">
                          <a:ln>
                            <a:noFill/>
                          </a:ln>
                          <a:solidFill>
                            <a:schemeClr val="tx1"/>
                          </a:solidFill>
                          <a:effectLst/>
                          <a:latin typeface="+mn-lt"/>
                          <a:ea typeface="Verdana"/>
                          <a:cs typeface="Verdana" panose="020B0604030504040204" pitchFamily="34" charset="0"/>
                        </a:rPr>
                        <a:t>Owner</a:t>
                      </a:r>
                    </a:p>
                  </a:txBody>
                  <a:tcPr marL="45720" marR="45720" anchor="ctr" horzOverflow="overflow">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lnTlToBr>
                      <a:noFill/>
                    </a:lnTlToBr>
                    <a:lnBlToTr>
                      <a:noFill/>
                    </a:lnBlToTr>
                    <a:solidFill>
                      <a:srgbClr val="E4E4E4"/>
                    </a:solidFill>
                  </a:tcPr>
                </a:tc>
                <a:tc>
                  <a:txBody>
                    <a:bodyPr/>
                    <a:lstStyle/>
                    <a:p>
                      <a:pPr marL="0" marR="0" lvl="0" indent="0" algn="ctr" defTabSz="914400" rtl="0" eaLnBrk="1" fontAlgn="base" latinLnBrk="0" hangingPunct="1">
                        <a:lnSpc>
                          <a:spcPct val="95000"/>
                        </a:lnSpc>
                        <a:spcBef>
                          <a:spcPct val="0"/>
                        </a:spcBef>
                        <a:spcAft>
                          <a:spcPct val="60000"/>
                        </a:spcAft>
                        <a:buClr>
                          <a:schemeClr val="tx1"/>
                        </a:buClr>
                        <a:buSzTx/>
                        <a:buFontTx/>
                        <a:buNone/>
                        <a:tabLst/>
                      </a:pPr>
                      <a:r>
                        <a:rPr kumimoji="0" lang="en-US" sz="1200" b="1" i="0" u="none" strike="noStrike" cap="none" normalizeH="0" baseline="0" dirty="0">
                          <a:ln>
                            <a:noFill/>
                          </a:ln>
                          <a:solidFill>
                            <a:schemeClr val="tx1"/>
                          </a:solidFill>
                          <a:effectLst/>
                          <a:latin typeface="+mn-lt"/>
                          <a:ea typeface="Verdana"/>
                          <a:cs typeface="Verdana" panose="020B0604030504040204" pitchFamily="34" charset="0"/>
                        </a:rPr>
                        <a:t>Date Raised</a:t>
                      </a:r>
                    </a:p>
                  </a:txBody>
                  <a:tcPr marL="45720" marR="45720" anchor="ctr" horzOverflow="overflow">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lnTlToBr>
                      <a:noFill/>
                    </a:lnTlToBr>
                    <a:lnBlToTr>
                      <a:noFill/>
                    </a:lnBlToTr>
                    <a:solidFill>
                      <a:srgbClr val="E4E4E4"/>
                    </a:solidFill>
                  </a:tcPr>
                </a:tc>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ctr" defTabSz="914400" rtl="0" eaLnBrk="1" fontAlgn="base" latinLnBrk="0" hangingPunct="1">
                        <a:lnSpc>
                          <a:spcPct val="95000"/>
                        </a:lnSpc>
                        <a:spcBef>
                          <a:spcPct val="0"/>
                        </a:spcBef>
                        <a:spcAft>
                          <a:spcPct val="60000"/>
                        </a:spcAft>
                        <a:buClr>
                          <a:schemeClr val="tx1"/>
                        </a:buClr>
                        <a:buSzTx/>
                        <a:buFontTx/>
                        <a:buNone/>
                        <a:tabLst/>
                      </a:pPr>
                      <a:r>
                        <a:rPr kumimoji="0" lang="en-US" sz="1200" b="1" i="0" u="none" strike="noStrike" cap="none" normalizeH="0" baseline="0" dirty="0">
                          <a:ln>
                            <a:noFill/>
                          </a:ln>
                          <a:solidFill>
                            <a:schemeClr val="tx1"/>
                          </a:solidFill>
                          <a:effectLst/>
                          <a:latin typeface="+mn-lt"/>
                          <a:ea typeface="Verdana"/>
                          <a:cs typeface="Verdana" panose="020B0604030504040204" pitchFamily="34" charset="0"/>
                        </a:rPr>
                        <a:t>Mitigation Steps</a:t>
                      </a:r>
                    </a:p>
                  </a:txBody>
                  <a:tcPr marL="45720" marR="45720" anchor="ctr" horzOverflow="overflow">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lnTlToBr>
                      <a:noFill/>
                    </a:lnTlToBr>
                    <a:lnBlToTr>
                      <a:noFill/>
                    </a:lnBlToTr>
                    <a:solidFill>
                      <a:srgbClr val="E4E4E4"/>
                    </a:solidFill>
                  </a:tcPr>
                </a:tc>
                <a:extLst>
                  <a:ext uri="{0D108BD9-81ED-4DB2-BD59-A6C34878D82A}">
                    <a16:rowId xmlns:a16="http://schemas.microsoft.com/office/drawing/2014/main" val="10000"/>
                  </a:ext>
                </a:extLst>
              </a:tr>
              <a:tr h="662062">
                <a:tc>
                  <a:txBody>
                    <a:bodyPr/>
                    <a:lstStyle/>
                    <a:p>
                      <a:pPr lvl="0" algn="l"/>
                      <a:endParaRPr kumimoji="1" lang="en-US" sz="800" kern="0" dirty="0">
                        <a:solidFill>
                          <a:schemeClr val="tx1"/>
                        </a:solidFill>
                        <a:latin typeface="+mn-lt"/>
                        <a:ea typeface="Verdana"/>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lvl="0" algn="l"/>
                      <a:endParaRPr kumimoji="1" lang="en-US" sz="800" kern="0" dirty="0">
                        <a:solidFill>
                          <a:schemeClr val="tx1"/>
                        </a:solidFill>
                        <a:latin typeface="+mn-lt"/>
                        <a:ea typeface="Verdana"/>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lvl="0" algn="l"/>
                      <a:endParaRPr kumimoji="1" lang="en-US" sz="800" kern="0" dirty="0">
                        <a:solidFill>
                          <a:schemeClr val="tx1"/>
                        </a:solidFill>
                        <a:latin typeface="+mn-lt"/>
                        <a:ea typeface="Verdana"/>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solidFill>
                      <a:srgbClr val="DA291C"/>
                    </a:solidFill>
                  </a:tcPr>
                </a:tc>
                <a:tc>
                  <a:txBody>
                    <a:bodyPr/>
                    <a:lstStyle/>
                    <a:p>
                      <a:pPr lvl="0" algn="l"/>
                      <a:endParaRPr kumimoji="1" lang="en-US" sz="800" kern="0" dirty="0">
                        <a:solidFill>
                          <a:schemeClr val="tx1"/>
                        </a:solidFill>
                        <a:latin typeface="+mn-lt"/>
                        <a:ea typeface="Verdana"/>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114300" marR="0" lvl="0" indent="-114300" algn="l" defTabSz="914400" rtl="0" eaLnBrk="1" fontAlgn="auto" latinLnBrk="0" hangingPunct="1">
                        <a:lnSpc>
                          <a:spcPct val="100000"/>
                        </a:lnSpc>
                        <a:spcBef>
                          <a:spcPts val="0"/>
                        </a:spcBef>
                        <a:spcAft>
                          <a:spcPts val="0"/>
                        </a:spcAft>
                        <a:buClrTx/>
                        <a:buSzTx/>
                        <a:buFont typeface="+mj-lt"/>
                        <a:buAutoNum type="arabicPeriod"/>
                        <a:tabLst/>
                        <a:defRPr/>
                      </a:pPr>
                      <a:endParaRPr lang="en-US" sz="80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114300" marR="0" lvl="0" indent="-114300" algn="l" defTabSz="914400" rtl="0" eaLnBrk="1" fontAlgn="auto" latinLnBrk="0" hangingPunct="1">
                        <a:lnSpc>
                          <a:spcPct val="100000"/>
                        </a:lnSpc>
                        <a:spcBef>
                          <a:spcPts val="0"/>
                        </a:spcBef>
                        <a:spcAft>
                          <a:spcPts val="0"/>
                        </a:spcAft>
                        <a:buClrTx/>
                        <a:buSzTx/>
                        <a:buFont typeface="+mj-lt"/>
                        <a:buAutoNum type="arabicPeriod"/>
                        <a:tabLst/>
                        <a:defRPr/>
                      </a:pPr>
                      <a:endParaRPr lang="en-US" sz="800" dirty="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800" dirty="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800" dirty="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36563794"/>
                  </a:ext>
                </a:extLst>
              </a:tr>
              <a:tr h="662062">
                <a:tc>
                  <a:txBody>
                    <a:bodyPr/>
                    <a:lstStyle/>
                    <a:p>
                      <a:pPr lvl="0" algn="l"/>
                      <a:endParaRPr kumimoji="1" lang="en-US" sz="800" kern="0" dirty="0">
                        <a:solidFill>
                          <a:schemeClr val="tx1"/>
                        </a:solidFill>
                        <a:latin typeface="+mn-lt"/>
                        <a:ea typeface="Verdana"/>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lvl="0" algn="l"/>
                      <a:endParaRPr kumimoji="1" lang="en-US" sz="800" kern="0" dirty="0">
                        <a:solidFill>
                          <a:schemeClr val="tx1"/>
                        </a:solidFill>
                        <a:latin typeface="+mn-lt"/>
                        <a:ea typeface="Verdana"/>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lvl="0" algn="l"/>
                      <a:endParaRPr kumimoji="1" lang="en-US" sz="800" kern="0" dirty="0">
                        <a:solidFill>
                          <a:schemeClr val="tx1"/>
                        </a:solidFill>
                        <a:latin typeface="+mn-lt"/>
                        <a:ea typeface="Verdana"/>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solidFill>
                      <a:srgbClr val="FFCD00"/>
                    </a:solidFill>
                  </a:tcPr>
                </a:tc>
                <a:tc>
                  <a:txBody>
                    <a:bodyPr/>
                    <a:lstStyle/>
                    <a:p>
                      <a:pPr lvl="0" algn="l"/>
                      <a:endParaRPr kumimoji="1" lang="en-US" sz="800" kern="0" dirty="0">
                        <a:solidFill>
                          <a:schemeClr val="tx1"/>
                        </a:solidFill>
                        <a:latin typeface="+mn-lt"/>
                        <a:ea typeface="Verdana"/>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118745" marR="0" lvl="0" indent="-118745" algn="l" defTabSz="914400" rtl="0" eaLnBrk="1" fontAlgn="auto" latinLnBrk="0" hangingPunct="1">
                        <a:lnSpc>
                          <a:spcPct val="100000"/>
                        </a:lnSpc>
                        <a:spcBef>
                          <a:spcPts val="0"/>
                        </a:spcBef>
                        <a:spcAft>
                          <a:spcPts val="0"/>
                        </a:spcAft>
                        <a:buClrTx/>
                        <a:buSzTx/>
                        <a:buFont typeface="+mj-lt"/>
                        <a:buAutoNum type="arabicPeriod"/>
                        <a:tabLst/>
                        <a:defRPr/>
                      </a:pPr>
                      <a:endParaRPr lang="en-US" sz="80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118745" marR="0" lvl="0" indent="-118745" algn="l" defTabSz="914400" rtl="0" eaLnBrk="1" fontAlgn="auto" latinLnBrk="0" hangingPunct="1">
                        <a:lnSpc>
                          <a:spcPct val="100000"/>
                        </a:lnSpc>
                        <a:spcBef>
                          <a:spcPts val="0"/>
                        </a:spcBef>
                        <a:spcAft>
                          <a:spcPts val="0"/>
                        </a:spcAft>
                        <a:buClrTx/>
                        <a:buSzTx/>
                        <a:buFont typeface="+mj-lt"/>
                        <a:buAutoNum type="arabicPeriod"/>
                        <a:tabLst/>
                        <a:defRPr/>
                      </a:pPr>
                      <a:endParaRPr lang="en-US" sz="80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118745" marR="0" lvl="0" indent="-118745" algn="l" defTabSz="914400" rtl="0" eaLnBrk="1" fontAlgn="auto" latinLnBrk="0" hangingPunct="1">
                        <a:lnSpc>
                          <a:spcPct val="100000"/>
                        </a:lnSpc>
                        <a:spcBef>
                          <a:spcPts val="0"/>
                        </a:spcBef>
                        <a:spcAft>
                          <a:spcPts val="0"/>
                        </a:spcAft>
                        <a:buClrTx/>
                        <a:buSzTx/>
                        <a:buFont typeface="+mj-lt"/>
                        <a:buAutoNum type="arabicPeriod"/>
                        <a:tabLst/>
                        <a:defRPr/>
                      </a:pPr>
                      <a:endParaRPr lang="en-US" sz="800" dirty="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118745" marR="0" lvl="0" indent="-118745" algn="l" defTabSz="914400" rtl="0" eaLnBrk="1" fontAlgn="auto" latinLnBrk="0" hangingPunct="1">
                        <a:lnSpc>
                          <a:spcPct val="100000"/>
                        </a:lnSpc>
                        <a:spcBef>
                          <a:spcPts val="0"/>
                        </a:spcBef>
                        <a:spcAft>
                          <a:spcPts val="0"/>
                        </a:spcAft>
                        <a:buClrTx/>
                        <a:buSzTx/>
                        <a:buFont typeface="+mj-lt"/>
                        <a:buAutoNum type="arabicPeriod"/>
                        <a:tabLst/>
                        <a:defRPr/>
                      </a:pPr>
                      <a:endParaRPr lang="en-US" sz="800" dirty="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56329919"/>
                  </a:ext>
                </a:extLst>
              </a:tr>
              <a:tr h="662062">
                <a:tc>
                  <a:txBody>
                    <a:bodyPr/>
                    <a:lstStyle/>
                    <a:p>
                      <a:pPr lvl="0" algn="l"/>
                      <a:endParaRPr kumimoji="1" lang="en-US" sz="800" b="1" kern="0" dirty="0">
                        <a:solidFill>
                          <a:schemeClr val="tx1"/>
                        </a:solidFill>
                        <a:latin typeface="+mn-lt"/>
                        <a:ea typeface="Verdana"/>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lvl="0" algn="l"/>
                      <a:endParaRPr kumimoji="1" lang="en-US" sz="800" b="1" kern="0" dirty="0">
                        <a:solidFill>
                          <a:schemeClr val="tx1"/>
                        </a:solidFill>
                        <a:latin typeface="+mn-lt"/>
                        <a:ea typeface="Verdana"/>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lvl="0" algn="l"/>
                      <a:endParaRPr kumimoji="1" lang="en-US" sz="800" kern="0" dirty="0">
                        <a:solidFill>
                          <a:schemeClr val="tx1"/>
                        </a:solidFill>
                        <a:latin typeface="+mn-lt"/>
                        <a:ea typeface="Verdana"/>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solidFill>
                      <a:schemeClr val="accent5">
                        <a:lumMod val="20000"/>
                        <a:lumOff val="80000"/>
                      </a:schemeClr>
                    </a:solidFill>
                  </a:tcPr>
                </a:tc>
                <a:tc>
                  <a:txBody>
                    <a:bodyPr/>
                    <a:lstStyle/>
                    <a:p>
                      <a:pPr lvl="0" algn="l"/>
                      <a:endParaRPr kumimoji="1" lang="en-US" sz="800" kern="0" dirty="0">
                        <a:solidFill>
                          <a:schemeClr val="tx1"/>
                        </a:solidFill>
                        <a:latin typeface="+mn-lt"/>
                        <a:ea typeface="Verdana"/>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115888" marR="0" lvl="0" indent="-115888" algn="l" defTabSz="914400" rtl="0" eaLnBrk="1" fontAlgn="auto" latinLnBrk="0" hangingPunct="1">
                        <a:lnSpc>
                          <a:spcPct val="100000"/>
                        </a:lnSpc>
                        <a:spcBef>
                          <a:spcPts val="0"/>
                        </a:spcBef>
                        <a:spcAft>
                          <a:spcPts val="0"/>
                        </a:spcAft>
                        <a:buClrTx/>
                        <a:buSzTx/>
                        <a:buFont typeface="+mj-lt"/>
                        <a:buAutoNum type="arabicPeriod"/>
                        <a:tabLst/>
                        <a:defRPr/>
                      </a:pPr>
                      <a:endParaRPr lang="en-US" sz="800" dirty="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115888" marR="0" lvl="0" indent="-115888" algn="l" defTabSz="914400" rtl="0" eaLnBrk="1" fontAlgn="auto" latinLnBrk="0" hangingPunct="1">
                        <a:lnSpc>
                          <a:spcPct val="100000"/>
                        </a:lnSpc>
                        <a:spcBef>
                          <a:spcPts val="0"/>
                        </a:spcBef>
                        <a:spcAft>
                          <a:spcPts val="0"/>
                        </a:spcAft>
                        <a:buClrTx/>
                        <a:buSzTx/>
                        <a:buFont typeface="+mj-lt"/>
                        <a:buAutoNum type="arabicPeriod"/>
                        <a:tabLst/>
                        <a:defRPr/>
                      </a:pPr>
                      <a:endParaRPr lang="en-US" sz="800" dirty="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115888" marR="0" lvl="0" indent="-115888" algn="l" defTabSz="914400" rtl="0" eaLnBrk="1" fontAlgn="auto" latinLnBrk="0" hangingPunct="1">
                        <a:lnSpc>
                          <a:spcPct val="100000"/>
                        </a:lnSpc>
                        <a:spcBef>
                          <a:spcPts val="0"/>
                        </a:spcBef>
                        <a:spcAft>
                          <a:spcPts val="0"/>
                        </a:spcAft>
                        <a:buClrTx/>
                        <a:buSzTx/>
                        <a:buFont typeface="+mj-lt"/>
                        <a:buAutoNum type="arabicPeriod"/>
                        <a:tabLst/>
                        <a:defRPr/>
                      </a:pPr>
                      <a:endParaRPr lang="en-US" sz="800" dirty="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115888" marR="0" lvl="0" indent="-115888" algn="l" defTabSz="914400" rtl="0" eaLnBrk="1" fontAlgn="auto" latinLnBrk="0" hangingPunct="1">
                        <a:lnSpc>
                          <a:spcPct val="100000"/>
                        </a:lnSpc>
                        <a:spcBef>
                          <a:spcPts val="0"/>
                        </a:spcBef>
                        <a:spcAft>
                          <a:spcPts val="0"/>
                        </a:spcAft>
                        <a:buClrTx/>
                        <a:buSzTx/>
                        <a:buFont typeface="+mj-lt"/>
                        <a:buAutoNum type="arabicPeriod"/>
                        <a:tabLst/>
                        <a:defRPr/>
                      </a:pPr>
                      <a:endParaRPr lang="en-US" sz="800" dirty="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82608691"/>
                  </a:ext>
                </a:extLst>
              </a:tr>
              <a:tr h="662062">
                <a:tc>
                  <a:txBody>
                    <a:bodyPr/>
                    <a:lstStyle/>
                    <a:p>
                      <a:pPr lvl="0" algn="l"/>
                      <a:endParaRPr kumimoji="1" lang="en-US" sz="800" b="1" kern="0" dirty="0">
                        <a:solidFill>
                          <a:schemeClr val="tx1"/>
                        </a:solidFill>
                        <a:latin typeface="+mn-lt"/>
                        <a:ea typeface="Verdana"/>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lvl="0" algn="l"/>
                      <a:endParaRPr kumimoji="1" lang="en-US" sz="800" b="1" kern="0" dirty="0">
                        <a:solidFill>
                          <a:schemeClr val="tx1"/>
                        </a:solidFill>
                        <a:latin typeface="+mn-lt"/>
                        <a:ea typeface="Verdana"/>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lvl="0" algn="l"/>
                      <a:endParaRPr kumimoji="1" lang="en-US" sz="800" kern="0" dirty="0">
                        <a:solidFill>
                          <a:schemeClr val="tx1"/>
                        </a:solidFill>
                        <a:latin typeface="+mn-lt"/>
                        <a:ea typeface="Verdana"/>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lvl="0" algn="l"/>
                      <a:endParaRPr kumimoji="1" lang="en-US" sz="800" kern="0" dirty="0">
                        <a:solidFill>
                          <a:schemeClr val="tx1"/>
                        </a:solidFill>
                        <a:latin typeface="+mn-lt"/>
                        <a:ea typeface="Verdana"/>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115888" marR="0" lvl="0" indent="-115888" algn="l" defTabSz="914400" rtl="0" eaLnBrk="1" fontAlgn="auto" latinLnBrk="0" hangingPunct="1">
                        <a:lnSpc>
                          <a:spcPct val="100000"/>
                        </a:lnSpc>
                        <a:spcBef>
                          <a:spcPts val="0"/>
                        </a:spcBef>
                        <a:spcAft>
                          <a:spcPts val="0"/>
                        </a:spcAft>
                        <a:buClrTx/>
                        <a:buSzTx/>
                        <a:buFont typeface="+mj-lt"/>
                        <a:buAutoNum type="arabicPeriod"/>
                        <a:tabLst/>
                        <a:defRPr/>
                      </a:pPr>
                      <a:endParaRPr lang="en-US" sz="800" dirty="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115888" marR="0" lvl="0" indent="-115888" algn="l" defTabSz="914400" rtl="0" eaLnBrk="1" fontAlgn="auto" latinLnBrk="0" hangingPunct="1">
                        <a:lnSpc>
                          <a:spcPct val="100000"/>
                        </a:lnSpc>
                        <a:spcBef>
                          <a:spcPts val="0"/>
                        </a:spcBef>
                        <a:spcAft>
                          <a:spcPts val="0"/>
                        </a:spcAft>
                        <a:buClrTx/>
                        <a:buSzTx/>
                        <a:buFont typeface="+mj-lt"/>
                        <a:buAutoNum type="arabicPeriod"/>
                        <a:tabLst/>
                        <a:defRPr/>
                      </a:pPr>
                      <a:endParaRPr lang="en-US" sz="800" dirty="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115888" marR="0" lvl="0" indent="-115888" algn="l" defTabSz="914400" rtl="0" eaLnBrk="1" fontAlgn="auto" latinLnBrk="0" hangingPunct="1">
                        <a:lnSpc>
                          <a:spcPct val="100000"/>
                        </a:lnSpc>
                        <a:spcBef>
                          <a:spcPts val="0"/>
                        </a:spcBef>
                        <a:spcAft>
                          <a:spcPts val="0"/>
                        </a:spcAft>
                        <a:buClrTx/>
                        <a:buSzTx/>
                        <a:buFont typeface="+mj-lt"/>
                        <a:buAutoNum type="arabicPeriod"/>
                        <a:tabLst/>
                        <a:defRPr/>
                      </a:pPr>
                      <a:endParaRPr lang="en-US" sz="800" dirty="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115888" marR="0" lvl="0" indent="-115888" algn="l" defTabSz="914400" rtl="0" eaLnBrk="1" fontAlgn="auto" latinLnBrk="0" hangingPunct="1">
                        <a:lnSpc>
                          <a:spcPct val="100000"/>
                        </a:lnSpc>
                        <a:spcBef>
                          <a:spcPts val="0"/>
                        </a:spcBef>
                        <a:spcAft>
                          <a:spcPts val="0"/>
                        </a:spcAft>
                        <a:buClrTx/>
                        <a:buSzTx/>
                        <a:buFont typeface="+mj-lt"/>
                        <a:buAutoNum type="arabicPeriod"/>
                        <a:tabLst/>
                        <a:defRPr/>
                      </a:pPr>
                      <a:endParaRPr lang="en-US" sz="800" dirty="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35650423"/>
                  </a:ext>
                </a:extLst>
              </a:tr>
              <a:tr h="662062">
                <a:tc>
                  <a:txBody>
                    <a:bodyPr/>
                    <a:lstStyle/>
                    <a:p>
                      <a:pPr lvl="0" algn="l"/>
                      <a:endParaRPr kumimoji="1" lang="en-US" sz="800" b="1" kern="0" dirty="0">
                        <a:solidFill>
                          <a:schemeClr val="tx1"/>
                        </a:solidFill>
                        <a:latin typeface="+mn-lt"/>
                        <a:ea typeface="Verdana"/>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lvl="0" algn="l"/>
                      <a:endParaRPr kumimoji="1" lang="en-US" sz="800" b="1" kern="0" dirty="0">
                        <a:solidFill>
                          <a:schemeClr val="tx1"/>
                        </a:solidFill>
                        <a:latin typeface="+mn-lt"/>
                        <a:ea typeface="Verdana"/>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lvl="0" algn="l"/>
                      <a:endParaRPr kumimoji="1" lang="en-US" sz="800" kern="0" dirty="0">
                        <a:solidFill>
                          <a:schemeClr val="tx1"/>
                        </a:solidFill>
                        <a:latin typeface="+mn-lt"/>
                        <a:ea typeface="Verdana"/>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lvl="0" algn="l"/>
                      <a:endParaRPr kumimoji="1" lang="en-US" sz="800" kern="0" dirty="0">
                        <a:solidFill>
                          <a:schemeClr val="tx1"/>
                        </a:solidFill>
                        <a:latin typeface="+mn-lt"/>
                        <a:ea typeface="Verdana"/>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115888" marR="0" lvl="0" indent="-115888" algn="l" defTabSz="914400" rtl="0" eaLnBrk="1" fontAlgn="auto" latinLnBrk="0" hangingPunct="1">
                        <a:lnSpc>
                          <a:spcPct val="100000"/>
                        </a:lnSpc>
                        <a:spcBef>
                          <a:spcPts val="0"/>
                        </a:spcBef>
                        <a:spcAft>
                          <a:spcPts val="0"/>
                        </a:spcAft>
                        <a:buClrTx/>
                        <a:buSzTx/>
                        <a:buFont typeface="+mj-lt"/>
                        <a:buAutoNum type="arabicPeriod"/>
                        <a:tabLst/>
                        <a:defRPr/>
                      </a:pPr>
                      <a:endParaRPr lang="en-US" sz="800" dirty="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115888" marR="0" lvl="0" indent="-115888" algn="l" defTabSz="914400" rtl="0" eaLnBrk="1" fontAlgn="auto" latinLnBrk="0" hangingPunct="1">
                        <a:lnSpc>
                          <a:spcPct val="100000"/>
                        </a:lnSpc>
                        <a:spcBef>
                          <a:spcPts val="0"/>
                        </a:spcBef>
                        <a:spcAft>
                          <a:spcPts val="0"/>
                        </a:spcAft>
                        <a:buClrTx/>
                        <a:buSzTx/>
                        <a:buFont typeface="+mj-lt"/>
                        <a:buAutoNum type="arabicPeriod"/>
                        <a:tabLst/>
                        <a:defRPr/>
                      </a:pPr>
                      <a:endParaRPr lang="en-US" sz="800" dirty="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115888" marR="0" lvl="0" indent="-115888" algn="l" defTabSz="914400" rtl="0" eaLnBrk="1" fontAlgn="auto" latinLnBrk="0" hangingPunct="1">
                        <a:lnSpc>
                          <a:spcPct val="100000"/>
                        </a:lnSpc>
                        <a:spcBef>
                          <a:spcPts val="0"/>
                        </a:spcBef>
                        <a:spcAft>
                          <a:spcPts val="0"/>
                        </a:spcAft>
                        <a:buClrTx/>
                        <a:buSzTx/>
                        <a:buFont typeface="+mj-lt"/>
                        <a:buAutoNum type="arabicPeriod"/>
                        <a:tabLst/>
                        <a:defRPr/>
                      </a:pPr>
                      <a:endParaRPr lang="en-US" sz="800" dirty="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115888" marR="0" lvl="0" indent="-115888" algn="l" defTabSz="914400" rtl="0" eaLnBrk="1" fontAlgn="auto" latinLnBrk="0" hangingPunct="1">
                        <a:lnSpc>
                          <a:spcPct val="100000"/>
                        </a:lnSpc>
                        <a:spcBef>
                          <a:spcPts val="0"/>
                        </a:spcBef>
                        <a:spcAft>
                          <a:spcPts val="0"/>
                        </a:spcAft>
                        <a:buClrTx/>
                        <a:buSzTx/>
                        <a:buFont typeface="+mj-lt"/>
                        <a:buAutoNum type="arabicPeriod"/>
                        <a:tabLst/>
                        <a:defRPr/>
                      </a:pPr>
                      <a:endParaRPr lang="en-US" sz="800" dirty="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35918964"/>
                  </a:ext>
                </a:extLst>
              </a:tr>
            </a:tbl>
          </a:graphicData>
        </a:graphic>
      </p:graphicFrame>
      <p:pic>
        <p:nvPicPr>
          <p:cNvPr id="23" name="Picture 22" descr="Deloitte - Wikipedia">
            <a:extLst>
              <a:ext uri="{FF2B5EF4-FFF2-40B4-BE49-F238E27FC236}">
                <a16:creationId xmlns:a16="http://schemas.microsoft.com/office/drawing/2014/main" id="{0120165E-A60B-DEA0-5DE8-B8078252DF15}"/>
              </a:ext>
            </a:extLst>
          </p:cNvPr>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374191" y="-96287"/>
            <a:ext cx="639007" cy="639007"/>
          </a:xfrm>
          <a:prstGeom prst="rect">
            <a:avLst/>
          </a:prstGeom>
          <a:noFill/>
          <a:ln>
            <a:noFill/>
          </a:ln>
        </p:spPr>
      </p:pic>
      <p:pic>
        <p:nvPicPr>
          <p:cNvPr id="24" name="Picture 23" descr="A picture containing text, font, logo, symbol&#10;&#10;Description automatically generated">
            <a:extLst>
              <a:ext uri="{FF2B5EF4-FFF2-40B4-BE49-F238E27FC236}">
                <a16:creationId xmlns:a16="http://schemas.microsoft.com/office/drawing/2014/main" id="{2873C872-6787-BB8C-F9A2-61D69E372751}"/>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9296245" y="56565"/>
            <a:ext cx="2187575" cy="391160"/>
          </a:xfrm>
          <a:prstGeom prst="rect">
            <a:avLst/>
          </a:prstGeom>
        </p:spPr>
      </p:pic>
      <p:grpSp>
        <p:nvGrpSpPr>
          <p:cNvPr id="12" name="Group 11">
            <a:extLst>
              <a:ext uri="{FF2B5EF4-FFF2-40B4-BE49-F238E27FC236}">
                <a16:creationId xmlns:a16="http://schemas.microsoft.com/office/drawing/2014/main" id="{29F98124-DB53-4DC9-7F73-CB45CDBD1FB5}"/>
              </a:ext>
            </a:extLst>
          </p:cNvPr>
          <p:cNvGrpSpPr>
            <a:grpSpLocks noChangeAspect="1"/>
          </p:cNvGrpSpPr>
          <p:nvPr/>
        </p:nvGrpSpPr>
        <p:grpSpPr>
          <a:xfrm>
            <a:off x="869476" y="6506130"/>
            <a:ext cx="180050" cy="182931"/>
            <a:chOff x="7601542" y="185759"/>
            <a:chExt cx="162000" cy="162000"/>
          </a:xfrm>
          <a:solidFill>
            <a:srgbClr val="DA291C"/>
          </a:solidFill>
        </p:grpSpPr>
        <p:sp>
          <p:nvSpPr>
            <p:cNvPr id="13" name="Diamond 152">
              <a:extLst>
                <a:ext uri="{FF2B5EF4-FFF2-40B4-BE49-F238E27FC236}">
                  <a16:creationId xmlns:a16="http://schemas.microsoft.com/office/drawing/2014/main" id="{03C762BE-B139-D3E1-77A3-F6C6E4744009}"/>
                </a:ext>
              </a:extLst>
            </p:cNvPr>
            <p:cNvSpPr/>
            <p:nvPr/>
          </p:nvSpPr>
          <p:spPr>
            <a:xfrm>
              <a:off x="7601542" y="185759"/>
              <a:ext cx="162000" cy="16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chemeClr val="accent1"/>
                </a:solidFill>
                <a:effectLst/>
                <a:uLnTx/>
                <a:uFillTx/>
                <a:latin typeface="+mj-lt"/>
                <a:ea typeface="+mn-ea"/>
                <a:cs typeface="+mn-cs"/>
              </a:endParaRPr>
            </a:p>
          </p:txBody>
        </p:sp>
        <p:sp>
          <p:nvSpPr>
            <p:cNvPr id="15" name="Diamond 153">
              <a:extLst>
                <a:ext uri="{FF2B5EF4-FFF2-40B4-BE49-F238E27FC236}">
                  <a16:creationId xmlns:a16="http://schemas.microsoft.com/office/drawing/2014/main" id="{CA2C8DEF-E9C7-75F2-9387-E15BCE954CCC}"/>
                </a:ext>
              </a:extLst>
            </p:cNvPr>
            <p:cNvSpPr/>
            <p:nvPr/>
          </p:nvSpPr>
          <p:spPr>
            <a:xfrm>
              <a:off x="7610542" y="194759"/>
              <a:ext cx="144000" cy="144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chemeClr val="accent1"/>
                </a:solidFill>
                <a:effectLst/>
                <a:uLnTx/>
                <a:uFillTx/>
                <a:latin typeface="+mj-lt"/>
                <a:ea typeface="+mn-ea"/>
                <a:cs typeface="+mn-cs"/>
              </a:endParaRPr>
            </a:p>
          </p:txBody>
        </p:sp>
      </p:grpSp>
      <p:sp>
        <p:nvSpPr>
          <p:cNvPr id="16" name="TextBox 15">
            <a:extLst>
              <a:ext uri="{FF2B5EF4-FFF2-40B4-BE49-F238E27FC236}">
                <a16:creationId xmlns:a16="http://schemas.microsoft.com/office/drawing/2014/main" id="{5C6B0467-F07F-0136-5C81-A5E03E3D6636}"/>
              </a:ext>
            </a:extLst>
          </p:cNvPr>
          <p:cNvSpPr txBox="1"/>
          <p:nvPr/>
        </p:nvSpPr>
        <p:spPr>
          <a:xfrm>
            <a:off x="1121294" y="6479290"/>
            <a:ext cx="2221427" cy="24622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1"/>
                </a:solidFill>
                <a:effectLst/>
                <a:uLnTx/>
                <a:uFillTx/>
                <a:ea typeface="+mn-ea"/>
                <a:cs typeface="+mn-cs"/>
              </a:rPr>
              <a:t>Major concern. The Risk requires immediate, active intervention</a:t>
            </a:r>
            <a:endParaRPr kumimoji="0" lang="en-AU" sz="800" b="0" i="0" u="none" strike="noStrike" kern="1200" cap="none" spc="0" normalizeH="0" baseline="0" noProof="0" dirty="0">
              <a:ln>
                <a:noFill/>
              </a:ln>
              <a:solidFill>
                <a:schemeClr val="tx1"/>
              </a:solidFill>
              <a:effectLst/>
              <a:uLnTx/>
              <a:uFillTx/>
              <a:ea typeface="+mn-ea"/>
              <a:cs typeface="+mn-cs"/>
            </a:endParaRPr>
          </a:p>
        </p:txBody>
      </p:sp>
      <p:grpSp>
        <p:nvGrpSpPr>
          <p:cNvPr id="34" name="Group 33">
            <a:extLst>
              <a:ext uri="{FF2B5EF4-FFF2-40B4-BE49-F238E27FC236}">
                <a16:creationId xmlns:a16="http://schemas.microsoft.com/office/drawing/2014/main" id="{D3BD6136-DFBE-704B-E694-2C528964542D}"/>
              </a:ext>
            </a:extLst>
          </p:cNvPr>
          <p:cNvGrpSpPr>
            <a:grpSpLocks noChangeAspect="1"/>
          </p:cNvGrpSpPr>
          <p:nvPr/>
        </p:nvGrpSpPr>
        <p:grpSpPr>
          <a:xfrm>
            <a:off x="3033555" y="6506130"/>
            <a:ext cx="180050" cy="182931"/>
            <a:chOff x="7601542" y="185759"/>
            <a:chExt cx="162000" cy="162000"/>
          </a:xfrm>
          <a:solidFill>
            <a:srgbClr val="FFCD00"/>
          </a:solidFill>
        </p:grpSpPr>
        <p:sp>
          <p:nvSpPr>
            <p:cNvPr id="36" name="Diamond 152">
              <a:extLst>
                <a:ext uri="{FF2B5EF4-FFF2-40B4-BE49-F238E27FC236}">
                  <a16:creationId xmlns:a16="http://schemas.microsoft.com/office/drawing/2014/main" id="{947123FA-5DA2-DB04-2C24-74FDBCBA1D8B}"/>
                </a:ext>
              </a:extLst>
            </p:cNvPr>
            <p:cNvSpPr/>
            <p:nvPr/>
          </p:nvSpPr>
          <p:spPr>
            <a:xfrm>
              <a:off x="7601542" y="185759"/>
              <a:ext cx="162000" cy="16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chemeClr val="accent1"/>
                </a:solidFill>
                <a:effectLst/>
                <a:uLnTx/>
                <a:uFillTx/>
                <a:latin typeface="+mj-lt"/>
                <a:ea typeface="+mn-ea"/>
                <a:cs typeface="+mn-cs"/>
              </a:endParaRPr>
            </a:p>
          </p:txBody>
        </p:sp>
        <p:sp>
          <p:nvSpPr>
            <p:cNvPr id="37" name="Diamond 153">
              <a:extLst>
                <a:ext uri="{FF2B5EF4-FFF2-40B4-BE49-F238E27FC236}">
                  <a16:creationId xmlns:a16="http://schemas.microsoft.com/office/drawing/2014/main" id="{D30E5E47-5249-E284-9D63-F95B400E894F}"/>
                </a:ext>
              </a:extLst>
            </p:cNvPr>
            <p:cNvSpPr/>
            <p:nvPr/>
          </p:nvSpPr>
          <p:spPr>
            <a:xfrm>
              <a:off x="7610542" y="194759"/>
              <a:ext cx="144000" cy="144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chemeClr val="accent1"/>
                </a:solidFill>
                <a:effectLst/>
                <a:uLnTx/>
                <a:uFillTx/>
                <a:latin typeface="+mj-lt"/>
                <a:ea typeface="+mn-ea"/>
                <a:cs typeface="+mn-cs"/>
              </a:endParaRPr>
            </a:p>
          </p:txBody>
        </p:sp>
      </p:grpSp>
      <p:sp>
        <p:nvSpPr>
          <p:cNvPr id="42" name="TextBox 41">
            <a:extLst>
              <a:ext uri="{FF2B5EF4-FFF2-40B4-BE49-F238E27FC236}">
                <a16:creationId xmlns:a16="http://schemas.microsoft.com/office/drawing/2014/main" id="{06297696-D69D-FC80-3AFC-71AF703E36AD}"/>
              </a:ext>
            </a:extLst>
          </p:cNvPr>
          <p:cNvSpPr txBox="1"/>
          <p:nvPr/>
        </p:nvSpPr>
        <p:spPr>
          <a:xfrm>
            <a:off x="3285373" y="6479290"/>
            <a:ext cx="2221427" cy="24622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1"/>
                </a:solidFill>
                <a:effectLst/>
                <a:uLnTx/>
                <a:uFillTx/>
                <a:ea typeface="+mn-ea"/>
                <a:cs typeface="+mn-cs"/>
              </a:rPr>
              <a:t>Minor concern. One or two tasks in plan affected and remedial action is required </a:t>
            </a:r>
            <a:endParaRPr kumimoji="0" lang="en-AU" sz="800" b="0" i="0" u="none" strike="noStrike" kern="1200" cap="none" spc="0" normalizeH="0" baseline="0" noProof="0" dirty="0">
              <a:ln>
                <a:noFill/>
              </a:ln>
              <a:solidFill>
                <a:schemeClr val="tx1"/>
              </a:solidFill>
              <a:effectLst/>
              <a:uLnTx/>
              <a:uFillTx/>
              <a:ea typeface="+mn-ea"/>
              <a:cs typeface="+mn-cs"/>
            </a:endParaRPr>
          </a:p>
        </p:txBody>
      </p:sp>
      <p:grpSp>
        <p:nvGrpSpPr>
          <p:cNvPr id="44" name="Group 43">
            <a:extLst>
              <a:ext uri="{FF2B5EF4-FFF2-40B4-BE49-F238E27FC236}">
                <a16:creationId xmlns:a16="http://schemas.microsoft.com/office/drawing/2014/main" id="{F6250E8D-4644-78B5-A1F1-8D93D0F7345F}"/>
              </a:ext>
            </a:extLst>
          </p:cNvPr>
          <p:cNvGrpSpPr>
            <a:grpSpLocks noChangeAspect="1"/>
          </p:cNvGrpSpPr>
          <p:nvPr/>
        </p:nvGrpSpPr>
        <p:grpSpPr>
          <a:xfrm>
            <a:off x="5537059" y="6506130"/>
            <a:ext cx="212379" cy="182931"/>
            <a:chOff x="7601542" y="185759"/>
            <a:chExt cx="162000" cy="162000"/>
          </a:xfrm>
          <a:solidFill>
            <a:schemeClr val="accent5">
              <a:lumMod val="20000"/>
              <a:lumOff val="80000"/>
            </a:schemeClr>
          </a:solidFill>
        </p:grpSpPr>
        <p:sp>
          <p:nvSpPr>
            <p:cNvPr id="45" name="Diamond 152">
              <a:extLst>
                <a:ext uri="{FF2B5EF4-FFF2-40B4-BE49-F238E27FC236}">
                  <a16:creationId xmlns:a16="http://schemas.microsoft.com/office/drawing/2014/main" id="{F80E67A6-25DA-F01B-F9EF-7A0F1E70E0DC}"/>
                </a:ext>
              </a:extLst>
            </p:cNvPr>
            <p:cNvSpPr/>
            <p:nvPr/>
          </p:nvSpPr>
          <p:spPr>
            <a:xfrm>
              <a:off x="7601542" y="185759"/>
              <a:ext cx="162000" cy="162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chemeClr val="accent1"/>
                </a:solidFill>
                <a:effectLst/>
                <a:uLnTx/>
                <a:uFillTx/>
                <a:latin typeface="+mj-lt"/>
                <a:ea typeface="+mn-ea"/>
                <a:cs typeface="+mn-cs"/>
              </a:endParaRPr>
            </a:p>
          </p:txBody>
        </p:sp>
        <p:sp>
          <p:nvSpPr>
            <p:cNvPr id="49" name="Diamond 153">
              <a:extLst>
                <a:ext uri="{FF2B5EF4-FFF2-40B4-BE49-F238E27FC236}">
                  <a16:creationId xmlns:a16="http://schemas.microsoft.com/office/drawing/2014/main" id="{7BF6CE52-B3DD-70E1-E31D-F3607E2DC697}"/>
                </a:ext>
              </a:extLst>
            </p:cNvPr>
            <p:cNvSpPr/>
            <p:nvPr/>
          </p:nvSpPr>
          <p:spPr>
            <a:xfrm>
              <a:off x="7610542" y="194759"/>
              <a:ext cx="144000" cy="144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200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chemeClr val="accent1"/>
                </a:solidFill>
                <a:effectLst/>
                <a:uLnTx/>
                <a:uFillTx/>
                <a:latin typeface="+mj-lt"/>
                <a:ea typeface="+mn-ea"/>
                <a:cs typeface="+mn-cs"/>
              </a:endParaRPr>
            </a:p>
          </p:txBody>
        </p:sp>
      </p:grpSp>
      <p:sp>
        <p:nvSpPr>
          <p:cNvPr id="50" name="TextBox 49">
            <a:extLst>
              <a:ext uri="{FF2B5EF4-FFF2-40B4-BE49-F238E27FC236}">
                <a16:creationId xmlns:a16="http://schemas.microsoft.com/office/drawing/2014/main" id="{96F077A6-6706-7842-A554-E2A135D272CF}"/>
              </a:ext>
            </a:extLst>
          </p:cNvPr>
          <p:cNvSpPr txBox="1"/>
          <p:nvPr/>
        </p:nvSpPr>
        <p:spPr>
          <a:xfrm>
            <a:off x="5809198" y="6479290"/>
            <a:ext cx="2620296" cy="24622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1"/>
                </a:solidFill>
                <a:effectLst/>
                <a:uLnTx/>
                <a:uFillTx/>
                <a:ea typeface="+mn-ea"/>
                <a:cs typeface="+mn-cs"/>
              </a:rPr>
              <a:t>Normal concern. Risk or Issue is being actively managed, and no additional attention needed </a:t>
            </a:r>
            <a:endParaRPr kumimoji="0" lang="en-AU" sz="800" b="0" i="0" u="none" strike="noStrike" kern="1200" cap="none" spc="0" normalizeH="0" baseline="0" noProof="0" dirty="0">
              <a:ln>
                <a:noFill/>
              </a:ln>
              <a:solidFill>
                <a:schemeClr val="tx1"/>
              </a:solidFill>
              <a:effectLst/>
              <a:uLnTx/>
              <a:uFillTx/>
              <a:ea typeface="+mn-ea"/>
              <a:cs typeface="+mn-cs"/>
            </a:endParaRPr>
          </a:p>
        </p:txBody>
      </p:sp>
      <p:sp>
        <p:nvSpPr>
          <p:cNvPr id="51" name="TextBox 50">
            <a:extLst>
              <a:ext uri="{FF2B5EF4-FFF2-40B4-BE49-F238E27FC236}">
                <a16:creationId xmlns:a16="http://schemas.microsoft.com/office/drawing/2014/main" id="{3E86675F-E8FF-0DDB-C27B-0312F562678E}"/>
              </a:ext>
            </a:extLst>
          </p:cNvPr>
          <p:cNvSpPr txBox="1"/>
          <p:nvPr/>
        </p:nvSpPr>
        <p:spPr>
          <a:xfrm>
            <a:off x="317960" y="6522768"/>
            <a:ext cx="517246" cy="123111"/>
          </a:xfrm>
          <a:prstGeom prst="rect">
            <a:avLst/>
          </a:prstGeom>
          <a:noFill/>
        </p:spPr>
        <p:txBody>
          <a:bodyPr wrap="square" lIns="0" tIns="0" rIns="0" bIns="0" rtlCol="0">
            <a:spAutoFit/>
          </a:bodyPr>
          <a:lstStyle/>
          <a:p>
            <a:pPr>
              <a:spcBef>
                <a:spcPts val="600"/>
              </a:spcBef>
              <a:buSzPct val="100000"/>
            </a:pPr>
            <a:r>
              <a:rPr lang="en-AU" sz="800" b="1" dirty="0">
                <a:solidFill>
                  <a:srgbClr val="313131"/>
                </a:solidFill>
              </a:rPr>
              <a:t>Legend</a:t>
            </a:r>
          </a:p>
        </p:txBody>
      </p:sp>
      <p:sp>
        <p:nvSpPr>
          <p:cNvPr id="52" name="Rectangle 51">
            <a:extLst>
              <a:ext uri="{FF2B5EF4-FFF2-40B4-BE49-F238E27FC236}">
                <a16:creationId xmlns:a16="http://schemas.microsoft.com/office/drawing/2014/main" id="{FCC1555B-DB3A-5A23-D53E-175D16181414}"/>
              </a:ext>
            </a:extLst>
          </p:cNvPr>
          <p:cNvSpPr/>
          <p:nvPr/>
        </p:nvSpPr>
        <p:spPr bwMode="gray">
          <a:xfrm rot="20748903">
            <a:off x="3565206" y="4168394"/>
            <a:ext cx="4173311" cy="434982"/>
          </a:xfrm>
          <a:prstGeom prst="rect">
            <a:avLst/>
          </a:prstGeom>
          <a:solidFill>
            <a:srgbClr val="E3E48D"/>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AU" sz="1600" b="1" dirty="0"/>
              <a:t>Illustrative</a:t>
            </a:r>
          </a:p>
        </p:txBody>
      </p:sp>
    </p:spTree>
    <p:extLst>
      <p:ext uri="{BB962C8B-B14F-4D97-AF65-F5344CB8AC3E}">
        <p14:creationId xmlns:p14="http://schemas.microsoft.com/office/powerpoint/2010/main" val="2525504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81625" y="344558"/>
            <a:ext cx="1117644" cy="2598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6" name="Title 1">
            <a:extLst>
              <a:ext uri="{FF2B5EF4-FFF2-40B4-BE49-F238E27FC236}">
                <a16:creationId xmlns:a16="http://schemas.microsoft.com/office/drawing/2014/main" id="{A263FE52-C601-4E1F-8330-F0F25B755630}"/>
              </a:ext>
            </a:extLst>
          </p:cNvPr>
          <p:cNvSpPr txBox="1">
            <a:spLocks/>
          </p:cNvSpPr>
          <p:nvPr/>
        </p:nvSpPr>
        <p:spPr>
          <a:xfrm>
            <a:off x="289501" y="389970"/>
            <a:ext cx="9476082" cy="263149"/>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2400" b="1" kern="1200">
                <a:solidFill>
                  <a:schemeClr val="tx1"/>
                </a:solidFill>
                <a:latin typeface="+mj-lt"/>
                <a:ea typeface="+mj-ea"/>
                <a:cs typeface="+mj-cs"/>
                <a:sym typeface="Trebuchet MS" panose="020B0603020202020204" pitchFamily="34" charset="0"/>
              </a:defRPr>
            </a:lvl1pPr>
          </a:lstStyle>
          <a:p>
            <a:r>
              <a:rPr lang="en-US" sz="1900" dirty="0">
                <a:solidFill>
                  <a:schemeClr val="tx2"/>
                </a:solidFill>
                <a:latin typeface="+mn-lt"/>
              </a:rPr>
              <a:t>RMS Implementation : Open and Close Actions</a:t>
            </a:r>
          </a:p>
        </p:txBody>
      </p:sp>
      <p:graphicFrame>
        <p:nvGraphicFramePr>
          <p:cNvPr id="81" name="Group 92">
            <a:extLst>
              <a:ext uri="{FF2B5EF4-FFF2-40B4-BE49-F238E27FC236}">
                <a16:creationId xmlns:a16="http://schemas.microsoft.com/office/drawing/2014/main" id="{2AF35580-0023-4964-8AE0-9F168D4EE138}"/>
              </a:ext>
            </a:extLst>
          </p:cNvPr>
          <p:cNvGraphicFramePr>
            <a:graphicFrameLocks noGrp="1"/>
          </p:cNvGraphicFramePr>
          <p:nvPr>
            <p:extLst>
              <p:ext uri="{D42A27DB-BD31-4B8C-83A1-F6EECF244321}">
                <p14:modId xmlns:p14="http://schemas.microsoft.com/office/powerpoint/2010/main" val="735461121"/>
              </p:ext>
            </p:extLst>
          </p:nvPr>
        </p:nvGraphicFramePr>
        <p:xfrm>
          <a:off x="317960" y="1066217"/>
          <a:ext cx="11340640" cy="3953456"/>
        </p:xfrm>
        <a:graphic>
          <a:graphicData uri="http://schemas.openxmlformats.org/drawingml/2006/table">
            <a:tbl>
              <a:tblPr/>
              <a:tblGrid>
                <a:gridCol w="1134266">
                  <a:extLst>
                    <a:ext uri="{9D8B030D-6E8A-4147-A177-3AD203B41FA5}">
                      <a16:colId xmlns:a16="http://schemas.microsoft.com/office/drawing/2014/main" val="2926073457"/>
                    </a:ext>
                  </a:extLst>
                </a:gridCol>
                <a:gridCol w="2040417">
                  <a:extLst>
                    <a:ext uri="{9D8B030D-6E8A-4147-A177-3AD203B41FA5}">
                      <a16:colId xmlns:a16="http://schemas.microsoft.com/office/drawing/2014/main" val="20000"/>
                    </a:ext>
                  </a:extLst>
                </a:gridCol>
                <a:gridCol w="1874385">
                  <a:extLst>
                    <a:ext uri="{9D8B030D-6E8A-4147-A177-3AD203B41FA5}">
                      <a16:colId xmlns:a16="http://schemas.microsoft.com/office/drawing/2014/main" val="3324924339"/>
                    </a:ext>
                  </a:extLst>
                </a:gridCol>
                <a:gridCol w="1416369">
                  <a:extLst>
                    <a:ext uri="{9D8B030D-6E8A-4147-A177-3AD203B41FA5}">
                      <a16:colId xmlns:a16="http://schemas.microsoft.com/office/drawing/2014/main" val="2182829603"/>
                    </a:ext>
                  </a:extLst>
                </a:gridCol>
                <a:gridCol w="1099071">
                  <a:extLst>
                    <a:ext uri="{9D8B030D-6E8A-4147-A177-3AD203B41FA5}">
                      <a16:colId xmlns:a16="http://schemas.microsoft.com/office/drawing/2014/main" val="2103835278"/>
                    </a:ext>
                  </a:extLst>
                </a:gridCol>
                <a:gridCol w="1888066">
                  <a:extLst>
                    <a:ext uri="{9D8B030D-6E8A-4147-A177-3AD203B41FA5}">
                      <a16:colId xmlns:a16="http://schemas.microsoft.com/office/drawing/2014/main" val="20001"/>
                    </a:ext>
                  </a:extLst>
                </a:gridCol>
                <a:gridCol w="1888066">
                  <a:extLst>
                    <a:ext uri="{9D8B030D-6E8A-4147-A177-3AD203B41FA5}">
                      <a16:colId xmlns:a16="http://schemas.microsoft.com/office/drawing/2014/main" val="72130811"/>
                    </a:ext>
                  </a:extLst>
                </a:gridCol>
              </a:tblGrid>
              <a:tr h="643146">
                <a:tc>
                  <a:txBody>
                    <a:bodyPr/>
                    <a:lstStyle/>
                    <a:p>
                      <a:pPr marL="0" marR="0" lvl="0" indent="0" algn="ctr" defTabSz="914400" rtl="0" eaLnBrk="1" fontAlgn="base" latinLnBrk="0" hangingPunct="1">
                        <a:lnSpc>
                          <a:spcPct val="95000"/>
                        </a:lnSpc>
                        <a:spcBef>
                          <a:spcPct val="0"/>
                        </a:spcBef>
                        <a:spcAft>
                          <a:spcPct val="60000"/>
                        </a:spcAft>
                        <a:buClr>
                          <a:schemeClr val="tx1"/>
                        </a:buClr>
                        <a:buSzTx/>
                        <a:buFontTx/>
                        <a:buNone/>
                        <a:tabLst/>
                      </a:pPr>
                      <a:r>
                        <a:rPr kumimoji="0" lang="en-US" sz="1200" b="1" i="0" u="none" strike="noStrike" cap="none" normalizeH="0" baseline="0" dirty="0">
                          <a:ln>
                            <a:noFill/>
                          </a:ln>
                          <a:solidFill>
                            <a:schemeClr val="tx1"/>
                          </a:solidFill>
                          <a:effectLst/>
                          <a:latin typeface="+mn-lt"/>
                          <a:ea typeface="Verdana"/>
                          <a:cs typeface="Verdana" panose="020B0604030504040204" pitchFamily="34" charset="0"/>
                        </a:rPr>
                        <a:t>Action ID</a:t>
                      </a:r>
                    </a:p>
                  </a:txBody>
                  <a:tcPr marL="45720" marR="45720" anchor="ctr" horzOverflow="overflow">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lnTlToBr>
                      <a:noFill/>
                    </a:lnTlToBr>
                    <a:lnBlToTr>
                      <a:noFill/>
                    </a:lnBlToTr>
                    <a:solidFill>
                      <a:srgbClr val="E4E4E4"/>
                    </a:solidFill>
                  </a:tcPr>
                </a:tc>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ctr" defTabSz="914400" rtl="0" eaLnBrk="1" fontAlgn="base" latinLnBrk="0" hangingPunct="1">
                        <a:lnSpc>
                          <a:spcPct val="95000"/>
                        </a:lnSpc>
                        <a:spcBef>
                          <a:spcPct val="0"/>
                        </a:spcBef>
                        <a:spcAft>
                          <a:spcPct val="60000"/>
                        </a:spcAft>
                        <a:buClr>
                          <a:schemeClr val="tx1"/>
                        </a:buClr>
                        <a:buSzTx/>
                        <a:buFontTx/>
                        <a:buNone/>
                        <a:tabLst/>
                      </a:pPr>
                      <a:r>
                        <a:rPr kumimoji="0" lang="en-US" sz="1200" b="1" i="0" u="none" strike="noStrike" cap="none" normalizeH="0" baseline="0" dirty="0">
                          <a:ln>
                            <a:noFill/>
                          </a:ln>
                          <a:solidFill>
                            <a:schemeClr val="tx1"/>
                          </a:solidFill>
                          <a:effectLst/>
                          <a:latin typeface="+mn-lt"/>
                          <a:ea typeface="Verdana"/>
                          <a:cs typeface="Verdana" panose="020B0604030504040204" pitchFamily="34" charset="0"/>
                        </a:rPr>
                        <a:t>Action</a:t>
                      </a:r>
                    </a:p>
                  </a:txBody>
                  <a:tcPr marL="45720" marR="45720" anchor="ctr" horzOverflow="overflow">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lnTlToBr>
                      <a:noFill/>
                    </a:lnTlToBr>
                    <a:lnBlToTr>
                      <a:noFill/>
                    </a:lnBlToTr>
                    <a:solidFill>
                      <a:srgbClr val="E4E4E4"/>
                    </a:solidFill>
                  </a:tcPr>
                </a:tc>
                <a:tc>
                  <a:txBody>
                    <a:bodyPr/>
                    <a:lstStyle/>
                    <a:p>
                      <a:pPr marL="0" marR="0" lvl="0" indent="0" algn="ctr" defTabSz="914400" rtl="0" eaLnBrk="1" fontAlgn="base" latinLnBrk="0" hangingPunct="1">
                        <a:lnSpc>
                          <a:spcPct val="95000"/>
                        </a:lnSpc>
                        <a:spcBef>
                          <a:spcPct val="0"/>
                        </a:spcBef>
                        <a:spcAft>
                          <a:spcPct val="60000"/>
                        </a:spcAft>
                        <a:buClr>
                          <a:schemeClr val="tx1"/>
                        </a:buClr>
                        <a:buSzTx/>
                        <a:buFontTx/>
                        <a:buNone/>
                        <a:tabLst/>
                      </a:pPr>
                      <a:r>
                        <a:rPr kumimoji="0" lang="en-US" sz="1200" b="1" i="0" u="none" strike="noStrike" cap="none" normalizeH="0" baseline="0" dirty="0">
                          <a:ln>
                            <a:noFill/>
                          </a:ln>
                          <a:solidFill>
                            <a:schemeClr val="tx1"/>
                          </a:solidFill>
                          <a:effectLst/>
                          <a:latin typeface="+mn-lt"/>
                          <a:ea typeface="Verdana"/>
                          <a:cs typeface="Verdana" panose="020B0604030504040204" pitchFamily="34" charset="0"/>
                        </a:rPr>
                        <a:t>Owner</a:t>
                      </a:r>
                    </a:p>
                  </a:txBody>
                  <a:tcPr marL="45720" marR="45720" anchor="ctr" horzOverflow="overflow">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lnTlToBr>
                      <a:noFill/>
                    </a:lnTlToBr>
                    <a:lnBlToTr>
                      <a:noFill/>
                    </a:lnBlToTr>
                    <a:solidFill>
                      <a:srgbClr val="E4E4E4"/>
                    </a:solidFill>
                  </a:tcPr>
                </a:tc>
                <a:tc>
                  <a:txBody>
                    <a:bodyPr/>
                    <a:lstStyle/>
                    <a:p>
                      <a:pPr marL="0" marR="0" lvl="0" indent="0" algn="ctr" defTabSz="914400" rtl="0" eaLnBrk="1" fontAlgn="base" latinLnBrk="0" hangingPunct="1">
                        <a:lnSpc>
                          <a:spcPct val="95000"/>
                        </a:lnSpc>
                        <a:spcBef>
                          <a:spcPct val="0"/>
                        </a:spcBef>
                        <a:spcAft>
                          <a:spcPct val="60000"/>
                        </a:spcAft>
                        <a:buClr>
                          <a:schemeClr val="tx1"/>
                        </a:buClr>
                        <a:buSzTx/>
                        <a:buFontTx/>
                        <a:buNone/>
                        <a:tabLst/>
                      </a:pPr>
                      <a:r>
                        <a:rPr kumimoji="0" lang="en-US" sz="1200" b="1" i="0" u="none" strike="noStrike" cap="none" normalizeH="0" baseline="0" dirty="0">
                          <a:ln>
                            <a:noFill/>
                          </a:ln>
                          <a:solidFill>
                            <a:schemeClr val="tx1"/>
                          </a:solidFill>
                          <a:effectLst/>
                          <a:latin typeface="+mn-lt"/>
                          <a:ea typeface="Verdana"/>
                          <a:cs typeface="Verdana" panose="020B0604030504040204" pitchFamily="34" charset="0"/>
                        </a:rPr>
                        <a:t>Date Raised</a:t>
                      </a:r>
                    </a:p>
                  </a:txBody>
                  <a:tcPr marL="45720" marR="45720" anchor="ctr" horzOverflow="overflow">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lnTlToBr>
                      <a:noFill/>
                    </a:lnTlToBr>
                    <a:lnBlToTr>
                      <a:noFill/>
                    </a:lnBlToTr>
                    <a:solidFill>
                      <a:srgbClr val="E4E4E4"/>
                    </a:solidFill>
                  </a:tcPr>
                </a:tc>
                <a:tc>
                  <a:txBody>
                    <a:bodyPr/>
                    <a:lstStyle/>
                    <a:p>
                      <a:pPr marL="0" marR="0" lvl="0" indent="0" algn="ctr" defTabSz="914400" rtl="0" eaLnBrk="1" fontAlgn="base" latinLnBrk="0" hangingPunct="1">
                        <a:lnSpc>
                          <a:spcPct val="95000"/>
                        </a:lnSpc>
                        <a:spcBef>
                          <a:spcPct val="0"/>
                        </a:spcBef>
                        <a:spcAft>
                          <a:spcPct val="60000"/>
                        </a:spcAft>
                        <a:buClr>
                          <a:schemeClr val="tx1"/>
                        </a:buClr>
                        <a:buSzTx/>
                        <a:buFontTx/>
                        <a:buNone/>
                        <a:tabLst/>
                      </a:pPr>
                      <a:r>
                        <a:rPr kumimoji="0" lang="en-US" sz="1200" b="1" i="0" u="none" strike="noStrike" cap="none" normalizeH="0" baseline="0" dirty="0">
                          <a:ln>
                            <a:noFill/>
                          </a:ln>
                          <a:solidFill>
                            <a:schemeClr val="tx1"/>
                          </a:solidFill>
                          <a:effectLst/>
                          <a:latin typeface="+mn-lt"/>
                          <a:ea typeface="Verdana"/>
                          <a:cs typeface="Verdana" panose="020B0604030504040204" pitchFamily="34" charset="0"/>
                        </a:rPr>
                        <a:t>Due Date</a:t>
                      </a:r>
                    </a:p>
                  </a:txBody>
                  <a:tcPr marL="45720" marR="45720" anchor="ctr" horzOverflow="overflow">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lnTlToBr>
                      <a:noFill/>
                    </a:lnTlToBr>
                    <a:lnBlToTr>
                      <a:noFill/>
                    </a:lnBlToTr>
                    <a:solidFill>
                      <a:srgbClr val="E4E4E4"/>
                    </a:solidFill>
                  </a:tcPr>
                </a:tc>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ctr" defTabSz="914400" rtl="0" eaLnBrk="1" fontAlgn="base" latinLnBrk="0" hangingPunct="1">
                        <a:lnSpc>
                          <a:spcPct val="95000"/>
                        </a:lnSpc>
                        <a:spcBef>
                          <a:spcPct val="0"/>
                        </a:spcBef>
                        <a:spcAft>
                          <a:spcPct val="60000"/>
                        </a:spcAft>
                        <a:buClr>
                          <a:schemeClr val="tx1"/>
                        </a:buClr>
                        <a:buSzTx/>
                        <a:buFontTx/>
                        <a:buNone/>
                        <a:tabLst/>
                      </a:pPr>
                      <a:r>
                        <a:rPr kumimoji="0" lang="en-US" sz="1200" b="1" i="0" u="none" strike="noStrike" cap="none" normalizeH="0" baseline="0" dirty="0">
                          <a:ln>
                            <a:noFill/>
                          </a:ln>
                          <a:solidFill>
                            <a:schemeClr val="tx1"/>
                          </a:solidFill>
                          <a:effectLst/>
                          <a:latin typeface="+mn-lt"/>
                          <a:ea typeface="Verdana"/>
                          <a:cs typeface="Verdana" panose="020B0604030504040204" pitchFamily="34" charset="0"/>
                        </a:rPr>
                        <a:t>Status</a:t>
                      </a:r>
                    </a:p>
                  </a:txBody>
                  <a:tcPr marL="45720" marR="45720" anchor="ctr" horzOverflow="overflow">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lnTlToBr>
                      <a:noFill/>
                    </a:lnTlToBr>
                    <a:lnBlToTr>
                      <a:noFill/>
                    </a:lnBlToTr>
                    <a:solidFill>
                      <a:srgbClr val="E4E4E4"/>
                    </a:solidFill>
                  </a:tcPr>
                </a:tc>
                <a:tc>
                  <a:txBody>
                    <a:bodyPr/>
                    <a:lstStyle/>
                    <a:p>
                      <a:pPr marL="0" marR="0" lvl="0" indent="0" algn="ctr" defTabSz="914400" rtl="0" eaLnBrk="1" fontAlgn="base" latinLnBrk="0" hangingPunct="1">
                        <a:lnSpc>
                          <a:spcPct val="95000"/>
                        </a:lnSpc>
                        <a:spcBef>
                          <a:spcPct val="0"/>
                        </a:spcBef>
                        <a:spcAft>
                          <a:spcPct val="60000"/>
                        </a:spcAft>
                        <a:buClr>
                          <a:schemeClr val="tx1"/>
                        </a:buClr>
                        <a:buSzTx/>
                        <a:buFontTx/>
                        <a:buNone/>
                        <a:tabLst/>
                      </a:pPr>
                      <a:r>
                        <a:rPr kumimoji="0" lang="en-US" sz="1200" b="1" i="0" u="none" strike="noStrike" cap="none" normalizeH="0" baseline="0" dirty="0">
                          <a:ln>
                            <a:noFill/>
                          </a:ln>
                          <a:solidFill>
                            <a:schemeClr val="tx1"/>
                          </a:solidFill>
                          <a:effectLst/>
                          <a:latin typeface="+mn-lt"/>
                          <a:ea typeface="Verdana"/>
                          <a:cs typeface="Verdana" panose="020B0604030504040204" pitchFamily="34" charset="0"/>
                        </a:rPr>
                        <a:t>Remarks</a:t>
                      </a:r>
                    </a:p>
                  </a:txBody>
                  <a:tcPr marL="45720" marR="45720" anchor="ctr" horzOverflow="overflow">
                    <a:lnL w="19050" cap="flat" cmpd="sng" algn="ctr">
                      <a:solidFill>
                        <a:schemeClr val="bg1">
                          <a:lumMod val="75000"/>
                        </a:schemeClr>
                      </a:solidFill>
                      <a:prstDash val="solid"/>
                      <a:round/>
                      <a:headEnd type="none" w="med" len="med"/>
                      <a:tailEnd type="none" w="med" len="med"/>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lnTlToBr>
                      <a:noFill/>
                    </a:lnTlToBr>
                    <a:lnBlToTr>
                      <a:noFill/>
                    </a:lnBlToTr>
                    <a:solidFill>
                      <a:srgbClr val="E4E4E4"/>
                    </a:solidFill>
                  </a:tcPr>
                </a:tc>
                <a:extLst>
                  <a:ext uri="{0D108BD9-81ED-4DB2-BD59-A6C34878D82A}">
                    <a16:rowId xmlns:a16="http://schemas.microsoft.com/office/drawing/2014/main" val="10000"/>
                  </a:ext>
                </a:extLst>
              </a:tr>
              <a:tr h="662062">
                <a:tc>
                  <a:txBody>
                    <a:bodyPr/>
                    <a:lstStyle/>
                    <a:p>
                      <a:pPr lvl="0" algn="l"/>
                      <a:endParaRPr kumimoji="1" lang="en-US" sz="800" kern="0" dirty="0">
                        <a:solidFill>
                          <a:schemeClr val="tx1"/>
                        </a:solidFill>
                        <a:latin typeface="+mn-lt"/>
                        <a:ea typeface="Verdana"/>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lvl="0" algn="l"/>
                      <a:endParaRPr kumimoji="1" lang="en-US" sz="800" kern="0" dirty="0">
                        <a:solidFill>
                          <a:schemeClr val="tx1"/>
                        </a:solidFill>
                        <a:latin typeface="+mn-lt"/>
                        <a:ea typeface="Verdana"/>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lvl="0" algn="l"/>
                      <a:endParaRPr kumimoji="1" lang="en-US" sz="800" kern="0" dirty="0">
                        <a:solidFill>
                          <a:schemeClr val="tx1"/>
                        </a:solidFill>
                        <a:latin typeface="+mn-lt"/>
                        <a:ea typeface="Verdana"/>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114300" marR="0" lvl="0" indent="-114300" algn="l" defTabSz="914400" rtl="0" eaLnBrk="1" fontAlgn="auto" latinLnBrk="0" hangingPunct="1">
                        <a:lnSpc>
                          <a:spcPct val="100000"/>
                        </a:lnSpc>
                        <a:spcBef>
                          <a:spcPts val="0"/>
                        </a:spcBef>
                        <a:spcAft>
                          <a:spcPts val="0"/>
                        </a:spcAft>
                        <a:buClrTx/>
                        <a:buSzTx/>
                        <a:buFont typeface="+mj-lt"/>
                        <a:buAutoNum type="arabicPeriod"/>
                        <a:tabLst/>
                        <a:defRPr/>
                      </a:pPr>
                      <a:endParaRPr lang="en-US" sz="80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800" dirty="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800" dirty="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800" dirty="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36563794"/>
                  </a:ext>
                </a:extLst>
              </a:tr>
              <a:tr h="662062">
                <a:tc>
                  <a:txBody>
                    <a:bodyPr/>
                    <a:lstStyle/>
                    <a:p>
                      <a:pPr lvl="0" algn="l"/>
                      <a:endParaRPr kumimoji="1" lang="en-US" sz="800" kern="0" dirty="0">
                        <a:solidFill>
                          <a:schemeClr val="tx1"/>
                        </a:solidFill>
                        <a:latin typeface="+mn-lt"/>
                        <a:ea typeface="Verdana"/>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lvl="0" algn="l"/>
                      <a:endParaRPr kumimoji="1" lang="en-US" sz="800" kern="0" dirty="0">
                        <a:solidFill>
                          <a:schemeClr val="tx1"/>
                        </a:solidFill>
                        <a:latin typeface="+mn-lt"/>
                        <a:ea typeface="Verdana"/>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lvl="0" algn="l"/>
                      <a:endParaRPr kumimoji="1" lang="en-US" sz="800" kern="0" dirty="0">
                        <a:solidFill>
                          <a:schemeClr val="tx1"/>
                        </a:solidFill>
                        <a:latin typeface="+mn-lt"/>
                        <a:ea typeface="Verdana"/>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118745" marR="0" lvl="0" indent="-118745" algn="l" defTabSz="914400" rtl="0" eaLnBrk="1" fontAlgn="auto" latinLnBrk="0" hangingPunct="1">
                        <a:lnSpc>
                          <a:spcPct val="100000"/>
                        </a:lnSpc>
                        <a:spcBef>
                          <a:spcPts val="0"/>
                        </a:spcBef>
                        <a:spcAft>
                          <a:spcPts val="0"/>
                        </a:spcAft>
                        <a:buClrTx/>
                        <a:buSzTx/>
                        <a:buFont typeface="+mj-lt"/>
                        <a:buAutoNum type="arabicPeriod"/>
                        <a:tabLst/>
                        <a:defRPr/>
                      </a:pPr>
                      <a:endParaRPr lang="en-US" sz="80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118745" marR="0" lvl="0" indent="-118745" algn="l" defTabSz="914400" rtl="0" eaLnBrk="1" fontAlgn="auto" latinLnBrk="0" hangingPunct="1">
                        <a:lnSpc>
                          <a:spcPct val="100000"/>
                        </a:lnSpc>
                        <a:spcBef>
                          <a:spcPts val="0"/>
                        </a:spcBef>
                        <a:spcAft>
                          <a:spcPts val="0"/>
                        </a:spcAft>
                        <a:buClrTx/>
                        <a:buSzTx/>
                        <a:buFont typeface="+mj-lt"/>
                        <a:buAutoNum type="arabicPeriod"/>
                        <a:tabLst/>
                        <a:defRPr/>
                      </a:pPr>
                      <a:endParaRPr lang="en-US" sz="800" dirty="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118745" marR="0" lvl="0" indent="-118745" algn="l" defTabSz="914400" rtl="0" eaLnBrk="1" fontAlgn="auto" latinLnBrk="0" hangingPunct="1">
                        <a:lnSpc>
                          <a:spcPct val="100000"/>
                        </a:lnSpc>
                        <a:spcBef>
                          <a:spcPts val="0"/>
                        </a:spcBef>
                        <a:spcAft>
                          <a:spcPts val="0"/>
                        </a:spcAft>
                        <a:buClrTx/>
                        <a:buSzTx/>
                        <a:buFont typeface="+mj-lt"/>
                        <a:buAutoNum type="arabicPeriod"/>
                        <a:tabLst/>
                        <a:defRPr/>
                      </a:pPr>
                      <a:endParaRPr lang="en-US" sz="800" dirty="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118745" marR="0" lvl="0" indent="-118745" algn="l" defTabSz="914400" rtl="0" eaLnBrk="1" fontAlgn="auto" latinLnBrk="0" hangingPunct="1">
                        <a:lnSpc>
                          <a:spcPct val="100000"/>
                        </a:lnSpc>
                        <a:spcBef>
                          <a:spcPts val="0"/>
                        </a:spcBef>
                        <a:spcAft>
                          <a:spcPts val="0"/>
                        </a:spcAft>
                        <a:buClrTx/>
                        <a:buSzTx/>
                        <a:buFont typeface="+mj-lt"/>
                        <a:buAutoNum type="arabicPeriod"/>
                        <a:tabLst/>
                        <a:defRPr/>
                      </a:pPr>
                      <a:endParaRPr lang="en-US" sz="800" dirty="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56329919"/>
                  </a:ext>
                </a:extLst>
              </a:tr>
              <a:tr h="662062">
                <a:tc>
                  <a:txBody>
                    <a:bodyPr/>
                    <a:lstStyle/>
                    <a:p>
                      <a:pPr lvl="0" algn="l"/>
                      <a:endParaRPr kumimoji="1" lang="en-US" sz="800" b="1" kern="0" dirty="0">
                        <a:solidFill>
                          <a:schemeClr val="tx1"/>
                        </a:solidFill>
                        <a:latin typeface="+mn-lt"/>
                        <a:ea typeface="Verdana"/>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lvl="0" algn="l"/>
                      <a:endParaRPr kumimoji="1" lang="en-US" sz="800" b="1" kern="0" dirty="0">
                        <a:solidFill>
                          <a:schemeClr val="tx1"/>
                        </a:solidFill>
                        <a:latin typeface="+mn-lt"/>
                        <a:ea typeface="Verdana"/>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lvl="0" algn="l"/>
                      <a:endParaRPr kumimoji="1" lang="en-US" sz="800" kern="0" dirty="0">
                        <a:solidFill>
                          <a:schemeClr val="tx1"/>
                        </a:solidFill>
                        <a:latin typeface="+mn-lt"/>
                        <a:ea typeface="Verdana"/>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115888" marR="0" lvl="0" indent="-115888" algn="l" defTabSz="914400" rtl="0" eaLnBrk="1" fontAlgn="auto" latinLnBrk="0" hangingPunct="1">
                        <a:lnSpc>
                          <a:spcPct val="100000"/>
                        </a:lnSpc>
                        <a:spcBef>
                          <a:spcPts val="0"/>
                        </a:spcBef>
                        <a:spcAft>
                          <a:spcPts val="0"/>
                        </a:spcAft>
                        <a:buClrTx/>
                        <a:buSzTx/>
                        <a:buFont typeface="+mj-lt"/>
                        <a:buAutoNum type="arabicPeriod"/>
                        <a:tabLst/>
                        <a:defRPr/>
                      </a:pPr>
                      <a:endParaRPr lang="en-US" sz="800" dirty="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115888" marR="0" lvl="0" indent="-115888" algn="l" defTabSz="914400" rtl="0" eaLnBrk="1" fontAlgn="auto" latinLnBrk="0" hangingPunct="1">
                        <a:lnSpc>
                          <a:spcPct val="100000"/>
                        </a:lnSpc>
                        <a:spcBef>
                          <a:spcPts val="0"/>
                        </a:spcBef>
                        <a:spcAft>
                          <a:spcPts val="0"/>
                        </a:spcAft>
                        <a:buClrTx/>
                        <a:buSzTx/>
                        <a:buFont typeface="+mj-lt"/>
                        <a:buAutoNum type="arabicPeriod"/>
                        <a:tabLst/>
                        <a:defRPr/>
                      </a:pPr>
                      <a:endParaRPr lang="en-US" sz="800" dirty="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115888" marR="0" lvl="0" indent="-115888" algn="l" defTabSz="914400" rtl="0" eaLnBrk="1" fontAlgn="auto" latinLnBrk="0" hangingPunct="1">
                        <a:lnSpc>
                          <a:spcPct val="100000"/>
                        </a:lnSpc>
                        <a:spcBef>
                          <a:spcPts val="0"/>
                        </a:spcBef>
                        <a:spcAft>
                          <a:spcPts val="0"/>
                        </a:spcAft>
                        <a:buClrTx/>
                        <a:buSzTx/>
                        <a:buFont typeface="+mj-lt"/>
                        <a:buAutoNum type="arabicPeriod"/>
                        <a:tabLst/>
                        <a:defRPr/>
                      </a:pPr>
                      <a:endParaRPr lang="en-US" sz="800" dirty="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115888" marR="0" lvl="0" indent="-115888" algn="l" defTabSz="914400" rtl="0" eaLnBrk="1" fontAlgn="auto" latinLnBrk="0" hangingPunct="1">
                        <a:lnSpc>
                          <a:spcPct val="100000"/>
                        </a:lnSpc>
                        <a:spcBef>
                          <a:spcPts val="0"/>
                        </a:spcBef>
                        <a:spcAft>
                          <a:spcPts val="0"/>
                        </a:spcAft>
                        <a:buClrTx/>
                        <a:buSzTx/>
                        <a:buFont typeface="+mj-lt"/>
                        <a:buAutoNum type="arabicPeriod"/>
                        <a:tabLst/>
                        <a:defRPr/>
                      </a:pPr>
                      <a:endParaRPr lang="en-US" sz="800" dirty="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82608691"/>
                  </a:ext>
                </a:extLst>
              </a:tr>
              <a:tr h="662062">
                <a:tc>
                  <a:txBody>
                    <a:bodyPr/>
                    <a:lstStyle/>
                    <a:p>
                      <a:pPr lvl="0" algn="l"/>
                      <a:endParaRPr kumimoji="1" lang="en-US" sz="800" b="1" kern="0" dirty="0">
                        <a:solidFill>
                          <a:schemeClr val="tx1"/>
                        </a:solidFill>
                        <a:latin typeface="+mn-lt"/>
                        <a:ea typeface="Verdana"/>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lvl="0" algn="l"/>
                      <a:endParaRPr kumimoji="1" lang="en-US" sz="800" b="1" kern="0" dirty="0">
                        <a:solidFill>
                          <a:schemeClr val="tx1"/>
                        </a:solidFill>
                        <a:latin typeface="+mn-lt"/>
                        <a:ea typeface="Verdana"/>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lvl="0" algn="l"/>
                      <a:endParaRPr kumimoji="1" lang="en-US" sz="800" kern="0" dirty="0">
                        <a:solidFill>
                          <a:schemeClr val="tx1"/>
                        </a:solidFill>
                        <a:latin typeface="+mn-lt"/>
                        <a:ea typeface="Verdana"/>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115888" marR="0" lvl="0" indent="-115888" algn="l" defTabSz="914400" rtl="0" eaLnBrk="1" fontAlgn="auto" latinLnBrk="0" hangingPunct="1">
                        <a:lnSpc>
                          <a:spcPct val="100000"/>
                        </a:lnSpc>
                        <a:spcBef>
                          <a:spcPts val="0"/>
                        </a:spcBef>
                        <a:spcAft>
                          <a:spcPts val="0"/>
                        </a:spcAft>
                        <a:buClrTx/>
                        <a:buSzTx/>
                        <a:buFont typeface="+mj-lt"/>
                        <a:buAutoNum type="arabicPeriod"/>
                        <a:tabLst/>
                        <a:defRPr/>
                      </a:pPr>
                      <a:endParaRPr lang="en-US" sz="800" dirty="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115888" marR="0" lvl="0" indent="-115888" algn="l" defTabSz="914400" rtl="0" eaLnBrk="1" fontAlgn="auto" latinLnBrk="0" hangingPunct="1">
                        <a:lnSpc>
                          <a:spcPct val="100000"/>
                        </a:lnSpc>
                        <a:spcBef>
                          <a:spcPts val="0"/>
                        </a:spcBef>
                        <a:spcAft>
                          <a:spcPts val="0"/>
                        </a:spcAft>
                        <a:buClrTx/>
                        <a:buSzTx/>
                        <a:buFont typeface="+mj-lt"/>
                        <a:buAutoNum type="arabicPeriod"/>
                        <a:tabLst/>
                        <a:defRPr/>
                      </a:pPr>
                      <a:endParaRPr lang="en-US" sz="800" dirty="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115888" marR="0" lvl="0" indent="-115888" algn="l" defTabSz="914400" rtl="0" eaLnBrk="1" fontAlgn="auto" latinLnBrk="0" hangingPunct="1">
                        <a:lnSpc>
                          <a:spcPct val="100000"/>
                        </a:lnSpc>
                        <a:spcBef>
                          <a:spcPts val="0"/>
                        </a:spcBef>
                        <a:spcAft>
                          <a:spcPts val="0"/>
                        </a:spcAft>
                        <a:buClrTx/>
                        <a:buSzTx/>
                        <a:buFont typeface="+mj-lt"/>
                        <a:buAutoNum type="arabicPeriod"/>
                        <a:tabLst/>
                        <a:defRPr/>
                      </a:pPr>
                      <a:endParaRPr lang="en-US" sz="800" dirty="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115888" marR="0" lvl="0" indent="-115888" algn="l" defTabSz="914400" rtl="0" eaLnBrk="1" fontAlgn="auto" latinLnBrk="0" hangingPunct="1">
                        <a:lnSpc>
                          <a:spcPct val="100000"/>
                        </a:lnSpc>
                        <a:spcBef>
                          <a:spcPts val="0"/>
                        </a:spcBef>
                        <a:spcAft>
                          <a:spcPts val="0"/>
                        </a:spcAft>
                        <a:buClrTx/>
                        <a:buSzTx/>
                        <a:buFont typeface="+mj-lt"/>
                        <a:buAutoNum type="arabicPeriod"/>
                        <a:tabLst/>
                        <a:defRPr/>
                      </a:pPr>
                      <a:endParaRPr lang="en-US" sz="800" dirty="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35650423"/>
                  </a:ext>
                </a:extLst>
              </a:tr>
              <a:tr h="662062">
                <a:tc>
                  <a:txBody>
                    <a:bodyPr/>
                    <a:lstStyle/>
                    <a:p>
                      <a:pPr lvl="0" algn="l"/>
                      <a:endParaRPr kumimoji="1" lang="en-US" sz="800" b="1" kern="0" dirty="0">
                        <a:solidFill>
                          <a:schemeClr val="tx1"/>
                        </a:solidFill>
                        <a:latin typeface="+mn-lt"/>
                        <a:ea typeface="Verdana"/>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lvl="0" algn="l"/>
                      <a:endParaRPr kumimoji="1" lang="en-US" sz="800" b="1" kern="0" dirty="0">
                        <a:solidFill>
                          <a:schemeClr val="tx1"/>
                        </a:solidFill>
                        <a:latin typeface="+mn-lt"/>
                        <a:ea typeface="Verdana"/>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lvl="0" algn="l"/>
                      <a:endParaRPr kumimoji="1" lang="en-US" sz="800" kern="0" dirty="0">
                        <a:solidFill>
                          <a:schemeClr val="tx1"/>
                        </a:solidFill>
                        <a:latin typeface="+mn-lt"/>
                        <a:ea typeface="Verdana"/>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115888" marR="0" lvl="0" indent="-115888" algn="l" defTabSz="914400" rtl="0" eaLnBrk="1" fontAlgn="auto" latinLnBrk="0" hangingPunct="1">
                        <a:lnSpc>
                          <a:spcPct val="100000"/>
                        </a:lnSpc>
                        <a:spcBef>
                          <a:spcPts val="0"/>
                        </a:spcBef>
                        <a:spcAft>
                          <a:spcPts val="0"/>
                        </a:spcAft>
                        <a:buClrTx/>
                        <a:buSzTx/>
                        <a:buFont typeface="+mj-lt"/>
                        <a:buAutoNum type="arabicPeriod"/>
                        <a:tabLst/>
                        <a:defRPr/>
                      </a:pPr>
                      <a:endParaRPr lang="en-US" sz="800" dirty="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115888" marR="0" lvl="0" indent="-115888" algn="l" defTabSz="914400" rtl="0" eaLnBrk="1" fontAlgn="auto" latinLnBrk="0" hangingPunct="1">
                        <a:lnSpc>
                          <a:spcPct val="100000"/>
                        </a:lnSpc>
                        <a:spcBef>
                          <a:spcPts val="0"/>
                        </a:spcBef>
                        <a:spcAft>
                          <a:spcPts val="0"/>
                        </a:spcAft>
                        <a:buClrTx/>
                        <a:buSzTx/>
                        <a:buFont typeface="+mj-lt"/>
                        <a:buAutoNum type="arabicPeriod"/>
                        <a:tabLst/>
                        <a:defRPr/>
                      </a:pPr>
                      <a:endParaRPr lang="en-US" sz="800" dirty="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115888" marR="0" lvl="0" indent="-115888" algn="l" defTabSz="914400" rtl="0" eaLnBrk="1" fontAlgn="auto" latinLnBrk="0" hangingPunct="1">
                        <a:lnSpc>
                          <a:spcPct val="100000"/>
                        </a:lnSpc>
                        <a:spcBef>
                          <a:spcPts val="0"/>
                        </a:spcBef>
                        <a:spcAft>
                          <a:spcPts val="0"/>
                        </a:spcAft>
                        <a:buClrTx/>
                        <a:buSzTx/>
                        <a:buFont typeface="+mj-lt"/>
                        <a:buAutoNum type="arabicPeriod"/>
                        <a:tabLst/>
                        <a:defRPr/>
                      </a:pPr>
                      <a:endParaRPr lang="en-US" sz="800" dirty="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tc>
                  <a:txBody>
                    <a:bodyPr/>
                    <a:lstStyle/>
                    <a:p>
                      <a:pPr marL="115888" marR="0" lvl="0" indent="-115888" algn="l" defTabSz="914400" rtl="0" eaLnBrk="1" fontAlgn="auto" latinLnBrk="0" hangingPunct="1">
                        <a:lnSpc>
                          <a:spcPct val="100000"/>
                        </a:lnSpc>
                        <a:spcBef>
                          <a:spcPts val="0"/>
                        </a:spcBef>
                        <a:spcAft>
                          <a:spcPts val="0"/>
                        </a:spcAft>
                        <a:buClrTx/>
                        <a:buSzTx/>
                        <a:buFont typeface="+mj-lt"/>
                        <a:buAutoNum type="arabicPeriod"/>
                        <a:tabLst/>
                        <a:defRPr/>
                      </a:pPr>
                      <a:endParaRPr lang="en-US" sz="800" dirty="0">
                        <a:solidFill>
                          <a:schemeClr val="tx1"/>
                        </a:solidFill>
                        <a:effectLst/>
                        <a:latin typeface="+mn-lt"/>
                        <a:ea typeface="Times New Roman" panose="02020603050405020304" pitchFamily="18" charset="0"/>
                        <a:cs typeface="Calibri"/>
                      </a:endParaRPr>
                    </a:p>
                  </a:txBody>
                  <a:tcPr marL="45720" marR="45720" horzOverflow="overflow">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35918964"/>
                  </a:ext>
                </a:extLst>
              </a:tr>
            </a:tbl>
          </a:graphicData>
        </a:graphic>
      </p:graphicFrame>
      <p:pic>
        <p:nvPicPr>
          <p:cNvPr id="23" name="Picture 22" descr="Deloitte - Wikipedia">
            <a:extLst>
              <a:ext uri="{FF2B5EF4-FFF2-40B4-BE49-F238E27FC236}">
                <a16:creationId xmlns:a16="http://schemas.microsoft.com/office/drawing/2014/main" id="{0120165E-A60B-DEA0-5DE8-B8078252DF15}"/>
              </a:ext>
            </a:extLst>
          </p:cNvPr>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374191" y="-96287"/>
            <a:ext cx="639007" cy="639007"/>
          </a:xfrm>
          <a:prstGeom prst="rect">
            <a:avLst/>
          </a:prstGeom>
          <a:noFill/>
          <a:ln>
            <a:noFill/>
          </a:ln>
        </p:spPr>
      </p:pic>
      <p:pic>
        <p:nvPicPr>
          <p:cNvPr id="24" name="Picture 23" descr="A picture containing text, font, logo, symbol&#10;&#10;Description automatically generated">
            <a:extLst>
              <a:ext uri="{FF2B5EF4-FFF2-40B4-BE49-F238E27FC236}">
                <a16:creationId xmlns:a16="http://schemas.microsoft.com/office/drawing/2014/main" id="{2873C872-6787-BB8C-F9A2-61D69E372751}"/>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9296245" y="56565"/>
            <a:ext cx="2187575" cy="391160"/>
          </a:xfrm>
          <a:prstGeom prst="rect">
            <a:avLst/>
          </a:prstGeom>
        </p:spPr>
      </p:pic>
      <p:sp>
        <p:nvSpPr>
          <p:cNvPr id="3" name="Rectangle 2">
            <a:extLst>
              <a:ext uri="{FF2B5EF4-FFF2-40B4-BE49-F238E27FC236}">
                <a16:creationId xmlns:a16="http://schemas.microsoft.com/office/drawing/2014/main" id="{68165CF0-04B9-28E4-4D9F-43628380B834}"/>
              </a:ext>
            </a:extLst>
          </p:cNvPr>
          <p:cNvSpPr/>
          <p:nvPr/>
        </p:nvSpPr>
        <p:spPr bwMode="gray">
          <a:xfrm rot="20748903">
            <a:off x="3565206" y="4168394"/>
            <a:ext cx="4173311" cy="434982"/>
          </a:xfrm>
          <a:prstGeom prst="rect">
            <a:avLst/>
          </a:prstGeom>
          <a:solidFill>
            <a:srgbClr val="E3E48D"/>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AU" sz="1600" b="1" dirty="0"/>
              <a:t>Illustrative</a:t>
            </a:r>
          </a:p>
        </p:txBody>
      </p:sp>
    </p:spTree>
    <p:extLst>
      <p:ext uri="{BB962C8B-B14F-4D97-AF65-F5344CB8AC3E}">
        <p14:creationId xmlns:p14="http://schemas.microsoft.com/office/powerpoint/2010/main" val="16665888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14959" y="2142550"/>
            <a:ext cx="5353657" cy="4124206"/>
          </a:xfrm>
          <a:prstGeom prst="rect">
            <a:avLst/>
          </a:prstGeom>
        </p:spPr>
        <p:txBody>
          <a:bodyPr wrap="square">
            <a:spAutoFit/>
          </a:bodyPr>
          <a:lstStyle/>
          <a:p>
            <a:pPr marL="0" marR="0" lvl="0" indent="0" algn="l" defTabSz="1019175" rtl="0" eaLnBrk="1" fontAlgn="auto" latinLnBrk="0" hangingPunct="1">
              <a:lnSpc>
                <a:spcPct val="100000"/>
              </a:lnSpc>
              <a:spcBef>
                <a:spcPts val="0"/>
              </a:spcBef>
              <a:spcAft>
                <a:spcPts val="600"/>
              </a:spcAft>
              <a:buClr>
                <a:prstClr val="black"/>
              </a:buClr>
              <a:buSzPct val="80000"/>
              <a:buFont typeface="Wingdings" pitchFamily="2" charset="2"/>
              <a:buNone/>
              <a:tabLst/>
              <a:defRPr/>
            </a:pPr>
            <a:r>
              <a:rPr kumimoji="0" lang="en-US" sz="1100" b="0" i="0" u="none" strike="noStrike" kern="1200" cap="none" spc="0" normalizeH="0" baseline="0" noProof="1">
                <a:ln>
                  <a:noFill/>
                </a:ln>
                <a:solidFill>
                  <a:prstClr val="black"/>
                </a:solidFill>
                <a:effectLst/>
                <a:uLnTx/>
                <a:uFillTx/>
                <a:latin typeface="Calibri"/>
                <a:ea typeface="+mn-ea"/>
                <a:cs typeface="+mn-cs"/>
              </a:rPr>
              <a:t>Deloitte refers to one or more of 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marL="0" marR="0" lvl="0" indent="0" algn="l" defTabSz="1019175" rtl="0" eaLnBrk="1" fontAlgn="auto" latinLnBrk="0" hangingPunct="1">
              <a:lnSpc>
                <a:spcPct val="100000"/>
              </a:lnSpc>
              <a:spcBef>
                <a:spcPts val="0"/>
              </a:spcBef>
              <a:spcAft>
                <a:spcPts val="600"/>
              </a:spcAft>
              <a:buClr>
                <a:prstClr val="black"/>
              </a:buClr>
              <a:buSzPct val="80000"/>
              <a:buFont typeface="Wingdings" pitchFamily="2" charset="2"/>
              <a:buNone/>
              <a:tabLst/>
              <a:defRPr/>
            </a:pPr>
            <a:r>
              <a:rPr kumimoji="0" lang="en-US" sz="1100" b="0" i="0" u="none" strike="noStrike" kern="1200" cap="none" spc="0" normalizeH="0" baseline="0" noProof="1">
                <a:ln>
                  <a:noFill/>
                </a:ln>
                <a:solidFill>
                  <a:prstClr val="black"/>
                </a:solidFill>
                <a:effectLst/>
                <a:uLnTx/>
                <a:uFillTx/>
                <a:latin typeface="Calibri"/>
                <a:ea typeface="+mn-ea"/>
                <a:cs typeface="+mn-cs"/>
              </a:rPr>
              <a:t>This material has been prepared by Deloitte Touche Tohmatsu India LLP (“DTTILLP”), a member of Deloitte Touche Tohmatsu Limited, on a specific request from you and contains proprietary and confidential information. This material may contain information sourced from publicly available information or other third-party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marL="0" marR="0" lvl="0" indent="0" algn="l" defTabSz="1019175" rtl="0" eaLnBrk="1" fontAlgn="auto" latinLnBrk="0" hangingPunct="1">
              <a:lnSpc>
                <a:spcPct val="100000"/>
              </a:lnSpc>
              <a:spcBef>
                <a:spcPts val="0"/>
              </a:spcBef>
              <a:spcAft>
                <a:spcPts val="600"/>
              </a:spcAft>
              <a:buClr>
                <a:prstClr val="black"/>
              </a:buClr>
              <a:buSzPct val="80000"/>
              <a:buFont typeface="Wingdings" pitchFamily="2" charset="2"/>
              <a:buNone/>
              <a:tabLst/>
              <a:defRPr/>
            </a:pPr>
            <a:r>
              <a:rPr kumimoji="0" lang="en-US" sz="1100" b="0" i="0" u="none" strike="noStrike" kern="1200" cap="none" spc="0" normalizeH="0" baseline="0" noProof="1">
                <a:ln>
                  <a:noFill/>
                </a:ln>
                <a:solidFill>
                  <a:prstClr val="black"/>
                </a:solidFill>
                <a:effectLst/>
                <a:uLnTx/>
                <a:uFillTx/>
                <a:latin typeface="Calibri"/>
                <a:ea typeface="+mn-ea"/>
                <a:cs typeface="+mn-cs"/>
              </a:rPr>
              <a:t>Nothing in this material creates any contractual relationship between DTTILLP and you. Any mutually binding legal obligationsorrights may only be created between you and DTTILLP upon execution of a legally binding contract. By using this material and any information contained in it, the user accepts this entire notice and terms of use.</a:t>
            </a:r>
          </a:p>
          <a:p>
            <a:pPr marL="0" marR="0" lvl="0" indent="0" algn="l" defTabSz="1019175" rtl="0" eaLnBrk="1" fontAlgn="auto" latinLnBrk="0" hangingPunct="1">
              <a:lnSpc>
                <a:spcPct val="100000"/>
              </a:lnSpc>
              <a:spcBef>
                <a:spcPts val="0"/>
              </a:spcBef>
              <a:spcAft>
                <a:spcPts val="600"/>
              </a:spcAft>
              <a:buClr>
                <a:prstClr val="black"/>
              </a:buClr>
              <a:buSzPct val="80000"/>
              <a:buFont typeface="Wingdings" pitchFamily="2" charset="2"/>
              <a:buNone/>
              <a:tabLst/>
              <a:defRPr/>
            </a:pPr>
            <a:r>
              <a:rPr kumimoji="0" lang="en-US" sz="1100" b="0" i="0" u="none" strike="noStrike" kern="1200" cap="none" spc="0" normalizeH="0" baseline="0" noProof="1">
                <a:ln>
                  <a:noFill/>
                </a:ln>
                <a:solidFill>
                  <a:prstClr val="black"/>
                </a:solidFill>
                <a:effectLst/>
                <a:uLnTx/>
                <a:uFillTx/>
                <a:latin typeface="Calibri"/>
                <a:ea typeface="+mn-ea"/>
                <a:cs typeface="+mn-cs"/>
              </a:rPr>
              <a:t>©2023 Deloitte Touche Tohmatsu India LLP. Member of Deloitte Touche Tohmatsu Limited</a:t>
            </a:r>
          </a:p>
          <a:p>
            <a:pPr marL="0" marR="0" lvl="0" indent="0" algn="l" defTabSz="1019175" rtl="0" eaLnBrk="1" fontAlgn="auto" latinLnBrk="0" hangingPunct="1">
              <a:lnSpc>
                <a:spcPct val="100000"/>
              </a:lnSpc>
              <a:spcBef>
                <a:spcPts val="0"/>
              </a:spcBef>
              <a:spcAft>
                <a:spcPts val="600"/>
              </a:spcAft>
              <a:buClr>
                <a:prstClr val="black"/>
              </a:buClr>
              <a:buSzPct val="80000"/>
              <a:buFont typeface="Wingdings" pitchFamily="2" charset="2"/>
              <a:buNone/>
              <a:tabLst/>
              <a:defRPr/>
            </a:pPr>
            <a:r>
              <a:rPr kumimoji="0" lang="en-US" sz="1100" b="0" i="0" u="none" strike="noStrike" kern="1200" cap="none" spc="0" normalizeH="0" baseline="0" noProof="1">
                <a:ln>
                  <a:noFill/>
                </a:ln>
                <a:solidFill>
                  <a:prstClr val="black"/>
                </a:solidFill>
                <a:effectLst/>
                <a:uLnTx/>
                <a:uFillTx/>
                <a:latin typeface="Calibri"/>
                <a:ea typeface="+mn-ea"/>
                <a:cs typeface="+mn-cs"/>
              </a:rPr>
              <a:t>Deloitte Touche Tohmatsu India Private Limited (U74140MH199 5PTC093339), a private company limited by shares, was converted into Deloitte Touche Tohmatsu India LLP, a limited liability partnership (LLP Identification No. AAE-8458),with effect from October 1, 2015.</a:t>
            </a:r>
          </a:p>
        </p:txBody>
      </p:sp>
      <p:grpSp>
        <p:nvGrpSpPr>
          <p:cNvPr id="8" name="Group 7">
            <a:extLst>
              <a:ext uri="{FF2B5EF4-FFF2-40B4-BE49-F238E27FC236}">
                <a16:creationId xmlns:a16="http://schemas.microsoft.com/office/drawing/2014/main" id="{2EB7826B-EC09-CA86-D1B4-1E6E3623AF6B}"/>
              </a:ext>
            </a:extLst>
          </p:cNvPr>
          <p:cNvGrpSpPr/>
          <p:nvPr/>
        </p:nvGrpSpPr>
        <p:grpSpPr>
          <a:xfrm>
            <a:off x="6523386" y="1242052"/>
            <a:ext cx="4792314" cy="4792996"/>
            <a:chOff x="3901439" y="1234126"/>
            <a:chExt cx="4389123" cy="4389748"/>
          </a:xfrm>
        </p:grpSpPr>
        <p:sp>
          <p:nvSpPr>
            <p:cNvPr id="9" name="object 3">
              <a:extLst>
                <a:ext uri="{FF2B5EF4-FFF2-40B4-BE49-F238E27FC236}">
                  <a16:creationId xmlns:a16="http://schemas.microsoft.com/office/drawing/2014/main" id="{E143C29E-3244-67D1-F996-9CAF96C4BD45}"/>
                </a:ext>
              </a:extLst>
            </p:cNvPr>
            <p:cNvSpPr/>
            <p:nvPr/>
          </p:nvSpPr>
          <p:spPr>
            <a:xfrm>
              <a:off x="3901439" y="1234126"/>
              <a:ext cx="4389123" cy="4389748"/>
            </a:xfrm>
            <a:prstGeom prst="rect">
              <a:avLst/>
            </a:prstGeom>
            <a:blipFill>
              <a:blip r:embed="rId4" cstate="print"/>
              <a:stretch>
                <a:fillRect/>
              </a:stretch>
            </a:blip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prstClr val="black"/>
                </a:solidFill>
                <a:effectLst/>
                <a:uLnTx/>
                <a:uFillTx/>
                <a:latin typeface="Verdana"/>
                <a:ea typeface="+mn-ea"/>
                <a:cs typeface="+mn-cs"/>
              </a:endParaRPr>
            </a:p>
          </p:txBody>
        </p:sp>
        <p:sp>
          <p:nvSpPr>
            <p:cNvPr id="10" name="object 4">
              <a:extLst>
                <a:ext uri="{FF2B5EF4-FFF2-40B4-BE49-F238E27FC236}">
                  <a16:creationId xmlns:a16="http://schemas.microsoft.com/office/drawing/2014/main" id="{D5DAE0DB-667F-C474-6F99-4534EB83CDB9}"/>
                </a:ext>
              </a:extLst>
            </p:cNvPr>
            <p:cNvSpPr/>
            <p:nvPr/>
          </p:nvSpPr>
          <p:spPr>
            <a:xfrm>
              <a:off x="5445978" y="4052885"/>
              <a:ext cx="687070" cy="261620"/>
            </a:xfrm>
            <a:custGeom>
              <a:avLst/>
              <a:gdLst/>
              <a:ahLst/>
              <a:cxnLst/>
              <a:rect l="l" t="t" r="r" b="b"/>
              <a:pathLst>
                <a:path w="687070" h="261620">
                  <a:moveTo>
                    <a:pt x="686701" y="261048"/>
                  </a:moveTo>
                  <a:lnTo>
                    <a:pt x="0" y="261048"/>
                  </a:lnTo>
                  <a:lnTo>
                    <a:pt x="0" y="0"/>
                  </a:lnTo>
                  <a:lnTo>
                    <a:pt x="686701" y="0"/>
                  </a:lnTo>
                  <a:lnTo>
                    <a:pt x="686701" y="261048"/>
                  </a:lnTo>
                  <a:close/>
                </a:path>
              </a:pathLst>
            </a:custGeom>
            <a:solidFill>
              <a:srgbClr val="00492B"/>
            </a:solid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prstClr val="black"/>
                </a:solidFill>
                <a:effectLst/>
                <a:uLnTx/>
                <a:uFillTx/>
                <a:latin typeface="Verdana"/>
                <a:ea typeface="+mn-ea"/>
                <a:cs typeface="+mn-cs"/>
              </a:endParaRPr>
            </a:p>
          </p:txBody>
        </p:sp>
      </p:grpSp>
    </p:spTree>
    <p:custDataLst>
      <p:tags r:id="rId1"/>
    </p:custDataLst>
    <p:extLst>
      <p:ext uri="{BB962C8B-B14F-4D97-AF65-F5344CB8AC3E}">
        <p14:creationId xmlns:p14="http://schemas.microsoft.com/office/powerpoint/2010/main" val="3109989499"/>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EMPLAFYSLIDEID" val="636090605918013724"/>
</p:tagLst>
</file>

<file path=ppt/theme/theme1.xml><?xml version="1.0" encoding="utf-8"?>
<a:theme xmlns:a="http://schemas.openxmlformats.org/drawingml/2006/main" name="Deloitte Brand Theme">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1">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 Brand Theme" id="{7F8E7B9C-D1E6-4EAB-A888-5889AFAC97F5}" vid="{EE3CB14B-24FA-49D6-9FDE-EB9FB3296A69}"/>
    </a:ext>
  </a:extLst>
</a:theme>
</file>

<file path=ppt/theme/theme2.xml><?xml version="1.0" encoding="utf-8"?>
<a:theme xmlns:a="http://schemas.openxmlformats.org/drawingml/2006/main" name="2_Deloitte Brand Theme">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 Brand Theme" id="{7F8E7B9C-D1E6-4EAB-A888-5889AFAC97F5}" vid="{EE3CB14B-24FA-49D6-9FDE-EB9FB3296A6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Props1.xml><?xml version="1.0" encoding="utf-8"?>
<ds:datastoreItem xmlns:ds="http://schemas.openxmlformats.org/officeDocument/2006/customXml" ds:itemID="{58E3D304-AB2A-4335-91E7-39BD2BB12F2C}">
  <ds:schemaRefs>
    <ds:schemaRef ds:uri="http://schemas.microsoft.com/sharepoint/v3/contenttype/forms"/>
  </ds:schemaRefs>
</ds:datastoreItem>
</file>

<file path=customXml/itemProps2.xml><?xml version="1.0" encoding="utf-8"?>
<ds:datastoreItem xmlns:ds="http://schemas.openxmlformats.org/officeDocument/2006/customXml" ds:itemID="{4813581C-F087-47E8-9A7A-6E63F6AFCC5C}"/>
</file>

<file path=customXml/itemProps3.xml><?xml version="1.0" encoding="utf-8"?>
<ds:datastoreItem xmlns:ds="http://schemas.openxmlformats.org/officeDocument/2006/customXml" ds:itemID="{0BBACBC3-3481-4659-8D24-05D7EF70DB10}">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Deloitte Brand Theme</Template>
  <TotalTime>0</TotalTime>
  <Words>853</Words>
  <Application>Microsoft Office PowerPoint</Application>
  <PresentationFormat>Widescreen</PresentationFormat>
  <Paragraphs>148</Paragraphs>
  <Slides>6</Slides>
  <Notes>5</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6</vt:i4>
      </vt:variant>
    </vt:vector>
  </HeadingPairs>
  <TitlesOfParts>
    <vt:vector size="15" baseType="lpstr">
      <vt:lpstr>Arial</vt:lpstr>
      <vt:lpstr>Calibri</vt:lpstr>
      <vt:lpstr>Calibri Light</vt:lpstr>
      <vt:lpstr>Verdana</vt:lpstr>
      <vt:lpstr>Wingdings</vt:lpstr>
      <vt:lpstr>Wingdings 2</vt:lpstr>
      <vt:lpstr>Deloitte Brand Theme</vt:lpstr>
      <vt:lpstr>2_Deloitte Brand Theme</vt:lpstr>
      <vt:lpstr>think-cell Slide</vt:lpstr>
      <vt:lpstr>Institutional Strengthening Project : Implementations of Revenue Management System (RMS) at Nepal Electricity Authority (NEA)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Timesaver Charts, tables, diagrams, icons and more</dc:title>
  <dc:creator/>
  <cp:lastModifiedBy/>
  <cp:revision>2</cp:revision>
  <dcterms:created xsi:type="dcterms:W3CDTF">2020-04-09T19:41:06Z</dcterms:created>
  <dcterms:modified xsi:type="dcterms:W3CDTF">2023-07-26T11:27:18Z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2021-02-15T16:19:10Z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3415186a-2cc8-454a-80c2-1b89340bbe69</vt:lpwstr>
  </property>
  <property fmtid="{D5CDD505-2E9C-101B-9397-08002B2CF9AE}" pid="8" name="MSIP_Label_ea60d57e-af5b-4752-ac57-3e4f28ca11dc_ContentBits">
    <vt:lpwstr>0</vt:lpwstr>
  </property>
  <property fmtid="{D5CDD505-2E9C-101B-9397-08002B2CF9AE}" pid="9" name="ContentTypeId">
    <vt:lpwstr>0x01010046EABACCD3B39C49923CC76F9A3899B0</vt:lpwstr>
  </property>
</Properties>
</file>